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8" r:id="rId2"/>
    <p:sldId id="310" r:id="rId3"/>
    <p:sldId id="297" r:id="rId4"/>
    <p:sldId id="316" r:id="rId5"/>
    <p:sldId id="298" r:id="rId6"/>
    <p:sldId id="301" r:id="rId7"/>
    <p:sldId id="317" r:id="rId8"/>
    <p:sldId id="330" r:id="rId9"/>
  </p:sldIdLst>
  <p:sldSz cx="9144000" cy="5143500" type="screen16x9"/>
  <p:notesSz cx="9947275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AEF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23" autoAdjust="0"/>
  </p:normalViewPr>
  <p:slideViewPr>
    <p:cSldViewPr>
      <p:cViewPr varScale="1">
        <p:scale>
          <a:sx n="146" d="100"/>
          <a:sy n="146" d="100"/>
        </p:scale>
        <p:origin x="492" y="108"/>
      </p:cViewPr>
      <p:guideLst>
        <p:guide orient="horz" pos="221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../media/image24.wmf"/><Relationship Id="rId18" Type="http://schemas.openxmlformats.org/officeDocument/2006/relationships/image" Target="../media/image29.wmf"/><Relationship Id="rId3" Type="http://schemas.openxmlformats.org/officeDocument/2006/relationships/image" Target="../media/image14.emf"/><Relationship Id="rId21" Type="http://schemas.openxmlformats.org/officeDocument/2006/relationships/image" Target="../media/image32.wmf"/><Relationship Id="rId7" Type="http://schemas.openxmlformats.org/officeDocument/2006/relationships/image" Target="../media/image18.wmf"/><Relationship Id="rId12" Type="http://schemas.openxmlformats.org/officeDocument/2006/relationships/image" Target="../media/image23.wmf"/><Relationship Id="rId17" Type="http://schemas.openxmlformats.org/officeDocument/2006/relationships/image" Target="../media/image28.wmf"/><Relationship Id="rId2" Type="http://schemas.openxmlformats.org/officeDocument/2006/relationships/image" Target="../media/image13.wmf"/><Relationship Id="rId16" Type="http://schemas.openxmlformats.org/officeDocument/2006/relationships/image" Target="../media/image27.wmf"/><Relationship Id="rId20" Type="http://schemas.openxmlformats.org/officeDocument/2006/relationships/image" Target="../media/image31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emf"/><Relationship Id="rId15" Type="http://schemas.openxmlformats.org/officeDocument/2006/relationships/image" Target="../media/image26.wmf"/><Relationship Id="rId23" Type="http://schemas.openxmlformats.org/officeDocument/2006/relationships/image" Target="../media/image34.wmf"/><Relationship Id="rId10" Type="http://schemas.openxmlformats.org/officeDocument/2006/relationships/image" Target="../media/image21.wmf"/><Relationship Id="rId19" Type="http://schemas.openxmlformats.org/officeDocument/2006/relationships/image" Target="../media/image30.wmf"/><Relationship Id="rId4" Type="http://schemas.openxmlformats.org/officeDocument/2006/relationships/image" Target="../media/image15.emf"/><Relationship Id="rId9" Type="http://schemas.openxmlformats.org/officeDocument/2006/relationships/image" Target="../media/image20.emf"/><Relationship Id="rId14" Type="http://schemas.openxmlformats.org/officeDocument/2006/relationships/image" Target="../media/image25.wmf"/><Relationship Id="rId22" Type="http://schemas.openxmlformats.org/officeDocument/2006/relationships/image" Target="../media/image3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45.wmf"/><Relationship Id="rId18" Type="http://schemas.openxmlformats.org/officeDocument/2006/relationships/image" Target="../media/image50.wmf"/><Relationship Id="rId3" Type="http://schemas.openxmlformats.org/officeDocument/2006/relationships/image" Target="../media/image39.wmf"/><Relationship Id="rId7" Type="http://schemas.openxmlformats.org/officeDocument/2006/relationships/image" Target="../media/image24.wmf"/><Relationship Id="rId12" Type="http://schemas.openxmlformats.org/officeDocument/2006/relationships/image" Target="../media/image44.wmf"/><Relationship Id="rId17" Type="http://schemas.openxmlformats.org/officeDocument/2006/relationships/image" Target="../media/image49.wmf"/><Relationship Id="rId2" Type="http://schemas.openxmlformats.org/officeDocument/2006/relationships/image" Target="../media/image38.wmf"/><Relationship Id="rId16" Type="http://schemas.openxmlformats.org/officeDocument/2006/relationships/image" Target="../media/image48.wmf"/><Relationship Id="rId20" Type="http://schemas.openxmlformats.org/officeDocument/2006/relationships/image" Target="../media/image34.wmf"/><Relationship Id="rId1" Type="http://schemas.openxmlformats.org/officeDocument/2006/relationships/image" Target="../media/image37.wmf"/><Relationship Id="rId6" Type="http://schemas.openxmlformats.org/officeDocument/2006/relationships/image" Target="../media/image41.wmf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5" Type="http://schemas.openxmlformats.org/officeDocument/2006/relationships/image" Target="../media/image47.wmf"/><Relationship Id="rId10" Type="http://schemas.openxmlformats.org/officeDocument/2006/relationships/image" Target="../media/image42.wmf"/><Relationship Id="rId19" Type="http://schemas.openxmlformats.org/officeDocument/2006/relationships/image" Target="../media/image33.wmf"/><Relationship Id="rId4" Type="http://schemas.openxmlformats.org/officeDocument/2006/relationships/image" Target="../media/image29.wmf"/><Relationship Id="rId9" Type="http://schemas.openxmlformats.org/officeDocument/2006/relationships/image" Target="../media/image26.wmf"/><Relationship Id="rId14" Type="http://schemas.openxmlformats.org/officeDocument/2006/relationships/image" Target="../media/image4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10" Type="http://schemas.openxmlformats.org/officeDocument/2006/relationships/image" Target="../media/image68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D1360-698A-4426-8822-1530CE7F9C67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02BE7-28F5-46DF-8F83-919D883E74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559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02BE7-28F5-46DF-8F83-919D883E74E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087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13C0D98-5F64-4E5C-976B-3D7F888D3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804863" indent="-309563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238250" indent="-2476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733550" indent="-2476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228850" indent="-2476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686050" indent="-247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3143250" indent="-247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600450" indent="-247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4057650" indent="-247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F31D3C0-4C7F-4C96-AB8F-014D57389DAD}" type="slidenum">
              <a:rPr lang="en-US" altLang="zh-CN" sz="130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5</a:t>
            </a:fld>
            <a:endParaRPr lang="en-US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2A62B221-A6F9-452C-A136-009E8E788B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16238" y="857250"/>
            <a:ext cx="4114800" cy="2314575"/>
          </a:xfrm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E563CBD-7181-4726-9B6C-E4494D35E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z="3000" dirty="0">
                <a:ea typeface="楷体_GB2312" pitchFamily="49" charset="-122"/>
              </a:rPr>
              <a:t>(L.P184)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2F4AA6DE-157F-42EE-B1C7-2DF32A581A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804863" indent="-309563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238250" indent="-2476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733550" indent="-2476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228850" indent="-247650"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686050" indent="-247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3143250" indent="-247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600450" indent="-247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4057650" indent="-247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E57812E-1904-4A77-B92C-1AE74746AF42}" type="slidenum">
              <a:rPr lang="en-US" altLang="zh-CN" sz="130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6</a:t>
            </a:fld>
            <a:endParaRPr lang="en-US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0E4260F-11B6-4765-B45A-40B6ED4B81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16238" y="857250"/>
            <a:ext cx="4114800" cy="2314575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20D7A522-690C-44E8-A9E8-CEEB84F75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900" dirty="0">
                <a:ea typeface="楷体_GB2312" pitchFamily="49" charset="-122"/>
              </a:rPr>
              <a:t>(L.P183)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7132EF-AFEF-4B60-9102-C4B21CF0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7F7B3-47B2-4BDD-96EA-6AB114E8DDCB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4CFA11-87CF-4F5C-9519-8A1F9A43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BF2DB-0C38-46A3-A611-02DD4EBF1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78247-04CA-4C06-B0FA-26BB2DEE8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48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.bin"/><Relationship Id="rId18" Type="http://schemas.openxmlformats.org/officeDocument/2006/relationships/image" Target="../media/image19.wmf"/><Relationship Id="rId26" Type="http://schemas.openxmlformats.org/officeDocument/2006/relationships/image" Target="../media/image23.wmf"/><Relationship Id="rId39" Type="http://schemas.openxmlformats.org/officeDocument/2006/relationships/oleObject" Target="../embeddings/oleObject29.bin"/><Relationship Id="rId21" Type="http://schemas.openxmlformats.org/officeDocument/2006/relationships/oleObject" Target="../embeddings/oleObject21.bin"/><Relationship Id="rId34" Type="http://schemas.openxmlformats.org/officeDocument/2006/relationships/image" Target="../media/image26.wmf"/><Relationship Id="rId42" Type="http://schemas.openxmlformats.org/officeDocument/2006/relationships/image" Target="../media/image30.wmf"/><Relationship Id="rId47" Type="http://schemas.openxmlformats.org/officeDocument/2006/relationships/oleObject" Target="../embeddings/oleObject33.bin"/><Relationship Id="rId50" Type="http://schemas.openxmlformats.org/officeDocument/2006/relationships/image" Target="../media/image34.wmf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8.wmf"/><Relationship Id="rId29" Type="http://schemas.openxmlformats.org/officeDocument/2006/relationships/oleObject" Target="../embeddings/oleObject24.bin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22.wmf"/><Relationship Id="rId32" Type="http://schemas.openxmlformats.org/officeDocument/2006/relationships/image" Target="../media/image25.wmf"/><Relationship Id="rId37" Type="http://schemas.openxmlformats.org/officeDocument/2006/relationships/oleObject" Target="../embeddings/oleObject28.bin"/><Relationship Id="rId40" Type="http://schemas.openxmlformats.org/officeDocument/2006/relationships/image" Target="../media/image29.wmf"/><Relationship Id="rId45" Type="http://schemas.openxmlformats.org/officeDocument/2006/relationships/oleObject" Target="../embeddings/oleObject32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image" Target="../media/image36.wmf"/><Relationship Id="rId36" Type="http://schemas.openxmlformats.org/officeDocument/2006/relationships/image" Target="../media/image27.wmf"/><Relationship Id="rId49" Type="http://schemas.openxmlformats.org/officeDocument/2006/relationships/oleObject" Target="../embeddings/oleObject34.bin"/><Relationship Id="rId10" Type="http://schemas.openxmlformats.org/officeDocument/2006/relationships/image" Target="../media/image15.emf"/><Relationship Id="rId19" Type="http://schemas.openxmlformats.org/officeDocument/2006/relationships/oleObject" Target="../embeddings/oleObject20.bin"/><Relationship Id="rId31" Type="http://schemas.openxmlformats.org/officeDocument/2006/relationships/oleObject" Target="../embeddings/oleObject25.bin"/><Relationship Id="rId44" Type="http://schemas.openxmlformats.org/officeDocument/2006/relationships/image" Target="../media/image31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7.wmf"/><Relationship Id="rId22" Type="http://schemas.openxmlformats.org/officeDocument/2006/relationships/image" Target="../media/image21.wmf"/><Relationship Id="rId27" Type="http://schemas.openxmlformats.org/officeDocument/2006/relationships/image" Target="../media/image35.wmf"/><Relationship Id="rId30" Type="http://schemas.openxmlformats.org/officeDocument/2006/relationships/image" Target="../media/image24.wmf"/><Relationship Id="rId35" Type="http://schemas.openxmlformats.org/officeDocument/2006/relationships/oleObject" Target="../embeddings/oleObject27.bin"/><Relationship Id="rId43" Type="http://schemas.openxmlformats.org/officeDocument/2006/relationships/oleObject" Target="../embeddings/oleObject31.bin"/><Relationship Id="rId48" Type="http://schemas.openxmlformats.org/officeDocument/2006/relationships/image" Target="../media/image33.wmf"/><Relationship Id="rId8" Type="http://schemas.openxmlformats.org/officeDocument/2006/relationships/image" Target="../media/image14.emf"/><Relationship Id="rId3" Type="http://schemas.openxmlformats.org/officeDocument/2006/relationships/oleObject" Target="../embeddings/oleObject12.bin"/><Relationship Id="rId12" Type="http://schemas.openxmlformats.org/officeDocument/2006/relationships/image" Target="../media/image16.e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33" Type="http://schemas.openxmlformats.org/officeDocument/2006/relationships/oleObject" Target="../embeddings/oleObject26.bin"/><Relationship Id="rId38" Type="http://schemas.openxmlformats.org/officeDocument/2006/relationships/image" Target="../media/image28.wmf"/><Relationship Id="rId46" Type="http://schemas.openxmlformats.org/officeDocument/2006/relationships/image" Target="../media/image32.wmf"/><Relationship Id="rId20" Type="http://schemas.openxmlformats.org/officeDocument/2006/relationships/image" Target="../media/image20.emf"/><Relationship Id="rId41" Type="http://schemas.openxmlformats.org/officeDocument/2006/relationships/oleObject" Target="../embeddings/oleObject30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wmf"/><Relationship Id="rId18" Type="http://schemas.openxmlformats.org/officeDocument/2006/relationships/oleObject" Target="../embeddings/oleObject25.bin"/><Relationship Id="rId26" Type="http://schemas.openxmlformats.org/officeDocument/2006/relationships/oleObject" Target="../embeddings/oleObject41.bin"/><Relationship Id="rId39" Type="http://schemas.openxmlformats.org/officeDocument/2006/relationships/oleObject" Target="../embeddings/oleObject48.bin"/><Relationship Id="rId21" Type="http://schemas.openxmlformats.org/officeDocument/2006/relationships/image" Target="../media/image26.wmf"/><Relationship Id="rId34" Type="http://schemas.openxmlformats.org/officeDocument/2006/relationships/image" Target="../media/image46.wmf"/><Relationship Id="rId42" Type="http://schemas.openxmlformats.org/officeDocument/2006/relationships/image" Target="../media/image50.wmf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4.bin"/><Relationship Id="rId29" Type="http://schemas.openxmlformats.org/officeDocument/2006/relationships/image" Target="../media/image44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29.wmf"/><Relationship Id="rId24" Type="http://schemas.openxmlformats.org/officeDocument/2006/relationships/oleObject" Target="../embeddings/oleObject40.bin"/><Relationship Id="rId32" Type="http://schemas.openxmlformats.org/officeDocument/2006/relationships/oleObject" Target="../embeddings/oleObject44.bin"/><Relationship Id="rId37" Type="http://schemas.openxmlformats.org/officeDocument/2006/relationships/oleObject" Target="../embeddings/oleObject47.bin"/><Relationship Id="rId40" Type="http://schemas.openxmlformats.org/officeDocument/2006/relationships/image" Target="../media/image49.wmf"/><Relationship Id="rId45" Type="http://schemas.openxmlformats.org/officeDocument/2006/relationships/oleObject" Target="../embeddings/oleObject51.bin"/><Relationship Id="rId5" Type="http://schemas.openxmlformats.org/officeDocument/2006/relationships/image" Target="../media/image37.wmf"/><Relationship Id="rId15" Type="http://schemas.openxmlformats.org/officeDocument/2006/relationships/image" Target="../media/image41.wmf"/><Relationship Id="rId23" Type="http://schemas.openxmlformats.org/officeDocument/2006/relationships/image" Target="../media/image36.wmf"/><Relationship Id="rId28" Type="http://schemas.openxmlformats.org/officeDocument/2006/relationships/oleObject" Target="../embeddings/oleObject42.bin"/><Relationship Id="rId36" Type="http://schemas.openxmlformats.org/officeDocument/2006/relationships/image" Target="../media/image47.wmf"/><Relationship Id="rId10" Type="http://schemas.openxmlformats.org/officeDocument/2006/relationships/oleObject" Target="../embeddings/oleObject29.bin"/><Relationship Id="rId19" Type="http://schemas.openxmlformats.org/officeDocument/2006/relationships/image" Target="../media/image25.wmf"/><Relationship Id="rId31" Type="http://schemas.openxmlformats.org/officeDocument/2006/relationships/image" Target="../media/image45.wmf"/><Relationship Id="rId44" Type="http://schemas.openxmlformats.org/officeDocument/2006/relationships/image" Target="../media/image33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39.bin"/><Relationship Id="rId22" Type="http://schemas.openxmlformats.org/officeDocument/2006/relationships/image" Target="../media/image35.wmf"/><Relationship Id="rId27" Type="http://schemas.openxmlformats.org/officeDocument/2006/relationships/image" Target="../media/image43.wmf"/><Relationship Id="rId30" Type="http://schemas.openxmlformats.org/officeDocument/2006/relationships/oleObject" Target="../embeddings/oleObject43.bin"/><Relationship Id="rId35" Type="http://schemas.openxmlformats.org/officeDocument/2006/relationships/oleObject" Target="../embeddings/oleObject46.bin"/><Relationship Id="rId43" Type="http://schemas.openxmlformats.org/officeDocument/2006/relationships/oleObject" Target="../embeddings/oleObject50.bin"/><Relationship Id="rId8" Type="http://schemas.openxmlformats.org/officeDocument/2006/relationships/oleObject" Target="../embeddings/oleObject37.bin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24.wmf"/><Relationship Id="rId25" Type="http://schemas.openxmlformats.org/officeDocument/2006/relationships/image" Target="../media/image42.wmf"/><Relationship Id="rId33" Type="http://schemas.openxmlformats.org/officeDocument/2006/relationships/oleObject" Target="../embeddings/oleObject45.bin"/><Relationship Id="rId38" Type="http://schemas.openxmlformats.org/officeDocument/2006/relationships/image" Target="../media/image48.wmf"/><Relationship Id="rId46" Type="http://schemas.openxmlformats.org/officeDocument/2006/relationships/image" Target="../media/image34.wmf"/><Relationship Id="rId20" Type="http://schemas.openxmlformats.org/officeDocument/2006/relationships/oleObject" Target="../embeddings/oleObject26.bin"/><Relationship Id="rId41" Type="http://schemas.openxmlformats.org/officeDocument/2006/relationships/oleObject" Target="../embeddings/oleObject4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60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58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56.bin"/><Relationship Id="rId17" Type="http://schemas.openxmlformats.org/officeDocument/2006/relationships/oleObject" Target="../embeddings/oleObject59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61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5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69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67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6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0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23" Type="http://schemas.openxmlformats.org/officeDocument/2006/relationships/image" Target="../media/image68.wmf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66.w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67.bin"/><Relationship Id="rId22" Type="http://schemas.openxmlformats.org/officeDocument/2006/relationships/oleObject" Target="../embeddings/oleObject7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CB5FB93-1E63-4245-80FB-939479F20A8B}"/>
              </a:ext>
            </a:extLst>
          </p:cNvPr>
          <p:cNvSpPr txBox="1">
            <a:spLocks/>
          </p:cNvSpPr>
          <p:nvPr/>
        </p:nvSpPr>
        <p:spPr>
          <a:xfrm>
            <a:off x="755576" y="1445000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第六章  定积分的应用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DC0F45B8-8FF3-46A4-8DBD-E6B25466CB7B}"/>
              </a:ext>
            </a:extLst>
          </p:cNvPr>
          <p:cNvSpPr txBox="1">
            <a:spLocks/>
          </p:cNvSpPr>
          <p:nvPr/>
        </p:nvSpPr>
        <p:spPr>
          <a:xfrm>
            <a:off x="1547664" y="2931790"/>
            <a:ext cx="6400800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定积分的元素法</a:t>
            </a:r>
          </a:p>
        </p:txBody>
      </p:sp>
    </p:spTree>
    <p:extLst>
      <p:ext uri="{BB962C8B-B14F-4D97-AF65-F5344CB8AC3E}">
        <p14:creationId xmlns:p14="http://schemas.microsoft.com/office/powerpoint/2010/main" val="3480358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9C86F7C9-F2BB-44D6-B2B6-1771BE9BB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480" y="453967"/>
            <a:ext cx="33919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回顾曲边梯形的面积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91CF5847-1C17-42F8-A725-865399A1D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480" y="1026375"/>
            <a:ext cx="36788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设曲边梯形是由连续曲线</a:t>
            </a:r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93DBAF7D-A47A-4F35-9989-23ABBB8903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034730"/>
              </p:ext>
            </p:extLst>
          </p:nvPr>
        </p:nvGraphicFramePr>
        <p:xfrm>
          <a:off x="4373396" y="1093767"/>
          <a:ext cx="26668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" name="Microsoft 公式 3.0 中文版" r:id="rId3" imgW="2666880" imgH="342720" progId="Equation.DSMT4">
                  <p:embed/>
                </p:oleObj>
              </mc:Choice>
              <mc:Fallback>
                <p:oleObj name="Microsoft 公式 3.0 中文版" r:id="rId3" imgW="2666880" imgH="342720" progId="Equation.DSMT4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93DBAF7D-A47A-4F35-9989-23ABBB8903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396" y="1093767"/>
                        <a:ext cx="266688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F63C404E-3997-4997-8F06-73551D3C24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184642"/>
              </p:ext>
            </p:extLst>
          </p:nvPr>
        </p:nvGraphicFramePr>
        <p:xfrm>
          <a:off x="7706233" y="1143635"/>
          <a:ext cx="24120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" name="Microsoft 公式 3.0 中文版" r:id="rId5" imgW="241200" imgH="266400" progId="Equation.DSMT4">
                  <p:embed/>
                </p:oleObj>
              </mc:Choice>
              <mc:Fallback>
                <p:oleObj name="Microsoft 公式 3.0 中文版" r:id="rId5" imgW="241200" imgH="2664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F63C404E-3997-4997-8F06-73551D3C24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6233" y="1143635"/>
                        <a:ext cx="241200" cy="26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>
            <a:extLst>
              <a:ext uri="{FF2B5EF4-FFF2-40B4-BE49-F238E27FC236}">
                <a16:creationId xmlns:a16="http://schemas.microsoft.com/office/drawing/2014/main" id="{15D41BE1-BBF6-4E3D-A37B-CBA774C22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982" y="1598783"/>
            <a:ext cx="14784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两条直线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D5B982B7-CE21-4834-834E-C70C418E7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290617"/>
              </p:ext>
            </p:extLst>
          </p:nvPr>
        </p:nvGraphicFramePr>
        <p:xfrm>
          <a:off x="1610750" y="1668478"/>
          <a:ext cx="14349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7" name="Microsoft 公式 3.0 中文版" r:id="rId7" imgW="1434960" imgH="342720" progId="Equation.DSMT4">
                  <p:embed/>
                </p:oleObj>
              </mc:Choice>
              <mc:Fallback>
                <p:oleObj name="Microsoft 公式 3.0 中文版" r:id="rId7" imgW="1434960" imgH="34272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D5B982B7-CE21-4834-834E-C70C418E7D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750" y="1668478"/>
                        <a:ext cx="143496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1">
            <a:extLst>
              <a:ext uri="{FF2B5EF4-FFF2-40B4-BE49-F238E27FC236}">
                <a16:creationId xmlns:a16="http://schemas.microsoft.com/office/drawing/2014/main" id="{8FD48B3D-44F2-4E85-B6BB-3FDAA1700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512" y="1550374"/>
            <a:ext cx="1276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所围成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C9A2F046-EA2A-4B32-91F6-52CFDE644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296" y="1552807"/>
            <a:ext cx="189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求其面积 </a:t>
            </a: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graphicFrame>
        <p:nvGraphicFramePr>
          <p:cNvPr id="40" name="Object 7">
            <a:extLst>
              <a:ext uri="{FF2B5EF4-FFF2-40B4-BE49-F238E27FC236}">
                <a16:creationId xmlns:a16="http://schemas.microsoft.com/office/drawing/2014/main" id="{A45487CE-C284-484C-8D9E-9D5961836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554851"/>
              </p:ext>
            </p:extLst>
          </p:nvPr>
        </p:nvGraphicFramePr>
        <p:xfrm>
          <a:off x="1909763" y="3287713"/>
          <a:ext cx="1651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8" name="Equation" r:id="rId9" imgW="1650960" imgH="596880" progId="Equation.DSMT4">
                  <p:embed/>
                </p:oleObj>
              </mc:Choice>
              <mc:Fallback>
                <p:oleObj name="Equation" r:id="rId9" imgW="1650960" imgH="596880" progId="Equation.DSMT4">
                  <p:embed/>
                  <p:pic>
                    <p:nvPicPr>
                      <p:cNvPr id="40" name="Object 7">
                        <a:extLst>
                          <a:ext uri="{FF2B5EF4-FFF2-40B4-BE49-F238E27FC236}">
                            <a16:creationId xmlns:a16="http://schemas.microsoft.com/office/drawing/2014/main" id="{A45487CE-C284-484C-8D9E-9D59618364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3287713"/>
                        <a:ext cx="1651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6">
            <a:extLst>
              <a:ext uri="{FF2B5EF4-FFF2-40B4-BE49-F238E27FC236}">
                <a16:creationId xmlns:a16="http://schemas.microsoft.com/office/drawing/2014/main" id="{B76058D2-38E1-4B3A-8C90-C5C27DB8E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03" y="2330760"/>
            <a:ext cx="2201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“分割，近似，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FEFE99-5791-4E6E-A8B5-F0ACC1BFB925}"/>
              </a:ext>
            </a:extLst>
          </p:cNvPr>
          <p:cNvSpPr txBox="1"/>
          <p:nvPr/>
        </p:nvSpPr>
        <p:spPr>
          <a:xfrm>
            <a:off x="763407" y="3356342"/>
            <a:ext cx="8182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面积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5E84212-5EBD-48E2-8869-71FC2F3FCA3E}"/>
              </a:ext>
            </a:extLst>
          </p:cNvPr>
          <p:cNvSpPr txBox="1"/>
          <p:nvPr/>
        </p:nvSpPr>
        <p:spPr>
          <a:xfrm>
            <a:off x="7839743" y="981907"/>
            <a:ext cx="5965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轴，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A879E84-FCDA-4B3C-8566-D8F985B6ADEC}"/>
              </a:ext>
            </a:extLst>
          </p:cNvPr>
          <p:cNvSpPr txBox="1"/>
          <p:nvPr/>
        </p:nvSpPr>
        <p:spPr>
          <a:xfrm>
            <a:off x="6991541" y="990251"/>
            <a:ext cx="79678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5" name="Text Box 6">
            <a:extLst>
              <a:ext uri="{FF2B5EF4-FFF2-40B4-BE49-F238E27FC236}">
                <a16:creationId xmlns:a16="http://schemas.microsoft.com/office/drawing/2014/main" id="{6637FA04-5DB6-4825-948B-57D266278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4151" y="2330759"/>
            <a:ext cx="2201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求和，取极限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”</a:t>
            </a:r>
            <a:endParaRPr kumimoji="1"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9475622-4F08-4814-971F-8F6143CD86EE}"/>
              </a:ext>
            </a:extLst>
          </p:cNvPr>
          <p:cNvGrpSpPr/>
          <p:nvPr/>
        </p:nvGrpSpPr>
        <p:grpSpPr>
          <a:xfrm>
            <a:off x="5176095" y="2336961"/>
            <a:ext cx="2959843" cy="2196870"/>
            <a:chOff x="5176095" y="2336961"/>
            <a:chExt cx="2959843" cy="2196870"/>
          </a:xfrm>
        </p:grpSpPr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65927691-F92A-419B-BD28-4C67F7ECDC8E}"/>
                </a:ext>
              </a:extLst>
            </p:cNvPr>
            <p:cNvSpPr/>
            <p:nvPr/>
          </p:nvSpPr>
          <p:spPr>
            <a:xfrm>
              <a:off x="5961949" y="2711443"/>
              <a:ext cx="1725143" cy="1399365"/>
            </a:xfrm>
            <a:custGeom>
              <a:avLst/>
              <a:gdLst>
                <a:gd name="connsiteX0" fmla="*/ 3702 w 1725143"/>
                <a:gd name="connsiteY0" fmla="*/ 529389 h 1399365"/>
                <a:gd name="connsiteX1" fmla="*/ 0 w 1725143"/>
                <a:gd name="connsiteY1" fmla="*/ 1391961 h 1399365"/>
                <a:gd name="connsiteX2" fmla="*/ 1721441 w 1725143"/>
                <a:gd name="connsiteY2" fmla="*/ 1399365 h 1399365"/>
                <a:gd name="connsiteX3" fmla="*/ 1725143 w 1725143"/>
                <a:gd name="connsiteY3" fmla="*/ 0 h 1399365"/>
                <a:gd name="connsiteX4" fmla="*/ 1602976 w 1725143"/>
                <a:gd name="connsiteY4" fmla="*/ 136975 h 1399365"/>
                <a:gd name="connsiteX5" fmla="*/ 1480810 w 1725143"/>
                <a:gd name="connsiteY5" fmla="*/ 244333 h 1399365"/>
                <a:gd name="connsiteX6" fmla="*/ 1329027 w 1725143"/>
                <a:gd name="connsiteY6" fmla="*/ 362798 h 1399365"/>
                <a:gd name="connsiteX7" fmla="*/ 1236476 w 1725143"/>
                <a:gd name="connsiteY7" fmla="*/ 396116 h 1399365"/>
                <a:gd name="connsiteX8" fmla="*/ 1155032 w 1725143"/>
                <a:gd name="connsiteY8" fmla="*/ 410924 h 1399365"/>
                <a:gd name="connsiteX9" fmla="*/ 1106905 w 1725143"/>
                <a:gd name="connsiteY9" fmla="*/ 399818 h 1399365"/>
                <a:gd name="connsiteX10" fmla="*/ 1051375 w 1725143"/>
                <a:gd name="connsiteY10" fmla="*/ 373904 h 1399365"/>
                <a:gd name="connsiteX11" fmla="*/ 966228 w 1725143"/>
                <a:gd name="connsiteY11" fmla="*/ 336884 h 1399365"/>
                <a:gd name="connsiteX12" fmla="*/ 792233 w 1725143"/>
                <a:gd name="connsiteY12" fmla="*/ 229525 h 1399365"/>
                <a:gd name="connsiteX13" fmla="*/ 610834 w 1725143"/>
                <a:gd name="connsiteY13" fmla="*/ 155485 h 1399365"/>
                <a:gd name="connsiteX14" fmla="*/ 518283 w 1725143"/>
                <a:gd name="connsiteY14" fmla="*/ 155485 h 1399365"/>
                <a:gd name="connsiteX15" fmla="*/ 425733 w 1725143"/>
                <a:gd name="connsiteY15" fmla="*/ 181399 h 1399365"/>
                <a:gd name="connsiteX16" fmla="*/ 370202 w 1725143"/>
                <a:gd name="connsiteY16" fmla="*/ 207313 h 1399365"/>
                <a:gd name="connsiteX17" fmla="*/ 292460 w 1725143"/>
                <a:gd name="connsiteY17" fmla="*/ 259142 h 1399365"/>
                <a:gd name="connsiteX18" fmla="*/ 233227 w 1725143"/>
                <a:gd name="connsiteY18" fmla="*/ 299864 h 1399365"/>
                <a:gd name="connsiteX19" fmla="*/ 103657 w 1725143"/>
                <a:gd name="connsiteY19" fmla="*/ 422031 h 1399365"/>
                <a:gd name="connsiteX20" fmla="*/ 3702 w 1725143"/>
                <a:gd name="connsiteY20" fmla="*/ 529389 h 1399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25143" h="1399365">
                  <a:moveTo>
                    <a:pt x="3702" y="529389"/>
                  </a:moveTo>
                  <a:lnTo>
                    <a:pt x="0" y="1391961"/>
                  </a:lnTo>
                  <a:lnTo>
                    <a:pt x="1721441" y="1399365"/>
                  </a:lnTo>
                  <a:lnTo>
                    <a:pt x="1725143" y="0"/>
                  </a:lnTo>
                  <a:lnTo>
                    <a:pt x="1602976" y="136975"/>
                  </a:lnTo>
                  <a:lnTo>
                    <a:pt x="1480810" y="244333"/>
                  </a:lnTo>
                  <a:lnTo>
                    <a:pt x="1329027" y="362798"/>
                  </a:lnTo>
                  <a:lnTo>
                    <a:pt x="1236476" y="396116"/>
                  </a:lnTo>
                  <a:lnTo>
                    <a:pt x="1155032" y="410924"/>
                  </a:lnTo>
                  <a:lnTo>
                    <a:pt x="1106905" y="399818"/>
                  </a:lnTo>
                  <a:lnTo>
                    <a:pt x="1051375" y="373904"/>
                  </a:lnTo>
                  <a:lnTo>
                    <a:pt x="966228" y="336884"/>
                  </a:lnTo>
                  <a:lnTo>
                    <a:pt x="792233" y="229525"/>
                  </a:lnTo>
                  <a:lnTo>
                    <a:pt x="610834" y="155485"/>
                  </a:lnTo>
                  <a:lnTo>
                    <a:pt x="518283" y="155485"/>
                  </a:lnTo>
                  <a:lnTo>
                    <a:pt x="425733" y="181399"/>
                  </a:lnTo>
                  <a:lnTo>
                    <a:pt x="370202" y="207313"/>
                  </a:lnTo>
                  <a:lnTo>
                    <a:pt x="292460" y="259142"/>
                  </a:lnTo>
                  <a:lnTo>
                    <a:pt x="233227" y="299864"/>
                  </a:lnTo>
                  <a:lnTo>
                    <a:pt x="103657" y="422031"/>
                  </a:lnTo>
                  <a:lnTo>
                    <a:pt x="3702" y="529389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4F95CA4-903B-4011-9FB8-F2ADC79437F8}"/>
                </a:ext>
              </a:extLst>
            </p:cNvPr>
            <p:cNvGrpSpPr/>
            <p:nvPr/>
          </p:nvGrpSpPr>
          <p:grpSpPr>
            <a:xfrm>
              <a:off x="5176095" y="2336961"/>
              <a:ext cx="2819453" cy="2196870"/>
              <a:chOff x="5724128" y="1147912"/>
              <a:chExt cx="3168352" cy="2929160"/>
            </a:xfrm>
          </p:grpSpPr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E2E8BB2A-878D-46B1-BF3E-9A98DBF5E541}"/>
                  </a:ext>
                </a:extLst>
              </p:cNvPr>
              <p:cNvCxnSpPr/>
              <p:nvPr/>
            </p:nvCxnSpPr>
            <p:spPr>
              <a:xfrm>
                <a:off x="5724128" y="3489515"/>
                <a:ext cx="3168352" cy="1948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100A90BD-418D-4BF3-BC33-0BD0E4345436}"/>
                  </a:ext>
                </a:extLst>
              </p:cNvPr>
              <p:cNvCxnSpPr/>
              <p:nvPr/>
            </p:nvCxnSpPr>
            <p:spPr>
              <a:xfrm flipV="1">
                <a:off x="6300192" y="1147912"/>
                <a:ext cx="0" cy="29291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132FC86-829F-4DFE-A537-8AAD3B428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9085" y="3131945"/>
              <a:ext cx="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FE09C9EC-AD96-4439-9E82-C7E20D4FED41}"/>
                </a:ext>
              </a:extLst>
            </p:cNvPr>
            <p:cNvSpPr/>
            <p:nvPr/>
          </p:nvSpPr>
          <p:spPr>
            <a:xfrm>
              <a:off x="5957692" y="2697304"/>
              <a:ext cx="1725848" cy="517757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aphicFrame>
          <p:nvGraphicFramePr>
            <p:cNvPr id="31" name="Object 7">
              <a:extLst>
                <a:ext uri="{FF2B5EF4-FFF2-40B4-BE49-F238E27FC236}">
                  <a16:creationId xmlns:a16="http://schemas.microsoft.com/office/drawing/2014/main" id="{2C2885D1-23FF-4EF1-AD4C-F907F64665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4306408"/>
                </p:ext>
              </p:extLst>
            </p:nvPr>
          </p:nvGraphicFramePr>
          <p:xfrm>
            <a:off x="6540500" y="2525713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9" name="Equation" r:id="rId11" imgW="927000" imgH="304560" progId="Equation.DSMT4">
                    <p:embed/>
                  </p:oleObj>
                </mc:Choice>
                <mc:Fallback>
                  <p:oleObj name="Equation" r:id="rId11" imgW="927000" imgH="304560" progId="Equation.DSMT4">
                    <p:embed/>
                    <p:pic>
                      <p:nvPicPr>
                        <p:cNvPr id="31" name="Object 7">
                          <a:extLst>
                            <a:ext uri="{FF2B5EF4-FFF2-40B4-BE49-F238E27FC236}">
                              <a16:creationId xmlns:a16="http://schemas.microsoft.com/office/drawing/2014/main" id="{2C2885D1-23FF-4EF1-AD4C-F907F64665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40500" y="2525713"/>
                          <a:ext cx="9271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7">
              <a:extLst>
                <a:ext uri="{FF2B5EF4-FFF2-40B4-BE49-F238E27FC236}">
                  <a16:creationId xmlns:a16="http://schemas.microsoft.com/office/drawing/2014/main" id="{33E731BD-1B09-4E51-9EF5-7AD3738C2A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00897"/>
                </p:ext>
              </p:extLst>
            </p:nvPr>
          </p:nvGraphicFramePr>
          <p:xfrm>
            <a:off x="6792913" y="3549650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0" name="Equation" r:id="rId13" imgW="215640" imgH="228600" progId="Equation.DSMT4">
                    <p:embed/>
                  </p:oleObj>
                </mc:Choice>
                <mc:Fallback>
                  <p:oleObj name="Equation" r:id="rId13" imgW="215640" imgH="228600" progId="Equation.DSMT4">
                    <p:embed/>
                    <p:pic>
                      <p:nvPicPr>
                        <p:cNvPr id="32" name="Object 7">
                          <a:extLst>
                            <a:ext uri="{FF2B5EF4-FFF2-40B4-BE49-F238E27FC236}">
                              <a16:creationId xmlns:a16="http://schemas.microsoft.com/office/drawing/2014/main" id="{33E731BD-1B09-4E51-9EF5-7AD3738C2A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2913" y="3549650"/>
                          <a:ext cx="2159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A921192-661D-4B2D-A6B6-50E8441E35D2}"/>
                </a:ext>
              </a:extLst>
            </p:cNvPr>
            <p:cNvGrpSpPr/>
            <p:nvPr/>
          </p:nvGrpSpPr>
          <p:grpSpPr>
            <a:xfrm>
              <a:off x="5845176" y="2711443"/>
              <a:ext cx="1895473" cy="1684195"/>
              <a:chOff x="5281804" y="3512010"/>
              <a:chExt cx="2527297" cy="2245593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5BA508C9-AF4A-47D8-9133-E21B9708F042}"/>
                  </a:ext>
                </a:extLst>
              </p:cNvPr>
              <p:cNvCxnSpPr/>
              <p:nvPr/>
            </p:nvCxnSpPr>
            <p:spPr>
              <a:xfrm>
                <a:off x="5423160" y="4212091"/>
                <a:ext cx="0" cy="1170801"/>
              </a:xfrm>
              <a:prstGeom prst="line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A4BEAB5-3681-477B-A074-307D2E61A9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16558" y="3512010"/>
                <a:ext cx="7732" cy="1861143"/>
              </a:xfrm>
              <a:prstGeom prst="line">
                <a:avLst/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2" name="Object 7">
                <a:extLst>
                  <a:ext uri="{FF2B5EF4-FFF2-40B4-BE49-F238E27FC236}">
                    <a16:creationId xmlns:a16="http://schemas.microsoft.com/office/drawing/2014/main" id="{F9D4C42D-86B4-4E1F-B746-B7DD75567A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9503213"/>
                  </p:ext>
                </p:extLst>
              </p:nvPr>
            </p:nvGraphicFramePr>
            <p:xfrm>
              <a:off x="5281804" y="5554403"/>
              <a:ext cx="179916" cy="203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01" name="Equation" r:id="rId15" imgW="177480" imgH="190440" progId="Equation.DSMT4">
                      <p:embed/>
                    </p:oleObj>
                  </mc:Choice>
                  <mc:Fallback>
                    <p:oleObj name="Equation" r:id="rId15" imgW="177480" imgH="190440" progId="Equation.DSMT4">
                      <p:embed/>
                      <p:pic>
                        <p:nvPicPr>
                          <p:cNvPr id="42" name="Object 7">
                            <a:extLst>
                              <a:ext uri="{FF2B5EF4-FFF2-40B4-BE49-F238E27FC236}">
                                <a16:creationId xmlns:a16="http://schemas.microsoft.com/office/drawing/2014/main" id="{F9D4C42D-86B4-4E1F-B746-B7DD75567A1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1804" y="5554403"/>
                            <a:ext cx="179916" cy="203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7">
                <a:extLst>
                  <a:ext uri="{FF2B5EF4-FFF2-40B4-BE49-F238E27FC236}">
                    <a16:creationId xmlns:a16="http://schemas.microsoft.com/office/drawing/2014/main" id="{39764873-1996-4225-8C7A-EAFE447DD64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2007783"/>
                  </p:ext>
                </p:extLst>
              </p:nvPr>
            </p:nvGraphicFramePr>
            <p:xfrm>
              <a:off x="7639768" y="5478205"/>
              <a:ext cx="169333" cy="2730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02" name="Equation" r:id="rId17" imgW="164880" imgH="253800" progId="Equation.DSMT4">
                      <p:embed/>
                    </p:oleObj>
                  </mc:Choice>
                  <mc:Fallback>
                    <p:oleObj name="Equation" r:id="rId17" imgW="164880" imgH="253800" progId="Equation.DSMT4">
                      <p:embed/>
                      <p:pic>
                        <p:nvPicPr>
                          <p:cNvPr id="43" name="Object 7">
                            <a:extLst>
                              <a:ext uri="{FF2B5EF4-FFF2-40B4-BE49-F238E27FC236}">
                                <a16:creationId xmlns:a16="http://schemas.microsoft.com/office/drawing/2014/main" id="{39764873-1996-4225-8C7A-EAFE447DD64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39768" y="5478205"/>
                            <a:ext cx="169333" cy="2730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7" name="Object 7">
              <a:extLst>
                <a:ext uri="{FF2B5EF4-FFF2-40B4-BE49-F238E27FC236}">
                  <a16:creationId xmlns:a16="http://schemas.microsoft.com/office/drawing/2014/main" id="{9D86DA19-D900-4E39-9861-68782435CA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8168419"/>
                </p:ext>
              </p:extLst>
            </p:nvPr>
          </p:nvGraphicFramePr>
          <p:xfrm>
            <a:off x="5424488" y="2452688"/>
            <a:ext cx="144462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3" name="Equation" r:id="rId19" imgW="190440" imgH="241200" progId="Equation.DSMT4">
                    <p:embed/>
                  </p:oleObj>
                </mc:Choice>
                <mc:Fallback>
                  <p:oleObj name="Equation" r:id="rId19" imgW="190440" imgH="241200" progId="Equation.DSMT4">
                    <p:embed/>
                    <p:pic>
                      <p:nvPicPr>
                        <p:cNvPr id="42" name="Object 7">
                          <a:extLst>
                            <a:ext uri="{FF2B5EF4-FFF2-40B4-BE49-F238E27FC236}">
                              <a16:creationId xmlns:a16="http://schemas.microsoft.com/office/drawing/2014/main" id="{F9D4C42D-86B4-4E1F-B746-B7DD75567A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488" y="2452688"/>
                          <a:ext cx="144462" cy="193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7">
              <a:extLst>
                <a:ext uri="{FF2B5EF4-FFF2-40B4-BE49-F238E27FC236}">
                  <a16:creationId xmlns:a16="http://schemas.microsoft.com/office/drawing/2014/main" id="{CEF57023-08C7-4C77-A380-5A483C1C85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5974896"/>
                </p:ext>
              </p:extLst>
            </p:nvPr>
          </p:nvGraphicFramePr>
          <p:xfrm>
            <a:off x="8001000" y="4216400"/>
            <a:ext cx="134938" cy="153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4" name="Equation" r:id="rId21" imgW="177480" imgH="190440" progId="Equation.DSMT4">
                    <p:embed/>
                  </p:oleObj>
                </mc:Choice>
                <mc:Fallback>
                  <p:oleObj name="Equation" r:id="rId21" imgW="177480" imgH="190440" progId="Equation.DSMT4">
                    <p:embed/>
                    <p:pic>
                      <p:nvPicPr>
                        <p:cNvPr id="37" name="Object 7">
                          <a:extLst>
                            <a:ext uri="{FF2B5EF4-FFF2-40B4-BE49-F238E27FC236}">
                              <a16:creationId xmlns:a16="http://schemas.microsoft.com/office/drawing/2014/main" id="{9D86DA19-D900-4E39-9861-68782435CA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1000" y="4216400"/>
                          <a:ext cx="134938" cy="153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7">
              <a:extLst>
                <a:ext uri="{FF2B5EF4-FFF2-40B4-BE49-F238E27FC236}">
                  <a16:creationId xmlns:a16="http://schemas.microsoft.com/office/drawing/2014/main" id="{ABE30988-DD6E-4010-9BDC-748FF7B054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9016260"/>
                </p:ext>
              </p:extLst>
            </p:nvPr>
          </p:nvGraphicFramePr>
          <p:xfrm>
            <a:off x="5445125" y="4176713"/>
            <a:ext cx="173038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5" name="Equation" r:id="rId23" imgW="228600" imgH="241200" progId="Equation.DSMT4">
                    <p:embed/>
                  </p:oleObj>
                </mc:Choice>
                <mc:Fallback>
                  <p:oleObj name="Equation" r:id="rId23" imgW="228600" imgH="241200" progId="Equation.DSMT4">
                    <p:embed/>
                    <p:pic>
                      <p:nvPicPr>
                        <p:cNvPr id="37" name="Object 7">
                          <a:extLst>
                            <a:ext uri="{FF2B5EF4-FFF2-40B4-BE49-F238E27FC236}">
                              <a16:creationId xmlns:a16="http://schemas.microsoft.com/office/drawing/2014/main" id="{9D86DA19-D900-4E39-9861-68782435CA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5125" y="4176713"/>
                          <a:ext cx="173038" cy="193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5828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  <p:bldP spid="8" grpId="0" autoUpdateAnimBg="0"/>
      <p:bldP spid="9" grpId="0" autoUpdateAnimBg="0"/>
      <p:bldP spid="41" grpId="0" autoUpdateAnimBg="0"/>
      <p:bldP spid="27" grpId="0"/>
      <p:bldP spid="30" grpId="0"/>
      <p:bldP spid="33" grpId="0"/>
      <p:bldP spid="3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Object 7">
            <a:extLst>
              <a:ext uri="{FF2B5EF4-FFF2-40B4-BE49-F238E27FC236}">
                <a16:creationId xmlns:a16="http://schemas.microsoft.com/office/drawing/2014/main" id="{AB3D341D-CFD8-4967-95B4-EBCDAB892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372860"/>
              </p:ext>
            </p:extLst>
          </p:nvPr>
        </p:nvGraphicFramePr>
        <p:xfrm>
          <a:off x="6374990" y="1529600"/>
          <a:ext cx="38576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" name="Equation" r:id="rId3" imgW="507960" imgH="431640" progId="Equation.DSMT4">
                  <p:embed/>
                </p:oleObj>
              </mc:Choice>
              <mc:Fallback>
                <p:oleObj name="Equation" r:id="rId3" imgW="507960" imgH="431640" progId="Equation.DSMT4">
                  <p:embed/>
                  <p:pic>
                    <p:nvPicPr>
                      <p:cNvPr id="76" name="Object 7">
                        <a:extLst>
                          <a:ext uri="{FF2B5EF4-FFF2-40B4-BE49-F238E27FC236}">
                            <a16:creationId xmlns:a16="http://schemas.microsoft.com/office/drawing/2014/main" id="{AB3D341D-CFD8-4967-95B4-EBCDAB892D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4990" y="1529600"/>
                        <a:ext cx="385763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矩形 83">
            <a:extLst>
              <a:ext uri="{FF2B5EF4-FFF2-40B4-BE49-F238E27FC236}">
                <a16:creationId xmlns:a16="http://schemas.microsoft.com/office/drawing/2014/main" id="{498F2E1B-B1C9-489D-8614-45989BA90447}"/>
              </a:ext>
            </a:extLst>
          </p:cNvPr>
          <p:cNvSpPr/>
          <p:nvPr/>
        </p:nvSpPr>
        <p:spPr>
          <a:xfrm>
            <a:off x="6385008" y="1112679"/>
            <a:ext cx="392481" cy="1091049"/>
          </a:xfrm>
          <a:prstGeom prst="rect">
            <a:avLst/>
          </a:prstGeom>
          <a:solidFill>
            <a:schemeClr val="accent2">
              <a:alpha val="7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3228" name="Rectangle 44">
            <a:extLst>
              <a:ext uri="{FF2B5EF4-FFF2-40B4-BE49-F238E27FC236}">
                <a16:creationId xmlns:a16="http://schemas.microsoft.com/office/drawing/2014/main" id="{6649D10C-F3B7-4D15-B486-E2D6D564D4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2103" y="3000977"/>
            <a:ext cx="1485900" cy="457200"/>
          </a:xfrm>
          <a:noFill/>
        </p:spPr>
        <p:txBody>
          <a:bodyPr>
            <a:normAutofit/>
          </a:bodyPr>
          <a:lstStyle/>
          <a:p>
            <a:pPr algn="l" eaLnBrk="1" hangingPunct="1"/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求和</a:t>
            </a:r>
          </a:p>
        </p:txBody>
      </p:sp>
      <p:graphicFrame>
        <p:nvGraphicFramePr>
          <p:cNvPr id="93226" name="Object 42">
            <a:extLst>
              <a:ext uri="{FF2B5EF4-FFF2-40B4-BE49-F238E27FC236}">
                <a16:creationId xmlns:a16="http://schemas.microsoft.com/office/drawing/2014/main" id="{57BC75F4-B0DE-4714-98EB-6655F102F3C6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72905795"/>
              </p:ext>
            </p:extLst>
          </p:nvPr>
        </p:nvGraphicFramePr>
        <p:xfrm>
          <a:off x="2215454" y="1330423"/>
          <a:ext cx="138420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3" name="Microsoft 公式 3.0 中文版" r:id="rId5" imgW="1384200" imgH="787320" progId="Equation.DSMT4">
                  <p:embed/>
                </p:oleObj>
              </mc:Choice>
              <mc:Fallback>
                <p:oleObj name="Microsoft 公式 3.0 中文版" r:id="rId5" imgW="1384200" imgH="787320" progId="Equation.DSMT4">
                  <p:embed/>
                  <p:pic>
                    <p:nvPicPr>
                      <p:cNvPr id="93226" name="Object 42">
                        <a:extLst>
                          <a:ext uri="{FF2B5EF4-FFF2-40B4-BE49-F238E27FC236}">
                            <a16:creationId xmlns:a16="http://schemas.microsoft.com/office/drawing/2014/main" id="{57BC75F4-B0DE-4714-98EB-6655F102F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5454" y="1330423"/>
                        <a:ext cx="138420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86" name="Group 2">
            <a:extLst>
              <a:ext uri="{FF2B5EF4-FFF2-40B4-BE49-F238E27FC236}">
                <a16:creationId xmlns:a16="http://schemas.microsoft.com/office/drawing/2014/main" id="{7A74B19A-12D4-4EA4-82CF-AF958FC967D4}"/>
              </a:ext>
            </a:extLst>
          </p:cNvPr>
          <p:cNvGrpSpPr>
            <a:grpSpLocks/>
          </p:cNvGrpSpPr>
          <p:nvPr/>
        </p:nvGrpSpPr>
        <p:grpSpPr bwMode="auto">
          <a:xfrm>
            <a:off x="5628064" y="2125942"/>
            <a:ext cx="1287065" cy="346472"/>
            <a:chOff x="3981" y="3394"/>
            <a:chExt cx="1081" cy="291"/>
          </a:xfrm>
        </p:grpSpPr>
        <p:graphicFrame>
          <p:nvGraphicFramePr>
            <p:cNvPr id="7227" name="Object 3">
              <a:extLst>
                <a:ext uri="{FF2B5EF4-FFF2-40B4-BE49-F238E27FC236}">
                  <a16:creationId xmlns:a16="http://schemas.microsoft.com/office/drawing/2014/main" id="{6AA8BC77-34F2-4FE6-98DD-80C6502D330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981" y="3411"/>
            <a:ext cx="18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" name="Equation" r:id="rId7" imgW="285660" imgH="425277" progId="Equation.3">
                    <p:embed/>
                  </p:oleObj>
                </mc:Choice>
                <mc:Fallback>
                  <p:oleObj name="Equation" r:id="rId7" imgW="285660" imgH="425277" progId="Equation.3">
                    <p:embed/>
                    <p:pic>
                      <p:nvPicPr>
                        <p:cNvPr id="7227" name="Object 3">
                          <a:extLst>
                            <a:ext uri="{FF2B5EF4-FFF2-40B4-BE49-F238E27FC236}">
                              <a16:creationId xmlns:a16="http://schemas.microsoft.com/office/drawing/2014/main" id="{6AA8BC77-34F2-4FE6-98DD-80C6502D33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" y="3411"/>
                          <a:ext cx="18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8" name="Object 4">
              <a:extLst>
                <a:ext uri="{FF2B5EF4-FFF2-40B4-BE49-F238E27FC236}">
                  <a16:creationId xmlns:a16="http://schemas.microsoft.com/office/drawing/2014/main" id="{7FA29103-D918-4171-AC96-B1832D8C22F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882" y="3394"/>
            <a:ext cx="180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5" name="Equation" r:id="rId9" imgW="273240" imgH="425277" progId="Equation.3">
                    <p:embed/>
                  </p:oleObj>
                </mc:Choice>
                <mc:Fallback>
                  <p:oleObj name="Equation" r:id="rId9" imgW="273240" imgH="425277" progId="Equation.3">
                    <p:embed/>
                    <p:pic>
                      <p:nvPicPr>
                        <p:cNvPr id="7228" name="Object 4">
                          <a:extLst>
                            <a:ext uri="{FF2B5EF4-FFF2-40B4-BE49-F238E27FC236}">
                              <a16:creationId xmlns:a16="http://schemas.microsoft.com/office/drawing/2014/main" id="{7FA29103-D918-4171-AC96-B1832D8C22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2" y="3394"/>
                          <a:ext cx="180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9" name="Object 5">
              <a:extLst>
                <a:ext uri="{FF2B5EF4-FFF2-40B4-BE49-F238E27FC236}">
                  <a16:creationId xmlns:a16="http://schemas.microsoft.com/office/drawing/2014/main" id="{23DD7916-524F-4D10-8FB4-1FEE77152E3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48" y="3408"/>
            <a:ext cx="345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6" name="Equation" r:id="rId11" imgW="540000" imgH="425277" progId="Equation.DSMT4">
                    <p:embed/>
                  </p:oleObj>
                </mc:Choice>
                <mc:Fallback>
                  <p:oleObj name="Equation" r:id="rId11" imgW="540000" imgH="425277" progId="Equation.DSMT4">
                    <p:embed/>
                    <p:pic>
                      <p:nvPicPr>
                        <p:cNvPr id="7229" name="Object 5">
                          <a:extLst>
                            <a:ext uri="{FF2B5EF4-FFF2-40B4-BE49-F238E27FC236}">
                              <a16:creationId xmlns:a16="http://schemas.microsoft.com/office/drawing/2014/main" id="{23DD7916-524F-4D10-8FB4-1FEE77152E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" y="3408"/>
                          <a:ext cx="345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200" name="Text Box 16">
            <a:extLst>
              <a:ext uri="{FF2B5EF4-FFF2-40B4-BE49-F238E27FC236}">
                <a16:creationId xmlns:a16="http://schemas.microsoft.com/office/drawing/2014/main" id="{58C6E723-4168-4FB8-A394-7CF8DDAFA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91" y="903721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1)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分割</a:t>
            </a:r>
          </a:p>
        </p:txBody>
      </p:sp>
      <p:graphicFrame>
        <p:nvGraphicFramePr>
          <p:cNvPr id="93201" name="Object 17">
            <a:extLst>
              <a:ext uri="{FF2B5EF4-FFF2-40B4-BE49-F238E27FC236}">
                <a16:creationId xmlns:a16="http://schemas.microsoft.com/office/drawing/2014/main" id="{54EDA2DC-E559-4185-B63E-75539DFBC0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895981"/>
              </p:ext>
            </p:extLst>
          </p:nvPr>
        </p:nvGraphicFramePr>
        <p:xfrm>
          <a:off x="1839913" y="1012825"/>
          <a:ext cx="289548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7" name="MathType 6.0 Equation" r:id="rId13" imgW="2895480" imgH="380880" progId="Equation.DSMT4">
                  <p:embed/>
                </p:oleObj>
              </mc:Choice>
              <mc:Fallback>
                <p:oleObj name="MathType 6.0 Equation" r:id="rId13" imgW="2895480" imgH="380880" progId="Equation.DSMT4">
                  <p:embed/>
                  <p:pic>
                    <p:nvPicPr>
                      <p:cNvPr id="93201" name="Object 17">
                        <a:extLst>
                          <a:ext uri="{FF2B5EF4-FFF2-40B4-BE49-F238E27FC236}">
                            <a16:creationId xmlns:a16="http://schemas.microsoft.com/office/drawing/2014/main" id="{54EDA2DC-E559-4185-B63E-75539DFBC0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1012825"/>
                        <a:ext cx="289548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9" name="Object 25">
            <a:extLst>
              <a:ext uri="{FF2B5EF4-FFF2-40B4-BE49-F238E27FC236}">
                <a16:creationId xmlns:a16="http://schemas.microsoft.com/office/drawing/2014/main" id="{FF5F292D-E48D-4171-8CAE-1072FED64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392154"/>
              </p:ext>
            </p:extLst>
          </p:nvPr>
        </p:nvGraphicFramePr>
        <p:xfrm>
          <a:off x="402916" y="1509832"/>
          <a:ext cx="171432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8" name="MathType 6.0 Equation" r:id="rId15" imgW="1714320" imgH="419040" progId="Equation.DSMT4">
                  <p:embed/>
                </p:oleObj>
              </mc:Choice>
              <mc:Fallback>
                <p:oleObj name="MathType 6.0 Equation" r:id="rId15" imgW="1714320" imgH="419040" progId="Equation.DSMT4">
                  <p:embed/>
                  <p:pic>
                    <p:nvPicPr>
                      <p:cNvPr id="93209" name="Object 25">
                        <a:extLst>
                          <a:ext uri="{FF2B5EF4-FFF2-40B4-BE49-F238E27FC236}">
                            <a16:creationId xmlns:a16="http://schemas.microsoft.com/office/drawing/2014/main" id="{FF5F292D-E48D-4171-8CAE-1072FED649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16" y="1509832"/>
                        <a:ext cx="1714320" cy="419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0" name="Text Box 26">
            <a:extLst>
              <a:ext uri="{FF2B5EF4-FFF2-40B4-BE49-F238E27FC236}">
                <a16:creationId xmlns:a16="http://schemas.microsoft.com/office/drawing/2014/main" id="{E4CABCC1-4B39-4EE0-A92E-866045CE7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65" y="2098394"/>
            <a:ext cx="1657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2)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近似</a:t>
            </a:r>
          </a:p>
        </p:txBody>
      </p:sp>
      <p:graphicFrame>
        <p:nvGraphicFramePr>
          <p:cNvPr id="93223" name="Object 39">
            <a:extLst>
              <a:ext uri="{FF2B5EF4-FFF2-40B4-BE49-F238E27FC236}">
                <a16:creationId xmlns:a16="http://schemas.microsoft.com/office/drawing/2014/main" id="{4FD1D71F-9037-4A4E-9DA4-B51BFED100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229326"/>
              </p:ext>
            </p:extLst>
          </p:nvPr>
        </p:nvGraphicFramePr>
        <p:xfrm>
          <a:off x="2387565" y="2565048"/>
          <a:ext cx="193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9" name="MathType 5.0 Equation" r:id="rId17" imgW="1930320" imgH="419040" progId="Equation.DSMT4">
                  <p:embed/>
                </p:oleObj>
              </mc:Choice>
              <mc:Fallback>
                <p:oleObj name="MathType 5.0 Equation" r:id="rId17" imgW="1930320" imgH="419040" progId="Equation.DSMT4">
                  <p:embed/>
                  <p:pic>
                    <p:nvPicPr>
                      <p:cNvPr id="93223" name="Object 39">
                        <a:extLst>
                          <a:ext uri="{FF2B5EF4-FFF2-40B4-BE49-F238E27FC236}">
                            <a16:creationId xmlns:a16="http://schemas.microsoft.com/office/drawing/2014/main" id="{4FD1D71F-9037-4A4E-9DA4-B51BFED100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565" y="2565048"/>
                        <a:ext cx="193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24" name="Object 40">
            <a:extLst>
              <a:ext uri="{FF2B5EF4-FFF2-40B4-BE49-F238E27FC236}">
                <a16:creationId xmlns:a16="http://schemas.microsoft.com/office/drawing/2014/main" id="{BD839128-3BE9-4887-8A32-5CEB55430A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154410"/>
              </p:ext>
            </p:extLst>
          </p:nvPr>
        </p:nvGraphicFramePr>
        <p:xfrm>
          <a:off x="7079556" y="2434671"/>
          <a:ext cx="22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0" name="Equation" r:id="rId19" imgW="285660" imgH="489123" progId="Equation.3">
                  <p:embed/>
                </p:oleObj>
              </mc:Choice>
              <mc:Fallback>
                <p:oleObj name="Equation" r:id="rId19" imgW="285660" imgH="489123" progId="Equation.3">
                  <p:embed/>
                  <p:pic>
                    <p:nvPicPr>
                      <p:cNvPr id="93224" name="Object 40">
                        <a:extLst>
                          <a:ext uri="{FF2B5EF4-FFF2-40B4-BE49-F238E27FC236}">
                            <a16:creationId xmlns:a16="http://schemas.microsoft.com/office/drawing/2014/main" id="{BD839128-3BE9-4887-8A32-5CEB55430A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9556" y="2434671"/>
                        <a:ext cx="228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25" name="Text Box 41">
            <a:extLst>
              <a:ext uri="{FF2B5EF4-FFF2-40B4-BE49-F238E27FC236}">
                <a16:creationId xmlns:a16="http://schemas.microsoft.com/office/drawing/2014/main" id="{744DAF6A-29E6-4724-A7B8-9B63DFB49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11" y="395102"/>
            <a:ext cx="19240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100" b="1" dirty="0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求解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步骤 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:</a:t>
            </a:r>
            <a:endParaRPr kumimoji="1" lang="en-US" altLang="zh-CN" sz="2400" b="1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sp>
        <p:nvSpPr>
          <p:cNvPr id="93227" name="Line 43">
            <a:extLst>
              <a:ext uri="{FF2B5EF4-FFF2-40B4-BE49-F238E27FC236}">
                <a16:creationId xmlns:a16="http://schemas.microsoft.com/office/drawing/2014/main" id="{4A14C8CA-43B4-4F83-A1C0-0712A576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7765" y="2222586"/>
            <a:ext cx="474791" cy="389334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93230" name="Object 46">
            <a:extLst>
              <a:ext uri="{FF2B5EF4-FFF2-40B4-BE49-F238E27FC236}">
                <a16:creationId xmlns:a16="http://schemas.microsoft.com/office/drawing/2014/main" id="{1B7C295A-2A57-4D2A-BC58-A33937F76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089353"/>
              </p:ext>
            </p:extLst>
          </p:nvPr>
        </p:nvGraphicFramePr>
        <p:xfrm>
          <a:off x="2217519" y="2984148"/>
          <a:ext cx="1993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1" name="MathType 6.0 Equation" r:id="rId21" imgW="1993680" imgH="787320" progId="Equation.DSMT4">
                  <p:embed/>
                </p:oleObj>
              </mc:Choice>
              <mc:Fallback>
                <p:oleObj name="MathType 6.0 Equation" r:id="rId21" imgW="1993680" imgH="787320" progId="Equation.DSMT4">
                  <p:embed/>
                  <p:pic>
                    <p:nvPicPr>
                      <p:cNvPr id="93230" name="Object 46">
                        <a:extLst>
                          <a:ext uri="{FF2B5EF4-FFF2-40B4-BE49-F238E27FC236}">
                            <a16:creationId xmlns:a16="http://schemas.microsoft.com/office/drawing/2014/main" id="{1B7C295A-2A57-4D2A-BC58-A33937F769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519" y="2984148"/>
                        <a:ext cx="1993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31" name="Text Box 47">
            <a:extLst>
              <a:ext uri="{FF2B5EF4-FFF2-40B4-BE49-F238E27FC236}">
                <a16:creationId xmlns:a16="http://schemas.microsoft.com/office/drawing/2014/main" id="{C4B60DC5-89CD-46A0-8DAB-38D682CCF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228" y="3621264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100" b="1" dirty="0">
                <a:solidFill>
                  <a:srgbClr val="0066FF"/>
                </a:solidFill>
                <a:latin typeface="宋体" panose="02010600030101010101" pitchFamily="2" charset="-122"/>
              </a:rPr>
              <a:t>4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取极限</a:t>
            </a:r>
          </a:p>
        </p:txBody>
      </p:sp>
      <p:graphicFrame>
        <p:nvGraphicFramePr>
          <p:cNvPr id="93233" name="Object 49">
            <a:extLst>
              <a:ext uri="{FF2B5EF4-FFF2-40B4-BE49-F238E27FC236}">
                <a16:creationId xmlns:a16="http://schemas.microsoft.com/office/drawing/2014/main" id="{B25D01C7-FA04-4317-90EA-2E22FB944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723290"/>
              </p:ext>
            </p:extLst>
          </p:nvPr>
        </p:nvGraphicFramePr>
        <p:xfrm>
          <a:off x="1895190" y="3698268"/>
          <a:ext cx="2311200" cy="52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" name="MathType 5.0 Equation" r:id="rId23" imgW="2311200" imgH="520560" progId="Equation.DSMT4">
                  <p:embed/>
                </p:oleObj>
              </mc:Choice>
              <mc:Fallback>
                <p:oleObj name="MathType 5.0 Equation" r:id="rId23" imgW="2311200" imgH="520560" progId="Equation.DSMT4">
                  <p:embed/>
                  <p:pic>
                    <p:nvPicPr>
                      <p:cNvPr id="93233" name="Object 49">
                        <a:extLst>
                          <a:ext uri="{FF2B5EF4-FFF2-40B4-BE49-F238E27FC236}">
                            <a16:creationId xmlns:a16="http://schemas.microsoft.com/office/drawing/2014/main" id="{B25D01C7-FA04-4317-90EA-2E22FB944E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190" y="3698268"/>
                        <a:ext cx="2311200" cy="520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35" name="Object 51">
            <a:extLst>
              <a:ext uri="{FF2B5EF4-FFF2-40B4-BE49-F238E27FC236}">
                <a16:creationId xmlns:a16="http://schemas.microsoft.com/office/drawing/2014/main" id="{70BB8B17-0B36-4EFD-901A-9B1AA45770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263910"/>
              </p:ext>
            </p:extLst>
          </p:nvPr>
        </p:nvGraphicFramePr>
        <p:xfrm>
          <a:off x="786494" y="4145548"/>
          <a:ext cx="24368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" name="MathType 6.0 Equation" r:id="rId25" imgW="2438280" imgH="787320" progId="Equation.DSMT4">
                  <p:embed/>
                </p:oleObj>
              </mc:Choice>
              <mc:Fallback>
                <p:oleObj name="MathType 6.0 Equation" r:id="rId25" imgW="2438280" imgH="787320" progId="Equation.DSMT4">
                  <p:embed/>
                  <p:pic>
                    <p:nvPicPr>
                      <p:cNvPr id="93235" name="Object 51">
                        <a:extLst>
                          <a:ext uri="{FF2B5EF4-FFF2-40B4-BE49-F238E27FC236}">
                            <a16:creationId xmlns:a16="http://schemas.microsoft.com/office/drawing/2014/main" id="{70BB8B17-0B36-4EFD-901A-9B1AA45770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494" y="4145548"/>
                        <a:ext cx="24368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" name="组合 65">
            <a:extLst>
              <a:ext uri="{FF2B5EF4-FFF2-40B4-BE49-F238E27FC236}">
                <a16:creationId xmlns:a16="http://schemas.microsoft.com/office/drawing/2014/main" id="{DCC65351-6A79-4944-80C7-4EC1C88CEAE8}"/>
              </a:ext>
            </a:extLst>
          </p:cNvPr>
          <p:cNvGrpSpPr/>
          <p:nvPr/>
        </p:nvGrpSpPr>
        <p:grpSpPr>
          <a:xfrm>
            <a:off x="5004524" y="401025"/>
            <a:ext cx="3068298" cy="1981616"/>
            <a:chOff x="6105353" y="1098927"/>
            <a:chExt cx="3020610" cy="2642154"/>
          </a:xfrm>
        </p:grpSpPr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BE926A4B-AD33-42BA-843E-BCC9AFCFAC43}"/>
                </a:ext>
              </a:extLst>
            </p:cNvPr>
            <p:cNvCxnSpPr>
              <a:cxnSpLocks/>
            </p:cNvCxnSpPr>
            <p:nvPr/>
          </p:nvCxnSpPr>
          <p:spPr>
            <a:xfrm>
              <a:off x="6105353" y="3483347"/>
              <a:ext cx="2787127" cy="256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B42A36D7-BD31-4A46-99DE-E85CD608AAF7}"/>
                </a:ext>
              </a:extLst>
            </p:cNvPr>
            <p:cNvCxnSpPr>
              <a:cxnSpLocks/>
              <a:endCxn id="70" idx="3"/>
            </p:cNvCxnSpPr>
            <p:nvPr/>
          </p:nvCxnSpPr>
          <p:spPr>
            <a:xfrm flipV="1">
              <a:off x="6346653" y="1251327"/>
              <a:ext cx="0" cy="24897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89AF5439-ECA1-44F4-9D15-8E6CAD25A8EE}"/>
                </a:ext>
              </a:extLst>
            </p:cNvPr>
            <p:cNvPicPr/>
            <p:nvPr/>
          </p:nvPicPr>
          <p:blipFill>
            <a:blip r:embed="rId27"/>
            <a:stretch>
              <a:fillRect/>
            </a:stretch>
          </p:blipFill>
          <p:spPr>
            <a:xfrm>
              <a:off x="8844120" y="3398716"/>
              <a:ext cx="281843" cy="298422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EFFBBD7A-D9FD-414D-BA97-BE0AAE74E8A4}"/>
                </a:ext>
              </a:extLst>
            </p:cNvPr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6105353" y="1098927"/>
              <a:ext cx="241300" cy="304800"/>
            </a:xfrm>
            <a:prstGeom prst="rect">
              <a:avLst/>
            </a:prstGeom>
          </p:spPr>
        </p:pic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7427C1B-7747-40B1-8F5E-AFF45716C859}"/>
              </a:ext>
            </a:extLst>
          </p:cNvPr>
          <p:cNvCxnSpPr>
            <a:cxnSpLocks/>
          </p:cNvCxnSpPr>
          <p:nvPr/>
        </p:nvCxnSpPr>
        <p:spPr>
          <a:xfrm flipV="1">
            <a:off x="6188591" y="1232749"/>
            <a:ext cx="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Object 7">
            <a:extLst>
              <a:ext uri="{FF2B5EF4-FFF2-40B4-BE49-F238E27FC236}">
                <a16:creationId xmlns:a16="http://schemas.microsoft.com/office/drawing/2014/main" id="{76A6FF2A-2FE5-4FCE-A431-91AD5FC77F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301490"/>
              </p:ext>
            </p:extLst>
          </p:nvPr>
        </p:nvGraphicFramePr>
        <p:xfrm>
          <a:off x="6584991" y="610577"/>
          <a:ext cx="970360" cy="31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4" name="Equation" r:id="rId29" imgW="1282680" imgH="393480" progId="Equation.DSMT4">
                  <p:embed/>
                </p:oleObj>
              </mc:Choice>
              <mc:Fallback>
                <p:oleObj name="Equation" r:id="rId29" imgW="1282680" imgH="393480" progId="Equation.DSMT4">
                  <p:embed/>
                  <p:pic>
                    <p:nvPicPr>
                      <p:cNvPr id="75" name="Object 7">
                        <a:extLst>
                          <a:ext uri="{FF2B5EF4-FFF2-40B4-BE49-F238E27FC236}">
                            <a16:creationId xmlns:a16="http://schemas.microsoft.com/office/drawing/2014/main" id="{76A6FF2A-2FE5-4FCE-A431-91AD5FC77F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4991" y="610577"/>
                        <a:ext cx="970360" cy="315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C2C925A6-8E8D-44BF-9CBB-02030D5D44F6}"/>
              </a:ext>
            </a:extLst>
          </p:cNvPr>
          <p:cNvGrpSpPr/>
          <p:nvPr/>
        </p:nvGrpSpPr>
        <p:grpSpPr>
          <a:xfrm>
            <a:off x="5355671" y="798109"/>
            <a:ext cx="2321961" cy="1665530"/>
            <a:chOff x="5584959" y="826288"/>
            <a:chExt cx="3095948" cy="2220706"/>
          </a:xfrm>
        </p:grpSpPr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7AAD127E-892A-4230-BCDC-9220677AB5FC}"/>
                </a:ext>
              </a:extLst>
            </p:cNvPr>
            <p:cNvSpPr/>
            <p:nvPr/>
          </p:nvSpPr>
          <p:spPr>
            <a:xfrm>
              <a:off x="5703228" y="826288"/>
              <a:ext cx="2915225" cy="690342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988EA803-C779-4A71-9C1D-DD629ECD9B70}"/>
                </a:ext>
              </a:extLst>
            </p:cNvPr>
            <p:cNvCxnSpPr/>
            <p:nvPr/>
          </p:nvCxnSpPr>
          <p:spPr>
            <a:xfrm>
              <a:off x="5703228" y="1516630"/>
              <a:ext cx="0" cy="1170801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25B0B69-15CB-4FD8-AD2E-E69BB2D5BBED}"/>
                </a:ext>
              </a:extLst>
            </p:cNvPr>
            <p:cNvCxnSpPr>
              <a:cxnSpLocks/>
              <a:stCxn id="72" idx="3"/>
            </p:cNvCxnSpPr>
            <p:nvPr/>
          </p:nvCxnSpPr>
          <p:spPr>
            <a:xfrm flipH="1">
              <a:off x="8598536" y="826288"/>
              <a:ext cx="19917" cy="1858659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7" name="Object 7">
              <a:extLst>
                <a:ext uri="{FF2B5EF4-FFF2-40B4-BE49-F238E27FC236}">
                  <a16:creationId xmlns:a16="http://schemas.microsoft.com/office/drawing/2014/main" id="{142C3E82-C888-4AF9-9DC2-A19083755F0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584959" y="2753306"/>
            <a:ext cx="231775" cy="246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5" name="Equation" r:id="rId31" imgW="228600" imgH="228600" progId="Equation.DSMT4">
                    <p:embed/>
                  </p:oleObj>
                </mc:Choice>
                <mc:Fallback>
                  <p:oleObj name="Equation" r:id="rId31" imgW="228600" imgH="228600" progId="Equation.DSMT4">
                    <p:embed/>
                    <p:pic>
                      <p:nvPicPr>
                        <p:cNvPr id="77" name="Object 7">
                          <a:extLst>
                            <a:ext uri="{FF2B5EF4-FFF2-40B4-BE49-F238E27FC236}">
                              <a16:creationId xmlns:a16="http://schemas.microsoft.com/office/drawing/2014/main" id="{142C3E82-C888-4AF9-9DC2-A19083755F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4959" y="2753306"/>
                          <a:ext cx="231775" cy="246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7">
              <a:extLst>
                <a:ext uri="{FF2B5EF4-FFF2-40B4-BE49-F238E27FC236}">
                  <a16:creationId xmlns:a16="http://schemas.microsoft.com/office/drawing/2014/main" id="{77C1CC0C-25DC-4117-8D5E-DCA559B5F67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474532" y="2705681"/>
            <a:ext cx="2063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6" name="Equation" r:id="rId33" imgW="203040" imgH="317160" progId="Equation.DSMT4">
                    <p:embed/>
                  </p:oleObj>
                </mc:Choice>
                <mc:Fallback>
                  <p:oleObj name="Equation" r:id="rId33" imgW="203040" imgH="317160" progId="Equation.DSMT4">
                    <p:embed/>
                    <p:pic>
                      <p:nvPicPr>
                        <p:cNvPr id="78" name="Object 7">
                          <a:extLst>
                            <a:ext uri="{FF2B5EF4-FFF2-40B4-BE49-F238E27FC236}">
                              <a16:creationId xmlns:a16="http://schemas.microsoft.com/office/drawing/2014/main" id="{77C1CC0C-25DC-4117-8D5E-DCA559B5F6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4532" y="2705681"/>
                          <a:ext cx="206375" cy="341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9D4BF3A-B1D3-41DF-8E98-E078C34C0D93}"/>
              </a:ext>
            </a:extLst>
          </p:cNvPr>
          <p:cNvGrpSpPr/>
          <p:nvPr/>
        </p:nvGrpSpPr>
        <p:grpSpPr>
          <a:xfrm>
            <a:off x="5753682" y="965838"/>
            <a:ext cx="1577110" cy="1271937"/>
            <a:chOff x="6097929" y="3936159"/>
            <a:chExt cx="2102813" cy="1695916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F947CCC-E9CF-4328-89D6-43BC213CFAD2}"/>
                </a:ext>
              </a:extLst>
            </p:cNvPr>
            <p:cNvCxnSpPr>
              <a:cxnSpLocks/>
            </p:cNvCxnSpPr>
            <p:nvPr/>
          </p:nvCxnSpPr>
          <p:spPr>
            <a:xfrm>
              <a:off x="6097929" y="4099591"/>
              <a:ext cx="0" cy="1484036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10AA6E2-361A-44D2-A2C2-F1C6E59F3BAC}"/>
                </a:ext>
              </a:extLst>
            </p:cNvPr>
            <p:cNvCxnSpPr>
              <a:cxnSpLocks/>
            </p:cNvCxnSpPr>
            <p:nvPr/>
          </p:nvCxnSpPr>
          <p:spPr>
            <a:xfrm>
              <a:off x="6520541" y="3936159"/>
              <a:ext cx="0" cy="1631336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3281E31-9D07-493E-842A-D2136A8CF4CD}"/>
                </a:ext>
              </a:extLst>
            </p:cNvPr>
            <p:cNvCxnSpPr>
              <a:cxnSpLocks/>
            </p:cNvCxnSpPr>
            <p:nvPr/>
          </p:nvCxnSpPr>
          <p:spPr>
            <a:xfrm>
              <a:off x="6943012" y="3996715"/>
              <a:ext cx="0" cy="1595198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DAFC2948-0EE1-46B6-A3DA-AB7A731F1012}"/>
                </a:ext>
              </a:extLst>
            </p:cNvPr>
            <p:cNvCxnSpPr>
              <a:cxnSpLocks/>
            </p:cNvCxnSpPr>
            <p:nvPr/>
          </p:nvCxnSpPr>
          <p:spPr>
            <a:xfrm>
              <a:off x="7465103" y="4202150"/>
              <a:ext cx="0" cy="1407473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2F9E3B97-2C46-4AB7-9938-EF236CEAB20E}"/>
                </a:ext>
              </a:extLst>
            </p:cNvPr>
            <p:cNvCxnSpPr>
              <a:cxnSpLocks/>
            </p:cNvCxnSpPr>
            <p:nvPr/>
          </p:nvCxnSpPr>
          <p:spPr>
            <a:xfrm>
              <a:off x="7818737" y="4231456"/>
              <a:ext cx="0" cy="1348863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DE8CC1C-6E49-46E8-922F-DDBFB124B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3766" y="4054475"/>
              <a:ext cx="6976" cy="157760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 Box 6">
            <a:extLst>
              <a:ext uri="{FF2B5EF4-FFF2-40B4-BE49-F238E27FC236}">
                <a16:creationId xmlns:a16="http://schemas.microsoft.com/office/drawing/2014/main" id="{A03DD486-672E-4D26-856B-72BB9A3DF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504" y="1494979"/>
            <a:ext cx="1477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（可加性）</a:t>
            </a:r>
          </a:p>
        </p:txBody>
      </p:sp>
      <p:graphicFrame>
        <p:nvGraphicFramePr>
          <p:cNvPr id="91" name="Object 39">
            <a:extLst>
              <a:ext uri="{FF2B5EF4-FFF2-40B4-BE49-F238E27FC236}">
                <a16:creationId xmlns:a16="http://schemas.microsoft.com/office/drawing/2014/main" id="{CCEE9E67-9572-499B-ABB0-02229B5AB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213809"/>
              </p:ext>
            </p:extLst>
          </p:nvPr>
        </p:nvGraphicFramePr>
        <p:xfrm>
          <a:off x="1383380" y="2125419"/>
          <a:ext cx="18032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7" name="MathType 6.0 Equation" r:id="rId35" imgW="1803240" imgH="431640" progId="Equation.DSMT4">
                  <p:embed/>
                </p:oleObj>
              </mc:Choice>
              <mc:Fallback>
                <p:oleObj name="MathType 6.0 Equation" r:id="rId35" imgW="1803240" imgH="431640" progId="Equation.DSMT4">
                  <p:embed/>
                  <p:pic>
                    <p:nvPicPr>
                      <p:cNvPr id="91" name="Object 39">
                        <a:extLst>
                          <a:ext uri="{FF2B5EF4-FFF2-40B4-BE49-F238E27FC236}">
                            <a16:creationId xmlns:a16="http://schemas.microsoft.com/office/drawing/2014/main" id="{CCEE9E67-9572-499B-ABB0-02229B5ABE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380" y="2125419"/>
                        <a:ext cx="1803240" cy="431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8730F249-823A-4121-B62E-C13F4610811A}"/>
              </a:ext>
            </a:extLst>
          </p:cNvPr>
          <p:cNvCxnSpPr>
            <a:cxnSpLocks/>
          </p:cNvCxnSpPr>
          <p:nvPr/>
        </p:nvCxnSpPr>
        <p:spPr>
          <a:xfrm>
            <a:off x="6581138" y="1107909"/>
            <a:ext cx="0" cy="111302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C0D8E0-CC81-4669-8C96-B68CA072D236}"/>
              </a:ext>
            </a:extLst>
          </p:cNvPr>
          <p:cNvGrpSpPr/>
          <p:nvPr/>
        </p:nvGrpSpPr>
        <p:grpSpPr>
          <a:xfrm>
            <a:off x="5448881" y="943360"/>
            <a:ext cx="2180669" cy="1268350"/>
            <a:chOff x="5673855" y="1001951"/>
            <a:chExt cx="2907559" cy="1691132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FD97C621-CFFD-4486-8127-CDCDEC0442C0}"/>
                </a:ext>
              </a:extLst>
            </p:cNvPr>
            <p:cNvSpPr/>
            <p:nvPr/>
          </p:nvSpPr>
          <p:spPr>
            <a:xfrm>
              <a:off x="5673855" y="1405377"/>
              <a:ext cx="408000" cy="126605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4D5B7B2F-3CC5-4B17-AF5E-A9AA5E1120AC}"/>
                </a:ext>
              </a:extLst>
            </p:cNvPr>
            <p:cNvSpPr/>
            <p:nvPr/>
          </p:nvSpPr>
          <p:spPr>
            <a:xfrm>
              <a:off x="6089083" y="1092478"/>
              <a:ext cx="417600" cy="158745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5319A723-13BD-4C95-A1F8-D34A01A06683}"/>
                </a:ext>
              </a:extLst>
            </p:cNvPr>
            <p:cNvSpPr/>
            <p:nvPr/>
          </p:nvSpPr>
          <p:spPr>
            <a:xfrm>
              <a:off x="6515975" y="1017947"/>
              <a:ext cx="408000" cy="165675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8933CD3B-AE27-48DF-816C-A0D844F1F3F0}"/>
                </a:ext>
              </a:extLst>
            </p:cNvPr>
            <p:cNvSpPr/>
            <p:nvPr/>
          </p:nvSpPr>
          <p:spPr>
            <a:xfrm>
              <a:off x="7458043" y="1341413"/>
              <a:ext cx="350400" cy="135167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CA8BD8F7-E182-40B4-8E0B-168EA33E5E1B}"/>
                </a:ext>
              </a:extLst>
            </p:cNvPr>
            <p:cNvSpPr/>
            <p:nvPr/>
          </p:nvSpPr>
          <p:spPr>
            <a:xfrm>
              <a:off x="7816716" y="1159091"/>
              <a:ext cx="374400" cy="152484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F611B8C4-1A25-4207-A50F-CF7144CB2FDE}"/>
                </a:ext>
              </a:extLst>
            </p:cNvPr>
            <p:cNvSpPr/>
            <p:nvPr/>
          </p:nvSpPr>
          <p:spPr>
            <a:xfrm>
              <a:off x="8198009" y="1001951"/>
              <a:ext cx="383405" cy="167999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graphicFrame>
        <p:nvGraphicFramePr>
          <p:cNvPr id="107" name="Object 7">
            <a:extLst>
              <a:ext uri="{FF2B5EF4-FFF2-40B4-BE49-F238E27FC236}">
                <a16:creationId xmlns:a16="http://schemas.microsoft.com/office/drawing/2014/main" id="{BB05F3C3-FC42-4565-98D4-5459132759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299501"/>
              </p:ext>
            </p:extLst>
          </p:nvPr>
        </p:nvGraphicFramePr>
        <p:xfrm>
          <a:off x="3244383" y="4247257"/>
          <a:ext cx="13968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8" name="MathType 6.0 Equation" r:id="rId37" imgW="1396800" imgH="596880" progId="Equation.DSMT4">
                  <p:embed/>
                </p:oleObj>
              </mc:Choice>
              <mc:Fallback>
                <p:oleObj name="MathType 6.0 Equation" r:id="rId37" imgW="1396800" imgH="596880" progId="Equation.DSMT4">
                  <p:embed/>
                  <p:pic>
                    <p:nvPicPr>
                      <p:cNvPr id="107" name="Object 7">
                        <a:extLst>
                          <a:ext uri="{FF2B5EF4-FFF2-40B4-BE49-F238E27FC236}">
                            <a16:creationId xmlns:a16="http://schemas.microsoft.com/office/drawing/2014/main" id="{BB05F3C3-FC42-4565-98D4-5459132759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383" y="4247257"/>
                        <a:ext cx="139680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67A57F93-B630-4123-8B54-48AB7DFCEFEB}"/>
              </a:ext>
            </a:extLst>
          </p:cNvPr>
          <p:cNvSpPr/>
          <p:nvPr/>
        </p:nvSpPr>
        <p:spPr>
          <a:xfrm>
            <a:off x="2361632" y="2509844"/>
            <a:ext cx="2017205" cy="4468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DE450C6-8039-4211-8964-14A584CD9D37}"/>
              </a:ext>
            </a:extLst>
          </p:cNvPr>
          <p:cNvSpPr/>
          <p:nvPr/>
        </p:nvSpPr>
        <p:spPr>
          <a:xfrm>
            <a:off x="539555" y="4167871"/>
            <a:ext cx="4293412" cy="827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42C1F2E-A20E-408D-997C-16F353AD54F0}"/>
              </a:ext>
            </a:extLst>
          </p:cNvPr>
          <p:cNvCxnSpPr>
            <a:cxnSpLocks/>
          </p:cNvCxnSpPr>
          <p:nvPr/>
        </p:nvCxnSpPr>
        <p:spPr>
          <a:xfrm>
            <a:off x="4932040" y="2499742"/>
            <a:ext cx="0" cy="24044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 Box 26">
            <a:extLst>
              <a:ext uri="{FF2B5EF4-FFF2-40B4-BE49-F238E27FC236}">
                <a16:creationId xmlns:a16="http://schemas.microsoft.com/office/drawing/2014/main" id="{0CCF335E-D512-4D77-80E4-C93201D47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2412" y="3141115"/>
            <a:ext cx="6476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(1)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67AE047-098C-4C19-8BE6-43DF775C59C6}"/>
              </a:ext>
            </a:extLst>
          </p:cNvPr>
          <p:cNvGrpSpPr/>
          <p:nvPr/>
        </p:nvGrpSpPr>
        <p:grpSpPr>
          <a:xfrm>
            <a:off x="6052830" y="3113818"/>
            <a:ext cx="2976841" cy="471074"/>
            <a:chOff x="5548979" y="3484922"/>
            <a:chExt cx="6605566" cy="628099"/>
          </a:xfrm>
        </p:grpSpPr>
        <p:graphicFrame>
          <p:nvGraphicFramePr>
            <p:cNvPr id="112" name="Object 39">
              <a:extLst>
                <a:ext uri="{FF2B5EF4-FFF2-40B4-BE49-F238E27FC236}">
                  <a16:creationId xmlns:a16="http://schemas.microsoft.com/office/drawing/2014/main" id="{F299A209-F0C2-4822-AEF7-C07EF68DE9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1853304"/>
                </p:ext>
              </p:extLst>
            </p:nvPr>
          </p:nvGraphicFramePr>
          <p:xfrm>
            <a:off x="5548979" y="3537501"/>
            <a:ext cx="2344615" cy="575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9" name="MathType 6.0 Equation" r:id="rId39" imgW="965160" imgH="431640" progId="Equation.DSMT4">
                    <p:embed/>
                  </p:oleObj>
                </mc:Choice>
                <mc:Fallback>
                  <p:oleObj name="MathType 6.0 Equation" r:id="rId39" imgW="965160" imgH="431640" progId="Equation.DSMT4">
                    <p:embed/>
                    <p:pic>
                      <p:nvPicPr>
                        <p:cNvPr id="112" name="Object 39">
                          <a:extLst>
                            <a:ext uri="{FF2B5EF4-FFF2-40B4-BE49-F238E27FC236}">
                              <a16:creationId xmlns:a16="http://schemas.microsoft.com/office/drawing/2014/main" id="{F299A209-F0C2-4822-AEF7-C07EF68DE9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8979" y="3537501"/>
                          <a:ext cx="2344615" cy="575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" name="Text Box 26">
              <a:extLst>
                <a:ext uri="{FF2B5EF4-FFF2-40B4-BE49-F238E27FC236}">
                  <a16:creationId xmlns:a16="http://schemas.microsoft.com/office/drawing/2014/main" id="{289746FF-875B-4F92-A11C-E55175201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7878" y="3484922"/>
              <a:ext cx="1803540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记为</a:t>
              </a:r>
            </a:p>
          </p:txBody>
        </p:sp>
        <p:graphicFrame>
          <p:nvGraphicFramePr>
            <p:cNvPr id="115" name="Object 39">
              <a:extLst>
                <a:ext uri="{FF2B5EF4-FFF2-40B4-BE49-F238E27FC236}">
                  <a16:creationId xmlns:a16="http://schemas.microsoft.com/office/drawing/2014/main" id="{65F4BEB0-39B2-4223-90E2-470F781DBE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3192187"/>
                </p:ext>
              </p:extLst>
            </p:nvPr>
          </p:nvGraphicFramePr>
          <p:xfrm>
            <a:off x="9449691" y="3524954"/>
            <a:ext cx="2704854" cy="575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0" name="MathType 6.0 Equation" r:id="rId41" imgW="1218960" imgH="431640" progId="Equation.DSMT4">
                    <p:embed/>
                  </p:oleObj>
                </mc:Choice>
                <mc:Fallback>
                  <p:oleObj name="MathType 6.0 Equation" r:id="rId41" imgW="1218960" imgH="431640" progId="Equation.DSMT4">
                    <p:embed/>
                    <p:pic>
                      <p:nvPicPr>
                        <p:cNvPr id="115" name="Object 39">
                          <a:extLst>
                            <a:ext uri="{FF2B5EF4-FFF2-40B4-BE49-F238E27FC236}">
                              <a16:creationId xmlns:a16="http://schemas.microsoft.com/office/drawing/2014/main" id="{65F4BEB0-39B2-4223-90E2-470F781DBE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9691" y="3524954"/>
                          <a:ext cx="2704854" cy="575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" name="Object 39">
            <a:extLst>
              <a:ext uri="{FF2B5EF4-FFF2-40B4-BE49-F238E27FC236}">
                <a16:creationId xmlns:a16="http://schemas.microsoft.com/office/drawing/2014/main" id="{11717EF6-004F-41C3-AC95-01B8EF92E4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074413"/>
              </p:ext>
            </p:extLst>
          </p:nvPr>
        </p:nvGraphicFramePr>
        <p:xfrm>
          <a:off x="5960975" y="3715751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1" name="MathType 6.0 Equation" r:id="rId43" imgW="1587240" imgH="342720" progId="Equation.DSMT4">
                  <p:embed/>
                </p:oleObj>
              </mc:Choice>
              <mc:Fallback>
                <p:oleObj name="MathType 6.0 Equation" r:id="rId43" imgW="1587240" imgH="342720" progId="Equation.DSMT4">
                  <p:embed/>
                  <p:pic>
                    <p:nvPicPr>
                      <p:cNvPr id="116" name="Object 39">
                        <a:extLst>
                          <a:ext uri="{FF2B5EF4-FFF2-40B4-BE49-F238E27FC236}">
                            <a16:creationId xmlns:a16="http://schemas.microsoft.com/office/drawing/2014/main" id="{11717EF6-004F-41C3-AC95-01B8EF92E4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0975" y="3715751"/>
                        <a:ext cx="1587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Text Box 26">
            <a:extLst>
              <a:ext uri="{FF2B5EF4-FFF2-40B4-BE49-F238E27FC236}">
                <a16:creationId xmlns:a16="http://schemas.microsoft.com/office/drawing/2014/main" id="{8F79A40E-10B6-46FA-A265-09299806F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6039" y="4244577"/>
            <a:ext cx="52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(2)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18" name="Object 7">
            <a:extLst>
              <a:ext uri="{FF2B5EF4-FFF2-40B4-BE49-F238E27FC236}">
                <a16:creationId xmlns:a16="http://schemas.microsoft.com/office/drawing/2014/main" id="{245A5027-1C82-4FBF-853F-CF0C9B6BF3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234630"/>
              </p:ext>
            </p:extLst>
          </p:nvPr>
        </p:nvGraphicFramePr>
        <p:xfrm>
          <a:off x="5604824" y="4184101"/>
          <a:ext cx="16002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2" name="MathType 6.0 Equation" r:id="rId45" imgW="1600200" imgH="596880" progId="Equation.DSMT4">
                  <p:embed/>
                </p:oleObj>
              </mc:Choice>
              <mc:Fallback>
                <p:oleObj name="MathType 6.0 Equation" r:id="rId45" imgW="1600200" imgH="596880" progId="Equation.DSMT4">
                  <p:embed/>
                  <p:pic>
                    <p:nvPicPr>
                      <p:cNvPr id="118" name="Object 7">
                        <a:extLst>
                          <a:ext uri="{FF2B5EF4-FFF2-40B4-BE49-F238E27FC236}">
                            <a16:creationId xmlns:a16="http://schemas.microsoft.com/office/drawing/2014/main" id="{245A5027-1C82-4FBF-853F-CF0C9B6BF3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4824" y="4184101"/>
                        <a:ext cx="160020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Text Box 26">
            <a:extLst>
              <a:ext uri="{FF2B5EF4-FFF2-40B4-BE49-F238E27FC236}">
                <a16:creationId xmlns:a16="http://schemas.microsoft.com/office/drawing/2014/main" id="{55F56B48-CF8A-48A1-B6F7-0339A7992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8472" y="3127663"/>
            <a:ext cx="818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任意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16968A8-E2EF-4641-806B-E1D1F8F88C1F}"/>
              </a:ext>
            </a:extLst>
          </p:cNvPr>
          <p:cNvSpPr/>
          <p:nvPr/>
        </p:nvSpPr>
        <p:spPr>
          <a:xfrm>
            <a:off x="6609443" y="3621264"/>
            <a:ext cx="1013880" cy="50492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F202688B-C742-44EA-83EE-D3357F17EC7A}"/>
              </a:ext>
            </a:extLst>
          </p:cNvPr>
          <p:cNvSpPr/>
          <p:nvPr/>
        </p:nvSpPr>
        <p:spPr>
          <a:xfrm>
            <a:off x="6250132" y="4269302"/>
            <a:ext cx="1013880" cy="50492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Text Box 47">
            <a:extLst>
              <a:ext uri="{FF2B5EF4-FFF2-40B4-BE49-F238E27FC236}">
                <a16:creationId xmlns:a16="http://schemas.microsoft.com/office/drawing/2014/main" id="{CAEAE8A7-3CAE-43E2-92B9-99B5D193F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2588538"/>
            <a:ext cx="1746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简化步骤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1E5E83-1478-4E00-B342-324181EA72B3}"/>
              </a:ext>
            </a:extLst>
          </p:cNvPr>
          <p:cNvGrpSpPr/>
          <p:nvPr/>
        </p:nvGrpSpPr>
        <p:grpSpPr>
          <a:xfrm>
            <a:off x="6291964" y="2166315"/>
            <a:ext cx="930215" cy="254000"/>
            <a:chOff x="7726821" y="2539817"/>
            <a:chExt cx="930215" cy="254000"/>
          </a:xfrm>
        </p:grpSpPr>
        <p:graphicFrame>
          <p:nvGraphicFramePr>
            <p:cNvPr id="86" name="Object 39">
              <a:extLst>
                <a:ext uri="{FF2B5EF4-FFF2-40B4-BE49-F238E27FC236}">
                  <a16:creationId xmlns:a16="http://schemas.microsoft.com/office/drawing/2014/main" id="{C819D221-B9D6-4E89-BAD5-B4318CBEB7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7214923"/>
                </p:ext>
              </p:extLst>
            </p:nvPr>
          </p:nvGraphicFramePr>
          <p:xfrm>
            <a:off x="8009336" y="2539817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3" name="MathType 6.0 Equation" r:id="rId47" imgW="647640" imgH="253800" progId="Equation.DSMT4">
                    <p:embed/>
                  </p:oleObj>
                </mc:Choice>
                <mc:Fallback>
                  <p:oleObj name="MathType 6.0 Equation" r:id="rId47" imgW="647640" imgH="253800" progId="Equation.DSMT4">
                    <p:embed/>
                    <p:pic>
                      <p:nvPicPr>
                        <p:cNvPr id="115" name="Object 39">
                          <a:extLst>
                            <a:ext uri="{FF2B5EF4-FFF2-40B4-BE49-F238E27FC236}">
                              <a16:creationId xmlns:a16="http://schemas.microsoft.com/office/drawing/2014/main" id="{65F4BEB0-39B2-4223-90E2-470F781DBE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9336" y="2539817"/>
                          <a:ext cx="6477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" name="Object 3">
              <a:extLst>
                <a:ext uri="{FF2B5EF4-FFF2-40B4-BE49-F238E27FC236}">
                  <a16:creationId xmlns:a16="http://schemas.microsoft.com/office/drawing/2014/main" id="{4A36B2B2-64B0-4FE9-A850-6214E0A3EA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9144290"/>
                </p:ext>
              </p:extLst>
            </p:nvPr>
          </p:nvGraphicFramePr>
          <p:xfrm>
            <a:off x="7726821" y="2611920"/>
            <a:ext cx="149225" cy="155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4" name="Microsoft 公式 3.0 中文版" r:id="rId49" imgW="190440" imgH="203040" progId="Equation.DSMT4">
                    <p:embed/>
                  </p:oleObj>
                </mc:Choice>
                <mc:Fallback>
                  <p:oleObj name="Microsoft 公式 3.0 中文版" r:id="rId49" imgW="190440" imgH="203040" progId="Equation.DSMT4">
                    <p:embed/>
                    <p:pic>
                      <p:nvPicPr>
                        <p:cNvPr id="7227" name="Object 3">
                          <a:extLst>
                            <a:ext uri="{FF2B5EF4-FFF2-40B4-BE49-F238E27FC236}">
                              <a16:creationId xmlns:a16="http://schemas.microsoft.com/office/drawing/2014/main" id="{6AA8BC77-34F2-4FE6-98DD-80C6502D33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6821" y="2611920"/>
                          <a:ext cx="149225" cy="155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" name="矩形 91">
            <a:extLst>
              <a:ext uri="{FF2B5EF4-FFF2-40B4-BE49-F238E27FC236}">
                <a16:creationId xmlns:a16="http://schemas.microsoft.com/office/drawing/2014/main" id="{403D5D47-9F32-4ED2-8C8F-A8D803497858}"/>
              </a:ext>
            </a:extLst>
          </p:cNvPr>
          <p:cNvSpPr/>
          <p:nvPr/>
        </p:nvSpPr>
        <p:spPr>
          <a:xfrm>
            <a:off x="6389431" y="1001329"/>
            <a:ext cx="392481" cy="1197762"/>
          </a:xfrm>
          <a:prstGeom prst="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648373E0-9798-4A13-8EE8-D3B090BD429C}"/>
              </a:ext>
            </a:extLst>
          </p:cNvPr>
          <p:cNvGrpSpPr/>
          <p:nvPr/>
        </p:nvGrpSpPr>
        <p:grpSpPr>
          <a:xfrm>
            <a:off x="5443587" y="951653"/>
            <a:ext cx="2180669" cy="1251871"/>
            <a:chOff x="5673855" y="1023922"/>
            <a:chExt cx="2907559" cy="1669161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E20FAEB-18EF-46B8-B17D-4504B70CCF28}"/>
                </a:ext>
              </a:extLst>
            </p:cNvPr>
            <p:cNvSpPr/>
            <p:nvPr/>
          </p:nvSpPr>
          <p:spPr>
            <a:xfrm>
              <a:off x="5673855" y="1494517"/>
              <a:ext cx="408000" cy="1176914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4333CE13-B817-475F-85DC-DBF8747A7B0B}"/>
                </a:ext>
              </a:extLst>
            </p:cNvPr>
            <p:cNvSpPr/>
            <p:nvPr/>
          </p:nvSpPr>
          <p:spPr>
            <a:xfrm>
              <a:off x="6089083" y="1203843"/>
              <a:ext cx="417600" cy="1476090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04066BB5-A0DF-4C83-A6BB-5E65276DA0BB}"/>
                </a:ext>
              </a:extLst>
            </p:cNvPr>
            <p:cNvSpPr/>
            <p:nvPr/>
          </p:nvSpPr>
          <p:spPr>
            <a:xfrm>
              <a:off x="6511883" y="1023922"/>
              <a:ext cx="408000" cy="1656759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301EDA0B-E140-442E-8A9B-B8F17C39F17B}"/>
                </a:ext>
              </a:extLst>
            </p:cNvPr>
            <p:cNvSpPr/>
            <p:nvPr/>
          </p:nvSpPr>
          <p:spPr>
            <a:xfrm>
              <a:off x="7458043" y="1303320"/>
              <a:ext cx="350400" cy="1389763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0991764F-7BA0-40EC-B68D-FD31ED2B0323}"/>
                </a:ext>
              </a:extLst>
            </p:cNvPr>
            <p:cNvSpPr/>
            <p:nvPr/>
          </p:nvSpPr>
          <p:spPr>
            <a:xfrm>
              <a:off x="7816717" y="1332627"/>
              <a:ext cx="374400" cy="1351304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38698D67-8EF7-44B8-915F-6B5B421441C5}"/>
                </a:ext>
              </a:extLst>
            </p:cNvPr>
            <p:cNvSpPr/>
            <p:nvPr/>
          </p:nvSpPr>
          <p:spPr>
            <a:xfrm>
              <a:off x="8198009" y="1118342"/>
              <a:ext cx="383405" cy="1574398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9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9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9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93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93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9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93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9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9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9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9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5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5" dur="500"/>
                                        <p:tgtEl>
                                          <p:spTgt spid="93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500"/>
                                        <p:tgtEl>
                                          <p:spTgt spid="93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000"/>
                            </p:stCondLst>
                            <p:childTnLst>
                              <p:par>
                                <p:cTn id="2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4" grpId="1" animBg="1"/>
      <p:bldP spid="93228" grpId="0" build="p" autoUpdateAnimBg="0"/>
      <p:bldP spid="93200" grpId="0" autoUpdateAnimBg="0"/>
      <p:bldP spid="93210" grpId="0" autoUpdateAnimBg="0"/>
      <p:bldP spid="93225" grpId="0" autoUpdateAnimBg="0"/>
      <p:bldP spid="93227" grpId="0" animBg="1"/>
      <p:bldP spid="93231" grpId="0" autoUpdateAnimBg="0"/>
      <p:bldP spid="90" grpId="0" autoUpdateAnimBg="0"/>
      <p:bldP spid="29" grpId="0" animBg="1"/>
      <p:bldP spid="109" grpId="0" animBg="1"/>
      <p:bldP spid="113" grpId="0" autoUpdateAnimBg="0"/>
      <p:bldP spid="117" grpId="0" autoUpdateAnimBg="0"/>
      <p:bldP spid="87" grpId="0" autoUpdateAnimBg="0"/>
      <p:bldP spid="6" grpId="0" animBg="1"/>
      <p:bldP spid="88" grpId="0" animBg="1"/>
      <p:bldP spid="85" grpId="0" autoUpdateAnimBg="0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EFB7C78-E819-446D-B8DF-348E10454AD6}"/>
              </a:ext>
            </a:extLst>
          </p:cNvPr>
          <p:cNvSpPr/>
          <p:nvPr/>
        </p:nvSpPr>
        <p:spPr>
          <a:xfrm>
            <a:off x="4966671" y="4235363"/>
            <a:ext cx="1898517" cy="504924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2F782A68-0425-4197-B913-C2DA3E1EBD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05630"/>
              </p:ext>
            </p:extLst>
          </p:nvPr>
        </p:nvGraphicFramePr>
        <p:xfrm>
          <a:off x="5606014" y="3271227"/>
          <a:ext cx="15872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" name="MathType 6.0 Equation" r:id="rId4" imgW="1587240" imgH="342720" progId="Equation.DSMT4">
                  <p:embed/>
                </p:oleObj>
              </mc:Choice>
              <mc:Fallback>
                <p:oleObj name="MathType 6.0 Equation" r:id="rId4" imgW="1587240" imgH="34272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2F782A68-0425-4197-B913-C2DA3E1EB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6014" y="3271227"/>
                        <a:ext cx="158724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26">
            <a:extLst>
              <a:ext uri="{FF2B5EF4-FFF2-40B4-BE49-F238E27FC236}">
                <a16:creationId xmlns:a16="http://schemas.microsoft.com/office/drawing/2014/main" id="{E7F6F598-F7B2-4BDF-91C4-1A64735F3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042" y="3678229"/>
            <a:ext cx="52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(2)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2" name="Object 7">
            <a:extLst>
              <a:ext uri="{FF2B5EF4-FFF2-40B4-BE49-F238E27FC236}">
                <a16:creationId xmlns:a16="http://schemas.microsoft.com/office/drawing/2014/main" id="{65957708-9FD8-4A64-B42B-E6714877EC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999917"/>
              </p:ext>
            </p:extLst>
          </p:nvPr>
        </p:nvGraphicFramePr>
        <p:xfrm>
          <a:off x="5474229" y="3641882"/>
          <a:ext cx="16002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1" name="MathType 6.0 Equation" r:id="rId6" imgW="1600200" imgH="596880" progId="Equation.DSMT4">
                  <p:embed/>
                </p:oleObj>
              </mc:Choice>
              <mc:Fallback>
                <p:oleObj name="MathType 6.0 Equation" r:id="rId6" imgW="1600200" imgH="596880" progId="Equation.DSMT4">
                  <p:embed/>
                  <p:pic>
                    <p:nvPicPr>
                      <p:cNvPr id="42" name="Object 7">
                        <a:extLst>
                          <a:ext uri="{FF2B5EF4-FFF2-40B4-BE49-F238E27FC236}">
                            <a16:creationId xmlns:a16="http://schemas.microsoft.com/office/drawing/2014/main" id="{65957708-9FD8-4A64-B42B-E6714877EC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4229" y="3641882"/>
                        <a:ext cx="160020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D056B03-DEEC-43D4-9C47-E10A4EEBCE73}"/>
              </a:ext>
            </a:extLst>
          </p:cNvPr>
          <p:cNvCxnSpPr/>
          <p:nvPr/>
        </p:nvCxnSpPr>
        <p:spPr>
          <a:xfrm>
            <a:off x="4824433" y="143465"/>
            <a:ext cx="0" cy="4404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Box 6">
            <a:extLst>
              <a:ext uri="{FF2B5EF4-FFF2-40B4-BE49-F238E27FC236}">
                <a16:creationId xmlns:a16="http://schemas.microsoft.com/office/drawing/2014/main" id="{519A7DC6-7042-40C1-A7C6-1200D86D0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617" y="1606029"/>
            <a:ext cx="3446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什么样的近似是合理的？</a:t>
            </a:r>
          </a:p>
        </p:txBody>
      </p:sp>
      <p:sp>
        <p:nvSpPr>
          <p:cNvPr id="55" name="Text Box 47">
            <a:extLst>
              <a:ext uri="{FF2B5EF4-FFF2-40B4-BE49-F238E27FC236}">
                <a16:creationId xmlns:a16="http://schemas.microsoft.com/office/drawing/2014/main" id="{9F413E5D-457B-4CEB-A06B-5DABD51CE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262" y="4230773"/>
            <a:ext cx="21164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称为面积元素</a:t>
            </a:r>
          </a:p>
        </p:txBody>
      </p:sp>
      <p:graphicFrame>
        <p:nvGraphicFramePr>
          <p:cNvPr id="56" name="Object 39">
            <a:extLst>
              <a:ext uri="{FF2B5EF4-FFF2-40B4-BE49-F238E27FC236}">
                <a16:creationId xmlns:a16="http://schemas.microsoft.com/office/drawing/2014/main" id="{10EA0C4F-399D-41A5-BC45-A7278A0FE8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310780"/>
              </p:ext>
            </p:extLst>
          </p:nvPr>
        </p:nvGraphicFramePr>
        <p:xfrm>
          <a:off x="5113616" y="4349538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2" name="MathType 6.0 Equation" r:id="rId8" imgW="1549080" imgH="342720" progId="Equation.DSMT4">
                  <p:embed/>
                </p:oleObj>
              </mc:Choice>
              <mc:Fallback>
                <p:oleObj name="MathType 6.0 Equation" r:id="rId8" imgW="1549080" imgH="342720" progId="Equation.DSMT4">
                  <p:embed/>
                  <p:pic>
                    <p:nvPicPr>
                      <p:cNvPr id="56" name="Object 39">
                        <a:extLst>
                          <a:ext uri="{FF2B5EF4-FFF2-40B4-BE49-F238E27FC236}">
                            <a16:creationId xmlns:a16="http://schemas.microsoft.com/office/drawing/2014/main" id="{10EA0C4F-399D-41A5-BC45-A7278A0FE8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616" y="4349538"/>
                        <a:ext cx="154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组合 57">
            <a:extLst>
              <a:ext uri="{FF2B5EF4-FFF2-40B4-BE49-F238E27FC236}">
                <a16:creationId xmlns:a16="http://schemas.microsoft.com/office/drawing/2014/main" id="{30608832-366B-4602-BABC-40D60D9CCF90}"/>
              </a:ext>
            </a:extLst>
          </p:cNvPr>
          <p:cNvGrpSpPr/>
          <p:nvPr/>
        </p:nvGrpSpPr>
        <p:grpSpPr>
          <a:xfrm>
            <a:off x="5843612" y="2676953"/>
            <a:ext cx="2976841" cy="471074"/>
            <a:chOff x="5548979" y="3484922"/>
            <a:chExt cx="6605566" cy="628099"/>
          </a:xfrm>
        </p:grpSpPr>
        <p:graphicFrame>
          <p:nvGraphicFramePr>
            <p:cNvPr id="59" name="Object 39">
              <a:extLst>
                <a:ext uri="{FF2B5EF4-FFF2-40B4-BE49-F238E27FC236}">
                  <a16:creationId xmlns:a16="http://schemas.microsoft.com/office/drawing/2014/main" id="{FEA06BF6-172E-4D9B-BBD9-C53BB6A1818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548979" y="3537501"/>
            <a:ext cx="2344615" cy="575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3" name="MathType 6.0 Equation" r:id="rId10" imgW="965160" imgH="431640" progId="Equation.DSMT4">
                    <p:embed/>
                  </p:oleObj>
                </mc:Choice>
                <mc:Fallback>
                  <p:oleObj name="MathType 6.0 Equation" r:id="rId10" imgW="965160" imgH="431640" progId="Equation.DSMT4">
                    <p:embed/>
                    <p:pic>
                      <p:nvPicPr>
                        <p:cNvPr id="59" name="Object 39">
                          <a:extLst>
                            <a:ext uri="{FF2B5EF4-FFF2-40B4-BE49-F238E27FC236}">
                              <a16:creationId xmlns:a16="http://schemas.microsoft.com/office/drawing/2014/main" id="{FEA06BF6-172E-4D9B-BBD9-C53BB6A181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8979" y="3537501"/>
                          <a:ext cx="2344615" cy="575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Text Box 26">
              <a:extLst>
                <a:ext uri="{FF2B5EF4-FFF2-40B4-BE49-F238E27FC236}">
                  <a16:creationId xmlns:a16="http://schemas.microsoft.com/office/drawing/2014/main" id="{AE3E05C1-D1F2-43F1-8422-7936FD230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7878" y="3484922"/>
              <a:ext cx="1803540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记为</a:t>
              </a:r>
            </a:p>
          </p:txBody>
        </p:sp>
        <p:graphicFrame>
          <p:nvGraphicFramePr>
            <p:cNvPr id="61" name="Object 39">
              <a:extLst>
                <a:ext uri="{FF2B5EF4-FFF2-40B4-BE49-F238E27FC236}">
                  <a16:creationId xmlns:a16="http://schemas.microsoft.com/office/drawing/2014/main" id="{001E48D2-EB8E-46DC-95C3-9103FCC3407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9449691" y="3524954"/>
            <a:ext cx="2704854" cy="575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4" name="MathType 6.0 Equation" r:id="rId12" imgW="1218960" imgH="431640" progId="Equation.DSMT4">
                    <p:embed/>
                  </p:oleObj>
                </mc:Choice>
                <mc:Fallback>
                  <p:oleObj name="MathType 6.0 Equation" r:id="rId12" imgW="1218960" imgH="431640" progId="Equation.DSMT4">
                    <p:embed/>
                    <p:pic>
                      <p:nvPicPr>
                        <p:cNvPr id="61" name="Object 39">
                          <a:extLst>
                            <a:ext uri="{FF2B5EF4-FFF2-40B4-BE49-F238E27FC236}">
                              <a16:creationId xmlns:a16="http://schemas.microsoft.com/office/drawing/2014/main" id="{001E48D2-EB8E-46DC-95C3-9103FCC340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9691" y="3524954"/>
                          <a:ext cx="2704854" cy="575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Text Box 26">
            <a:extLst>
              <a:ext uri="{FF2B5EF4-FFF2-40B4-BE49-F238E27FC236}">
                <a16:creationId xmlns:a16="http://schemas.microsoft.com/office/drawing/2014/main" id="{75B9A899-1303-4CE5-90C3-8FD0EAE48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044" y="2689607"/>
            <a:ext cx="6476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(1)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8" name="Text Box 26">
            <a:extLst>
              <a:ext uri="{FF2B5EF4-FFF2-40B4-BE49-F238E27FC236}">
                <a16:creationId xmlns:a16="http://schemas.microsoft.com/office/drawing/2014/main" id="{F058D7B7-AC22-489B-A009-957B40B5A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405" y="2688049"/>
            <a:ext cx="818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任取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7" name="Object 7">
            <a:extLst>
              <a:ext uri="{FF2B5EF4-FFF2-40B4-BE49-F238E27FC236}">
                <a16:creationId xmlns:a16="http://schemas.microsoft.com/office/drawing/2014/main" id="{3805CB3C-ACE1-4ACA-816B-E97E6414B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320770"/>
              </p:ext>
            </p:extLst>
          </p:nvPr>
        </p:nvGraphicFramePr>
        <p:xfrm>
          <a:off x="6609292" y="1230759"/>
          <a:ext cx="347662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5" name="MathType 6.0 Equation" r:id="rId14" imgW="457200" imgH="304560" progId="Equation.DSMT4">
                  <p:embed/>
                </p:oleObj>
              </mc:Choice>
              <mc:Fallback>
                <p:oleObj name="MathType 6.0 Equation" r:id="rId14" imgW="457200" imgH="304560" progId="Equation.DSMT4">
                  <p:embed/>
                  <p:pic>
                    <p:nvPicPr>
                      <p:cNvPr id="57" name="Object 7">
                        <a:extLst>
                          <a:ext uri="{FF2B5EF4-FFF2-40B4-BE49-F238E27FC236}">
                            <a16:creationId xmlns:a16="http://schemas.microsoft.com/office/drawing/2014/main" id="{3805CB3C-ACE1-4ACA-816B-E97E6414B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9292" y="1230759"/>
                        <a:ext cx="347662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矩形 61">
            <a:extLst>
              <a:ext uri="{FF2B5EF4-FFF2-40B4-BE49-F238E27FC236}">
                <a16:creationId xmlns:a16="http://schemas.microsoft.com/office/drawing/2014/main" id="{BEA809AC-35F1-4D04-BE22-748ECB1E422B}"/>
              </a:ext>
            </a:extLst>
          </p:cNvPr>
          <p:cNvSpPr/>
          <p:nvPr/>
        </p:nvSpPr>
        <p:spPr>
          <a:xfrm>
            <a:off x="6606458" y="646966"/>
            <a:ext cx="392481" cy="1197762"/>
          </a:xfrm>
          <a:prstGeom prst="rect">
            <a:avLst/>
          </a:prstGeom>
          <a:solidFill>
            <a:srgbClr val="FFC000">
              <a:alpha val="7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1510F8BA-8697-4098-8666-AB834A23F606}"/>
              </a:ext>
            </a:extLst>
          </p:cNvPr>
          <p:cNvCxnSpPr>
            <a:cxnSpLocks/>
          </p:cNvCxnSpPr>
          <p:nvPr/>
        </p:nvCxnSpPr>
        <p:spPr>
          <a:xfrm flipV="1">
            <a:off x="6404139" y="883194"/>
            <a:ext cx="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Object 7">
            <a:extLst>
              <a:ext uri="{FF2B5EF4-FFF2-40B4-BE49-F238E27FC236}">
                <a16:creationId xmlns:a16="http://schemas.microsoft.com/office/drawing/2014/main" id="{883105D1-47F7-4BD9-AAC5-E46434A85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276646"/>
              </p:ext>
            </p:extLst>
          </p:nvPr>
        </p:nvGraphicFramePr>
        <p:xfrm>
          <a:off x="6800539" y="261022"/>
          <a:ext cx="970360" cy="31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6" name="Equation" r:id="rId16" imgW="1282680" imgH="393480" progId="Equation.DSMT4">
                  <p:embed/>
                </p:oleObj>
              </mc:Choice>
              <mc:Fallback>
                <p:oleObj name="Equation" r:id="rId16" imgW="1282680" imgH="393480" progId="Equation.DSMT4">
                  <p:embed/>
                  <p:pic>
                    <p:nvPicPr>
                      <p:cNvPr id="72" name="Object 7">
                        <a:extLst>
                          <a:ext uri="{FF2B5EF4-FFF2-40B4-BE49-F238E27FC236}">
                            <a16:creationId xmlns:a16="http://schemas.microsoft.com/office/drawing/2014/main" id="{883105D1-47F7-4BD9-AAC5-E46434A85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539" y="261022"/>
                        <a:ext cx="970360" cy="315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" name="组合 72">
            <a:extLst>
              <a:ext uri="{FF2B5EF4-FFF2-40B4-BE49-F238E27FC236}">
                <a16:creationId xmlns:a16="http://schemas.microsoft.com/office/drawing/2014/main" id="{27A01EB8-0DC6-4572-879C-33DD79233E15}"/>
              </a:ext>
            </a:extLst>
          </p:cNvPr>
          <p:cNvGrpSpPr/>
          <p:nvPr/>
        </p:nvGrpSpPr>
        <p:grpSpPr>
          <a:xfrm>
            <a:off x="5571219" y="448554"/>
            <a:ext cx="2321961" cy="1665530"/>
            <a:chOff x="5584959" y="826288"/>
            <a:chExt cx="3095948" cy="2220706"/>
          </a:xfrm>
        </p:grpSpPr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ED90B900-05AE-4FE1-B0ED-4DF685A12095}"/>
                </a:ext>
              </a:extLst>
            </p:cNvPr>
            <p:cNvSpPr/>
            <p:nvPr/>
          </p:nvSpPr>
          <p:spPr>
            <a:xfrm>
              <a:off x="5703228" y="826288"/>
              <a:ext cx="2915225" cy="690342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EB572C97-5F45-4308-8A90-B86EAFC7377A}"/>
                </a:ext>
              </a:extLst>
            </p:cNvPr>
            <p:cNvCxnSpPr/>
            <p:nvPr/>
          </p:nvCxnSpPr>
          <p:spPr>
            <a:xfrm>
              <a:off x="5703228" y="1516630"/>
              <a:ext cx="0" cy="1170801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5914C7BE-9639-4CCD-87F4-039D11025DE9}"/>
                </a:ext>
              </a:extLst>
            </p:cNvPr>
            <p:cNvCxnSpPr>
              <a:cxnSpLocks/>
              <a:stCxn id="74" idx="3"/>
            </p:cNvCxnSpPr>
            <p:nvPr/>
          </p:nvCxnSpPr>
          <p:spPr>
            <a:xfrm flipH="1">
              <a:off x="8598536" y="826288"/>
              <a:ext cx="19917" cy="1858659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7" name="Object 7">
              <a:extLst>
                <a:ext uri="{FF2B5EF4-FFF2-40B4-BE49-F238E27FC236}">
                  <a16:creationId xmlns:a16="http://schemas.microsoft.com/office/drawing/2014/main" id="{25780205-2454-40DF-9E37-E9BCA25CC5A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584959" y="2753306"/>
            <a:ext cx="231775" cy="246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7" name="Equation" r:id="rId18" imgW="228600" imgH="228600" progId="Equation.DSMT4">
                    <p:embed/>
                  </p:oleObj>
                </mc:Choice>
                <mc:Fallback>
                  <p:oleObj name="Equation" r:id="rId18" imgW="228600" imgH="228600" progId="Equation.DSMT4">
                    <p:embed/>
                    <p:pic>
                      <p:nvPicPr>
                        <p:cNvPr id="77" name="Object 7">
                          <a:extLst>
                            <a:ext uri="{FF2B5EF4-FFF2-40B4-BE49-F238E27FC236}">
                              <a16:creationId xmlns:a16="http://schemas.microsoft.com/office/drawing/2014/main" id="{25780205-2454-40DF-9E37-E9BCA25CC5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4959" y="2753306"/>
                          <a:ext cx="231775" cy="246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7">
              <a:extLst>
                <a:ext uri="{FF2B5EF4-FFF2-40B4-BE49-F238E27FC236}">
                  <a16:creationId xmlns:a16="http://schemas.microsoft.com/office/drawing/2014/main" id="{A9D11D6A-45A4-4263-9474-4FDC4C1ECD4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474532" y="2705681"/>
            <a:ext cx="2063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8" name="Equation" r:id="rId20" imgW="203040" imgH="317160" progId="Equation.DSMT4">
                    <p:embed/>
                  </p:oleObj>
                </mc:Choice>
                <mc:Fallback>
                  <p:oleObj name="Equation" r:id="rId20" imgW="203040" imgH="317160" progId="Equation.DSMT4">
                    <p:embed/>
                    <p:pic>
                      <p:nvPicPr>
                        <p:cNvPr id="78" name="Object 7">
                          <a:extLst>
                            <a:ext uri="{FF2B5EF4-FFF2-40B4-BE49-F238E27FC236}">
                              <a16:creationId xmlns:a16="http://schemas.microsoft.com/office/drawing/2014/main" id="{A9D11D6A-45A4-4263-9474-4FDC4C1ECD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4532" y="2705681"/>
                          <a:ext cx="206375" cy="341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D375E92-396D-460F-AEFA-249FE2DFB707}"/>
              </a:ext>
            </a:extLst>
          </p:cNvPr>
          <p:cNvGrpSpPr/>
          <p:nvPr/>
        </p:nvGrpSpPr>
        <p:grpSpPr>
          <a:xfrm>
            <a:off x="5969230" y="616283"/>
            <a:ext cx="1577110" cy="1271937"/>
            <a:chOff x="6097929" y="3936159"/>
            <a:chExt cx="2102813" cy="1695916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496E3B3F-64FE-4139-881C-2B05BF974FA2}"/>
                </a:ext>
              </a:extLst>
            </p:cNvPr>
            <p:cNvCxnSpPr>
              <a:cxnSpLocks/>
            </p:cNvCxnSpPr>
            <p:nvPr/>
          </p:nvCxnSpPr>
          <p:spPr>
            <a:xfrm>
              <a:off x="6097929" y="4099591"/>
              <a:ext cx="0" cy="1484036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62EE5A32-C788-4EDE-A3B4-3D9A7D58F807}"/>
                </a:ext>
              </a:extLst>
            </p:cNvPr>
            <p:cNvCxnSpPr>
              <a:cxnSpLocks/>
            </p:cNvCxnSpPr>
            <p:nvPr/>
          </p:nvCxnSpPr>
          <p:spPr>
            <a:xfrm>
              <a:off x="6520541" y="3936159"/>
              <a:ext cx="0" cy="1631336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E98D0469-0CFA-48AD-8F6A-7283016B5A6B}"/>
                </a:ext>
              </a:extLst>
            </p:cNvPr>
            <p:cNvCxnSpPr>
              <a:cxnSpLocks/>
            </p:cNvCxnSpPr>
            <p:nvPr/>
          </p:nvCxnSpPr>
          <p:spPr>
            <a:xfrm>
              <a:off x="6943012" y="3996715"/>
              <a:ext cx="0" cy="1595198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8A10D4D3-43D6-448A-8B96-D3B969D514B7}"/>
                </a:ext>
              </a:extLst>
            </p:cNvPr>
            <p:cNvCxnSpPr>
              <a:cxnSpLocks/>
            </p:cNvCxnSpPr>
            <p:nvPr/>
          </p:nvCxnSpPr>
          <p:spPr>
            <a:xfrm>
              <a:off x="7465103" y="4202150"/>
              <a:ext cx="0" cy="1407473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D01E7560-9DF8-4334-A3F2-45931D075E1C}"/>
                </a:ext>
              </a:extLst>
            </p:cNvPr>
            <p:cNvCxnSpPr>
              <a:cxnSpLocks/>
            </p:cNvCxnSpPr>
            <p:nvPr/>
          </p:nvCxnSpPr>
          <p:spPr>
            <a:xfrm>
              <a:off x="7818737" y="4231456"/>
              <a:ext cx="0" cy="1348863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C87A12D8-163E-46CF-BF4C-FD33817B9C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3766" y="4054475"/>
              <a:ext cx="6976" cy="157760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063D54B2-B193-4137-84B7-B3A37D5AC3F0}"/>
              </a:ext>
            </a:extLst>
          </p:cNvPr>
          <p:cNvGrpSpPr/>
          <p:nvPr/>
        </p:nvGrpSpPr>
        <p:grpSpPr>
          <a:xfrm>
            <a:off x="5662837" y="593635"/>
            <a:ext cx="2180669" cy="1251871"/>
            <a:chOff x="5673855" y="1023922"/>
            <a:chExt cx="2907559" cy="1669161"/>
          </a:xfrm>
        </p:grpSpPr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01C8FC8D-1AA5-4BCB-A8E5-92CAE7C16E75}"/>
                </a:ext>
              </a:extLst>
            </p:cNvPr>
            <p:cNvSpPr/>
            <p:nvPr/>
          </p:nvSpPr>
          <p:spPr>
            <a:xfrm>
              <a:off x="5673855" y="1494517"/>
              <a:ext cx="408000" cy="1176914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50B8B347-E1FB-43B0-BD5A-C1A4BA525E37}"/>
                </a:ext>
              </a:extLst>
            </p:cNvPr>
            <p:cNvSpPr/>
            <p:nvPr/>
          </p:nvSpPr>
          <p:spPr>
            <a:xfrm>
              <a:off x="6089083" y="1203843"/>
              <a:ext cx="417600" cy="1476090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5349A8CB-0CBF-4E0E-A210-EFDFF0D680D3}"/>
                </a:ext>
              </a:extLst>
            </p:cNvPr>
            <p:cNvSpPr/>
            <p:nvPr/>
          </p:nvSpPr>
          <p:spPr>
            <a:xfrm>
              <a:off x="6511883" y="1023922"/>
              <a:ext cx="408000" cy="1656759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5C82A01-87DA-4D1F-908C-D4C821148402}"/>
                </a:ext>
              </a:extLst>
            </p:cNvPr>
            <p:cNvSpPr/>
            <p:nvPr/>
          </p:nvSpPr>
          <p:spPr>
            <a:xfrm>
              <a:off x="7458043" y="1303320"/>
              <a:ext cx="350400" cy="1389763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1A56F124-E1B2-4357-ABDA-18DAD71BF411}"/>
                </a:ext>
              </a:extLst>
            </p:cNvPr>
            <p:cNvSpPr/>
            <p:nvPr/>
          </p:nvSpPr>
          <p:spPr>
            <a:xfrm>
              <a:off x="7816717" y="1332627"/>
              <a:ext cx="374400" cy="1351304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E3253D2B-5CF4-4D8D-80FC-3ABCD09587F2}"/>
                </a:ext>
              </a:extLst>
            </p:cNvPr>
            <p:cNvSpPr/>
            <p:nvPr/>
          </p:nvSpPr>
          <p:spPr>
            <a:xfrm>
              <a:off x="8198009" y="1118342"/>
              <a:ext cx="383405" cy="1574398"/>
            </a:xfrm>
            <a:prstGeom prst="rect">
              <a:avLst/>
            </a:prstGeom>
            <a:solidFill>
              <a:srgbClr val="92D050">
                <a:alpha val="70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1BAE9BA7-533F-4CAD-9812-D95ACB27E518}"/>
              </a:ext>
            </a:extLst>
          </p:cNvPr>
          <p:cNvGrpSpPr/>
          <p:nvPr/>
        </p:nvGrpSpPr>
        <p:grpSpPr>
          <a:xfrm>
            <a:off x="5220072" y="195486"/>
            <a:ext cx="3068298" cy="1867316"/>
            <a:chOff x="6105353" y="1290949"/>
            <a:chExt cx="3020610" cy="2489754"/>
          </a:xfrm>
        </p:grpSpPr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EB161417-A72B-4989-A73B-A52F23365019}"/>
                </a:ext>
              </a:extLst>
            </p:cNvPr>
            <p:cNvCxnSpPr>
              <a:cxnSpLocks/>
            </p:cNvCxnSpPr>
            <p:nvPr/>
          </p:nvCxnSpPr>
          <p:spPr>
            <a:xfrm>
              <a:off x="6105353" y="3483347"/>
              <a:ext cx="2787127" cy="256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55E35925-C3AB-4E1A-A355-1F523513C0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9310" y="1290949"/>
              <a:ext cx="0" cy="24897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42C119FA-40AB-47E2-8935-7BF155073B79}"/>
                </a:ext>
              </a:extLst>
            </p:cNvPr>
            <p:cNvPicPr/>
            <p:nvPr/>
          </p:nvPicPr>
          <p:blipFill>
            <a:blip r:embed="rId22"/>
            <a:stretch>
              <a:fillRect/>
            </a:stretch>
          </p:blipFill>
          <p:spPr>
            <a:xfrm>
              <a:off x="8844120" y="3398716"/>
              <a:ext cx="281843" cy="298422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44028BB0-B788-48E8-9096-AFC2A0A9DDDF}"/>
                </a:ext>
              </a:extLst>
            </p:cNvPr>
            <p:cNvPicPr/>
            <p:nvPr/>
          </p:nvPicPr>
          <p:blipFill>
            <a:blip r:embed="rId23"/>
            <a:stretch>
              <a:fillRect/>
            </a:stretch>
          </p:blipFill>
          <p:spPr>
            <a:xfrm>
              <a:off x="6108008" y="1475973"/>
              <a:ext cx="241300" cy="304800"/>
            </a:xfrm>
            <a:prstGeom prst="rect">
              <a:avLst/>
            </a:prstGeom>
          </p:spPr>
        </p:pic>
      </p:grpSp>
      <p:sp>
        <p:nvSpPr>
          <p:cNvPr id="100" name="椭圆 99">
            <a:extLst>
              <a:ext uri="{FF2B5EF4-FFF2-40B4-BE49-F238E27FC236}">
                <a16:creationId xmlns:a16="http://schemas.microsoft.com/office/drawing/2014/main" id="{1097F03D-21C7-4842-8910-5C2876E45B67}"/>
              </a:ext>
            </a:extLst>
          </p:cNvPr>
          <p:cNvSpPr/>
          <p:nvPr/>
        </p:nvSpPr>
        <p:spPr>
          <a:xfrm>
            <a:off x="6254159" y="3187461"/>
            <a:ext cx="1013880" cy="50492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9D35FDD8-D187-477C-B6C1-7B8D3650CBA2}"/>
              </a:ext>
            </a:extLst>
          </p:cNvPr>
          <p:cNvSpPr/>
          <p:nvPr/>
        </p:nvSpPr>
        <p:spPr>
          <a:xfrm>
            <a:off x="6098076" y="3722984"/>
            <a:ext cx="1013880" cy="50492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ext Box 47">
            <a:extLst>
              <a:ext uri="{FF2B5EF4-FFF2-40B4-BE49-F238E27FC236}">
                <a16:creationId xmlns:a16="http://schemas.microsoft.com/office/drawing/2014/main" id="{CD821A39-09E4-47EE-99C6-D795330A8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552" y="424242"/>
            <a:ext cx="10464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条件</a:t>
            </a:r>
          </a:p>
        </p:txBody>
      </p:sp>
      <p:sp>
        <p:nvSpPr>
          <p:cNvPr id="103" name="Text Box 26">
            <a:extLst>
              <a:ext uri="{FF2B5EF4-FFF2-40B4-BE49-F238E27FC236}">
                <a16:creationId xmlns:a16="http://schemas.microsoft.com/office/drawing/2014/main" id="{30F1BF93-8E42-4E5F-A83D-891259AA5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562" y="453901"/>
            <a:ext cx="627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(1)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05" name="Text Box 26">
            <a:extLst>
              <a:ext uri="{FF2B5EF4-FFF2-40B4-BE49-F238E27FC236}">
                <a16:creationId xmlns:a16="http://schemas.microsoft.com/office/drawing/2014/main" id="{9217DF13-5AE7-459E-97BD-680722BB9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9" y="1033966"/>
            <a:ext cx="23084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上具有可加性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06" name="Text Box 26">
            <a:extLst>
              <a:ext uri="{FF2B5EF4-FFF2-40B4-BE49-F238E27FC236}">
                <a16:creationId xmlns:a16="http://schemas.microsoft.com/office/drawing/2014/main" id="{114B0BC5-8315-4C7E-978E-A4BF029E6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8" y="1586046"/>
            <a:ext cx="723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(2)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B62E38D-9755-4FB7-B56F-9EAE4F929EB6}"/>
              </a:ext>
            </a:extLst>
          </p:cNvPr>
          <p:cNvGrpSpPr/>
          <p:nvPr/>
        </p:nvGrpSpPr>
        <p:grpSpPr>
          <a:xfrm>
            <a:off x="404146" y="4227934"/>
            <a:ext cx="4499728" cy="474463"/>
            <a:chOff x="-124472" y="4341055"/>
            <a:chExt cx="4499728" cy="474463"/>
          </a:xfrm>
        </p:grpSpPr>
        <p:sp>
          <p:nvSpPr>
            <p:cNvPr id="108" name="Text Box 13">
              <a:extLst>
                <a:ext uri="{FF2B5EF4-FFF2-40B4-BE49-F238E27FC236}">
                  <a16:creationId xmlns:a16="http://schemas.microsoft.com/office/drawing/2014/main" id="{8AA3C581-98EA-4B2C-9F2C-C66585B41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4472" y="4353853"/>
              <a:ext cx="204934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要求误差是</a:t>
              </a:r>
            </a:p>
          </p:txBody>
        </p:sp>
        <p:graphicFrame>
          <p:nvGraphicFramePr>
            <p:cNvPr id="109" name="Object 14">
              <a:extLst>
                <a:ext uri="{FF2B5EF4-FFF2-40B4-BE49-F238E27FC236}">
                  <a16:creationId xmlns:a16="http://schemas.microsoft.com/office/drawing/2014/main" id="{E9054A3E-B314-463E-A979-30D8B15269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9492751"/>
                </p:ext>
              </p:extLst>
            </p:nvPr>
          </p:nvGraphicFramePr>
          <p:xfrm>
            <a:off x="1512867" y="4444985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9" name="MathType 6.0 Equation" r:id="rId24" imgW="368280" imgH="279360" progId="Equation.DSMT4">
                    <p:embed/>
                  </p:oleObj>
                </mc:Choice>
                <mc:Fallback>
                  <p:oleObj name="MathType 6.0 Equation" r:id="rId24" imgW="368280" imgH="279360" progId="Equation.DSMT4">
                    <p:embed/>
                    <p:pic>
                      <p:nvPicPr>
                        <p:cNvPr id="94" name="Object 14">
                          <a:extLst>
                            <a:ext uri="{FF2B5EF4-FFF2-40B4-BE49-F238E27FC236}">
                              <a16:creationId xmlns:a16="http://schemas.microsoft.com/office/drawing/2014/main" id="{9AC7706F-7FE9-464D-9E78-D9C5F83C72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867" y="4444985"/>
                          <a:ext cx="3683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" name="Text Box 15">
              <a:extLst>
                <a:ext uri="{FF2B5EF4-FFF2-40B4-BE49-F238E27FC236}">
                  <a16:creationId xmlns:a16="http://schemas.microsoft.com/office/drawing/2014/main" id="{F7686B98-4B25-4B30-BF42-04003DE97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843" y="4341055"/>
              <a:ext cx="253841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高阶无穷小量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111" name="Object 42">
            <a:extLst>
              <a:ext uri="{FF2B5EF4-FFF2-40B4-BE49-F238E27FC236}">
                <a16:creationId xmlns:a16="http://schemas.microsoft.com/office/drawing/2014/main" id="{73F8FB1D-E33E-4F0F-9A67-E9781972F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448767"/>
              </p:ext>
            </p:extLst>
          </p:nvPr>
        </p:nvGraphicFramePr>
        <p:xfrm>
          <a:off x="2654010" y="848246"/>
          <a:ext cx="13858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0" name="Microsoft 公式 3.0 中文版" r:id="rId26" imgW="1384200" imgH="787320" progId="Equation.DSMT4">
                  <p:embed/>
                </p:oleObj>
              </mc:Choice>
              <mc:Fallback>
                <p:oleObj name="Microsoft 公式 3.0 中文版" r:id="rId26" imgW="1384200" imgH="787320" progId="Equation.DSMT4">
                  <p:embed/>
                  <p:pic>
                    <p:nvPicPr>
                      <p:cNvPr id="42" name="Object 42">
                        <a:extLst>
                          <a:ext uri="{FF2B5EF4-FFF2-40B4-BE49-F238E27FC236}">
                            <a16:creationId xmlns:a16="http://schemas.microsoft.com/office/drawing/2014/main" id="{2612F5F7-A27D-4EE6-93BC-E7B3D77E3D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010" y="848246"/>
                        <a:ext cx="13858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CDD60D0B-42BB-4AEA-B771-AC11790AB1D1}"/>
              </a:ext>
            </a:extLst>
          </p:cNvPr>
          <p:cNvGrpSpPr/>
          <p:nvPr/>
        </p:nvGrpSpPr>
        <p:grpSpPr>
          <a:xfrm>
            <a:off x="1549496" y="437675"/>
            <a:ext cx="2869522" cy="465522"/>
            <a:chOff x="671044" y="733765"/>
            <a:chExt cx="2869522" cy="465522"/>
          </a:xfrm>
        </p:grpSpPr>
        <p:graphicFrame>
          <p:nvGraphicFramePr>
            <p:cNvPr id="51" name="Object 14">
              <a:extLst>
                <a:ext uri="{FF2B5EF4-FFF2-40B4-BE49-F238E27FC236}">
                  <a16:creationId xmlns:a16="http://schemas.microsoft.com/office/drawing/2014/main" id="{CD92454C-BA78-4795-984A-58C1403AA5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3843056"/>
                </p:ext>
              </p:extLst>
            </p:nvPr>
          </p:nvGraphicFramePr>
          <p:xfrm>
            <a:off x="1692400" y="864611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1" name="MathType 6.0 Equation" r:id="rId28" imgW="241200" imgH="266400" progId="Equation.DSMT4">
                    <p:embed/>
                  </p:oleObj>
                </mc:Choice>
                <mc:Fallback>
                  <p:oleObj name="MathType 6.0 Equation" r:id="rId28" imgW="241200" imgH="266400" progId="Equation.DSMT4">
                    <p:embed/>
                    <p:pic>
                      <p:nvPicPr>
                        <p:cNvPr id="51" name="Object 14">
                          <a:extLst>
                            <a:ext uri="{FF2B5EF4-FFF2-40B4-BE49-F238E27FC236}">
                              <a16:creationId xmlns:a16="http://schemas.microsoft.com/office/drawing/2014/main" id="{CD92454C-BA78-4795-984A-58C1403AA5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2400" y="864611"/>
                          <a:ext cx="2413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" name="Object 39">
              <a:extLst>
                <a:ext uri="{FF2B5EF4-FFF2-40B4-BE49-F238E27FC236}">
                  <a16:creationId xmlns:a16="http://schemas.microsoft.com/office/drawing/2014/main" id="{0AC37A19-6956-45E5-9836-DF4BC24E61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9408962"/>
                </p:ext>
              </p:extLst>
            </p:nvPr>
          </p:nvGraphicFramePr>
          <p:xfrm>
            <a:off x="2908741" y="805716"/>
            <a:ext cx="631825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2" name="MathType 6.0 Equation" r:id="rId30" imgW="634680" imgH="330120" progId="Equation.DSMT4">
                    <p:embed/>
                  </p:oleObj>
                </mc:Choice>
                <mc:Fallback>
                  <p:oleObj name="MathType 6.0 Equation" r:id="rId30" imgW="634680" imgH="330120" progId="Equation.DSMT4">
                    <p:embed/>
                    <p:pic>
                      <p:nvPicPr>
                        <p:cNvPr id="87" name="Object 39">
                          <a:extLst>
                            <a:ext uri="{FF2B5EF4-FFF2-40B4-BE49-F238E27FC236}">
                              <a16:creationId xmlns:a16="http://schemas.microsoft.com/office/drawing/2014/main" id="{B070AD4F-0679-4B94-AA08-D87BD39317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8741" y="805716"/>
                          <a:ext cx="631825" cy="327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" name="Text Box 26">
              <a:extLst>
                <a:ext uri="{FF2B5EF4-FFF2-40B4-BE49-F238E27FC236}">
                  <a16:creationId xmlns:a16="http://schemas.microsoft.com/office/drawing/2014/main" id="{ACA0E4C4-70C8-4E3A-A72E-D82331FC5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678" y="733765"/>
              <a:ext cx="11615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在区间</a:t>
              </a:r>
            </a:p>
          </p:txBody>
        </p:sp>
        <p:sp>
          <p:nvSpPr>
            <p:cNvPr id="114" name="Text Box 26">
              <a:extLst>
                <a:ext uri="{FF2B5EF4-FFF2-40B4-BE49-F238E27FC236}">
                  <a16:creationId xmlns:a16="http://schemas.microsoft.com/office/drawing/2014/main" id="{88E8D019-3BD4-46E2-998A-17A12917C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044" y="737622"/>
              <a:ext cx="110464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所求量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763215D-7531-4AE4-8DD5-49A10FE64977}"/>
              </a:ext>
            </a:extLst>
          </p:cNvPr>
          <p:cNvGrpSpPr/>
          <p:nvPr/>
        </p:nvGrpSpPr>
        <p:grpSpPr>
          <a:xfrm>
            <a:off x="471328" y="3773698"/>
            <a:ext cx="3580438" cy="461665"/>
            <a:chOff x="499374" y="3917714"/>
            <a:chExt cx="3580438" cy="461665"/>
          </a:xfrm>
        </p:grpSpPr>
        <p:graphicFrame>
          <p:nvGraphicFramePr>
            <p:cNvPr id="112" name="Object 39">
              <a:extLst>
                <a:ext uri="{FF2B5EF4-FFF2-40B4-BE49-F238E27FC236}">
                  <a16:creationId xmlns:a16="http://schemas.microsoft.com/office/drawing/2014/main" id="{D29F1B2E-9E25-4FAF-B407-6800833A36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9463769"/>
                </p:ext>
              </p:extLst>
            </p:nvPr>
          </p:nvGraphicFramePr>
          <p:xfrm>
            <a:off x="2492572" y="4029204"/>
            <a:ext cx="15872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3" name="MathType 6.0 Equation" r:id="rId32" imgW="1587240" imgH="342720" progId="Equation.DSMT4">
                    <p:embed/>
                  </p:oleObj>
                </mc:Choice>
                <mc:Fallback>
                  <p:oleObj name="MathType 6.0 Equation" r:id="rId32" imgW="1587240" imgH="342720" progId="Equation.DSMT4">
                    <p:embed/>
                    <p:pic>
                      <p:nvPicPr>
                        <p:cNvPr id="40" name="Object 39">
                          <a:extLst>
                            <a:ext uri="{FF2B5EF4-FFF2-40B4-BE49-F238E27FC236}">
                              <a16:creationId xmlns:a16="http://schemas.microsoft.com/office/drawing/2014/main" id="{2F782A68-0425-4197-B913-C2DA3E1EBD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2572" y="4029204"/>
                          <a:ext cx="158724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" name="Text Box 26">
              <a:extLst>
                <a:ext uri="{FF2B5EF4-FFF2-40B4-BE49-F238E27FC236}">
                  <a16:creationId xmlns:a16="http://schemas.microsoft.com/office/drawing/2014/main" id="{6AEE52B9-2BB4-44AC-A8F3-B83D5AA7B5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74" y="3917714"/>
              <a:ext cx="2049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因此对于近似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15464A8-D9F3-4E95-A432-41953D79C815}"/>
              </a:ext>
            </a:extLst>
          </p:cNvPr>
          <p:cNvGrpSpPr/>
          <p:nvPr/>
        </p:nvGrpSpPr>
        <p:grpSpPr>
          <a:xfrm>
            <a:off x="1286" y="2273743"/>
            <a:ext cx="4993431" cy="596900"/>
            <a:chOff x="1286" y="2273743"/>
            <a:chExt cx="4993431" cy="596900"/>
          </a:xfrm>
        </p:grpSpPr>
        <p:graphicFrame>
          <p:nvGraphicFramePr>
            <p:cNvPr id="49" name="Object 12">
              <a:extLst>
                <a:ext uri="{FF2B5EF4-FFF2-40B4-BE49-F238E27FC236}">
                  <a16:creationId xmlns:a16="http://schemas.microsoft.com/office/drawing/2014/main" id="{7734C028-B966-4A21-ABE3-622A8616A6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4568996"/>
                </p:ext>
              </p:extLst>
            </p:nvPr>
          </p:nvGraphicFramePr>
          <p:xfrm>
            <a:off x="1286" y="2273743"/>
            <a:ext cx="19939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4" name="MathType 6.0 Equation" r:id="rId33" imgW="1993680" imgH="596880" progId="Equation.DSMT4">
                    <p:embed/>
                  </p:oleObj>
                </mc:Choice>
                <mc:Fallback>
                  <p:oleObj name="MathType 6.0 Equation" r:id="rId33" imgW="1993680" imgH="596880" progId="Equation.DSMT4">
                    <p:embed/>
                    <p:pic>
                      <p:nvPicPr>
                        <p:cNvPr id="49" name="Object 12">
                          <a:extLst>
                            <a:ext uri="{FF2B5EF4-FFF2-40B4-BE49-F238E27FC236}">
                              <a16:creationId xmlns:a16="http://schemas.microsoft.com/office/drawing/2014/main" id="{7734C028-B966-4A21-ABE3-622A8616A6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6" y="2273743"/>
                          <a:ext cx="1993900" cy="596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" name="Text Box 15">
              <a:extLst>
                <a:ext uri="{FF2B5EF4-FFF2-40B4-BE49-F238E27FC236}">
                  <a16:creationId xmlns:a16="http://schemas.microsoft.com/office/drawing/2014/main" id="{7C09A0B3-5F52-4E35-98E8-A5DE235A2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649" y="2348109"/>
              <a:ext cx="45136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是</a:t>
              </a:r>
            </a:p>
          </p:txBody>
        </p:sp>
        <p:graphicFrame>
          <p:nvGraphicFramePr>
            <p:cNvPr id="117" name="Object 12">
              <a:extLst>
                <a:ext uri="{FF2B5EF4-FFF2-40B4-BE49-F238E27FC236}">
                  <a16:creationId xmlns:a16="http://schemas.microsoft.com/office/drawing/2014/main" id="{AA300126-F403-47D1-AB29-05983E32AE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8572677"/>
                </p:ext>
              </p:extLst>
            </p:nvPr>
          </p:nvGraphicFramePr>
          <p:xfrm>
            <a:off x="2291487" y="242605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5" name="MathType 6.0 Equation" r:id="rId35" imgW="622080" imgH="342720" progId="Equation.DSMT4">
                    <p:embed/>
                  </p:oleObj>
                </mc:Choice>
                <mc:Fallback>
                  <p:oleObj name="MathType 6.0 Equation" r:id="rId35" imgW="622080" imgH="342720" progId="Equation.DSMT4">
                    <p:embed/>
                    <p:pic>
                      <p:nvPicPr>
                        <p:cNvPr id="49" name="Object 12">
                          <a:extLst>
                            <a:ext uri="{FF2B5EF4-FFF2-40B4-BE49-F238E27FC236}">
                              <a16:creationId xmlns:a16="http://schemas.microsoft.com/office/drawing/2014/main" id="{7734C028-B966-4A21-ABE3-622A8616A6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1487" y="2426058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" name="Text Box 15">
              <a:extLst>
                <a:ext uri="{FF2B5EF4-FFF2-40B4-BE49-F238E27FC236}">
                  <a16:creationId xmlns:a16="http://schemas.microsoft.com/office/drawing/2014/main" id="{419AD96A-3843-4DC8-9AAE-6503566EA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9823" y="2332693"/>
              <a:ext cx="212489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的一个原函数</a:t>
              </a:r>
            </a:p>
          </p:txBody>
        </p:sp>
      </p:grpSp>
      <p:graphicFrame>
        <p:nvGraphicFramePr>
          <p:cNvPr id="119" name="Object 39">
            <a:extLst>
              <a:ext uri="{FF2B5EF4-FFF2-40B4-BE49-F238E27FC236}">
                <a16:creationId xmlns:a16="http://schemas.microsoft.com/office/drawing/2014/main" id="{90F7039D-3227-4A91-8294-FCB5A78346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244490"/>
              </p:ext>
            </p:extLst>
          </p:nvPr>
        </p:nvGraphicFramePr>
        <p:xfrm>
          <a:off x="1549569" y="2836758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6" name="MathType 6.0 Equation" r:id="rId37" imgW="1549080" imgH="342720" progId="Equation.DSMT4">
                  <p:embed/>
                </p:oleObj>
              </mc:Choice>
              <mc:Fallback>
                <p:oleObj name="MathType 6.0 Equation" r:id="rId37" imgW="1549080" imgH="342720" progId="Equation.DSMT4">
                  <p:embed/>
                  <p:pic>
                    <p:nvPicPr>
                      <p:cNvPr id="112" name="Object 39">
                        <a:extLst>
                          <a:ext uri="{FF2B5EF4-FFF2-40B4-BE49-F238E27FC236}">
                            <a16:creationId xmlns:a16="http://schemas.microsoft.com/office/drawing/2014/main" id="{D29F1B2E-9E25-4FAF-B407-6800833A3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569" y="2836758"/>
                        <a:ext cx="154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Text Box 47">
            <a:extLst>
              <a:ext uri="{FF2B5EF4-FFF2-40B4-BE49-F238E27FC236}">
                <a16:creationId xmlns:a16="http://schemas.microsoft.com/office/drawing/2014/main" id="{87C897C3-119D-4E61-9F51-F28BDF73D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04" y="2249433"/>
            <a:ext cx="1746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简化步骤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395EAE-0174-4D6F-8E15-B7C36BAF12EF}"/>
              </a:ext>
            </a:extLst>
          </p:cNvPr>
          <p:cNvGrpSpPr/>
          <p:nvPr/>
        </p:nvGrpSpPr>
        <p:grpSpPr>
          <a:xfrm>
            <a:off x="1170458" y="3345538"/>
            <a:ext cx="3304537" cy="346847"/>
            <a:chOff x="1198504" y="3489554"/>
            <a:chExt cx="3304537" cy="346847"/>
          </a:xfrm>
        </p:grpSpPr>
        <p:graphicFrame>
          <p:nvGraphicFramePr>
            <p:cNvPr id="121" name="Object 39">
              <a:extLst>
                <a:ext uri="{FF2B5EF4-FFF2-40B4-BE49-F238E27FC236}">
                  <a16:creationId xmlns:a16="http://schemas.microsoft.com/office/drawing/2014/main" id="{D9C95EB8-204A-424D-BD03-AEDA1FFE45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755020"/>
                </p:ext>
              </p:extLst>
            </p:nvPr>
          </p:nvGraphicFramePr>
          <p:xfrm>
            <a:off x="1198504" y="3489554"/>
            <a:ext cx="2006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7" name="Equation" r:id="rId39" imgW="2006280" imgH="342720" progId="Equation.DSMT4">
                    <p:embed/>
                  </p:oleObj>
                </mc:Choice>
                <mc:Fallback>
                  <p:oleObj name="Equation" r:id="rId39" imgW="2006280" imgH="342720" progId="Equation.DSMT4">
                    <p:embed/>
                    <p:pic>
                      <p:nvPicPr>
                        <p:cNvPr id="119" name="Object 39">
                          <a:extLst>
                            <a:ext uri="{FF2B5EF4-FFF2-40B4-BE49-F238E27FC236}">
                              <a16:creationId xmlns:a16="http://schemas.microsoft.com/office/drawing/2014/main" id="{90F7039D-3227-4A91-8294-FCB5A78346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8504" y="3489554"/>
                          <a:ext cx="20066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" name="Object 39">
              <a:extLst>
                <a:ext uri="{FF2B5EF4-FFF2-40B4-BE49-F238E27FC236}">
                  <a16:creationId xmlns:a16="http://schemas.microsoft.com/office/drawing/2014/main" id="{4BA0D5B1-82CE-4CCE-97A1-27942B0CCF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945077"/>
                </p:ext>
              </p:extLst>
            </p:nvPr>
          </p:nvGraphicFramePr>
          <p:xfrm>
            <a:off x="3347341" y="3493501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8" name="MathType 6.0 Equation" r:id="rId41" imgW="1155600" imgH="342720" progId="Equation.DSMT4">
                    <p:embed/>
                  </p:oleObj>
                </mc:Choice>
                <mc:Fallback>
                  <p:oleObj name="MathType 6.0 Equation" r:id="rId41" imgW="1155600" imgH="342720" progId="Equation.DSMT4">
                    <p:embed/>
                    <p:pic>
                      <p:nvPicPr>
                        <p:cNvPr id="121" name="Object 39">
                          <a:extLst>
                            <a:ext uri="{FF2B5EF4-FFF2-40B4-BE49-F238E27FC236}">
                              <a16:creationId xmlns:a16="http://schemas.microsoft.com/office/drawing/2014/main" id="{D9C95EB8-204A-424D-BD03-AEDA1FFE45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341" y="3493501"/>
                          <a:ext cx="11557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4" name="Text Box 26">
            <a:extLst>
              <a:ext uri="{FF2B5EF4-FFF2-40B4-BE49-F238E27FC236}">
                <a16:creationId xmlns:a16="http://schemas.microsoft.com/office/drawing/2014/main" id="{BA4FAD94-F6EA-4CE8-AF2C-04BB95C65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22" y="3256479"/>
            <a:ext cx="4926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又</a:t>
            </a:r>
          </a:p>
        </p:txBody>
      </p:sp>
      <p:sp>
        <p:nvSpPr>
          <p:cNvPr id="125" name="Text Box 26">
            <a:extLst>
              <a:ext uri="{FF2B5EF4-FFF2-40B4-BE49-F238E27FC236}">
                <a16:creationId xmlns:a16="http://schemas.microsoft.com/office/drawing/2014/main" id="{19986909-2954-421A-B4E3-0410342C9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77" y="2739425"/>
            <a:ext cx="8579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可得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DF682EF0-B068-46EF-A2FD-0754AF315CE0}"/>
              </a:ext>
            </a:extLst>
          </p:cNvPr>
          <p:cNvGrpSpPr/>
          <p:nvPr/>
        </p:nvGrpSpPr>
        <p:grpSpPr>
          <a:xfrm>
            <a:off x="6504395" y="1877150"/>
            <a:ext cx="967567" cy="254000"/>
            <a:chOff x="7967298" y="2394668"/>
            <a:chExt cx="967567" cy="254000"/>
          </a:xfrm>
        </p:grpSpPr>
        <p:graphicFrame>
          <p:nvGraphicFramePr>
            <p:cNvPr id="107" name="Object 39">
              <a:extLst>
                <a:ext uri="{FF2B5EF4-FFF2-40B4-BE49-F238E27FC236}">
                  <a16:creationId xmlns:a16="http://schemas.microsoft.com/office/drawing/2014/main" id="{C490B5B1-7DF2-4BC2-930F-BC886ECE58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9075509"/>
                </p:ext>
              </p:extLst>
            </p:nvPr>
          </p:nvGraphicFramePr>
          <p:xfrm>
            <a:off x="8287165" y="2394668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9" name="MathType 6.0 Equation" r:id="rId43" imgW="647640" imgH="253800" progId="Equation.DSMT4">
                    <p:embed/>
                  </p:oleObj>
                </mc:Choice>
                <mc:Fallback>
                  <p:oleObj name="MathType 6.0 Equation" r:id="rId43" imgW="647640" imgH="253800" progId="Equation.DSMT4">
                    <p:embed/>
                    <p:pic>
                      <p:nvPicPr>
                        <p:cNvPr id="86" name="Object 39">
                          <a:extLst>
                            <a:ext uri="{FF2B5EF4-FFF2-40B4-BE49-F238E27FC236}">
                              <a16:creationId xmlns:a16="http://schemas.microsoft.com/office/drawing/2014/main" id="{C819D221-B9D6-4E89-BAD5-B4318CBEB7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7165" y="2394668"/>
                          <a:ext cx="6477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" name="Object 3">
              <a:extLst>
                <a:ext uri="{FF2B5EF4-FFF2-40B4-BE49-F238E27FC236}">
                  <a16:creationId xmlns:a16="http://schemas.microsoft.com/office/drawing/2014/main" id="{81B1F9C1-D663-457C-90F6-4535C1216F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3797749"/>
                </p:ext>
              </p:extLst>
            </p:nvPr>
          </p:nvGraphicFramePr>
          <p:xfrm>
            <a:off x="7967298" y="2471086"/>
            <a:ext cx="149225" cy="155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10" name="Microsoft 公式 3.0 中文版" r:id="rId45" imgW="190440" imgH="203040" progId="Equation.DSMT4">
                    <p:embed/>
                  </p:oleObj>
                </mc:Choice>
                <mc:Fallback>
                  <p:oleObj name="Microsoft 公式 3.0 中文版" r:id="rId45" imgW="190440" imgH="203040" progId="Equation.DSMT4">
                    <p:embed/>
                    <p:pic>
                      <p:nvPicPr>
                        <p:cNvPr id="89" name="Object 3">
                          <a:extLst>
                            <a:ext uri="{FF2B5EF4-FFF2-40B4-BE49-F238E27FC236}">
                              <a16:creationId xmlns:a16="http://schemas.microsoft.com/office/drawing/2014/main" id="{4A36B2B2-64B0-4FE9-A850-6214E0A3EA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67298" y="2471086"/>
                          <a:ext cx="149225" cy="155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1568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8" grpId="0" autoUpdateAnimBg="0"/>
      <p:bldP spid="55" grpId="0" autoUpdateAnimBg="0"/>
      <p:bldP spid="102" grpId="0" autoUpdateAnimBg="0"/>
      <p:bldP spid="103" grpId="0" autoUpdateAnimBg="0"/>
      <p:bldP spid="105" grpId="0" autoUpdateAnimBg="0"/>
      <p:bldP spid="106" grpId="0" autoUpdateAnimBg="0"/>
      <p:bldP spid="124" grpId="0" autoUpdateAnimBg="0"/>
      <p:bldP spid="12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9" name="Object 11">
            <a:extLst>
              <a:ext uri="{FF2B5EF4-FFF2-40B4-BE49-F238E27FC236}">
                <a16:creationId xmlns:a16="http://schemas.microsoft.com/office/drawing/2014/main" id="{BAF52DE6-64C8-45ED-8991-19C8AAD2ACC0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18464907"/>
              </p:ext>
            </p:extLst>
          </p:nvPr>
        </p:nvGraphicFramePr>
        <p:xfrm>
          <a:off x="2688740" y="1919183"/>
          <a:ext cx="144756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02" name="MathType 6.0 Equation" r:id="rId4" imgW="1447560" imgH="787320" progId="Equation.DSMT4">
                  <p:embed/>
                </p:oleObj>
              </mc:Choice>
              <mc:Fallback>
                <p:oleObj name="MathType 6.0 Equation" r:id="rId4" imgW="1447560" imgH="787320" progId="Equation.DSMT4">
                  <p:embed/>
                  <p:pic>
                    <p:nvPicPr>
                      <p:cNvPr id="94219" name="Object 11">
                        <a:extLst>
                          <a:ext uri="{FF2B5EF4-FFF2-40B4-BE49-F238E27FC236}">
                            <a16:creationId xmlns:a16="http://schemas.microsoft.com/office/drawing/2014/main" id="{BAF52DE6-64C8-45ED-8991-19C8AAD2AC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740" y="1919183"/>
                        <a:ext cx="144756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0" name="Text Box 2">
            <a:extLst>
              <a:ext uri="{FF2B5EF4-FFF2-40B4-BE49-F238E27FC236}">
                <a16:creationId xmlns:a16="http://schemas.microsoft.com/office/drawing/2014/main" id="{97535826-DF1C-447A-8682-364415F3A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084" y="2735417"/>
            <a:ext cx="35947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2)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部分量可近似地表示为</a:t>
            </a:r>
          </a:p>
        </p:txBody>
      </p:sp>
      <p:graphicFrame>
        <p:nvGraphicFramePr>
          <p:cNvPr id="94220" name="Object 12">
            <a:extLst>
              <a:ext uri="{FF2B5EF4-FFF2-40B4-BE49-F238E27FC236}">
                <a16:creationId xmlns:a16="http://schemas.microsoft.com/office/drawing/2014/main" id="{0C837EFF-0B60-430A-A1E0-8B3A8A0398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510398"/>
              </p:ext>
            </p:extLst>
          </p:nvPr>
        </p:nvGraphicFramePr>
        <p:xfrm>
          <a:off x="4468908" y="2800379"/>
          <a:ext cx="1955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03" name="MathType 6.0 Equation" r:id="rId6" imgW="1955520" imgH="380880" progId="Equation.DSMT4">
                  <p:embed/>
                </p:oleObj>
              </mc:Choice>
              <mc:Fallback>
                <p:oleObj name="MathType 6.0 Equation" r:id="rId6" imgW="1955520" imgH="380880" progId="Equation.DSMT4">
                  <p:embed/>
                  <p:pic>
                    <p:nvPicPr>
                      <p:cNvPr id="94220" name="Object 12">
                        <a:extLst>
                          <a:ext uri="{FF2B5EF4-FFF2-40B4-BE49-F238E27FC236}">
                            <a16:creationId xmlns:a16="http://schemas.microsoft.com/office/drawing/2014/main" id="{0C837EFF-0B60-430A-A1E0-8B3A8A0398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908" y="2800379"/>
                        <a:ext cx="1955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1" name="Text Box 13">
            <a:extLst>
              <a:ext uri="{FF2B5EF4-FFF2-40B4-BE49-F238E27FC236}">
                <a16:creationId xmlns:a16="http://schemas.microsoft.com/office/drawing/2014/main" id="{AB740D6D-AA35-41FD-BDA7-57A017B8D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45" y="2735416"/>
            <a:ext cx="1457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误差是</a:t>
            </a:r>
          </a:p>
        </p:txBody>
      </p:sp>
      <p:graphicFrame>
        <p:nvGraphicFramePr>
          <p:cNvPr id="94222" name="Object 14">
            <a:extLst>
              <a:ext uri="{FF2B5EF4-FFF2-40B4-BE49-F238E27FC236}">
                <a16:creationId xmlns:a16="http://schemas.microsoft.com/office/drawing/2014/main" id="{FAE53CFF-55D4-449A-AA0D-CE55CF971C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951022"/>
              </p:ext>
            </p:extLst>
          </p:nvPr>
        </p:nvGraphicFramePr>
        <p:xfrm>
          <a:off x="7410652" y="2775748"/>
          <a:ext cx="40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04" name="MathType 5.0 Equation" r:id="rId8" imgW="406080" imgH="380880" progId="Equation.DSMT4">
                  <p:embed/>
                </p:oleObj>
              </mc:Choice>
              <mc:Fallback>
                <p:oleObj name="MathType 5.0 Equation" r:id="rId8" imgW="406080" imgH="380880" progId="Equation.DSMT4">
                  <p:embed/>
                  <p:pic>
                    <p:nvPicPr>
                      <p:cNvPr id="94222" name="Object 14">
                        <a:extLst>
                          <a:ext uri="{FF2B5EF4-FFF2-40B4-BE49-F238E27FC236}">
                            <a16:creationId xmlns:a16="http://schemas.microsoft.com/office/drawing/2014/main" id="{FAE53CFF-55D4-449A-AA0D-CE55CF971C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0652" y="2775748"/>
                        <a:ext cx="406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3" name="Text Box 15">
            <a:extLst>
              <a:ext uri="{FF2B5EF4-FFF2-40B4-BE49-F238E27FC236}">
                <a16:creationId xmlns:a16="http://schemas.microsoft.com/office/drawing/2014/main" id="{9F64C795-A898-4B50-8556-5890F400D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35" y="3435238"/>
            <a:ext cx="29523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高阶无穷小量</a:t>
            </a:r>
            <a:r>
              <a:rPr lang="en-US" altLang="zh-CN" sz="21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即</a:t>
            </a:r>
          </a:p>
        </p:txBody>
      </p:sp>
      <p:graphicFrame>
        <p:nvGraphicFramePr>
          <p:cNvPr id="94224" name="Object 16">
            <a:extLst>
              <a:ext uri="{FF2B5EF4-FFF2-40B4-BE49-F238E27FC236}">
                <a16:creationId xmlns:a16="http://schemas.microsoft.com/office/drawing/2014/main" id="{2E8F8248-365D-43BC-9436-F90D709593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303044"/>
              </p:ext>
            </p:extLst>
          </p:nvPr>
        </p:nvGraphicFramePr>
        <p:xfrm>
          <a:off x="3094716" y="3412776"/>
          <a:ext cx="2908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05" name="MathType 5.0 Equation" r:id="rId10" imgW="2908080" imgH="812520" progId="Equation.DSMT4">
                  <p:embed/>
                </p:oleObj>
              </mc:Choice>
              <mc:Fallback>
                <p:oleObj name="MathType 5.0 Equation" r:id="rId10" imgW="2908080" imgH="812520" progId="Equation.DSMT4">
                  <p:embed/>
                  <p:pic>
                    <p:nvPicPr>
                      <p:cNvPr id="94224" name="Object 16">
                        <a:extLst>
                          <a:ext uri="{FF2B5EF4-FFF2-40B4-BE49-F238E27FC236}">
                            <a16:creationId xmlns:a16="http://schemas.microsoft.com/office/drawing/2014/main" id="{2E8F8248-365D-43BC-9436-F90D709593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716" y="3412776"/>
                        <a:ext cx="29083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5" name="Text Box 17">
            <a:extLst>
              <a:ext uri="{FF2B5EF4-FFF2-40B4-BE49-F238E27FC236}">
                <a16:creationId xmlns:a16="http://schemas.microsoft.com/office/drawing/2014/main" id="{FA72AF7C-0452-4041-8DAE-5C006406A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339502"/>
            <a:ext cx="44746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总结：</a:t>
            </a:r>
            <a:r>
              <a:rPr lang="zh-CN" altLang="en-US" sz="2400" b="1" dirty="0">
                <a:latin typeface="宋体" panose="02010600030101010101" pitchFamily="2" charset="-122"/>
              </a:rPr>
              <a:t>在实际问题中</a:t>
            </a:r>
            <a:r>
              <a:rPr lang="en-US" altLang="zh-CN" sz="2400" b="1" dirty="0"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宋体" panose="02010600030101010101" pitchFamily="2" charset="-122"/>
              </a:rPr>
              <a:t>若所求量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17A4FB6-343B-4DAC-B8D4-CC23CD089D69}"/>
              </a:ext>
            </a:extLst>
          </p:cNvPr>
          <p:cNvGrpSpPr/>
          <p:nvPr/>
        </p:nvGrpSpPr>
        <p:grpSpPr>
          <a:xfrm>
            <a:off x="954084" y="1441562"/>
            <a:ext cx="4492197" cy="483168"/>
            <a:chOff x="696959" y="1595526"/>
            <a:chExt cx="4492197" cy="483168"/>
          </a:xfrm>
        </p:grpSpPr>
        <p:sp>
          <p:nvSpPr>
            <p:cNvPr id="94216" name="Text Box 8">
              <a:extLst>
                <a:ext uri="{FF2B5EF4-FFF2-40B4-BE49-F238E27FC236}">
                  <a16:creationId xmlns:a16="http://schemas.microsoft.com/office/drawing/2014/main" id="{EF5B0EF0-FD0F-4D6D-B131-E2D8D051B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959" y="1617029"/>
              <a:ext cx="8507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en-US" altLang="zh-CN" sz="2400" b="1" dirty="0">
                  <a:solidFill>
                    <a:srgbClr val="3366FF"/>
                  </a:solidFill>
                  <a:latin typeface="宋体" panose="02010600030101010101" pitchFamily="2" charset="-122"/>
                </a:rPr>
                <a:t>1)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量</a:t>
              </a:r>
            </a:p>
          </p:txBody>
        </p:sp>
        <p:graphicFrame>
          <p:nvGraphicFramePr>
            <p:cNvPr id="15" name="Object 11">
              <a:extLst>
                <a:ext uri="{FF2B5EF4-FFF2-40B4-BE49-F238E27FC236}">
                  <a16:creationId xmlns:a16="http://schemas.microsoft.com/office/drawing/2014/main" id="{1B5C8460-5192-40DD-9300-15AF185887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0821964"/>
                </p:ext>
              </p:extLst>
            </p:nvPr>
          </p:nvGraphicFramePr>
          <p:xfrm>
            <a:off x="1495576" y="1682476"/>
            <a:ext cx="25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06" name="MathType 6.0 Equation" r:id="rId12" imgW="253800" imgH="342720" progId="Equation.DSMT4">
                    <p:embed/>
                  </p:oleObj>
                </mc:Choice>
                <mc:Fallback>
                  <p:oleObj name="MathType 6.0 Equation" r:id="rId12" imgW="253800" imgH="342720" progId="Equation.DSMT4">
                    <p:embed/>
                    <p:pic>
                      <p:nvPicPr>
                        <p:cNvPr id="94219" name="Object 11">
                          <a:extLst>
                            <a:ext uri="{FF2B5EF4-FFF2-40B4-BE49-F238E27FC236}">
                              <a16:creationId xmlns:a16="http://schemas.microsoft.com/office/drawing/2014/main" id="{BAF52DE6-64C8-45ED-8991-19C8AAD2AC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5576" y="1682476"/>
                          <a:ext cx="254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1">
              <a:extLst>
                <a:ext uri="{FF2B5EF4-FFF2-40B4-BE49-F238E27FC236}">
                  <a16:creationId xmlns:a16="http://schemas.microsoft.com/office/drawing/2014/main" id="{1FB75E00-2BBA-4B0F-A018-59A86AEC07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1391113"/>
                </p:ext>
              </p:extLst>
            </p:nvPr>
          </p:nvGraphicFramePr>
          <p:xfrm>
            <a:off x="3065362" y="1665486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07" name="MathType 6.0 Equation" r:id="rId14" imgW="634680" imgH="330120" progId="Equation.DSMT4">
                    <p:embed/>
                  </p:oleObj>
                </mc:Choice>
                <mc:Fallback>
                  <p:oleObj name="MathType 6.0 Equation" r:id="rId14" imgW="634680" imgH="330120" progId="Equation.DSMT4">
                    <p:embed/>
                    <p:pic>
                      <p:nvPicPr>
                        <p:cNvPr id="17" name="Object 11">
                          <a:extLst>
                            <a:ext uri="{FF2B5EF4-FFF2-40B4-BE49-F238E27FC236}">
                              <a16:creationId xmlns:a16="http://schemas.microsoft.com/office/drawing/2014/main" id="{8693224B-271A-41FE-8F57-6E02749841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5362" y="1665486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8">
              <a:extLst>
                <a:ext uri="{FF2B5EF4-FFF2-40B4-BE49-F238E27FC236}">
                  <a16:creationId xmlns:a16="http://schemas.microsoft.com/office/drawing/2014/main" id="{A238B41A-1D5B-4A15-A7FA-3C9D23B76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666" y="1597516"/>
              <a:ext cx="14838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是与区间</a:t>
              </a:r>
            </a:p>
          </p:txBody>
        </p:sp>
        <p:sp>
          <p:nvSpPr>
            <p:cNvPr id="21" name="Text Box 8">
              <a:extLst>
                <a:ext uri="{FF2B5EF4-FFF2-40B4-BE49-F238E27FC236}">
                  <a16:creationId xmlns:a16="http://schemas.microsoft.com/office/drawing/2014/main" id="{2BFEE30E-054A-4C64-8FF6-438491BB2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8140" y="1595526"/>
              <a:ext cx="15810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有关的量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,</a:t>
              </a:r>
              <a:endParaRPr kumimoji="1"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0E627EB-26CB-4184-8F43-C857DE1954C6}"/>
              </a:ext>
            </a:extLst>
          </p:cNvPr>
          <p:cNvGrpSpPr/>
          <p:nvPr/>
        </p:nvGrpSpPr>
        <p:grpSpPr>
          <a:xfrm>
            <a:off x="286074" y="1405331"/>
            <a:ext cx="7691365" cy="1155575"/>
            <a:chOff x="44540" y="1593403"/>
            <a:chExt cx="7691365" cy="1155575"/>
          </a:xfrm>
        </p:grpSpPr>
        <p:sp>
          <p:nvSpPr>
            <p:cNvPr id="94211" name="Text Box 3">
              <a:extLst>
                <a:ext uri="{FF2B5EF4-FFF2-40B4-BE49-F238E27FC236}">
                  <a16:creationId xmlns:a16="http://schemas.microsoft.com/office/drawing/2014/main" id="{3A9CD996-1F0F-4DC2-BE09-E534A2F8C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147" y="1599110"/>
              <a:ext cx="8988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且量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19" name="Text Box 3">
              <a:extLst>
                <a:ext uri="{FF2B5EF4-FFF2-40B4-BE49-F238E27FC236}">
                  <a16:creationId xmlns:a16="http://schemas.microsoft.com/office/drawing/2014/main" id="{5FED5377-3C63-4B5A-9CAC-0484A36D1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40" y="2287313"/>
              <a:ext cx="22093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具有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可加性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,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即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6" name="Object 11">
              <a:extLst>
                <a:ext uri="{FF2B5EF4-FFF2-40B4-BE49-F238E27FC236}">
                  <a16:creationId xmlns:a16="http://schemas.microsoft.com/office/drawing/2014/main" id="{B2669E74-B39C-47C0-A031-D0AC246142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7816525"/>
                </p:ext>
              </p:extLst>
            </p:nvPr>
          </p:nvGraphicFramePr>
          <p:xfrm>
            <a:off x="5803291" y="1652786"/>
            <a:ext cx="25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08" name="MathType 6.0 Equation" r:id="rId16" imgW="253800" imgH="342720" progId="Equation.DSMT4">
                    <p:embed/>
                  </p:oleObj>
                </mc:Choice>
                <mc:Fallback>
                  <p:oleObj name="MathType 6.0 Equation" r:id="rId16" imgW="253800" imgH="342720" progId="Equation.DSMT4">
                    <p:embed/>
                    <p:pic>
                      <p:nvPicPr>
                        <p:cNvPr id="15" name="Object 11">
                          <a:extLst>
                            <a:ext uri="{FF2B5EF4-FFF2-40B4-BE49-F238E27FC236}">
                              <a16:creationId xmlns:a16="http://schemas.microsoft.com/office/drawing/2014/main" id="{1B5C8460-5192-40DD-9300-15AF185887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03291" y="1652786"/>
                          <a:ext cx="254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1">
              <a:extLst>
                <a:ext uri="{FF2B5EF4-FFF2-40B4-BE49-F238E27FC236}">
                  <a16:creationId xmlns:a16="http://schemas.microsoft.com/office/drawing/2014/main" id="{8693224B-271A-41FE-8F57-6E02749841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8116067"/>
                </p:ext>
              </p:extLst>
            </p:nvPr>
          </p:nvGraphicFramePr>
          <p:xfrm>
            <a:off x="7100905" y="1672443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09" name="MathType 6.0 Equation" r:id="rId17" imgW="634680" imgH="330120" progId="Equation.DSMT4">
                    <p:embed/>
                  </p:oleObj>
                </mc:Choice>
                <mc:Fallback>
                  <p:oleObj name="MathType 6.0 Equation" r:id="rId17" imgW="634680" imgH="330120" progId="Equation.DSMT4">
                    <p:embed/>
                    <p:pic>
                      <p:nvPicPr>
                        <p:cNvPr id="94219" name="Object 11">
                          <a:extLst>
                            <a:ext uri="{FF2B5EF4-FFF2-40B4-BE49-F238E27FC236}">
                              <a16:creationId xmlns:a16="http://schemas.microsoft.com/office/drawing/2014/main" id="{BAF52DE6-64C8-45ED-8991-19C8AAD2AC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0905" y="1672443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3">
              <a:extLst>
                <a:ext uri="{FF2B5EF4-FFF2-40B4-BE49-F238E27FC236}">
                  <a16:creationId xmlns:a16="http://schemas.microsoft.com/office/drawing/2014/main" id="{C7ECBF08-FD4A-4577-82ED-063E2EF67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6917" y="1593403"/>
              <a:ext cx="12102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对区间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2A27A74-507B-46B2-9F6F-A9280A7672EF}"/>
              </a:ext>
            </a:extLst>
          </p:cNvPr>
          <p:cNvGrpSpPr/>
          <p:nvPr/>
        </p:nvGrpSpPr>
        <p:grpSpPr>
          <a:xfrm>
            <a:off x="5275645" y="340000"/>
            <a:ext cx="3088631" cy="461665"/>
            <a:chOff x="5563677" y="628032"/>
            <a:chExt cx="3088631" cy="461665"/>
          </a:xfrm>
        </p:grpSpPr>
        <p:sp>
          <p:nvSpPr>
            <p:cNvPr id="23" name="Text Box 17">
              <a:extLst>
                <a:ext uri="{FF2B5EF4-FFF2-40B4-BE49-F238E27FC236}">
                  <a16:creationId xmlns:a16="http://schemas.microsoft.com/office/drawing/2014/main" id="{C9AC341E-E229-47B6-B981-907C78163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7677" y="628032"/>
              <a:ext cx="283463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满足以下两条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,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则</a:t>
              </a:r>
            </a:p>
          </p:txBody>
        </p:sp>
        <p:graphicFrame>
          <p:nvGraphicFramePr>
            <p:cNvPr id="24" name="Object 11">
              <a:extLst>
                <a:ext uri="{FF2B5EF4-FFF2-40B4-BE49-F238E27FC236}">
                  <a16:creationId xmlns:a16="http://schemas.microsoft.com/office/drawing/2014/main" id="{B7955B1A-EE25-4223-9483-0EC36C1A7C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774678"/>
                </p:ext>
              </p:extLst>
            </p:nvPr>
          </p:nvGraphicFramePr>
          <p:xfrm>
            <a:off x="5563677" y="711812"/>
            <a:ext cx="25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0" name="Equation" r:id="rId18" imgW="253800" imgH="342720" progId="Equation.DSMT4">
                    <p:embed/>
                  </p:oleObj>
                </mc:Choice>
                <mc:Fallback>
                  <p:oleObj name="Equation" r:id="rId18" imgW="253800" imgH="342720" progId="Equation.DSMT4">
                    <p:embed/>
                    <p:pic>
                      <p:nvPicPr>
                        <p:cNvPr id="16" name="Object 11">
                          <a:extLst>
                            <a:ext uri="{FF2B5EF4-FFF2-40B4-BE49-F238E27FC236}">
                              <a16:creationId xmlns:a16="http://schemas.microsoft.com/office/drawing/2014/main" id="{B2669E74-B39C-47C0-A031-D0AC246142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3677" y="711812"/>
                          <a:ext cx="254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50DD132-693F-4059-B63A-4CB0066CC170}"/>
              </a:ext>
            </a:extLst>
          </p:cNvPr>
          <p:cNvGrpSpPr/>
          <p:nvPr/>
        </p:nvGrpSpPr>
        <p:grpSpPr>
          <a:xfrm>
            <a:off x="467544" y="864595"/>
            <a:ext cx="3296104" cy="461665"/>
            <a:chOff x="395536" y="1141209"/>
            <a:chExt cx="3296104" cy="461665"/>
          </a:xfrm>
        </p:grpSpPr>
        <p:sp>
          <p:nvSpPr>
            <p:cNvPr id="94214" name="Text Box 6">
              <a:extLst>
                <a:ext uri="{FF2B5EF4-FFF2-40B4-BE49-F238E27FC236}">
                  <a16:creationId xmlns:a16="http://schemas.microsoft.com/office/drawing/2014/main" id="{3D69994A-B8DE-4BF7-B478-E862F2EAC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067" y="1141209"/>
              <a:ext cx="312457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可以用定积分来计算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26" name="Object 11">
              <a:extLst>
                <a:ext uri="{FF2B5EF4-FFF2-40B4-BE49-F238E27FC236}">
                  <a16:creationId xmlns:a16="http://schemas.microsoft.com/office/drawing/2014/main" id="{C2E5EEC5-6DD8-4811-8799-5583F901B5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258340"/>
                </p:ext>
              </p:extLst>
            </p:nvPr>
          </p:nvGraphicFramePr>
          <p:xfrm>
            <a:off x="395536" y="1200591"/>
            <a:ext cx="25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1" name="Equation" r:id="rId20" imgW="253800" imgH="342720" progId="Equation.DSMT4">
                    <p:embed/>
                  </p:oleObj>
                </mc:Choice>
                <mc:Fallback>
                  <p:oleObj name="Equation" r:id="rId20" imgW="253800" imgH="342720" progId="Equation.DSMT4">
                    <p:embed/>
                    <p:pic>
                      <p:nvPicPr>
                        <p:cNvPr id="24" name="Object 11">
                          <a:extLst>
                            <a:ext uri="{FF2B5EF4-FFF2-40B4-BE49-F238E27FC236}">
                              <a16:creationId xmlns:a16="http://schemas.microsoft.com/office/drawing/2014/main" id="{B7955B1A-EE25-4223-9483-0EC36C1A7C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36" y="1200591"/>
                          <a:ext cx="254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utoUpdateAnimBg="0"/>
      <p:bldP spid="94221" grpId="0"/>
      <p:bldP spid="94223" grpId="0"/>
      <p:bldP spid="942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375" name="Object 23">
            <a:extLst>
              <a:ext uri="{FF2B5EF4-FFF2-40B4-BE49-F238E27FC236}">
                <a16:creationId xmlns:a16="http://schemas.microsoft.com/office/drawing/2014/main" id="{2AC6B2C7-5E22-42B0-904F-3B93581B651B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648528146"/>
              </p:ext>
            </p:extLst>
          </p:nvPr>
        </p:nvGraphicFramePr>
        <p:xfrm>
          <a:off x="2865364" y="2718990"/>
          <a:ext cx="16509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" name="MathType 5.0 Equation" r:id="rId4" imgW="1650960" imgH="342720" progId="Equation.DSMT4">
                  <p:embed/>
                </p:oleObj>
              </mc:Choice>
              <mc:Fallback>
                <p:oleObj name="MathType 5.0 Equation" r:id="rId4" imgW="1650960" imgH="342720" progId="Equation.DSMT4">
                  <p:embed/>
                  <p:pic>
                    <p:nvPicPr>
                      <p:cNvPr id="100375" name="Object 23">
                        <a:extLst>
                          <a:ext uri="{FF2B5EF4-FFF2-40B4-BE49-F238E27FC236}">
                            <a16:creationId xmlns:a16="http://schemas.microsoft.com/office/drawing/2014/main" id="{2AC6B2C7-5E22-42B0-904F-3B93581B65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364" y="2718990"/>
                        <a:ext cx="165096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4" name="Text Box 2">
            <a:extLst>
              <a:ext uri="{FF2B5EF4-FFF2-40B4-BE49-F238E27FC236}">
                <a16:creationId xmlns:a16="http://schemas.microsoft.com/office/drawing/2014/main" id="{23BB99E4-BEDB-476A-BA13-4D51C0173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92" y="600218"/>
            <a:ext cx="592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(1)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根据实际问题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选定一个积分变量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比如</a:t>
            </a:r>
          </a:p>
        </p:txBody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B18B7A6B-92E9-4A97-8CEF-48BDBE5AA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7660" y="1093685"/>
            <a:ext cx="2155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称为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积分区间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8C6D245F-3454-462D-859F-8188DC5E0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02" y="1665224"/>
            <a:ext cx="10263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(2)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在</a:t>
            </a:r>
          </a:p>
        </p:txBody>
      </p:sp>
      <p:graphicFrame>
        <p:nvGraphicFramePr>
          <p:cNvPr id="100359" name="Object 7">
            <a:extLst>
              <a:ext uri="{FF2B5EF4-FFF2-40B4-BE49-F238E27FC236}">
                <a16:creationId xmlns:a16="http://schemas.microsoft.com/office/drawing/2014/main" id="{4373827B-53E7-447D-B21F-3CF2C2A631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104740"/>
              </p:ext>
            </p:extLst>
          </p:nvPr>
        </p:nvGraphicFramePr>
        <p:xfrm>
          <a:off x="1380890" y="3166748"/>
          <a:ext cx="2705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" name="Equation" r:id="rId6" imgW="2705040" imgH="634680" progId="Equation.DSMT4">
                  <p:embed/>
                </p:oleObj>
              </mc:Choice>
              <mc:Fallback>
                <p:oleObj name="Equation" r:id="rId6" imgW="2705040" imgH="634680" progId="Equation.DSMT4">
                  <p:embed/>
                  <p:pic>
                    <p:nvPicPr>
                      <p:cNvPr id="100359" name="Object 7">
                        <a:extLst>
                          <a:ext uri="{FF2B5EF4-FFF2-40B4-BE49-F238E27FC236}">
                            <a16:creationId xmlns:a16="http://schemas.microsoft.com/office/drawing/2014/main" id="{4373827B-53E7-447D-B21F-3CF2C2A631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890" y="3166748"/>
                        <a:ext cx="27051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0" name="Text Box 8">
            <a:extLst>
              <a:ext uri="{FF2B5EF4-FFF2-40B4-BE49-F238E27FC236}">
                <a16:creationId xmlns:a16="http://schemas.microsoft.com/office/drawing/2014/main" id="{BD3A7162-61F1-44CF-BEAA-72E885C0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02" y="3858761"/>
            <a:ext cx="57731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这种分析方法称为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元素法 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或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微元分析法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00363" name="Text Box 11">
            <a:extLst>
              <a:ext uri="{FF2B5EF4-FFF2-40B4-BE49-F238E27FC236}">
                <a16:creationId xmlns:a16="http://schemas.microsoft.com/office/drawing/2014/main" id="{A81D5981-227A-4B33-BECC-420685359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99" y="1102339"/>
            <a:ext cx="4052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为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积分变量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确定其变化范围</a:t>
            </a:r>
          </a:p>
        </p:txBody>
      </p:sp>
      <p:graphicFrame>
        <p:nvGraphicFramePr>
          <p:cNvPr id="100365" name="Object 13">
            <a:extLst>
              <a:ext uri="{FF2B5EF4-FFF2-40B4-BE49-F238E27FC236}">
                <a16:creationId xmlns:a16="http://schemas.microsoft.com/office/drawing/2014/main" id="{6DB7FDC8-8DA9-4603-9627-F343B32265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273314"/>
              </p:ext>
            </p:extLst>
          </p:nvPr>
        </p:nvGraphicFramePr>
        <p:xfrm>
          <a:off x="6463480" y="760974"/>
          <a:ext cx="266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6" name="MathType 5.0 Equation" r:id="rId8" imgW="266400" imgH="253800" progId="Equation.DSMT4">
                  <p:embed/>
                </p:oleObj>
              </mc:Choice>
              <mc:Fallback>
                <p:oleObj name="MathType 5.0 Equation" r:id="rId8" imgW="266400" imgH="253800" progId="Equation.DSMT4">
                  <p:embed/>
                  <p:pic>
                    <p:nvPicPr>
                      <p:cNvPr id="100365" name="Object 13">
                        <a:extLst>
                          <a:ext uri="{FF2B5EF4-FFF2-40B4-BE49-F238E27FC236}">
                            <a16:creationId xmlns:a16="http://schemas.microsoft.com/office/drawing/2014/main" id="{6DB7FDC8-8DA9-4603-9627-F343B3226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480" y="760974"/>
                        <a:ext cx="266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6" name="Object 14">
            <a:extLst>
              <a:ext uri="{FF2B5EF4-FFF2-40B4-BE49-F238E27FC236}">
                <a16:creationId xmlns:a16="http://schemas.microsoft.com/office/drawing/2014/main" id="{43A09153-6691-4371-A600-46738D2D97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491301"/>
              </p:ext>
            </p:extLst>
          </p:nvPr>
        </p:nvGraphicFramePr>
        <p:xfrm>
          <a:off x="4959201" y="1168562"/>
          <a:ext cx="71100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7" name="MathType 5.0 Equation" r:id="rId10" imgW="711000" imgH="330120" progId="Equation.DSMT4">
                  <p:embed/>
                </p:oleObj>
              </mc:Choice>
              <mc:Fallback>
                <p:oleObj name="MathType 5.0 Equation" r:id="rId10" imgW="711000" imgH="330120" progId="Equation.DSMT4">
                  <p:embed/>
                  <p:pic>
                    <p:nvPicPr>
                      <p:cNvPr id="100366" name="Object 14">
                        <a:extLst>
                          <a:ext uri="{FF2B5EF4-FFF2-40B4-BE49-F238E27FC236}">
                            <a16:creationId xmlns:a16="http://schemas.microsoft.com/office/drawing/2014/main" id="{43A09153-6691-4371-A600-46738D2D97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201" y="1168562"/>
                        <a:ext cx="711000" cy="33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7" name="Text Box 15">
            <a:extLst>
              <a:ext uri="{FF2B5EF4-FFF2-40B4-BE49-F238E27FC236}">
                <a16:creationId xmlns:a16="http://schemas.microsoft.com/office/drawing/2014/main" id="{2BA8502C-5193-4E51-BEB6-E3E1F13C0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42" y="593486"/>
            <a:ext cx="4857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称</a:t>
            </a:r>
          </a:p>
        </p:txBody>
      </p:sp>
      <p:graphicFrame>
        <p:nvGraphicFramePr>
          <p:cNvPr id="100372" name="Object 20">
            <a:extLst>
              <a:ext uri="{FF2B5EF4-FFF2-40B4-BE49-F238E27FC236}">
                <a16:creationId xmlns:a16="http://schemas.microsoft.com/office/drawing/2014/main" id="{6019002A-D8B2-4C1A-8195-13F10A006B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664514"/>
              </p:ext>
            </p:extLst>
          </p:nvPr>
        </p:nvGraphicFramePr>
        <p:xfrm>
          <a:off x="2442911" y="2174788"/>
          <a:ext cx="163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8" name="MathType 5.0 Equation" r:id="rId12" imgW="1638000" imgH="342720" progId="Equation.DSMT4">
                  <p:embed/>
                </p:oleObj>
              </mc:Choice>
              <mc:Fallback>
                <p:oleObj name="MathType 5.0 Equation" r:id="rId12" imgW="1638000" imgH="342720" progId="Equation.DSMT4">
                  <p:embed/>
                  <p:pic>
                    <p:nvPicPr>
                      <p:cNvPr id="100372" name="Object 20">
                        <a:extLst>
                          <a:ext uri="{FF2B5EF4-FFF2-40B4-BE49-F238E27FC236}">
                            <a16:creationId xmlns:a16="http://schemas.microsoft.com/office/drawing/2014/main" id="{6019002A-D8B2-4C1A-8195-13F10A006B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911" y="2174788"/>
                        <a:ext cx="1638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3" name="Text Box 21">
            <a:extLst>
              <a:ext uri="{FF2B5EF4-FFF2-40B4-BE49-F238E27FC236}">
                <a16:creationId xmlns:a16="http://schemas.microsoft.com/office/drawing/2014/main" id="{EEF6C80A-7102-4A34-8F2E-040271EE2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6864" y="2636998"/>
            <a:ext cx="11304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称为量</a:t>
            </a:r>
            <a:endParaRPr lang="zh-CN" altLang="en-US" sz="2400" b="1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sp>
        <p:nvSpPr>
          <p:cNvPr id="100376" name="Text Box 24">
            <a:extLst>
              <a:ext uri="{FF2B5EF4-FFF2-40B4-BE49-F238E27FC236}">
                <a16:creationId xmlns:a16="http://schemas.microsoft.com/office/drawing/2014/main" id="{380A3EB5-0561-4D7F-990A-04474F71F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19" y="3232429"/>
            <a:ext cx="7248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(3)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1298" name="Text Box 15">
            <a:extLst>
              <a:ext uri="{FF2B5EF4-FFF2-40B4-BE49-F238E27FC236}">
                <a16:creationId xmlns:a16="http://schemas.microsoft.com/office/drawing/2014/main" id="{02041F83-3E75-4D15-B7F3-7465F4E0D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526" y="123478"/>
            <a:ext cx="56709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用定积分来计算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计算步骤如下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: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465A53-C370-42BB-8BC7-CA50215CC82D}"/>
              </a:ext>
            </a:extLst>
          </p:cNvPr>
          <p:cNvGrpSpPr/>
          <p:nvPr/>
        </p:nvGrpSpPr>
        <p:grpSpPr>
          <a:xfrm>
            <a:off x="1550026" y="1648439"/>
            <a:ext cx="3813886" cy="461665"/>
            <a:chOff x="1666454" y="2355571"/>
            <a:chExt cx="4947894" cy="615553"/>
          </a:xfrm>
        </p:grpSpPr>
        <p:graphicFrame>
          <p:nvGraphicFramePr>
            <p:cNvPr id="100368" name="Object 16">
              <a:extLst>
                <a:ext uri="{FF2B5EF4-FFF2-40B4-BE49-F238E27FC236}">
                  <a16:creationId xmlns:a16="http://schemas.microsoft.com/office/drawing/2014/main" id="{3F29F849-C1E0-45D3-B1F3-EC451C577F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3338477"/>
                </p:ext>
              </p:extLst>
            </p:nvPr>
          </p:nvGraphicFramePr>
          <p:xfrm>
            <a:off x="4950253" y="2476916"/>
            <a:ext cx="1664095" cy="440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9" name="MathType 5.0 Equation" r:id="rId14" imgW="1282680" imgH="330120" progId="Equation.DSMT4">
                    <p:embed/>
                  </p:oleObj>
                </mc:Choice>
                <mc:Fallback>
                  <p:oleObj name="MathType 5.0 Equation" r:id="rId14" imgW="1282680" imgH="330120" progId="Equation.DSMT4">
                    <p:embed/>
                    <p:pic>
                      <p:nvPicPr>
                        <p:cNvPr id="100368" name="Object 16">
                          <a:extLst>
                            <a:ext uri="{FF2B5EF4-FFF2-40B4-BE49-F238E27FC236}">
                              <a16:creationId xmlns:a16="http://schemas.microsoft.com/office/drawing/2014/main" id="{3F29F849-C1E0-45D3-B1F3-EC451C577F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0253" y="2476916"/>
                          <a:ext cx="1664095" cy="440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id="{0A5ACDAA-E917-449C-B078-0D903A540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9189" y="2355571"/>
              <a:ext cx="2796202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内任取小区间</a:t>
              </a:r>
            </a:p>
          </p:txBody>
        </p:sp>
        <p:graphicFrame>
          <p:nvGraphicFramePr>
            <p:cNvPr id="30" name="Object 14">
              <a:extLst>
                <a:ext uri="{FF2B5EF4-FFF2-40B4-BE49-F238E27FC236}">
                  <a16:creationId xmlns:a16="http://schemas.microsoft.com/office/drawing/2014/main" id="{BCB17215-65E8-443D-9EB6-9AED6CAEB3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9813878"/>
                </p:ext>
              </p:extLst>
            </p:nvPr>
          </p:nvGraphicFramePr>
          <p:xfrm>
            <a:off x="1666454" y="2467466"/>
            <a:ext cx="823394" cy="440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80" name="MathType 6.0 Equation" r:id="rId16" imgW="634680" imgH="330120" progId="Equation.DSMT4">
                    <p:embed/>
                  </p:oleObj>
                </mc:Choice>
                <mc:Fallback>
                  <p:oleObj name="MathType 6.0 Equation" r:id="rId16" imgW="634680" imgH="330120" progId="Equation.DSMT4">
                    <p:embed/>
                    <p:pic>
                      <p:nvPicPr>
                        <p:cNvPr id="30" name="Object 14">
                          <a:extLst>
                            <a:ext uri="{FF2B5EF4-FFF2-40B4-BE49-F238E27FC236}">
                              <a16:creationId xmlns:a16="http://schemas.microsoft.com/office/drawing/2014/main" id="{BCB17215-65E8-443D-9EB6-9AED6CAEB3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454" y="2467466"/>
                          <a:ext cx="823394" cy="440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20">
            <a:extLst>
              <a:ext uri="{FF2B5EF4-FFF2-40B4-BE49-F238E27FC236}">
                <a16:creationId xmlns:a16="http://schemas.microsoft.com/office/drawing/2014/main" id="{33240691-02FE-4216-B108-C03395A08A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004655"/>
              </p:ext>
            </p:extLst>
          </p:nvPr>
        </p:nvGraphicFramePr>
        <p:xfrm>
          <a:off x="4101849" y="2166851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1" name="MathType 6.0 Equation" r:id="rId18" imgW="647640" imgH="342720" progId="Equation.DSMT4">
                  <p:embed/>
                </p:oleObj>
              </mc:Choice>
              <mc:Fallback>
                <p:oleObj name="MathType 6.0 Equation" r:id="rId18" imgW="647640" imgH="342720" progId="Equation.DSMT4">
                  <p:embed/>
                  <p:pic>
                    <p:nvPicPr>
                      <p:cNvPr id="31" name="Object 20">
                        <a:extLst>
                          <a:ext uri="{FF2B5EF4-FFF2-40B4-BE49-F238E27FC236}">
                            <a16:creationId xmlns:a16="http://schemas.microsoft.com/office/drawing/2014/main" id="{33240691-02FE-4216-B108-C03395A08A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1849" y="2166851"/>
                        <a:ext cx="647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4E22416D-CED4-4DC9-83C8-6F690DAA8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154671"/>
              </p:ext>
            </p:extLst>
          </p:nvPr>
        </p:nvGraphicFramePr>
        <p:xfrm>
          <a:off x="1503295" y="221284"/>
          <a:ext cx="254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" name="Equation" r:id="rId20" imgW="253800" imgH="342720" progId="Equation.DSMT4">
                  <p:embed/>
                </p:oleObj>
              </mc:Choice>
              <mc:Fallback>
                <p:oleObj name="Equation" r:id="rId20" imgW="253800" imgH="34272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B7955B1A-EE25-4223-9483-0EC36C1A7C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295" y="221284"/>
                        <a:ext cx="254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1">
            <a:extLst>
              <a:ext uri="{FF2B5EF4-FFF2-40B4-BE49-F238E27FC236}">
                <a16:creationId xmlns:a16="http://schemas.microsoft.com/office/drawing/2014/main" id="{E67A3212-EAA7-40A8-B4C5-78DE8AC7E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317" y="2613659"/>
            <a:ext cx="11304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元素</a:t>
            </a: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96E01D42-CF99-4099-834E-64131D2E1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394107"/>
              </p:ext>
            </p:extLst>
          </p:nvPr>
        </p:nvGraphicFramePr>
        <p:xfrm>
          <a:off x="5896912" y="2710144"/>
          <a:ext cx="2540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" name="MathType 6.0 Equation" r:id="rId22" imgW="253800" imgH="342720" progId="Equation.DSMT4">
                  <p:embed/>
                </p:oleObj>
              </mc:Choice>
              <mc:Fallback>
                <p:oleObj name="MathType 6.0 Equation" r:id="rId22" imgW="253800" imgH="342720" progId="Equation.DSMT4">
                  <p:embed/>
                  <p:pic>
                    <p:nvPicPr>
                      <p:cNvPr id="100375" name="Object 23">
                        <a:extLst>
                          <a:ext uri="{FF2B5EF4-FFF2-40B4-BE49-F238E27FC236}">
                            <a16:creationId xmlns:a16="http://schemas.microsoft.com/office/drawing/2014/main" id="{2AC6B2C7-5E22-42B0-904F-3B93581B65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6912" y="2710144"/>
                        <a:ext cx="2540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225CC168-3658-4838-BED4-AD50AE6CDDE0}"/>
              </a:ext>
            </a:extLst>
          </p:cNvPr>
          <p:cNvGrpSpPr/>
          <p:nvPr/>
        </p:nvGrpSpPr>
        <p:grpSpPr>
          <a:xfrm>
            <a:off x="494705" y="4317105"/>
            <a:ext cx="6944281" cy="473190"/>
            <a:chOff x="539552" y="4593051"/>
            <a:chExt cx="6944281" cy="473190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9D02EF-80EB-489E-875D-4083D3CCF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4593051"/>
              <a:ext cx="34339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latin typeface="+mj-ea"/>
                  <a:ea typeface="+mj-ea"/>
                </a:rPr>
                <a:t>元素的几何形状常取为</a:t>
              </a:r>
              <a:r>
                <a:rPr lang="en-US" altLang="zh-CN" sz="2400" b="1" dirty="0">
                  <a:latin typeface="+mj-ea"/>
                  <a:ea typeface="+mj-ea"/>
                </a:rPr>
                <a:t>: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E82D6AF-D91A-4631-89ED-EC4526240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5691" y="4604576"/>
              <a:ext cx="37481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0" hangingPunct="0"/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条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  <a:ea typeface="+mj-ea"/>
                </a:rPr>
                <a:t>,</a:t>
              </a:r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带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  <a:ea typeface="+mj-ea"/>
                </a:rPr>
                <a:t>,</a:t>
              </a:r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段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  <a:ea typeface="+mj-ea"/>
                </a:rPr>
                <a:t>,</a:t>
              </a:r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环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  <a:ea typeface="+mj-ea"/>
                </a:rPr>
                <a:t>,</a:t>
              </a:r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扇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  <a:ea typeface="+mj-ea"/>
                </a:rPr>
                <a:t>,</a:t>
              </a:r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片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  <a:ea typeface="+mj-ea"/>
                </a:rPr>
                <a:t>,</a:t>
              </a:r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壳</a:t>
              </a:r>
              <a:r>
                <a:rPr lang="zh-CN" altLang="en-US" sz="2400" b="1" dirty="0">
                  <a:latin typeface="+mj-ea"/>
                  <a:ea typeface="+mj-ea"/>
                </a:rPr>
                <a:t>等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00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0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0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utoUpdateAnimBg="0"/>
      <p:bldP spid="100355" grpId="0" autoUpdateAnimBg="0"/>
      <p:bldP spid="100356" grpId="0" autoUpdateAnimBg="0"/>
      <p:bldP spid="100360" grpId="0" autoUpdateAnimBg="0"/>
      <p:bldP spid="100363" grpId="0" build="p" autoUpdateAnimBg="0" advAuto="0"/>
      <p:bldP spid="100367" grpId="0"/>
      <p:bldP spid="100373" grpId="0"/>
      <p:bldP spid="100376" grpId="0" autoUpdateAnimBg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056D3404-C127-4294-BF09-D89F49AB4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059582"/>
            <a:ext cx="2592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利用元素法解决：</a:t>
            </a:r>
            <a:endParaRPr kumimoji="1" lang="en-US" altLang="zh-CN" sz="2400" b="1" dirty="0">
              <a:solidFill>
                <a:srgbClr val="3366FF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979AE292-F6D9-48FA-AC33-BEBB36578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1707654"/>
            <a:ext cx="36724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定积分在几何学上的应用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827FD502-B152-431F-8E52-CC60506C6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2283718"/>
            <a:ext cx="37444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定积分在物理学上的应用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517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315</Words>
  <Application>Microsoft Office PowerPoint</Application>
  <PresentationFormat>全屏显示(16:9)</PresentationFormat>
  <Paragraphs>77</Paragraphs>
  <Slides>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等线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Microsoft 公式 3.0 中文版</vt:lpstr>
      <vt:lpstr>Equation</vt:lpstr>
      <vt:lpstr>MathType 6.0 Equation</vt:lpstr>
      <vt:lpstr>MathType 5.0 Equation</vt:lpstr>
      <vt:lpstr>PowerPoint 演示文稿</vt:lpstr>
      <vt:lpstr>PowerPoint 演示文稿</vt:lpstr>
      <vt:lpstr>3)求和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105</cp:revision>
  <cp:lastPrinted>2019-07-11T02:34:24Z</cp:lastPrinted>
  <dcterms:created xsi:type="dcterms:W3CDTF">2018-09-27T06:48:14Z</dcterms:created>
  <dcterms:modified xsi:type="dcterms:W3CDTF">2023-12-10T13:59:49Z</dcterms:modified>
</cp:coreProperties>
</file>