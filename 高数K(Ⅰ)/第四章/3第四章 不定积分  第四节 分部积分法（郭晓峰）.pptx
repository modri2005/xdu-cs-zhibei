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56" r:id="rId2"/>
    <p:sldId id="301" r:id="rId3"/>
    <p:sldId id="302" r:id="rId4"/>
    <p:sldId id="303" r:id="rId5"/>
    <p:sldId id="304" r:id="rId6"/>
    <p:sldId id="305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06" r:id="rId16"/>
    <p:sldId id="318" r:id="rId17"/>
    <p:sldId id="316" r:id="rId18"/>
    <p:sldId id="319" r:id="rId19"/>
    <p:sldId id="325" r:id="rId20"/>
    <p:sldId id="326" r:id="rId21"/>
    <p:sldId id="320" r:id="rId22"/>
    <p:sldId id="328" r:id="rId23"/>
    <p:sldId id="322" r:id="rId24"/>
    <p:sldId id="323" r:id="rId25"/>
    <p:sldId id="324" r:id="rId26"/>
    <p:sldId id="330" r:id="rId27"/>
    <p:sldId id="331" r:id="rId28"/>
    <p:sldId id="335" r:id="rId29"/>
    <p:sldId id="336" r:id="rId30"/>
    <p:sldId id="337" r:id="rId31"/>
    <p:sldId id="341" r:id="rId32"/>
    <p:sldId id="339" r:id="rId33"/>
    <p:sldId id="340" r:id="rId34"/>
    <p:sldId id="329" r:id="rId35"/>
    <p:sldId id="388" r:id="rId36"/>
    <p:sldId id="637" r:id="rId37"/>
    <p:sldId id="376" r:id="rId38"/>
    <p:sldId id="639" r:id="rId39"/>
    <p:sldId id="366" r:id="rId40"/>
    <p:sldId id="641" r:id="rId41"/>
    <p:sldId id="385" r:id="rId42"/>
    <p:sldId id="389" r:id="rId43"/>
    <p:sldId id="635" r:id="rId44"/>
    <p:sldId id="299" r:id="rId4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7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FF"/>
    <a:srgbClr val="FF3200"/>
    <a:srgbClr val="0000FF"/>
    <a:srgbClr val="FFC864"/>
    <a:srgbClr val="FFFFC8"/>
    <a:srgbClr val="FF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5401" autoAdjust="0"/>
  </p:normalViewPr>
  <p:slideViewPr>
    <p:cSldViewPr>
      <p:cViewPr varScale="1">
        <p:scale>
          <a:sx n="135" d="100"/>
          <a:sy n="135" d="100"/>
        </p:scale>
        <p:origin x="120" y="180"/>
      </p:cViewPr>
      <p:guideLst>
        <p:guide orient="horz" pos="257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9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14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12" Type="http://schemas.openxmlformats.org/officeDocument/2006/relationships/image" Target="../media/image30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6" Type="http://schemas.openxmlformats.org/officeDocument/2006/relationships/image" Target="../media/image24.wmf"/><Relationship Id="rId11" Type="http://schemas.openxmlformats.org/officeDocument/2006/relationships/image" Target="../media/image29.wmf"/><Relationship Id="rId5" Type="http://schemas.openxmlformats.org/officeDocument/2006/relationships/image" Target="../media/image23.wmf"/><Relationship Id="rId10" Type="http://schemas.openxmlformats.org/officeDocument/2006/relationships/image" Target="../media/image28.wmf"/><Relationship Id="rId4" Type="http://schemas.openxmlformats.org/officeDocument/2006/relationships/image" Target="../media/image22.wmf"/><Relationship Id="rId9" Type="http://schemas.openxmlformats.org/officeDocument/2006/relationships/image" Target="../media/image27.wmf"/><Relationship Id="rId14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30.w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12" Type="http://schemas.openxmlformats.org/officeDocument/2006/relationships/image" Target="../media/image42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11" Type="http://schemas.openxmlformats.org/officeDocument/2006/relationships/image" Target="../media/image19.wmf"/><Relationship Id="rId5" Type="http://schemas.openxmlformats.org/officeDocument/2006/relationships/image" Target="../media/image36.wmf"/><Relationship Id="rId10" Type="http://schemas.openxmlformats.org/officeDocument/2006/relationships/image" Target="../media/image41.wmf"/><Relationship Id="rId4" Type="http://schemas.openxmlformats.org/officeDocument/2006/relationships/image" Target="../media/image35.wmf"/><Relationship Id="rId9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3" Type="http://schemas.openxmlformats.org/officeDocument/2006/relationships/image" Target="../media/image45.wmf"/><Relationship Id="rId7" Type="http://schemas.openxmlformats.org/officeDocument/2006/relationships/image" Target="../media/image49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Relationship Id="rId9" Type="http://schemas.openxmlformats.org/officeDocument/2006/relationships/image" Target="../media/image3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2" Type="http://schemas.openxmlformats.org/officeDocument/2006/relationships/image" Target="../media/image30.wmf"/><Relationship Id="rId1" Type="http://schemas.openxmlformats.org/officeDocument/2006/relationships/image" Target="../media/image51.wmf"/><Relationship Id="rId5" Type="http://schemas.openxmlformats.org/officeDocument/2006/relationships/image" Target="../media/image54.wmf"/><Relationship Id="rId4" Type="http://schemas.openxmlformats.org/officeDocument/2006/relationships/image" Target="../media/image53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image" Target="../media/image30.wmf"/><Relationship Id="rId7" Type="http://schemas.openxmlformats.org/officeDocument/2006/relationships/image" Target="../media/image60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5" Type="http://schemas.openxmlformats.org/officeDocument/2006/relationships/image" Target="../media/image66.wmf"/><Relationship Id="rId4" Type="http://schemas.openxmlformats.org/officeDocument/2006/relationships/image" Target="../media/image6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image" Target="../media/image69.wmf"/><Relationship Id="rId7" Type="http://schemas.openxmlformats.org/officeDocument/2006/relationships/image" Target="../media/image73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Relationship Id="rId6" Type="http://schemas.openxmlformats.org/officeDocument/2006/relationships/image" Target="../media/image72.wmf"/><Relationship Id="rId5" Type="http://schemas.openxmlformats.org/officeDocument/2006/relationships/image" Target="../media/image71.wmf"/><Relationship Id="rId10" Type="http://schemas.openxmlformats.org/officeDocument/2006/relationships/image" Target="../media/image76.wmf"/><Relationship Id="rId4" Type="http://schemas.openxmlformats.org/officeDocument/2006/relationships/image" Target="../media/image70.wmf"/><Relationship Id="rId9" Type="http://schemas.openxmlformats.org/officeDocument/2006/relationships/image" Target="../media/image75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11" Type="http://schemas.openxmlformats.org/officeDocument/2006/relationships/image" Target="../media/image87.wmf"/><Relationship Id="rId5" Type="http://schemas.openxmlformats.org/officeDocument/2006/relationships/image" Target="../media/image81.wmf"/><Relationship Id="rId10" Type="http://schemas.openxmlformats.org/officeDocument/2006/relationships/image" Target="../media/image86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image" Target="../media/image100.wmf"/><Relationship Id="rId3" Type="http://schemas.openxmlformats.org/officeDocument/2006/relationships/image" Target="../media/image90.wmf"/><Relationship Id="rId7" Type="http://schemas.openxmlformats.org/officeDocument/2006/relationships/image" Target="../media/image94.wmf"/><Relationship Id="rId12" Type="http://schemas.openxmlformats.org/officeDocument/2006/relationships/image" Target="../media/image99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11" Type="http://schemas.openxmlformats.org/officeDocument/2006/relationships/image" Target="../media/image98.wmf"/><Relationship Id="rId5" Type="http://schemas.openxmlformats.org/officeDocument/2006/relationships/image" Target="../media/image92.wmf"/><Relationship Id="rId15" Type="http://schemas.openxmlformats.org/officeDocument/2006/relationships/image" Target="../media/image102.wmf"/><Relationship Id="rId10" Type="http://schemas.openxmlformats.org/officeDocument/2006/relationships/image" Target="../media/image97.wmf"/><Relationship Id="rId4" Type="http://schemas.openxmlformats.org/officeDocument/2006/relationships/image" Target="../media/image91.wmf"/><Relationship Id="rId9" Type="http://schemas.openxmlformats.org/officeDocument/2006/relationships/image" Target="../media/image96.wmf"/><Relationship Id="rId14" Type="http://schemas.openxmlformats.org/officeDocument/2006/relationships/image" Target="../media/image101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Relationship Id="rId4" Type="http://schemas.openxmlformats.org/officeDocument/2006/relationships/image" Target="../media/image106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image" Target="../media/image119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12" Type="http://schemas.openxmlformats.org/officeDocument/2006/relationships/image" Target="../media/image118.wmf"/><Relationship Id="rId17" Type="http://schemas.openxmlformats.org/officeDocument/2006/relationships/image" Target="../media/image123.wmf"/><Relationship Id="rId2" Type="http://schemas.openxmlformats.org/officeDocument/2006/relationships/image" Target="../media/image108.wmf"/><Relationship Id="rId16" Type="http://schemas.openxmlformats.org/officeDocument/2006/relationships/image" Target="../media/image122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11" Type="http://schemas.openxmlformats.org/officeDocument/2006/relationships/image" Target="../media/image117.wmf"/><Relationship Id="rId5" Type="http://schemas.openxmlformats.org/officeDocument/2006/relationships/image" Target="../media/image111.wmf"/><Relationship Id="rId15" Type="http://schemas.openxmlformats.org/officeDocument/2006/relationships/image" Target="../media/image121.wmf"/><Relationship Id="rId10" Type="http://schemas.openxmlformats.org/officeDocument/2006/relationships/image" Target="../media/image116.wmf"/><Relationship Id="rId4" Type="http://schemas.openxmlformats.org/officeDocument/2006/relationships/image" Target="../media/image110.wmf"/><Relationship Id="rId9" Type="http://schemas.openxmlformats.org/officeDocument/2006/relationships/image" Target="../media/image115.wmf"/><Relationship Id="rId14" Type="http://schemas.openxmlformats.org/officeDocument/2006/relationships/image" Target="../media/image12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13" Type="http://schemas.openxmlformats.org/officeDocument/2006/relationships/image" Target="../media/image136.wmf"/><Relationship Id="rId3" Type="http://schemas.openxmlformats.org/officeDocument/2006/relationships/image" Target="../media/image126.wmf"/><Relationship Id="rId7" Type="http://schemas.openxmlformats.org/officeDocument/2006/relationships/image" Target="../media/image130.wmf"/><Relationship Id="rId12" Type="http://schemas.openxmlformats.org/officeDocument/2006/relationships/image" Target="../media/image135.wmf"/><Relationship Id="rId2" Type="http://schemas.openxmlformats.org/officeDocument/2006/relationships/image" Target="../media/image125.w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11" Type="http://schemas.openxmlformats.org/officeDocument/2006/relationships/image" Target="../media/image134.wmf"/><Relationship Id="rId5" Type="http://schemas.openxmlformats.org/officeDocument/2006/relationships/image" Target="../media/image128.wmf"/><Relationship Id="rId15" Type="http://schemas.openxmlformats.org/officeDocument/2006/relationships/image" Target="../media/image138.wmf"/><Relationship Id="rId10" Type="http://schemas.openxmlformats.org/officeDocument/2006/relationships/image" Target="../media/image133.wmf"/><Relationship Id="rId4" Type="http://schemas.openxmlformats.org/officeDocument/2006/relationships/image" Target="../media/image127.wmf"/><Relationship Id="rId9" Type="http://schemas.openxmlformats.org/officeDocument/2006/relationships/image" Target="../media/image132.wmf"/><Relationship Id="rId14" Type="http://schemas.openxmlformats.org/officeDocument/2006/relationships/image" Target="../media/image137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image" Target="../media/image151.wmf"/><Relationship Id="rId3" Type="http://schemas.openxmlformats.org/officeDocument/2006/relationships/image" Target="../media/image141.wmf"/><Relationship Id="rId7" Type="http://schemas.openxmlformats.org/officeDocument/2006/relationships/image" Target="../media/image145.wmf"/><Relationship Id="rId12" Type="http://schemas.openxmlformats.org/officeDocument/2006/relationships/image" Target="../media/image150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Relationship Id="rId6" Type="http://schemas.openxmlformats.org/officeDocument/2006/relationships/image" Target="../media/image144.wmf"/><Relationship Id="rId11" Type="http://schemas.openxmlformats.org/officeDocument/2006/relationships/image" Target="../media/image149.wmf"/><Relationship Id="rId5" Type="http://schemas.openxmlformats.org/officeDocument/2006/relationships/image" Target="../media/image143.wmf"/><Relationship Id="rId10" Type="http://schemas.openxmlformats.org/officeDocument/2006/relationships/image" Target="../media/image148.wmf"/><Relationship Id="rId4" Type="http://schemas.openxmlformats.org/officeDocument/2006/relationships/image" Target="../media/image142.wmf"/><Relationship Id="rId9" Type="http://schemas.openxmlformats.org/officeDocument/2006/relationships/image" Target="../media/image147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wmf"/><Relationship Id="rId13" Type="http://schemas.openxmlformats.org/officeDocument/2006/relationships/image" Target="../media/image164.wmf"/><Relationship Id="rId3" Type="http://schemas.openxmlformats.org/officeDocument/2006/relationships/image" Target="../media/image154.wmf"/><Relationship Id="rId7" Type="http://schemas.openxmlformats.org/officeDocument/2006/relationships/image" Target="../media/image158.wmf"/><Relationship Id="rId12" Type="http://schemas.openxmlformats.org/officeDocument/2006/relationships/image" Target="../media/image163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57.wmf"/><Relationship Id="rId11" Type="http://schemas.openxmlformats.org/officeDocument/2006/relationships/image" Target="../media/image162.wmf"/><Relationship Id="rId5" Type="http://schemas.openxmlformats.org/officeDocument/2006/relationships/image" Target="../media/image156.wmf"/><Relationship Id="rId10" Type="http://schemas.openxmlformats.org/officeDocument/2006/relationships/image" Target="../media/image161.wmf"/><Relationship Id="rId4" Type="http://schemas.openxmlformats.org/officeDocument/2006/relationships/image" Target="../media/image155.wmf"/><Relationship Id="rId9" Type="http://schemas.openxmlformats.org/officeDocument/2006/relationships/image" Target="../media/image160.wmf"/><Relationship Id="rId14" Type="http://schemas.openxmlformats.org/officeDocument/2006/relationships/image" Target="../media/image165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image" Target="../media/image178.wmf"/><Relationship Id="rId3" Type="http://schemas.openxmlformats.org/officeDocument/2006/relationships/image" Target="../media/image168.wmf"/><Relationship Id="rId7" Type="http://schemas.openxmlformats.org/officeDocument/2006/relationships/image" Target="../media/image172.wmf"/><Relationship Id="rId12" Type="http://schemas.openxmlformats.org/officeDocument/2006/relationships/image" Target="../media/image177.wmf"/><Relationship Id="rId2" Type="http://schemas.openxmlformats.org/officeDocument/2006/relationships/image" Target="../media/image167.wmf"/><Relationship Id="rId1" Type="http://schemas.openxmlformats.org/officeDocument/2006/relationships/image" Target="../media/image166.wmf"/><Relationship Id="rId6" Type="http://schemas.openxmlformats.org/officeDocument/2006/relationships/image" Target="../media/image171.wmf"/><Relationship Id="rId11" Type="http://schemas.openxmlformats.org/officeDocument/2006/relationships/image" Target="../media/image176.wmf"/><Relationship Id="rId5" Type="http://schemas.openxmlformats.org/officeDocument/2006/relationships/image" Target="../media/image170.wmf"/><Relationship Id="rId10" Type="http://schemas.openxmlformats.org/officeDocument/2006/relationships/image" Target="../media/image175.wmf"/><Relationship Id="rId4" Type="http://schemas.openxmlformats.org/officeDocument/2006/relationships/image" Target="../media/image169.wmf"/><Relationship Id="rId9" Type="http://schemas.openxmlformats.org/officeDocument/2006/relationships/image" Target="../media/image174.wmf"/><Relationship Id="rId14" Type="http://schemas.openxmlformats.org/officeDocument/2006/relationships/image" Target="../media/image179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wmf"/><Relationship Id="rId13" Type="http://schemas.openxmlformats.org/officeDocument/2006/relationships/image" Target="../media/image192.wmf"/><Relationship Id="rId3" Type="http://schemas.openxmlformats.org/officeDocument/2006/relationships/image" Target="../media/image182.wmf"/><Relationship Id="rId7" Type="http://schemas.openxmlformats.org/officeDocument/2006/relationships/image" Target="../media/image186.wmf"/><Relationship Id="rId12" Type="http://schemas.openxmlformats.org/officeDocument/2006/relationships/image" Target="../media/image191.wmf"/><Relationship Id="rId2" Type="http://schemas.openxmlformats.org/officeDocument/2006/relationships/image" Target="../media/image181.wmf"/><Relationship Id="rId1" Type="http://schemas.openxmlformats.org/officeDocument/2006/relationships/image" Target="../media/image180.wmf"/><Relationship Id="rId6" Type="http://schemas.openxmlformats.org/officeDocument/2006/relationships/image" Target="../media/image185.wmf"/><Relationship Id="rId11" Type="http://schemas.openxmlformats.org/officeDocument/2006/relationships/image" Target="../media/image190.wmf"/><Relationship Id="rId5" Type="http://schemas.openxmlformats.org/officeDocument/2006/relationships/image" Target="../media/image184.wmf"/><Relationship Id="rId10" Type="http://schemas.openxmlformats.org/officeDocument/2006/relationships/image" Target="../media/image189.wmf"/><Relationship Id="rId4" Type="http://schemas.openxmlformats.org/officeDocument/2006/relationships/image" Target="../media/image183.wmf"/><Relationship Id="rId9" Type="http://schemas.openxmlformats.org/officeDocument/2006/relationships/image" Target="../media/image188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image" Target="../media/image195.wmf"/><Relationship Id="rId7" Type="http://schemas.openxmlformats.org/officeDocument/2006/relationships/image" Target="../media/image199.wmf"/><Relationship Id="rId12" Type="http://schemas.openxmlformats.org/officeDocument/2006/relationships/image" Target="../media/image204.wmf"/><Relationship Id="rId2" Type="http://schemas.openxmlformats.org/officeDocument/2006/relationships/image" Target="../media/image194.wmf"/><Relationship Id="rId1" Type="http://schemas.openxmlformats.org/officeDocument/2006/relationships/image" Target="../media/image193.wmf"/><Relationship Id="rId6" Type="http://schemas.openxmlformats.org/officeDocument/2006/relationships/image" Target="../media/image198.wmf"/><Relationship Id="rId11" Type="http://schemas.openxmlformats.org/officeDocument/2006/relationships/image" Target="../media/image203.wmf"/><Relationship Id="rId5" Type="http://schemas.openxmlformats.org/officeDocument/2006/relationships/image" Target="../media/image197.wmf"/><Relationship Id="rId10" Type="http://schemas.openxmlformats.org/officeDocument/2006/relationships/image" Target="../media/image202.wmf"/><Relationship Id="rId4" Type="http://schemas.openxmlformats.org/officeDocument/2006/relationships/image" Target="../media/image196.wmf"/><Relationship Id="rId9" Type="http://schemas.openxmlformats.org/officeDocument/2006/relationships/image" Target="../media/image20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wmf"/><Relationship Id="rId3" Type="http://schemas.openxmlformats.org/officeDocument/2006/relationships/image" Target="../media/image207.wmf"/><Relationship Id="rId7" Type="http://schemas.openxmlformats.org/officeDocument/2006/relationships/image" Target="../media/image211.wmf"/><Relationship Id="rId2" Type="http://schemas.openxmlformats.org/officeDocument/2006/relationships/image" Target="../media/image206.wmf"/><Relationship Id="rId1" Type="http://schemas.openxmlformats.org/officeDocument/2006/relationships/image" Target="../media/image205.wmf"/><Relationship Id="rId6" Type="http://schemas.openxmlformats.org/officeDocument/2006/relationships/image" Target="../media/image210.wmf"/><Relationship Id="rId11" Type="http://schemas.openxmlformats.org/officeDocument/2006/relationships/image" Target="../media/image215.wmf"/><Relationship Id="rId5" Type="http://schemas.openxmlformats.org/officeDocument/2006/relationships/image" Target="../media/image209.wmf"/><Relationship Id="rId10" Type="http://schemas.openxmlformats.org/officeDocument/2006/relationships/image" Target="../media/image214.wmf"/><Relationship Id="rId4" Type="http://schemas.openxmlformats.org/officeDocument/2006/relationships/image" Target="../media/image208.wmf"/><Relationship Id="rId9" Type="http://schemas.openxmlformats.org/officeDocument/2006/relationships/image" Target="../media/image213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wmf"/><Relationship Id="rId13" Type="http://schemas.openxmlformats.org/officeDocument/2006/relationships/image" Target="../media/image228.wmf"/><Relationship Id="rId3" Type="http://schemas.openxmlformats.org/officeDocument/2006/relationships/image" Target="../media/image218.wmf"/><Relationship Id="rId7" Type="http://schemas.openxmlformats.org/officeDocument/2006/relationships/image" Target="../media/image222.wmf"/><Relationship Id="rId12" Type="http://schemas.openxmlformats.org/officeDocument/2006/relationships/image" Target="../media/image227.wmf"/><Relationship Id="rId2" Type="http://schemas.openxmlformats.org/officeDocument/2006/relationships/image" Target="../media/image217.wmf"/><Relationship Id="rId1" Type="http://schemas.openxmlformats.org/officeDocument/2006/relationships/image" Target="../media/image216.wmf"/><Relationship Id="rId6" Type="http://schemas.openxmlformats.org/officeDocument/2006/relationships/image" Target="../media/image221.wmf"/><Relationship Id="rId11" Type="http://schemas.openxmlformats.org/officeDocument/2006/relationships/image" Target="../media/image226.wmf"/><Relationship Id="rId5" Type="http://schemas.openxmlformats.org/officeDocument/2006/relationships/image" Target="../media/image220.wmf"/><Relationship Id="rId15" Type="http://schemas.openxmlformats.org/officeDocument/2006/relationships/image" Target="../media/image230.wmf"/><Relationship Id="rId10" Type="http://schemas.openxmlformats.org/officeDocument/2006/relationships/image" Target="../media/image225.wmf"/><Relationship Id="rId4" Type="http://schemas.openxmlformats.org/officeDocument/2006/relationships/image" Target="../media/image219.wmf"/><Relationship Id="rId9" Type="http://schemas.openxmlformats.org/officeDocument/2006/relationships/image" Target="../media/image224.wmf"/><Relationship Id="rId14" Type="http://schemas.openxmlformats.org/officeDocument/2006/relationships/image" Target="../media/image229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8.wmf"/><Relationship Id="rId3" Type="http://schemas.openxmlformats.org/officeDocument/2006/relationships/image" Target="../media/image233.wmf"/><Relationship Id="rId7" Type="http://schemas.openxmlformats.org/officeDocument/2006/relationships/image" Target="../media/image237.wmf"/><Relationship Id="rId2" Type="http://schemas.openxmlformats.org/officeDocument/2006/relationships/image" Target="../media/image232.wmf"/><Relationship Id="rId1" Type="http://schemas.openxmlformats.org/officeDocument/2006/relationships/image" Target="../media/image231.wmf"/><Relationship Id="rId6" Type="http://schemas.openxmlformats.org/officeDocument/2006/relationships/image" Target="../media/image236.wmf"/><Relationship Id="rId11" Type="http://schemas.openxmlformats.org/officeDocument/2006/relationships/image" Target="../media/image241.wmf"/><Relationship Id="rId5" Type="http://schemas.openxmlformats.org/officeDocument/2006/relationships/image" Target="../media/image235.wmf"/><Relationship Id="rId10" Type="http://schemas.openxmlformats.org/officeDocument/2006/relationships/image" Target="../media/image240.wmf"/><Relationship Id="rId4" Type="http://schemas.openxmlformats.org/officeDocument/2006/relationships/image" Target="../media/image234.wmf"/><Relationship Id="rId9" Type="http://schemas.openxmlformats.org/officeDocument/2006/relationships/image" Target="../media/image239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3" Type="http://schemas.openxmlformats.org/officeDocument/2006/relationships/image" Target="../media/image244.wmf"/><Relationship Id="rId7" Type="http://schemas.openxmlformats.org/officeDocument/2006/relationships/image" Target="../media/image248.wmf"/><Relationship Id="rId2" Type="http://schemas.openxmlformats.org/officeDocument/2006/relationships/image" Target="../media/image243.wmf"/><Relationship Id="rId1" Type="http://schemas.openxmlformats.org/officeDocument/2006/relationships/image" Target="../media/image242.wmf"/><Relationship Id="rId6" Type="http://schemas.openxmlformats.org/officeDocument/2006/relationships/image" Target="../media/image247.wmf"/><Relationship Id="rId11" Type="http://schemas.openxmlformats.org/officeDocument/2006/relationships/image" Target="../media/image252.wmf"/><Relationship Id="rId5" Type="http://schemas.openxmlformats.org/officeDocument/2006/relationships/image" Target="../media/image246.wmf"/><Relationship Id="rId10" Type="http://schemas.openxmlformats.org/officeDocument/2006/relationships/image" Target="../media/image251.wmf"/><Relationship Id="rId4" Type="http://schemas.openxmlformats.org/officeDocument/2006/relationships/image" Target="../media/image245.wmf"/><Relationship Id="rId9" Type="http://schemas.openxmlformats.org/officeDocument/2006/relationships/image" Target="../media/image250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Relationship Id="rId5" Type="http://schemas.openxmlformats.org/officeDocument/2006/relationships/image" Target="../media/image257.wmf"/><Relationship Id="rId4" Type="http://schemas.openxmlformats.org/officeDocument/2006/relationships/image" Target="../media/image256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5.wmf"/><Relationship Id="rId3" Type="http://schemas.openxmlformats.org/officeDocument/2006/relationships/image" Target="../media/image260.wmf"/><Relationship Id="rId7" Type="http://schemas.openxmlformats.org/officeDocument/2006/relationships/image" Target="../media/image264.wmf"/><Relationship Id="rId2" Type="http://schemas.openxmlformats.org/officeDocument/2006/relationships/image" Target="../media/image259.wmf"/><Relationship Id="rId1" Type="http://schemas.openxmlformats.org/officeDocument/2006/relationships/image" Target="../media/image258.wmf"/><Relationship Id="rId6" Type="http://schemas.openxmlformats.org/officeDocument/2006/relationships/image" Target="../media/image263.wmf"/><Relationship Id="rId5" Type="http://schemas.openxmlformats.org/officeDocument/2006/relationships/image" Target="../media/image262.wmf"/><Relationship Id="rId4" Type="http://schemas.openxmlformats.org/officeDocument/2006/relationships/image" Target="../media/image26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2.wmf"/><Relationship Id="rId7" Type="http://schemas.openxmlformats.org/officeDocument/2006/relationships/image" Target="../media/image270.wmf"/><Relationship Id="rId2" Type="http://schemas.openxmlformats.org/officeDocument/2006/relationships/image" Target="../media/image267.wmf"/><Relationship Id="rId1" Type="http://schemas.openxmlformats.org/officeDocument/2006/relationships/image" Target="../media/image266.wmf"/><Relationship Id="rId6" Type="http://schemas.openxmlformats.org/officeDocument/2006/relationships/image" Target="../media/image269.wmf"/><Relationship Id="rId5" Type="http://schemas.openxmlformats.org/officeDocument/2006/relationships/image" Target="../media/image268.wmf"/><Relationship Id="rId4" Type="http://schemas.openxmlformats.org/officeDocument/2006/relationships/image" Target="../media/image263.wmf"/></Relationships>
</file>

<file path=ppt/drawings/_rels/vmlDrawing2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8.wmf"/><Relationship Id="rId3" Type="http://schemas.openxmlformats.org/officeDocument/2006/relationships/image" Target="../media/image273.wmf"/><Relationship Id="rId7" Type="http://schemas.openxmlformats.org/officeDocument/2006/relationships/image" Target="../media/image277.wmf"/><Relationship Id="rId2" Type="http://schemas.openxmlformats.org/officeDocument/2006/relationships/image" Target="../media/image272.wmf"/><Relationship Id="rId1" Type="http://schemas.openxmlformats.org/officeDocument/2006/relationships/image" Target="../media/image271.wmf"/><Relationship Id="rId6" Type="http://schemas.openxmlformats.org/officeDocument/2006/relationships/image" Target="../media/image276.wmf"/><Relationship Id="rId5" Type="http://schemas.openxmlformats.org/officeDocument/2006/relationships/image" Target="../media/image275.wmf"/><Relationship Id="rId4" Type="http://schemas.openxmlformats.org/officeDocument/2006/relationships/image" Target="../media/image274.wmf"/><Relationship Id="rId9" Type="http://schemas.openxmlformats.org/officeDocument/2006/relationships/image" Target="../media/image27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2.wmf"/><Relationship Id="rId7" Type="http://schemas.openxmlformats.org/officeDocument/2006/relationships/image" Target="../media/image279.wmf"/><Relationship Id="rId2" Type="http://schemas.openxmlformats.org/officeDocument/2006/relationships/image" Target="../media/image281.wmf"/><Relationship Id="rId1" Type="http://schemas.openxmlformats.org/officeDocument/2006/relationships/image" Target="../media/image280.wmf"/><Relationship Id="rId6" Type="http://schemas.openxmlformats.org/officeDocument/2006/relationships/image" Target="../media/image285.wmf"/><Relationship Id="rId5" Type="http://schemas.openxmlformats.org/officeDocument/2006/relationships/image" Target="../media/image284.wmf"/><Relationship Id="rId4" Type="http://schemas.openxmlformats.org/officeDocument/2006/relationships/image" Target="../media/image28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8.wmf"/><Relationship Id="rId2" Type="http://schemas.openxmlformats.org/officeDocument/2006/relationships/image" Target="../media/image287.wmf"/><Relationship Id="rId1" Type="http://schemas.openxmlformats.org/officeDocument/2006/relationships/image" Target="../media/image286.wmf"/></Relationships>
</file>

<file path=ppt/drawings/_rels/vmlDrawing3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1.wmf"/><Relationship Id="rId2" Type="http://schemas.openxmlformats.org/officeDocument/2006/relationships/image" Target="../media/image290.wmf"/><Relationship Id="rId1" Type="http://schemas.openxmlformats.org/officeDocument/2006/relationships/image" Target="../media/image289.wmf"/><Relationship Id="rId5" Type="http://schemas.openxmlformats.org/officeDocument/2006/relationships/image" Target="../media/image293.wmf"/><Relationship Id="rId4" Type="http://schemas.openxmlformats.org/officeDocument/2006/relationships/image" Target="../media/image29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6.wmf"/><Relationship Id="rId2" Type="http://schemas.openxmlformats.org/officeDocument/2006/relationships/image" Target="../media/image295.wmf"/><Relationship Id="rId1" Type="http://schemas.openxmlformats.org/officeDocument/2006/relationships/image" Target="../media/image294.wmf"/><Relationship Id="rId5" Type="http://schemas.openxmlformats.org/officeDocument/2006/relationships/image" Target="../media/image298.wmf"/><Relationship Id="rId4" Type="http://schemas.openxmlformats.org/officeDocument/2006/relationships/image" Target="../media/image297.wmf"/></Relationships>
</file>

<file path=ppt/drawings/_rels/vmlDrawing3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06.wmf"/><Relationship Id="rId3" Type="http://schemas.openxmlformats.org/officeDocument/2006/relationships/image" Target="../media/image301.wmf"/><Relationship Id="rId7" Type="http://schemas.openxmlformats.org/officeDocument/2006/relationships/image" Target="../media/image305.wmf"/><Relationship Id="rId2" Type="http://schemas.openxmlformats.org/officeDocument/2006/relationships/image" Target="../media/image300.wmf"/><Relationship Id="rId1" Type="http://schemas.openxmlformats.org/officeDocument/2006/relationships/image" Target="../media/image299.wmf"/><Relationship Id="rId6" Type="http://schemas.openxmlformats.org/officeDocument/2006/relationships/image" Target="../media/image304.wmf"/><Relationship Id="rId5" Type="http://schemas.openxmlformats.org/officeDocument/2006/relationships/image" Target="../media/image303.wmf"/><Relationship Id="rId4" Type="http://schemas.openxmlformats.org/officeDocument/2006/relationships/image" Target="../media/image302.wmf"/><Relationship Id="rId9" Type="http://schemas.openxmlformats.org/officeDocument/2006/relationships/image" Target="../media/image307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wmf"/><Relationship Id="rId2" Type="http://schemas.openxmlformats.org/officeDocument/2006/relationships/image" Target="../media/image309.wmf"/><Relationship Id="rId1" Type="http://schemas.openxmlformats.org/officeDocument/2006/relationships/image" Target="../media/image308.wmf"/><Relationship Id="rId4" Type="http://schemas.openxmlformats.org/officeDocument/2006/relationships/image" Target="../media/image311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4.wmf"/><Relationship Id="rId7" Type="http://schemas.openxmlformats.org/officeDocument/2006/relationships/image" Target="../media/image318.wmf"/><Relationship Id="rId2" Type="http://schemas.openxmlformats.org/officeDocument/2006/relationships/image" Target="../media/image313.wmf"/><Relationship Id="rId1" Type="http://schemas.openxmlformats.org/officeDocument/2006/relationships/image" Target="../media/image312.wmf"/><Relationship Id="rId6" Type="http://schemas.openxmlformats.org/officeDocument/2006/relationships/image" Target="../media/image317.wmf"/><Relationship Id="rId5" Type="http://schemas.openxmlformats.org/officeDocument/2006/relationships/image" Target="../media/image316.wmf"/><Relationship Id="rId4" Type="http://schemas.openxmlformats.org/officeDocument/2006/relationships/image" Target="../media/image315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1.wmf"/><Relationship Id="rId2" Type="http://schemas.openxmlformats.org/officeDocument/2006/relationships/image" Target="../media/image320.wmf"/><Relationship Id="rId1" Type="http://schemas.openxmlformats.org/officeDocument/2006/relationships/image" Target="../media/image319.wmf"/><Relationship Id="rId4" Type="http://schemas.openxmlformats.org/officeDocument/2006/relationships/image" Target="../media/image322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wmf"/><Relationship Id="rId2" Type="http://schemas.openxmlformats.org/officeDocument/2006/relationships/image" Target="../media/image324.wmf"/><Relationship Id="rId1" Type="http://schemas.openxmlformats.org/officeDocument/2006/relationships/image" Target="../media/image323.wmf"/><Relationship Id="rId4" Type="http://schemas.openxmlformats.org/officeDocument/2006/relationships/image" Target="../media/image326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wmf"/><Relationship Id="rId2" Type="http://schemas.openxmlformats.org/officeDocument/2006/relationships/image" Target="../media/image328.wmf"/><Relationship Id="rId1" Type="http://schemas.openxmlformats.org/officeDocument/2006/relationships/image" Target="../media/image3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1E8FFD-118A-4D12-B105-A493410F9B4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083E1-0FC4-45EF-8436-64C02B8D3F6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E552E3-1EBA-4CFE-BC09-E0B62C92DBC6}"/>
              </a:ext>
            </a:extLst>
          </p:cNvPr>
          <p:cNvSpPr/>
          <p:nvPr userDrawn="1"/>
        </p:nvSpPr>
        <p:spPr>
          <a:xfrm>
            <a:off x="6732240" y="0"/>
            <a:ext cx="2411759" cy="5143500"/>
          </a:xfrm>
          <a:prstGeom prst="rect">
            <a:avLst/>
          </a:prstGeom>
          <a:solidFill>
            <a:schemeClr val="accent1">
              <a:lumMod val="75000"/>
              <a:alpha val="28000"/>
            </a:schemeClr>
          </a:solidFill>
          <a:ln w="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0B89A5B-0F7F-48E7-85F8-C4D834E249ED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732240" y="513"/>
            <a:ext cx="0" cy="5145039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474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2023/11/19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2.bin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.wmf"/><Relationship Id="rId20" Type="http://schemas.openxmlformats.org/officeDocument/2006/relationships/image" Target="../media/image15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13.bin"/><Relationship Id="rId10" Type="http://schemas.openxmlformats.org/officeDocument/2006/relationships/image" Target="../media/image10.wmf"/><Relationship Id="rId19" Type="http://schemas.openxmlformats.org/officeDocument/2006/relationships/oleObject" Target="../embeddings/oleObject15.bin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2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4.bin"/><Relationship Id="rId18" Type="http://schemas.openxmlformats.org/officeDocument/2006/relationships/image" Target="../media/image26.wmf"/><Relationship Id="rId26" Type="http://schemas.openxmlformats.org/officeDocument/2006/relationships/image" Target="../media/image30.wmf"/><Relationship Id="rId3" Type="http://schemas.openxmlformats.org/officeDocument/2006/relationships/oleObject" Target="../embeddings/oleObject19.bin"/><Relationship Id="rId21" Type="http://schemas.openxmlformats.org/officeDocument/2006/relationships/oleObject" Target="../embeddings/oleObject28.bin"/><Relationship Id="rId7" Type="http://schemas.openxmlformats.org/officeDocument/2006/relationships/oleObject" Target="../embeddings/oleObject21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6.bin"/><Relationship Id="rId25" Type="http://schemas.openxmlformats.org/officeDocument/2006/relationships/oleObject" Target="../embeddings/oleObject3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29" Type="http://schemas.openxmlformats.org/officeDocument/2006/relationships/oleObject" Target="../embeddings/oleObject31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3.bin"/><Relationship Id="rId24" Type="http://schemas.openxmlformats.org/officeDocument/2006/relationships/image" Target="../media/image29.wmf"/><Relationship Id="rId5" Type="http://schemas.openxmlformats.org/officeDocument/2006/relationships/oleObject" Target="../embeddings/oleObject20.bin"/><Relationship Id="rId15" Type="http://schemas.openxmlformats.org/officeDocument/2006/relationships/oleObject" Target="../embeddings/oleObject25.bin"/><Relationship Id="rId23" Type="http://schemas.openxmlformats.org/officeDocument/2006/relationships/oleObject" Target="../embeddings/oleObject29.bin"/><Relationship Id="rId28" Type="http://schemas.openxmlformats.org/officeDocument/2006/relationships/image" Target="../media/image14.wmf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27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22.bin"/><Relationship Id="rId14" Type="http://schemas.openxmlformats.org/officeDocument/2006/relationships/image" Target="../media/image24.wmf"/><Relationship Id="rId22" Type="http://schemas.openxmlformats.org/officeDocument/2006/relationships/image" Target="../media/image28.wmf"/><Relationship Id="rId27" Type="http://schemas.openxmlformats.org/officeDocument/2006/relationships/oleObject" Target="../embeddings/oleObject14.bin"/><Relationship Id="rId30" Type="http://schemas.openxmlformats.org/officeDocument/2006/relationships/image" Target="../media/image3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9.wmf"/><Relationship Id="rId26" Type="http://schemas.openxmlformats.org/officeDocument/2006/relationships/image" Target="../media/image42.wmf"/><Relationship Id="rId3" Type="http://schemas.openxmlformats.org/officeDocument/2006/relationships/oleObject" Target="../embeddings/oleObject32.bin"/><Relationship Id="rId21" Type="http://schemas.openxmlformats.org/officeDocument/2006/relationships/oleObject" Target="../embeddings/oleObject41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19.wmf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2.bin"/><Relationship Id="rId28" Type="http://schemas.openxmlformats.org/officeDocument/2006/relationships/image" Target="../media/image30.wmf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40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Relationship Id="rId27" Type="http://schemas.openxmlformats.org/officeDocument/2006/relationships/oleObject" Target="../embeddings/oleObject44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oleObject" Target="../embeddings/oleObject50.bin"/><Relationship Id="rId18" Type="http://schemas.openxmlformats.org/officeDocument/2006/relationships/image" Target="../media/image50.wmf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47.wmf"/><Relationship Id="rId1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.wmf"/><Relationship Id="rId20" Type="http://schemas.openxmlformats.org/officeDocument/2006/relationships/image" Target="../media/image30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5" Type="http://schemas.openxmlformats.org/officeDocument/2006/relationships/oleObject" Target="../embeddings/oleObject51.bin"/><Relationship Id="rId10" Type="http://schemas.openxmlformats.org/officeDocument/2006/relationships/image" Target="../media/image46.wmf"/><Relationship Id="rId19" Type="http://schemas.openxmlformats.org/officeDocument/2006/relationships/oleObject" Target="../embeddings/oleObject44.bin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4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wmf"/><Relationship Id="rId3" Type="http://schemas.openxmlformats.org/officeDocument/2006/relationships/oleObject" Target="../embeddings/oleObject53.bin"/><Relationship Id="rId7" Type="http://schemas.openxmlformats.org/officeDocument/2006/relationships/oleObject" Target="../embeddings/oleObject54.bin"/><Relationship Id="rId12" Type="http://schemas.openxmlformats.org/officeDocument/2006/relationships/image" Target="../media/image5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wmf"/><Relationship Id="rId11" Type="http://schemas.openxmlformats.org/officeDocument/2006/relationships/oleObject" Target="../embeddings/oleObject56.bin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53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61.bin"/><Relationship Id="rId18" Type="http://schemas.openxmlformats.org/officeDocument/2006/relationships/image" Target="../media/image61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58.wmf"/><Relationship Id="rId17" Type="http://schemas.openxmlformats.org/officeDocument/2006/relationships/oleObject" Target="../embeddings/oleObject6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0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60.bin"/><Relationship Id="rId5" Type="http://schemas.openxmlformats.org/officeDocument/2006/relationships/oleObject" Target="../embeddings/oleObject58.bin"/><Relationship Id="rId15" Type="http://schemas.openxmlformats.org/officeDocument/2006/relationships/oleObject" Target="../embeddings/oleObject62.bin"/><Relationship Id="rId10" Type="http://schemas.openxmlformats.org/officeDocument/2006/relationships/image" Target="../media/image57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9.bin"/><Relationship Id="rId14" Type="http://schemas.openxmlformats.org/officeDocument/2006/relationships/image" Target="../media/image5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6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74.wmf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1.wmf"/><Relationship Id="rId17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wmf"/><Relationship Id="rId20" Type="http://schemas.openxmlformats.org/officeDocument/2006/relationships/image" Target="../media/image7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8.wmf"/><Relationship Id="rId11" Type="http://schemas.openxmlformats.org/officeDocument/2006/relationships/oleObject" Target="../embeddings/oleObject73.bin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10" Type="http://schemas.openxmlformats.org/officeDocument/2006/relationships/image" Target="../media/image70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67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72.wmf"/><Relationship Id="rId22" Type="http://schemas.openxmlformats.org/officeDocument/2006/relationships/image" Target="../media/image7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84.bin"/><Relationship Id="rId18" Type="http://schemas.openxmlformats.org/officeDocument/2006/relationships/image" Target="../media/image84.wmf"/><Relationship Id="rId3" Type="http://schemas.openxmlformats.org/officeDocument/2006/relationships/oleObject" Target="../embeddings/oleObject79.bin"/><Relationship Id="rId21" Type="http://schemas.openxmlformats.org/officeDocument/2006/relationships/oleObject" Target="../embeddings/oleObject88.bin"/><Relationship Id="rId7" Type="http://schemas.openxmlformats.org/officeDocument/2006/relationships/oleObject" Target="../embeddings/oleObject81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3.wmf"/><Relationship Id="rId20" Type="http://schemas.openxmlformats.org/officeDocument/2006/relationships/image" Target="../media/image85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83.bin"/><Relationship Id="rId24" Type="http://schemas.openxmlformats.org/officeDocument/2006/relationships/image" Target="../media/image87.wmf"/><Relationship Id="rId5" Type="http://schemas.openxmlformats.org/officeDocument/2006/relationships/oleObject" Target="../embeddings/oleObject80.bin"/><Relationship Id="rId15" Type="http://schemas.openxmlformats.org/officeDocument/2006/relationships/oleObject" Target="../embeddings/oleObject85.bin"/><Relationship Id="rId23" Type="http://schemas.openxmlformats.org/officeDocument/2006/relationships/oleObject" Target="../embeddings/oleObject89.bin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87.bin"/><Relationship Id="rId4" Type="http://schemas.openxmlformats.org/officeDocument/2006/relationships/image" Target="../media/image77.wmf"/><Relationship Id="rId9" Type="http://schemas.openxmlformats.org/officeDocument/2006/relationships/oleObject" Target="../embeddings/oleObject82.bin"/><Relationship Id="rId14" Type="http://schemas.openxmlformats.org/officeDocument/2006/relationships/image" Target="../media/image82.wmf"/><Relationship Id="rId22" Type="http://schemas.openxmlformats.org/officeDocument/2006/relationships/image" Target="../media/image86.wmf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2.wmf"/><Relationship Id="rId18" Type="http://schemas.openxmlformats.org/officeDocument/2006/relationships/image" Target="../media/image94.wmf"/><Relationship Id="rId26" Type="http://schemas.openxmlformats.org/officeDocument/2006/relationships/image" Target="../media/image98.wmf"/><Relationship Id="rId3" Type="http://schemas.openxmlformats.org/officeDocument/2006/relationships/oleObject" Target="../embeddings/oleObject90.bin"/><Relationship Id="rId21" Type="http://schemas.openxmlformats.org/officeDocument/2006/relationships/oleObject" Target="../embeddings/oleObject100.bin"/><Relationship Id="rId34" Type="http://schemas.openxmlformats.org/officeDocument/2006/relationships/image" Target="../media/image102.wmf"/><Relationship Id="rId7" Type="http://schemas.openxmlformats.org/officeDocument/2006/relationships/oleObject" Target="../embeddings/oleObject92.bin"/><Relationship Id="rId12" Type="http://schemas.openxmlformats.org/officeDocument/2006/relationships/oleObject" Target="../embeddings/oleObject95.bin"/><Relationship Id="rId17" Type="http://schemas.openxmlformats.org/officeDocument/2006/relationships/oleObject" Target="../embeddings/oleObject98.bin"/><Relationship Id="rId25" Type="http://schemas.openxmlformats.org/officeDocument/2006/relationships/oleObject" Target="../embeddings/oleObject102.bin"/><Relationship Id="rId33" Type="http://schemas.openxmlformats.org/officeDocument/2006/relationships/oleObject" Target="../embeddings/oleObject106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7.bin"/><Relationship Id="rId20" Type="http://schemas.openxmlformats.org/officeDocument/2006/relationships/image" Target="../media/image95.wmf"/><Relationship Id="rId29" Type="http://schemas.openxmlformats.org/officeDocument/2006/relationships/oleObject" Target="../embeddings/oleObject104.bin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94.bin"/><Relationship Id="rId24" Type="http://schemas.openxmlformats.org/officeDocument/2006/relationships/image" Target="../media/image97.wmf"/><Relationship Id="rId32" Type="http://schemas.openxmlformats.org/officeDocument/2006/relationships/image" Target="../media/image101.wmf"/><Relationship Id="rId5" Type="http://schemas.openxmlformats.org/officeDocument/2006/relationships/oleObject" Target="../embeddings/oleObject91.bin"/><Relationship Id="rId15" Type="http://schemas.openxmlformats.org/officeDocument/2006/relationships/image" Target="../media/image93.wmf"/><Relationship Id="rId23" Type="http://schemas.openxmlformats.org/officeDocument/2006/relationships/oleObject" Target="../embeddings/oleObject101.bin"/><Relationship Id="rId28" Type="http://schemas.openxmlformats.org/officeDocument/2006/relationships/image" Target="../media/image99.wmf"/><Relationship Id="rId10" Type="http://schemas.openxmlformats.org/officeDocument/2006/relationships/image" Target="../media/image91.wmf"/><Relationship Id="rId19" Type="http://schemas.openxmlformats.org/officeDocument/2006/relationships/oleObject" Target="../embeddings/oleObject99.bin"/><Relationship Id="rId31" Type="http://schemas.openxmlformats.org/officeDocument/2006/relationships/oleObject" Target="../embeddings/oleObject105.bin"/><Relationship Id="rId4" Type="http://schemas.openxmlformats.org/officeDocument/2006/relationships/image" Target="../media/image88.wmf"/><Relationship Id="rId9" Type="http://schemas.openxmlformats.org/officeDocument/2006/relationships/oleObject" Target="../embeddings/oleObject93.bin"/><Relationship Id="rId14" Type="http://schemas.openxmlformats.org/officeDocument/2006/relationships/oleObject" Target="../embeddings/oleObject96.bin"/><Relationship Id="rId22" Type="http://schemas.openxmlformats.org/officeDocument/2006/relationships/image" Target="../media/image96.wmf"/><Relationship Id="rId27" Type="http://schemas.openxmlformats.org/officeDocument/2006/relationships/oleObject" Target="../embeddings/oleObject103.bin"/><Relationship Id="rId30" Type="http://schemas.openxmlformats.org/officeDocument/2006/relationships/image" Target="../media/image100.wmf"/><Relationship Id="rId8" Type="http://schemas.openxmlformats.org/officeDocument/2006/relationships/image" Target="../media/image9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04.wmf"/><Relationship Id="rId5" Type="http://schemas.openxmlformats.org/officeDocument/2006/relationships/oleObject" Target="../embeddings/oleObject108.bin"/><Relationship Id="rId10" Type="http://schemas.openxmlformats.org/officeDocument/2006/relationships/image" Target="../media/image106.wmf"/><Relationship Id="rId4" Type="http://schemas.openxmlformats.org/officeDocument/2006/relationships/image" Target="../media/image103.wmf"/><Relationship Id="rId9" Type="http://schemas.openxmlformats.org/officeDocument/2006/relationships/oleObject" Target="../embeddings/oleObject110.bin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16.bin"/><Relationship Id="rId18" Type="http://schemas.openxmlformats.org/officeDocument/2006/relationships/image" Target="../media/image114.wmf"/><Relationship Id="rId26" Type="http://schemas.openxmlformats.org/officeDocument/2006/relationships/image" Target="../media/image118.wmf"/><Relationship Id="rId3" Type="http://schemas.openxmlformats.org/officeDocument/2006/relationships/oleObject" Target="../embeddings/oleObject111.bin"/><Relationship Id="rId21" Type="http://schemas.openxmlformats.org/officeDocument/2006/relationships/oleObject" Target="../embeddings/oleObject120.bin"/><Relationship Id="rId34" Type="http://schemas.openxmlformats.org/officeDocument/2006/relationships/image" Target="../media/image122.wmf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18.bin"/><Relationship Id="rId25" Type="http://schemas.openxmlformats.org/officeDocument/2006/relationships/oleObject" Target="../embeddings/oleObject122.bin"/><Relationship Id="rId33" Type="http://schemas.openxmlformats.org/officeDocument/2006/relationships/oleObject" Target="../embeddings/oleObject12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3.wmf"/><Relationship Id="rId20" Type="http://schemas.openxmlformats.org/officeDocument/2006/relationships/image" Target="../media/image115.wmf"/><Relationship Id="rId29" Type="http://schemas.openxmlformats.org/officeDocument/2006/relationships/oleObject" Target="../embeddings/oleObject124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15.bin"/><Relationship Id="rId24" Type="http://schemas.openxmlformats.org/officeDocument/2006/relationships/image" Target="../media/image117.wmf"/><Relationship Id="rId32" Type="http://schemas.openxmlformats.org/officeDocument/2006/relationships/image" Target="../media/image121.wmf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23" Type="http://schemas.openxmlformats.org/officeDocument/2006/relationships/oleObject" Target="../embeddings/oleObject121.bin"/><Relationship Id="rId28" Type="http://schemas.openxmlformats.org/officeDocument/2006/relationships/image" Target="../media/image119.wmf"/><Relationship Id="rId36" Type="http://schemas.openxmlformats.org/officeDocument/2006/relationships/image" Target="../media/image123.wmf"/><Relationship Id="rId10" Type="http://schemas.openxmlformats.org/officeDocument/2006/relationships/image" Target="../media/image110.wmf"/><Relationship Id="rId19" Type="http://schemas.openxmlformats.org/officeDocument/2006/relationships/oleObject" Target="../embeddings/oleObject119.bin"/><Relationship Id="rId31" Type="http://schemas.openxmlformats.org/officeDocument/2006/relationships/oleObject" Target="../embeddings/oleObject125.bin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12.wmf"/><Relationship Id="rId22" Type="http://schemas.openxmlformats.org/officeDocument/2006/relationships/image" Target="../media/image116.wmf"/><Relationship Id="rId27" Type="http://schemas.openxmlformats.org/officeDocument/2006/relationships/oleObject" Target="../embeddings/oleObject123.bin"/><Relationship Id="rId30" Type="http://schemas.openxmlformats.org/officeDocument/2006/relationships/image" Target="../media/image120.wmf"/><Relationship Id="rId35" Type="http://schemas.openxmlformats.org/officeDocument/2006/relationships/oleObject" Target="../embeddings/oleObject127.bin"/><Relationship Id="rId8" Type="http://schemas.openxmlformats.org/officeDocument/2006/relationships/image" Target="../media/image10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33.bin"/><Relationship Id="rId18" Type="http://schemas.openxmlformats.org/officeDocument/2006/relationships/image" Target="../media/image131.wmf"/><Relationship Id="rId26" Type="http://schemas.openxmlformats.org/officeDocument/2006/relationships/image" Target="../media/image135.wmf"/><Relationship Id="rId3" Type="http://schemas.openxmlformats.org/officeDocument/2006/relationships/oleObject" Target="../embeddings/oleObject128.bin"/><Relationship Id="rId21" Type="http://schemas.openxmlformats.org/officeDocument/2006/relationships/oleObject" Target="../embeddings/oleObject137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28.wmf"/><Relationship Id="rId17" Type="http://schemas.openxmlformats.org/officeDocument/2006/relationships/oleObject" Target="../embeddings/oleObject135.bin"/><Relationship Id="rId25" Type="http://schemas.openxmlformats.org/officeDocument/2006/relationships/oleObject" Target="../embeddings/oleObject13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0.wmf"/><Relationship Id="rId20" Type="http://schemas.openxmlformats.org/officeDocument/2006/relationships/image" Target="../media/image132.wmf"/><Relationship Id="rId29" Type="http://schemas.openxmlformats.org/officeDocument/2006/relationships/oleObject" Target="../embeddings/oleObject141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5.wmf"/><Relationship Id="rId11" Type="http://schemas.openxmlformats.org/officeDocument/2006/relationships/oleObject" Target="../embeddings/oleObject132.bin"/><Relationship Id="rId24" Type="http://schemas.openxmlformats.org/officeDocument/2006/relationships/image" Target="../media/image134.wmf"/><Relationship Id="rId32" Type="http://schemas.openxmlformats.org/officeDocument/2006/relationships/image" Target="../media/image138.wmf"/><Relationship Id="rId5" Type="http://schemas.openxmlformats.org/officeDocument/2006/relationships/oleObject" Target="../embeddings/oleObject129.bin"/><Relationship Id="rId15" Type="http://schemas.openxmlformats.org/officeDocument/2006/relationships/oleObject" Target="../embeddings/oleObject134.bin"/><Relationship Id="rId23" Type="http://schemas.openxmlformats.org/officeDocument/2006/relationships/oleObject" Target="../embeddings/oleObject138.bin"/><Relationship Id="rId28" Type="http://schemas.openxmlformats.org/officeDocument/2006/relationships/image" Target="../media/image136.wmf"/><Relationship Id="rId10" Type="http://schemas.openxmlformats.org/officeDocument/2006/relationships/image" Target="../media/image127.wmf"/><Relationship Id="rId19" Type="http://schemas.openxmlformats.org/officeDocument/2006/relationships/oleObject" Target="../embeddings/oleObject136.bin"/><Relationship Id="rId31" Type="http://schemas.openxmlformats.org/officeDocument/2006/relationships/oleObject" Target="../embeddings/oleObject142.bin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29.wmf"/><Relationship Id="rId22" Type="http://schemas.openxmlformats.org/officeDocument/2006/relationships/image" Target="../media/image133.wmf"/><Relationship Id="rId27" Type="http://schemas.openxmlformats.org/officeDocument/2006/relationships/oleObject" Target="../embeddings/oleObject140.bin"/><Relationship Id="rId30" Type="http://schemas.openxmlformats.org/officeDocument/2006/relationships/image" Target="../media/image137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13" Type="http://schemas.openxmlformats.org/officeDocument/2006/relationships/image" Target="../media/image143.wmf"/><Relationship Id="rId18" Type="http://schemas.openxmlformats.org/officeDocument/2006/relationships/oleObject" Target="../embeddings/oleObject151.bin"/><Relationship Id="rId26" Type="http://schemas.openxmlformats.org/officeDocument/2006/relationships/oleObject" Target="../embeddings/oleObject155.bin"/><Relationship Id="rId3" Type="http://schemas.openxmlformats.org/officeDocument/2006/relationships/oleObject" Target="../embeddings/oleObject143.bin"/><Relationship Id="rId21" Type="http://schemas.openxmlformats.org/officeDocument/2006/relationships/image" Target="../media/image147.wmf"/><Relationship Id="rId7" Type="http://schemas.openxmlformats.org/officeDocument/2006/relationships/oleObject" Target="../embeddings/oleObject145.bin"/><Relationship Id="rId12" Type="http://schemas.openxmlformats.org/officeDocument/2006/relationships/oleObject" Target="../embeddings/oleObject148.bin"/><Relationship Id="rId17" Type="http://schemas.openxmlformats.org/officeDocument/2006/relationships/image" Target="../media/image145.wmf"/><Relationship Id="rId25" Type="http://schemas.openxmlformats.org/officeDocument/2006/relationships/image" Target="../media/image14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0.bin"/><Relationship Id="rId20" Type="http://schemas.openxmlformats.org/officeDocument/2006/relationships/oleObject" Target="../embeddings/oleObject152.bin"/><Relationship Id="rId29" Type="http://schemas.openxmlformats.org/officeDocument/2006/relationships/image" Target="../media/image151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0.wmf"/><Relationship Id="rId11" Type="http://schemas.openxmlformats.org/officeDocument/2006/relationships/image" Target="../media/image142.wmf"/><Relationship Id="rId24" Type="http://schemas.openxmlformats.org/officeDocument/2006/relationships/oleObject" Target="../embeddings/oleObject154.bin"/><Relationship Id="rId5" Type="http://schemas.openxmlformats.org/officeDocument/2006/relationships/oleObject" Target="../embeddings/oleObject144.bin"/><Relationship Id="rId15" Type="http://schemas.openxmlformats.org/officeDocument/2006/relationships/image" Target="../media/image144.wmf"/><Relationship Id="rId23" Type="http://schemas.openxmlformats.org/officeDocument/2006/relationships/image" Target="../media/image148.wmf"/><Relationship Id="rId28" Type="http://schemas.openxmlformats.org/officeDocument/2006/relationships/oleObject" Target="../embeddings/oleObject156.bin"/><Relationship Id="rId10" Type="http://schemas.openxmlformats.org/officeDocument/2006/relationships/oleObject" Target="../embeddings/oleObject147.bin"/><Relationship Id="rId19" Type="http://schemas.openxmlformats.org/officeDocument/2006/relationships/image" Target="../media/image146.wmf"/><Relationship Id="rId4" Type="http://schemas.openxmlformats.org/officeDocument/2006/relationships/image" Target="../media/image139.wmf"/><Relationship Id="rId9" Type="http://schemas.openxmlformats.org/officeDocument/2006/relationships/oleObject" Target="../embeddings/oleObject146.bin"/><Relationship Id="rId14" Type="http://schemas.openxmlformats.org/officeDocument/2006/relationships/oleObject" Target="../embeddings/oleObject149.bin"/><Relationship Id="rId22" Type="http://schemas.openxmlformats.org/officeDocument/2006/relationships/oleObject" Target="../embeddings/oleObject153.bin"/><Relationship Id="rId27" Type="http://schemas.openxmlformats.org/officeDocument/2006/relationships/image" Target="../media/image15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oleObject" Target="../embeddings/oleObject162.bin"/><Relationship Id="rId18" Type="http://schemas.openxmlformats.org/officeDocument/2006/relationships/image" Target="../media/image159.wmf"/><Relationship Id="rId26" Type="http://schemas.openxmlformats.org/officeDocument/2006/relationships/image" Target="../media/image163.wmf"/><Relationship Id="rId3" Type="http://schemas.openxmlformats.org/officeDocument/2006/relationships/oleObject" Target="../embeddings/oleObject157.bin"/><Relationship Id="rId21" Type="http://schemas.openxmlformats.org/officeDocument/2006/relationships/oleObject" Target="../embeddings/oleObject166.bin"/><Relationship Id="rId7" Type="http://schemas.openxmlformats.org/officeDocument/2006/relationships/oleObject" Target="../embeddings/oleObject159.bin"/><Relationship Id="rId12" Type="http://schemas.openxmlformats.org/officeDocument/2006/relationships/image" Target="../media/image156.wmf"/><Relationship Id="rId17" Type="http://schemas.openxmlformats.org/officeDocument/2006/relationships/oleObject" Target="../embeddings/oleObject164.bin"/><Relationship Id="rId25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58.wmf"/><Relationship Id="rId20" Type="http://schemas.openxmlformats.org/officeDocument/2006/relationships/image" Target="../media/image160.wmf"/><Relationship Id="rId29" Type="http://schemas.openxmlformats.org/officeDocument/2006/relationships/oleObject" Target="../embeddings/oleObject170.bin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61.bin"/><Relationship Id="rId24" Type="http://schemas.openxmlformats.org/officeDocument/2006/relationships/image" Target="../media/image162.wmf"/><Relationship Id="rId5" Type="http://schemas.openxmlformats.org/officeDocument/2006/relationships/oleObject" Target="../embeddings/oleObject158.bin"/><Relationship Id="rId15" Type="http://schemas.openxmlformats.org/officeDocument/2006/relationships/oleObject" Target="../embeddings/oleObject163.bin"/><Relationship Id="rId23" Type="http://schemas.openxmlformats.org/officeDocument/2006/relationships/oleObject" Target="../embeddings/oleObject167.bin"/><Relationship Id="rId28" Type="http://schemas.openxmlformats.org/officeDocument/2006/relationships/image" Target="../media/image164.wmf"/><Relationship Id="rId10" Type="http://schemas.openxmlformats.org/officeDocument/2006/relationships/image" Target="../media/image155.wmf"/><Relationship Id="rId19" Type="http://schemas.openxmlformats.org/officeDocument/2006/relationships/oleObject" Target="../embeddings/oleObject165.bin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60.bin"/><Relationship Id="rId14" Type="http://schemas.openxmlformats.org/officeDocument/2006/relationships/image" Target="../media/image157.wmf"/><Relationship Id="rId22" Type="http://schemas.openxmlformats.org/officeDocument/2006/relationships/image" Target="../media/image161.wmf"/><Relationship Id="rId27" Type="http://schemas.openxmlformats.org/officeDocument/2006/relationships/oleObject" Target="../embeddings/oleObject169.bin"/><Relationship Id="rId30" Type="http://schemas.openxmlformats.org/officeDocument/2006/relationships/image" Target="../media/image165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wmf"/><Relationship Id="rId13" Type="http://schemas.openxmlformats.org/officeDocument/2006/relationships/oleObject" Target="../embeddings/oleObject176.bin"/><Relationship Id="rId18" Type="http://schemas.openxmlformats.org/officeDocument/2006/relationships/image" Target="../media/image173.wmf"/><Relationship Id="rId26" Type="http://schemas.openxmlformats.org/officeDocument/2006/relationships/image" Target="../media/image177.wmf"/><Relationship Id="rId3" Type="http://schemas.openxmlformats.org/officeDocument/2006/relationships/oleObject" Target="../embeddings/oleObject171.bin"/><Relationship Id="rId21" Type="http://schemas.openxmlformats.org/officeDocument/2006/relationships/oleObject" Target="../embeddings/oleObject180.bin"/><Relationship Id="rId7" Type="http://schemas.openxmlformats.org/officeDocument/2006/relationships/oleObject" Target="../embeddings/oleObject173.bin"/><Relationship Id="rId12" Type="http://schemas.openxmlformats.org/officeDocument/2006/relationships/image" Target="../media/image170.wmf"/><Relationship Id="rId17" Type="http://schemas.openxmlformats.org/officeDocument/2006/relationships/oleObject" Target="../embeddings/oleObject178.bin"/><Relationship Id="rId25" Type="http://schemas.openxmlformats.org/officeDocument/2006/relationships/oleObject" Target="../embeddings/oleObject18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2.wmf"/><Relationship Id="rId20" Type="http://schemas.openxmlformats.org/officeDocument/2006/relationships/image" Target="../media/image174.wmf"/><Relationship Id="rId29" Type="http://schemas.openxmlformats.org/officeDocument/2006/relationships/oleObject" Target="../embeddings/oleObject184.bin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67.wmf"/><Relationship Id="rId11" Type="http://schemas.openxmlformats.org/officeDocument/2006/relationships/oleObject" Target="../embeddings/oleObject175.bin"/><Relationship Id="rId24" Type="http://schemas.openxmlformats.org/officeDocument/2006/relationships/image" Target="../media/image176.wmf"/><Relationship Id="rId5" Type="http://schemas.openxmlformats.org/officeDocument/2006/relationships/oleObject" Target="../embeddings/oleObject172.bin"/><Relationship Id="rId15" Type="http://schemas.openxmlformats.org/officeDocument/2006/relationships/oleObject" Target="../embeddings/oleObject177.bin"/><Relationship Id="rId23" Type="http://schemas.openxmlformats.org/officeDocument/2006/relationships/oleObject" Target="../embeddings/oleObject181.bin"/><Relationship Id="rId28" Type="http://schemas.openxmlformats.org/officeDocument/2006/relationships/image" Target="../media/image178.wmf"/><Relationship Id="rId10" Type="http://schemas.openxmlformats.org/officeDocument/2006/relationships/image" Target="../media/image169.wmf"/><Relationship Id="rId19" Type="http://schemas.openxmlformats.org/officeDocument/2006/relationships/oleObject" Target="../embeddings/oleObject179.bin"/><Relationship Id="rId4" Type="http://schemas.openxmlformats.org/officeDocument/2006/relationships/image" Target="../media/image166.wmf"/><Relationship Id="rId9" Type="http://schemas.openxmlformats.org/officeDocument/2006/relationships/oleObject" Target="../embeddings/oleObject174.bin"/><Relationship Id="rId14" Type="http://schemas.openxmlformats.org/officeDocument/2006/relationships/image" Target="../media/image171.wmf"/><Relationship Id="rId22" Type="http://schemas.openxmlformats.org/officeDocument/2006/relationships/image" Target="../media/image175.wmf"/><Relationship Id="rId27" Type="http://schemas.openxmlformats.org/officeDocument/2006/relationships/oleObject" Target="../embeddings/oleObject183.bin"/><Relationship Id="rId30" Type="http://schemas.openxmlformats.org/officeDocument/2006/relationships/image" Target="../media/image179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wmf"/><Relationship Id="rId13" Type="http://schemas.openxmlformats.org/officeDocument/2006/relationships/oleObject" Target="../embeddings/oleObject190.bin"/><Relationship Id="rId18" Type="http://schemas.openxmlformats.org/officeDocument/2006/relationships/image" Target="../media/image187.wmf"/><Relationship Id="rId26" Type="http://schemas.openxmlformats.org/officeDocument/2006/relationships/image" Target="../media/image191.wmf"/><Relationship Id="rId3" Type="http://schemas.openxmlformats.org/officeDocument/2006/relationships/oleObject" Target="../embeddings/oleObject185.bin"/><Relationship Id="rId21" Type="http://schemas.openxmlformats.org/officeDocument/2006/relationships/oleObject" Target="../embeddings/oleObject194.bin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184.wmf"/><Relationship Id="rId17" Type="http://schemas.openxmlformats.org/officeDocument/2006/relationships/oleObject" Target="../embeddings/oleObject192.bin"/><Relationship Id="rId25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86.wmf"/><Relationship Id="rId20" Type="http://schemas.openxmlformats.org/officeDocument/2006/relationships/image" Target="../media/image188.wmf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81.wmf"/><Relationship Id="rId11" Type="http://schemas.openxmlformats.org/officeDocument/2006/relationships/oleObject" Target="../embeddings/oleObject189.bin"/><Relationship Id="rId24" Type="http://schemas.openxmlformats.org/officeDocument/2006/relationships/image" Target="../media/image190.wmf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23" Type="http://schemas.openxmlformats.org/officeDocument/2006/relationships/oleObject" Target="../embeddings/oleObject195.bin"/><Relationship Id="rId28" Type="http://schemas.openxmlformats.org/officeDocument/2006/relationships/image" Target="../media/image192.wmf"/><Relationship Id="rId10" Type="http://schemas.openxmlformats.org/officeDocument/2006/relationships/image" Target="../media/image183.wmf"/><Relationship Id="rId19" Type="http://schemas.openxmlformats.org/officeDocument/2006/relationships/oleObject" Target="../embeddings/oleObject193.bin"/><Relationship Id="rId4" Type="http://schemas.openxmlformats.org/officeDocument/2006/relationships/image" Target="../media/image180.w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185.wmf"/><Relationship Id="rId22" Type="http://schemas.openxmlformats.org/officeDocument/2006/relationships/image" Target="../media/image189.wmf"/><Relationship Id="rId27" Type="http://schemas.openxmlformats.org/officeDocument/2006/relationships/oleObject" Target="../embeddings/oleObject19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oleObject" Target="../embeddings/oleObject203.bin"/><Relationship Id="rId18" Type="http://schemas.openxmlformats.org/officeDocument/2006/relationships/image" Target="../media/image200.wmf"/><Relationship Id="rId26" Type="http://schemas.openxmlformats.org/officeDocument/2006/relationships/image" Target="../media/image204.wmf"/><Relationship Id="rId3" Type="http://schemas.openxmlformats.org/officeDocument/2006/relationships/oleObject" Target="../embeddings/oleObject198.bin"/><Relationship Id="rId21" Type="http://schemas.openxmlformats.org/officeDocument/2006/relationships/oleObject" Target="../embeddings/oleObject207.bin"/><Relationship Id="rId7" Type="http://schemas.openxmlformats.org/officeDocument/2006/relationships/oleObject" Target="../embeddings/oleObject200.bin"/><Relationship Id="rId12" Type="http://schemas.openxmlformats.org/officeDocument/2006/relationships/image" Target="../media/image197.wmf"/><Relationship Id="rId17" Type="http://schemas.openxmlformats.org/officeDocument/2006/relationships/oleObject" Target="../embeddings/oleObject205.bin"/><Relationship Id="rId25" Type="http://schemas.openxmlformats.org/officeDocument/2006/relationships/oleObject" Target="../embeddings/oleObject20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9.wmf"/><Relationship Id="rId20" Type="http://schemas.openxmlformats.org/officeDocument/2006/relationships/image" Target="../media/image201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94.wmf"/><Relationship Id="rId11" Type="http://schemas.openxmlformats.org/officeDocument/2006/relationships/oleObject" Target="../embeddings/oleObject202.bin"/><Relationship Id="rId24" Type="http://schemas.openxmlformats.org/officeDocument/2006/relationships/image" Target="../media/image203.wmf"/><Relationship Id="rId5" Type="http://schemas.openxmlformats.org/officeDocument/2006/relationships/oleObject" Target="../embeddings/oleObject199.bin"/><Relationship Id="rId15" Type="http://schemas.openxmlformats.org/officeDocument/2006/relationships/oleObject" Target="../embeddings/oleObject204.bin"/><Relationship Id="rId23" Type="http://schemas.openxmlformats.org/officeDocument/2006/relationships/oleObject" Target="../embeddings/oleObject208.bin"/><Relationship Id="rId10" Type="http://schemas.openxmlformats.org/officeDocument/2006/relationships/image" Target="../media/image196.wmf"/><Relationship Id="rId19" Type="http://schemas.openxmlformats.org/officeDocument/2006/relationships/oleObject" Target="../embeddings/oleObject206.bin"/><Relationship Id="rId4" Type="http://schemas.openxmlformats.org/officeDocument/2006/relationships/image" Target="../media/image193.wmf"/><Relationship Id="rId9" Type="http://schemas.openxmlformats.org/officeDocument/2006/relationships/oleObject" Target="../embeddings/oleObject201.bin"/><Relationship Id="rId14" Type="http://schemas.openxmlformats.org/officeDocument/2006/relationships/image" Target="../media/image198.wmf"/><Relationship Id="rId22" Type="http://schemas.openxmlformats.org/officeDocument/2006/relationships/image" Target="../media/image202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7.wmf"/><Relationship Id="rId13" Type="http://schemas.openxmlformats.org/officeDocument/2006/relationships/image" Target="../media/image209.wmf"/><Relationship Id="rId18" Type="http://schemas.openxmlformats.org/officeDocument/2006/relationships/oleObject" Target="../embeddings/oleObject218.bin"/><Relationship Id="rId3" Type="http://schemas.openxmlformats.org/officeDocument/2006/relationships/oleObject" Target="../embeddings/oleObject210.bin"/><Relationship Id="rId21" Type="http://schemas.openxmlformats.org/officeDocument/2006/relationships/image" Target="../media/image213.wmf"/><Relationship Id="rId7" Type="http://schemas.openxmlformats.org/officeDocument/2006/relationships/oleObject" Target="../embeddings/oleObject212.bin"/><Relationship Id="rId12" Type="http://schemas.openxmlformats.org/officeDocument/2006/relationships/oleObject" Target="../embeddings/oleObject215.bin"/><Relationship Id="rId17" Type="http://schemas.openxmlformats.org/officeDocument/2006/relationships/image" Target="../media/image211.wmf"/><Relationship Id="rId25" Type="http://schemas.openxmlformats.org/officeDocument/2006/relationships/image" Target="../media/image215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17.bin"/><Relationship Id="rId20" Type="http://schemas.openxmlformats.org/officeDocument/2006/relationships/oleObject" Target="../embeddings/oleObject219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206.wmf"/><Relationship Id="rId11" Type="http://schemas.openxmlformats.org/officeDocument/2006/relationships/image" Target="../media/image208.wmf"/><Relationship Id="rId24" Type="http://schemas.openxmlformats.org/officeDocument/2006/relationships/oleObject" Target="../embeddings/oleObject221.bin"/><Relationship Id="rId5" Type="http://schemas.openxmlformats.org/officeDocument/2006/relationships/oleObject" Target="../embeddings/oleObject211.bin"/><Relationship Id="rId15" Type="http://schemas.openxmlformats.org/officeDocument/2006/relationships/image" Target="../media/image210.wmf"/><Relationship Id="rId23" Type="http://schemas.openxmlformats.org/officeDocument/2006/relationships/image" Target="../media/image214.wmf"/><Relationship Id="rId10" Type="http://schemas.openxmlformats.org/officeDocument/2006/relationships/oleObject" Target="../embeddings/oleObject214.bin"/><Relationship Id="rId19" Type="http://schemas.openxmlformats.org/officeDocument/2006/relationships/image" Target="../media/image212.wmf"/><Relationship Id="rId4" Type="http://schemas.openxmlformats.org/officeDocument/2006/relationships/image" Target="../media/image205.wmf"/><Relationship Id="rId9" Type="http://schemas.openxmlformats.org/officeDocument/2006/relationships/oleObject" Target="../embeddings/oleObject213.bin"/><Relationship Id="rId14" Type="http://schemas.openxmlformats.org/officeDocument/2006/relationships/oleObject" Target="../embeddings/oleObject216.bin"/><Relationship Id="rId22" Type="http://schemas.openxmlformats.org/officeDocument/2006/relationships/oleObject" Target="../embeddings/oleObject220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wmf"/><Relationship Id="rId13" Type="http://schemas.openxmlformats.org/officeDocument/2006/relationships/oleObject" Target="../embeddings/oleObject227.bin"/><Relationship Id="rId18" Type="http://schemas.openxmlformats.org/officeDocument/2006/relationships/image" Target="../media/image223.wmf"/><Relationship Id="rId26" Type="http://schemas.openxmlformats.org/officeDocument/2006/relationships/image" Target="../media/image227.wmf"/><Relationship Id="rId3" Type="http://schemas.openxmlformats.org/officeDocument/2006/relationships/oleObject" Target="../embeddings/oleObject222.bin"/><Relationship Id="rId21" Type="http://schemas.openxmlformats.org/officeDocument/2006/relationships/oleObject" Target="../embeddings/oleObject231.bin"/><Relationship Id="rId7" Type="http://schemas.openxmlformats.org/officeDocument/2006/relationships/oleObject" Target="../embeddings/oleObject224.bin"/><Relationship Id="rId12" Type="http://schemas.openxmlformats.org/officeDocument/2006/relationships/image" Target="../media/image220.wmf"/><Relationship Id="rId17" Type="http://schemas.openxmlformats.org/officeDocument/2006/relationships/oleObject" Target="../embeddings/oleObject229.bin"/><Relationship Id="rId25" Type="http://schemas.openxmlformats.org/officeDocument/2006/relationships/oleObject" Target="../embeddings/oleObject23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2.wmf"/><Relationship Id="rId20" Type="http://schemas.openxmlformats.org/officeDocument/2006/relationships/image" Target="../media/image224.wmf"/><Relationship Id="rId29" Type="http://schemas.openxmlformats.org/officeDocument/2006/relationships/oleObject" Target="../embeddings/oleObject235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217.wmf"/><Relationship Id="rId11" Type="http://schemas.openxmlformats.org/officeDocument/2006/relationships/oleObject" Target="../embeddings/oleObject226.bin"/><Relationship Id="rId24" Type="http://schemas.openxmlformats.org/officeDocument/2006/relationships/image" Target="../media/image226.wmf"/><Relationship Id="rId32" Type="http://schemas.openxmlformats.org/officeDocument/2006/relationships/image" Target="../media/image230.wmf"/><Relationship Id="rId5" Type="http://schemas.openxmlformats.org/officeDocument/2006/relationships/oleObject" Target="../embeddings/oleObject223.bin"/><Relationship Id="rId15" Type="http://schemas.openxmlformats.org/officeDocument/2006/relationships/oleObject" Target="../embeddings/oleObject228.bin"/><Relationship Id="rId23" Type="http://schemas.openxmlformats.org/officeDocument/2006/relationships/oleObject" Target="../embeddings/oleObject232.bin"/><Relationship Id="rId28" Type="http://schemas.openxmlformats.org/officeDocument/2006/relationships/image" Target="../media/image228.wmf"/><Relationship Id="rId10" Type="http://schemas.openxmlformats.org/officeDocument/2006/relationships/image" Target="../media/image219.wmf"/><Relationship Id="rId19" Type="http://schemas.openxmlformats.org/officeDocument/2006/relationships/oleObject" Target="../embeddings/oleObject230.bin"/><Relationship Id="rId31" Type="http://schemas.openxmlformats.org/officeDocument/2006/relationships/oleObject" Target="../embeddings/oleObject236.bin"/><Relationship Id="rId4" Type="http://schemas.openxmlformats.org/officeDocument/2006/relationships/image" Target="../media/image216.wmf"/><Relationship Id="rId9" Type="http://schemas.openxmlformats.org/officeDocument/2006/relationships/oleObject" Target="../embeddings/oleObject225.bin"/><Relationship Id="rId14" Type="http://schemas.openxmlformats.org/officeDocument/2006/relationships/image" Target="../media/image221.wmf"/><Relationship Id="rId22" Type="http://schemas.openxmlformats.org/officeDocument/2006/relationships/image" Target="../media/image225.wmf"/><Relationship Id="rId27" Type="http://schemas.openxmlformats.org/officeDocument/2006/relationships/oleObject" Target="../embeddings/oleObject234.bin"/><Relationship Id="rId30" Type="http://schemas.openxmlformats.org/officeDocument/2006/relationships/image" Target="../media/image229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wmf"/><Relationship Id="rId13" Type="http://schemas.openxmlformats.org/officeDocument/2006/relationships/oleObject" Target="../embeddings/oleObject242.bin"/><Relationship Id="rId18" Type="http://schemas.openxmlformats.org/officeDocument/2006/relationships/image" Target="../media/image238.wmf"/><Relationship Id="rId3" Type="http://schemas.openxmlformats.org/officeDocument/2006/relationships/oleObject" Target="../embeddings/oleObject237.bin"/><Relationship Id="rId21" Type="http://schemas.openxmlformats.org/officeDocument/2006/relationships/oleObject" Target="../embeddings/oleObject246.bin"/><Relationship Id="rId7" Type="http://schemas.openxmlformats.org/officeDocument/2006/relationships/oleObject" Target="../embeddings/oleObject239.bin"/><Relationship Id="rId12" Type="http://schemas.openxmlformats.org/officeDocument/2006/relationships/image" Target="../media/image235.wmf"/><Relationship Id="rId17" Type="http://schemas.openxmlformats.org/officeDocument/2006/relationships/oleObject" Target="../embeddings/oleObject24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7.wmf"/><Relationship Id="rId20" Type="http://schemas.openxmlformats.org/officeDocument/2006/relationships/image" Target="../media/image239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232.wmf"/><Relationship Id="rId11" Type="http://schemas.openxmlformats.org/officeDocument/2006/relationships/oleObject" Target="../embeddings/oleObject241.bin"/><Relationship Id="rId24" Type="http://schemas.openxmlformats.org/officeDocument/2006/relationships/image" Target="../media/image241.wmf"/><Relationship Id="rId5" Type="http://schemas.openxmlformats.org/officeDocument/2006/relationships/oleObject" Target="../embeddings/oleObject238.bin"/><Relationship Id="rId15" Type="http://schemas.openxmlformats.org/officeDocument/2006/relationships/oleObject" Target="../embeddings/oleObject243.bin"/><Relationship Id="rId23" Type="http://schemas.openxmlformats.org/officeDocument/2006/relationships/oleObject" Target="../embeddings/oleObject247.bin"/><Relationship Id="rId10" Type="http://schemas.openxmlformats.org/officeDocument/2006/relationships/image" Target="../media/image234.wmf"/><Relationship Id="rId19" Type="http://schemas.openxmlformats.org/officeDocument/2006/relationships/oleObject" Target="../embeddings/oleObject245.bin"/><Relationship Id="rId4" Type="http://schemas.openxmlformats.org/officeDocument/2006/relationships/image" Target="../media/image231.wmf"/><Relationship Id="rId9" Type="http://schemas.openxmlformats.org/officeDocument/2006/relationships/oleObject" Target="../embeddings/oleObject240.bin"/><Relationship Id="rId14" Type="http://schemas.openxmlformats.org/officeDocument/2006/relationships/image" Target="../media/image236.wmf"/><Relationship Id="rId22" Type="http://schemas.openxmlformats.org/officeDocument/2006/relationships/image" Target="../media/image240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4.wmf"/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49.wmf"/><Relationship Id="rId3" Type="http://schemas.openxmlformats.org/officeDocument/2006/relationships/oleObject" Target="../embeddings/oleObject248.bin"/><Relationship Id="rId21" Type="http://schemas.openxmlformats.org/officeDocument/2006/relationships/oleObject" Target="../embeddings/oleObject257.bin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46.wmf"/><Relationship Id="rId17" Type="http://schemas.openxmlformats.org/officeDocument/2006/relationships/oleObject" Target="../embeddings/oleObject2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48.wmf"/><Relationship Id="rId20" Type="http://schemas.openxmlformats.org/officeDocument/2006/relationships/image" Target="../media/image250.wmf"/><Relationship Id="rId1" Type="http://schemas.openxmlformats.org/officeDocument/2006/relationships/vmlDrawing" Target="../drawings/vmlDrawing24.vml"/><Relationship Id="rId6" Type="http://schemas.openxmlformats.org/officeDocument/2006/relationships/image" Target="../media/image243.wmf"/><Relationship Id="rId11" Type="http://schemas.openxmlformats.org/officeDocument/2006/relationships/oleObject" Target="../embeddings/oleObject252.bin"/><Relationship Id="rId24" Type="http://schemas.openxmlformats.org/officeDocument/2006/relationships/image" Target="../media/image252.wmf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254.bin"/><Relationship Id="rId23" Type="http://schemas.openxmlformats.org/officeDocument/2006/relationships/oleObject" Target="../embeddings/oleObject258.bin"/><Relationship Id="rId10" Type="http://schemas.openxmlformats.org/officeDocument/2006/relationships/image" Target="../media/image245.wmf"/><Relationship Id="rId19" Type="http://schemas.openxmlformats.org/officeDocument/2006/relationships/oleObject" Target="../embeddings/oleObject256.bin"/><Relationship Id="rId4" Type="http://schemas.openxmlformats.org/officeDocument/2006/relationships/image" Target="../media/image242.w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47.wmf"/><Relationship Id="rId22" Type="http://schemas.openxmlformats.org/officeDocument/2006/relationships/image" Target="../media/image251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3" Type="http://schemas.openxmlformats.org/officeDocument/2006/relationships/oleObject" Target="../embeddings/oleObject259.bin"/><Relationship Id="rId7" Type="http://schemas.openxmlformats.org/officeDocument/2006/relationships/oleObject" Target="../embeddings/oleObject261.bin"/><Relationship Id="rId12" Type="http://schemas.openxmlformats.org/officeDocument/2006/relationships/image" Target="../media/image25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254.wmf"/><Relationship Id="rId11" Type="http://schemas.openxmlformats.org/officeDocument/2006/relationships/oleObject" Target="../embeddings/oleObject263.bin"/><Relationship Id="rId5" Type="http://schemas.openxmlformats.org/officeDocument/2006/relationships/oleObject" Target="../embeddings/oleObject260.bin"/><Relationship Id="rId10" Type="http://schemas.openxmlformats.org/officeDocument/2006/relationships/image" Target="../media/image256.wmf"/><Relationship Id="rId4" Type="http://schemas.openxmlformats.org/officeDocument/2006/relationships/image" Target="../media/image253.wmf"/><Relationship Id="rId9" Type="http://schemas.openxmlformats.org/officeDocument/2006/relationships/oleObject" Target="../embeddings/oleObject262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wmf"/><Relationship Id="rId13" Type="http://schemas.openxmlformats.org/officeDocument/2006/relationships/oleObject" Target="../embeddings/oleObject269.bin"/><Relationship Id="rId18" Type="http://schemas.openxmlformats.org/officeDocument/2006/relationships/image" Target="../media/image265.wmf"/><Relationship Id="rId3" Type="http://schemas.openxmlformats.org/officeDocument/2006/relationships/oleObject" Target="../embeddings/oleObject264.bin"/><Relationship Id="rId7" Type="http://schemas.openxmlformats.org/officeDocument/2006/relationships/oleObject" Target="../embeddings/oleObject266.bin"/><Relationship Id="rId12" Type="http://schemas.openxmlformats.org/officeDocument/2006/relationships/image" Target="../media/image262.wmf"/><Relationship Id="rId17" Type="http://schemas.openxmlformats.org/officeDocument/2006/relationships/oleObject" Target="../embeddings/oleObject2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64.wmf"/><Relationship Id="rId1" Type="http://schemas.openxmlformats.org/officeDocument/2006/relationships/vmlDrawing" Target="../drawings/vmlDrawing26.vml"/><Relationship Id="rId6" Type="http://schemas.openxmlformats.org/officeDocument/2006/relationships/image" Target="../media/image259.wmf"/><Relationship Id="rId11" Type="http://schemas.openxmlformats.org/officeDocument/2006/relationships/oleObject" Target="../embeddings/oleObject268.bin"/><Relationship Id="rId5" Type="http://schemas.openxmlformats.org/officeDocument/2006/relationships/oleObject" Target="../embeddings/oleObject265.bin"/><Relationship Id="rId15" Type="http://schemas.openxmlformats.org/officeDocument/2006/relationships/oleObject" Target="../embeddings/oleObject270.bin"/><Relationship Id="rId10" Type="http://schemas.openxmlformats.org/officeDocument/2006/relationships/image" Target="../media/image261.wmf"/><Relationship Id="rId4" Type="http://schemas.openxmlformats.org/officeDocument/2006/relationships/image" Target="../media/image258.wmf"/><Relationship Id="rId9" Type="http://schemas.openxmlformats.org/officeDocument/2006/relationships/oleObject" Target="../embeddings/oleObject267.bin"/><Relationship Id="rId14" Type="http://schemas.openxmlformats.org/officeDocument/2006/relationships/image" Target="../media/image263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oleObject" Target="../embeddings/oleObject277.bin"/><Relationship Id="rId3" Type="http://schemas.openxmlformats.org/officeDocument/2006/relationships/oleObject" Target="../embeddings/oleObject272.bin"/><Relationship Id="rId7" Type="http://schemas.openxmlformats.org/officeDocument/2006/relationships/oleObject" Target="../embeddings/oleObject274.bin"/><Relationship Id="rId12" Type="http://schemas.openxmlformats.org/officeDocument/2006/relationships/image" Target="../media/image26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0.wmf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67.wmf"/><Relationship Id="rId11" Type="http://schemas.openxmlformats.org/officeDocument/2006/relationships/oleObject" Target="../embeddings/oleObject276.bin"/><Relationship Id="rId5" Type="http://schemas.openxmlformats.org/officeDocument/2006/relationships/oleObject" Target="../embeddings/oleObject273.bin"/><Relationship Id="rId15" Type="http://schemas.openxmlformats.org/officeDocument/2006/relationships/oleObject" Target="../embeddings/oleObject278.bin"/><Relationship Id="rId10" Type="http://schemas.openxmlformats.org/officeDocument/2006/relationships/image" Target="../media/image263.wmf"/><Relationship Id="rId4" Type="http://schemas.openxmlformats.org/officeDocument/2006/relationships/image" Target="../media/image266.wmf"/><Relationship Id="rId9" Type="http://schemas.openxmlformats.org/officeDocument/2006/relationships/oleObject" Target="../embeddings/oleObject275.bin"/><Relationship Id="rId14" Type="http://schemas.openxmlformats.org/officeDocument/2006/relationships/image" Target="../media/image269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3.wmf"/><Relationship Id="rId13" Type="http://schemas.openxmlformats.org/officeDocument/2006/relationships/oleObject" Target="../embeddings/oleObject284.bin"/><Relationship Id="rId18" Type="http://schemas.openxmlformats.org/officeDocument/2006/relationships/image" Target="../media/image278.wmf"/><Relationship Id="rId3" Type="http://schemas.openxmlformats.org/officeDocument/2006/relationships/oleObject" Target="../embeddings/oleObject279.bin"/><Relationship Id="rId7" Type="http://schemas.openxmlformats.org/officeDocument/2006/relationships/oleObject" Target="../embeddings/oleObject281.bin"/><Relationship Id="rId12" Type="http://schemas.openxmlformats.org/officeDocument/2006/relationships/image" Target="../media/image275.wmf"/><Relationship Id="rId17" Type="http://schemas.openxmlformats.org/officeDocument/2006/relationships/oleObject" Target="../embeddings/oleObject28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7.wmf"/><Relationship Id="rId20" Type="http://schemas.openxmlformats.org/officeDocument/2006/relationships/image" Target="../media/image279.wmf"/><Relationship Id="rId1" Type="http://schemas.openxmlformats.org/officeDocument/2006/relationships/vmlDrawing" Target="../drawings/vmlDrawing28.vml"/><Relationship Id="rId6" Type="http://schemas.openxmlformats.org/officeDocument/2006/relationships/image" Target="../media/image272.wmf"/><Relationship Id="rId11" Type="http://schemas.openxmlformats.org/officeDocument/2006/relationships/oleObject" Target="../embeddings/oleObject283.bin"/><Relationship Id="rId5" Type="http://schemas.openxmlformats.org/officeDocument/2006/relationships/oleObject" Target="../embeddings/oleObject280.bin"/><Relationship Id="rId15" Type="http://schemas.openxmlformats.org/officeDocument/2006/relationships/oleObject" Target="../embeddings/oleObject285.bin"/><Relationship Id="rId10" Type="http://schemas.openxmlformats.org/officeDocument/2006/relationships/image" Target="../media/image274.wmf"/><Relationship Id="rId19" Type="http://schemas.openxmlformats.org/officeDocument/2006/relationships/oleObject" Target="../embeddings/oleObject287.bin"/><Relationship Id="rId4" Type="http://schemas.openxmlformats.org/officeDocument/2006/relationships/image" Target="../media/image271.wmf"/><Relationship Id="rId9" Type="http://schemas.openxmlformats.org/officeDocument/2006/relationships/oleObject" Target="../embeddings/oleObject282.bin"/><Relationship Id="rId14" Type="http://schemas.openxmlformats.org/officeDocument/2006/relationships/image" Target="../media/image276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2.wmf"/><Relationship Id="rId13" Type="http://schemas.openxmlformats.org/officeDocument/2006/relationships/oleObject" Target="../embeddings/oleObject293.bin"/><Relationship Id="rId3" Type="http://schemas.openxmlformats.org/officeDocument/2006/relationships/oleObject" Target="../embeddings/oleObject288.bin"/><Relationship Id="rId7" Type="http://schemas.openxmlformats.org/officeDocument/2006/relationships/oleObject" Target="../embeddings/oleObject290.bin"/><Relationship Id="rId12" Type="http://schemas.openxmlformats.org/officeDocument/2006/relationships/image" Target="../media/image28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9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281.wmf"/><Relationship Id="rId11" Type="http://schemas.openxmlformats.org/officeDocument/2006/relationships/oleObject" Target="../embeddings/oleObject292.bin"/><Relationship Id="rId5" Type="http://schemas.openxmlformats.org/officeDocument/2006/relationships/oleObject" Target="../embeddings/oleObject289.bin"/><Relationship Id="rId15" Type="http://schemas.openxmlformats.org/officeDocument/2006/relationships/oleObject" Target="../embeddings/oleObject294.bin"/><Relationship Id="rId10" Type="http://schemas.openxmlformats.org/officeDocument/2006/relationships/image" Target="../media/image283.wmf"/><Relationship Id="rId4" Type="http://schemas.openxmlformats.org/officeDocument/2006/relationships/image" Target="../media/image280.wmf"/><Relationship Id="rId9" Type="http://schemas.openxmlformats.org/officeDocument/2006/relationships/oleObject" Target="../embeddings/oleObject291.bin"/><Relationship Id="rId14" Type="http://schemas.openxmlformats.org/officeDocument/2006/relationships/image" Target="../media/image285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8.wmf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287.wmf"/><Relationship Id="rId5" Type="http://schemas.openxmlformats.org/officeDocument/2006/relationships/oleObject" Target="../embeddings/oleObject296.bin"/><Relationship Id="rId4" Type="http://schemas.openxmlformats.org/officeDocument/2006/relationships/image" Target="../media/image28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1.wmf"/><Relationship Id="rId3" Type="http://schemas.openxmlformats.org/officeDocument/2006/relationships/oleObject" Target="../embeddings/oleObject298.bin"/><Relationship Id="rId7" Type="http://schemas.openxmlformats.org/officeDocument/2006/relationships/oleObject" Target="../embeddings/oleObject300.bin"/><Relationship Id="rId12" Type="http://schemas.openxmlformats.org/officeDocument/2006/relationships/image" Target="../media/image29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290.wmf"/><Relationship Id="rId11" Type="http://schemas.openxmlformats.org/officeDocument/2006/relationships/oleObject" Target="../embeddings/oleObject302.bin"/><Relationship Id="rId5" Type="http://schemas.openxmlformats.org/officeDocument/2006/relationships/oleObject" Target="../embeddings/oleObject299.bin"/><Relationship Id="rId10" Type="http://schemas.openxmlformats.org/officeDocument/2006/relationships/image" Target="../media/image292.wmf"/><Relationship Id="rId4" Type="http://schemas.openxmlformats.org/officeDocument/2006/relationships/image" Target="../media/image289.wmf"/><Relationship Id="rId9" Type="http://schemas.openxmlformats.org/officeDocument/2006/relationships/oleObject" Target="../embeddings/oleObject301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6.wmf"/><Relationship Id="rId3" Type="http://schemas.openxmlformats.org/officeDocument/2006/relationships/oleObject" Target="../embeddings/oleObject303.bin"/><Relationship Id="rId7" Type="http://schemas.openxmlformats.org/officeDocument/2006/relationships/oleObject" Target="../embeddings/oleObject305.bin"/><Relationship Id="rId12" Type="http://schemas.openxmlformats.org/officeDocument/2006/relationships/image" Target="../media/image29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295.wmf"/><Relationship Id="rId11" Type="http://schemas.openxmlformats.org/officeDocument/2006/relationships/oleObject" Target="../embeddings/oleObject307.bin"/><Relationship Id="rId5" Type="http://schemas.openxmlformats.org/officeDocument/2006/relationships/oleObject" Target="../embeddings/oleObject304.bin"/><Relationship Id="rId10" Type="http://schemas.openxmlformats.org/officeDocument/2006/relationships/image" Target="../media/image297.wmf"/><Relationship Id="rId4" Type="http://schemas.openxmlformats.org/officeDocument/2006/relationships/image" Target="../media/image294.wmf"/><Relationship Id="rId9" Type="http://schemas.openxmlformats.org/officeDocument/2006/relationships/oleObject" Target="../embeddings/oleObject306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1.wmf"/><Relationship Id="rId13" Type="http://schemas.openxmlformats.org/officeDocument/2006/relationships/oleObject" Target="../embeddings/oleObject313.bin"/><Relationship Id="rId18" Type="http://schemas.openxmlformats.org/officeDocument/2006/relationships/image" Target="../media/image306.wmf"/><Relationship Id="rId3" Type="http://schemas.openxmlformats.org/officeDocument/2006/relationships/oleObject" Target="../embeddings/oleObject308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303.wmf"/><Relationship Id="rId17" Type="http://schemas.openxmlformats.org/officeDocument/2006/relationships/oleObject" Target="../embeddings/oleObject31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5.wmf"/><Relationship Id="rId20" Type="http://schemas.openxmlformats.org/officeDocument/2006/relationships/image" Target="../media/image307.wmf"/><Relationship Id="rId1" Type="http://schemas.openxmlformats.org/officeDocument/2006/relationships/vmlDrawing" Target="../drawings/vmlDrawing33.vml"/><Relationship Id="rId6" Type="http://schemas.openxmlformats.org/officeDocument/2006/relationships/image" Target="../media/image300.wmf"/><Relationship Id="rId11" Type="http://schemas.openxmlformats.org/officeDocument/2006/relationships/oleObject" Target="../embeddings/oleObject312.bin"/><Relationship Id="rId5" Type="http://schemas.openxmlformats.org/officeDocument/2006/relationships/oleObject" Target="../embeddings/oleObject309.bin"/><Relationship Id="rId15" Type="http://schemas.openxmlformats.org/officeDocument/2006/relationships/oleObject" Target="../embeddings/oleObject314.bin"/><Relationship Id="rId10" Type="http://schemas.openxmlformats.org/officeDocument/2006/relationships/image" Target="../media/image302.wmf"/><Relationship Id="rId19" Type="http://schemas.openxmlformats.org/officeDocument/2006/relationships/oleObject" Target="../embeddings/oleObject316.bin"/><Relationship Id="rId4" Type="http://schemas.openxmlformats.org/officeDocument/2006/relationships/image" Target="../media/image299.wmf"/><Relationship Id="rId9" Type="http://schemas.openxmlformats.org/officeDocument/2006/relationships/oleObject" Target="../embeddings/oleObject311.bin"/><Relationship Id="rId14" Type="http://schemas.openxmlformats.org/officeDocument/2006/relationships/image" Target="../media/image304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0.wmf"/><Relationship Id="rId3" Type="http://schemas.openxmlformats.org/officeDocument/2006/relationships/oleObject" Target="../embeddings/oleObject317.bin"/><Relationship Id="rId7" Type="http://schemas.openxmlformats.org/officeDocument/2006/relationships/oleObject" Target="../embeddings/oleObject31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309.wmf"/><Relationship Id="rId5" Type="http://schemas.openxmlformats.org/officeDocument/2006/relationships/oleObject" Target="../embeddings/oleObject318.bin"/><Relationship Id="rId10" Type="http://schemas.openxmlformats.org/officeDocument/2006/relationships/image" Target="../media/image311.wmf"/><Relationship Id="rId4" Type="http://schemas.openxmlformats.org/officeDocument/2006/relationships/image" Target="../media/image308.wmf"/><Relationship Id="rId9" Type="http://schemas.openxmlformats.org/officeDocument/2006/relationships/oleObject" Target="../embeddings/oleObject320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wmf"/><Relationship Id="rId13" Type="http://schemas.openxmlformats.org/officeDocument/2006/relationships/oleObject" Target="../embeddings/oleObject326.bin"/><Relationship Id="rId3" Type="http://schemas.openxmlformats.org/officeDocument/2006/relationships/oleObject" Target="../embeddings/oleObject321.bin"/><Relationship Id="rId7" Type="http://schemas.openxmlformats.org/officeDocument/2006/relationships/oleObject" Target="../embeddings/oleObject323.bin"/><Relationship Id="rId12" Type="http://schemas.openxmlformats.org/officeDocument/2006/relationships/image" Target="../media/image316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18.wmf"/><Relationship Id="rId1" Type="http://schemas.openxmlformats.org/officeDocument/2006/relationships/vmlDrawing" Target="../drawings/vmlDrawing35.vml"/><Relationship Id="rId6" Type="http://schemas.openxmlformats.org/officeDocument/2006/relationships/image" Target="../media/image313.wmf"/><Relationship Id="rId11" Type="http://schemas.openxmlformats.org/officeDocument/2006/relationships/oleObject" Target="../embeddings/oleObject325.bin"/><Relationship Id="rId5" Type="http://schemas.openxmlformats.org/officeDocument/2006/relationships/oleObject" Target="../embeddings/oleObject322.bin"/><Relationship Id="rId15" Type="http://schemas.openxmlformats.org/officeDocument/2006/relationships/oleObject" Target="../embeddings/oleObject327.bin"/><Relationship Id="rId10" Type="http://schemas.openxmlformats.org/officeDocument/2006/relationships/image" Target="../media/image315.wmf"/><Relationship Id="rId4" Type="http://schemas.openxmlformats.org/officeDocument/2006/relationships/image" Target="../media/image312.wmf"/><Relationship Id="rId9" Type="http://schemas.openxmlformats.org/officeDocument/2006/relationships/oleObject" Target="../embeddings/oleObject324.bin"/><Relationship Id="rId14" Type="http://schemas.openxmlformats.org/officeDocument/2006/relationships/image" Target="../media/image317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1.wmf"/><Relationship Id="rId3" Type="http://schemas.openxmlformats.org/officeDocument/2006/relationships/oleObject" Target="../embeddings/oleObject328.bin"/><Relationship Id="rId7" Type="http://schemas.openxmlformats.org/officeDocument/2006/relationships/oleObject" Target="../embeddings/oleObject3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320.wmf"/><Relationship Id="rId5" Type="http://schemas.openxmlformats.org/officeDocument/2006/relationships/oleObject" Target="../embeddings/oleObject329.bin"/><Relationship Id="rId10" Type="http://schemas.openxmlformats.org/officeDocument/2006/relationships/image" Target="../media/image322.wmf"/><Relationship Id="rId4" Type="http://schemas.openxmlformats.org/officeDocument/2006/relationships/image" Target="../media/image319.wmf"/><Relationship Id="rId9" Type="http://schemas.openxmlformats.org/officeDocument/2006/relationships/oleObject" Target="../embeddings/oleObject331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5.wmf"/><Relationship Id="rId3" Type="http://schemas.openxmlformats.org/officeDocument/2006/relationships/oleObject" Target="../embeddings/oleObject332.bin"/><Relationship Id="rId7" Type="http://schemas.openxmlformats.org/officeDocument/2006/relationships/oleObject" Target="../embeddings/oleObject3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324.wmf"/><Relationship Id="rId5" Type="http://schemas.openxmlformats.org/officeDocument/2006/relationships/oleObject" Target="../embeddings/oleObject333.bin"/><Relationship Id="rId10" Type="http://schemas.openxmlformats.org/officeDocument/2006/relationships/image" Target="../media/image326.wmf"/><Relationship Id="rId4" Type="http://schemas.openxmlformats.org/officeDocument/2006/relationships/image" Target="../media/image323.wmf"/><Relationship Id="rId9" Type="http://schemas.openxmlformats.org/officeDocument/2006/relationships/oleObject" Target="../embeddings/oleObject335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9.wmf"/><Relationship Id="rId3" Type="http://schemas.openxmlformats.org/officeDocument/2006/relationships/oleObject" Target="../embeddings/oleObject336.bin"/><Relationship Id="rId7" Type="http://schemas.openxmlformats.org/officeDocument/2006/relationships/oleObject" Target="../embeddings/oleObject3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328.wmf"/><Relationship Id="rId5" Type="http://schemas.openxmlformats.org/officeDocument/2006/relationships/oleObject" Target="../embeddings/oleObject337.bin"/><Relationship Id="rId4" Type="http://schemas.openxmlformats.org/officeDocument/2006/relationships/image" Target="../media/image327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0E89D6-6020-4BBE-B26B-090587B5876F}"/>
              </a:ext>
            </a:extLst>
          </p:cNvPr>
          <p:cNvSpPr txBox="1">
            <a:spLocks/>
          </p:cNvSpPr>
          <p:nvPr/>
        </p:nvSpPr>
        <p:spPr>
          <a:xfrm>
            <a:off x="685800" y="683821"/>
            <a:ext cx="7772400" cy="1101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第四章  不定积分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55081D4-65B0-41FD-B0E4-ABE50A911EB7}"/>
              </a:ext>
            </a:extLst>
          </p:cNvPr>
          <p:cNvSpPr txBox="1">
            <a:spLocks/>
          </p:cNvSpPr>
          <p:nvPr/>
        </p:nvSpPr>
        <p:spPr>
          <a:xfrm>
            <a:off x="1187624" y="2427734"/>
            <a:ext cx="6400800" cy="1314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第四节  分部积分法</a:t>
            </a: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5D1707BF-6D7D-4E83-8F41-7ED153B1A68A}"/>
              </a:ext>
            </a:extLst>
          </p:cNvPr>
          <p:cNvSpPr txBox="1"/>
          <p:nvPr/>
        </p:nvSpPr>
        <p:spPr>
          <a:xfrm>
            <a:off x="2699792" y="3651870"/>
            <a:ext cx="46805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00206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数学与统计学院     郭晓峰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434A3725-65AA-4E99-9D3C-F5473AEB1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2" y="627534"/>
            <a:ext cx="14367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6FF"/>
                </a:solidFill>
                <a:latin typeface="+mn-ea"/>
                <a:cs typeface="+mj-cs"/>
              </a:rPr>
              <a:t>思考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cs typeface="+mj-cs"/>
              </a:rPr>
              <a:t> 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 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D278719-30FD-4D1E-A017-87482BD4A0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764828"/>
              </p:ext>
            </p:extLst>
          </p:nvPr>
        </p:nvGraphicFramePr>
        <p:xfrm>
          <a:off x="2369118" y="644506"/>
          <a:ext cx="135864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56" name="Equation" r:id="rId3" imgW="1358640" imgH="507960" progId="Equation.DSMT4">
                  <p:embed/>
                </p:oleObj>
              </mc:Choice>
              <mc:Fallback>
                <p:oleObj name="Equation" r:id="rId3" imgW="1358640" imgH="507960" progId="Equation.DSMT4">
                  <p:embed/>
                  <p:pic>
                    <p:nvPicPr>
                      <p:cNvPr id="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9118" y="644506"/>
                        <a:ext cx="135864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33">
            <a:extLst>
              <a:ext uri="{FF2B5EF4-FFF2-40B4-BE49-F238E27FC236}">
                <a16:creationId xmlns:a16="http://schemas.microsoft.com/office/drawing/2014/main" id="{41B010C6-78C8-4E9E-809B-2D59B4EC1F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344321"/>
              </p:ext>
            </p:extLst>
          </p:nvPr>
        </p:nvGraphicFramePr>
        <p:xfrm>
          <a:off x="2336382" y="1999428"/>
          <a:ext cx="1104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57" name="Equation" r:id="rId5" imgW="1104840" imgH="507960" progId="Equation.DSMT4">
                  <p:embed/>
                </p:oleObj>
              </mc:Choice>
              <mc:Fallback>
                <p:oleObj name="Equation" r:id="rId5" imgW="1104840" imgH="507960" progId="Equation.DSMT4">
                  <p:embed/>
                  <p:pic>
                    <p:nvPicPr>
                      <p:cNvPr id="443525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382" y="1999428"/>
                        <a:ext cx="1104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33">
            <a:extLst>
              <a:ext uri="{FF2B5EF4-FFF2-40B4-BE49-F238E27FC236}">
                <a16:creationId xmlns:a16="http://schemas.microsoft.com/office/drawing/2014/main" id="{5B684B23-8775-477E-A098-AF5B53E10C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67811"/>
              </p:ext>
            </p:extLst>
          </p:nvPr>
        </p:nvGraphicFramePr>
        <p:xfrm>
          <a:off x="2336382" y="1290410"/>
          <a:ext cx="1841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58" name="Equation" r:id="rId7" imgW="1841400" imgH="507960" progId="Equation.DSMT4">
                  <p:embed/>
                </p:oleObj>
              </mc:Choice>
              <mc:Fallback>
                <p:oleObj name="Equation" r:id="rId7" imgW="1841400" imgH="507960" progId="Equation.DSMT4">
                  <p:embed/>
                  <p:pic>
                    <p:nvPicPr>
                      <p:cNvPr id="4" name="Object 133">
                        <a:extLst>
                          <a:ext uri="{FF2B5EF4-FFF2-40B4-BE49-F238E27FC236}">
                            <a16:creationId xmlns:a16="http://schemas.microsoft.com/office/drawing/2014/main" id="{41B010C6-78C8-4E9E-809B-2D59B4EC1F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382" y="1290410"/>
                        <a:ext cx="1841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3">
            <a:extLst>
              <a:ext uri="{FF2B5EF4-FFF2-40B4-BE49-F238E27FC236}">
                <a16:creationId xmlns:a16="http://schemas.microsoft.com/office/drawing/2014/main" id="{DAE80BB8-D618-4DB9-BEDE-A9A64D9EF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7080289"/>
              </p:ext>
            </p:extLst>
          </p:nvPr>
        </p:nvGraphicFramePr>
        <p:xfrm>
          <a:off x="2336382" y="2714138"/>
          <a:ext cx="1333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59" name="Equation" r:id="rId9" imgW="1333440" imgH="507960" progId="Equation.DSMT4">
                  <p:embed/>
                </p:oleObj>
              </mc:Choice>
              <mc:Fallback>
                <p:oleObj name="Equation" r:id="rId9" imgW="1333440" imgH="507960" progId="Equation.DSMT4">
                  <p:embed/>
                  <p:pic>
                    <p:nvPicPr>
                      <p:cNvPr id="5" name="Object 133">
                        <a:extLst>
                          <a:ext uri="{FF2B5EF4-FFF2-40B4-BE49-F238E27FC236}">
                            <a16:creationId xmlns:a16="http://schemas.microsoft.com/office/drawing/2014/main" id="{5B684B23-8775-477E-A098-AF5B53E10C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382" y="2714138"/>
                        <a:ext cx="1333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33">
            <a:extLst>
              <a:ext uri="{FF2B5EF4-FFF2-40B4-BE49-F238E27FC236}">
                <a16:creationId xmlns:a16="http://schemas.microsoft.com/office/drawing/2014/main" id="{29EAEC2F-4140-4E0E-9B9C-BDD0056F2E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08003"/>
              </p:ext>
            </p:extLst>
          </p:nvPr>
        </p:nvGraphicFramePr>
        <p:xfrm>
          <a:off x="2336382" y="3366753"/>
          <a:ext cx="1308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60" name="Equation" r:id="rId11" imgW="1307880" imgH="507960" progId="Equation.DSMT4">
                  <p:embed/>
                </p:oleObj>
              </mc:Choice>
              <mc:Fallback>
                <p:oleObj name="Equation" r:id="rId11" imgW="1307880" imgH="507960" progId="Equation.DSMT4">
                  <p:embed/>
                  <p:pic>
                    <p:nvPicPr>
                      <p:cNvPr id="6" name="Object 133">
                        <a:extLst>
                          <a:ext uri="{FF2B5EF4-FFF2-40B4-BE49-F238E27FC236}">
                            <a16:creationId xmlns:a16="http://schemas.microsoft.com/office/drawing/2014/main" id="{DAE80BB8-D618-4DB9-BEDE-A9A64D9EF8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6382" y="3366753"/>
                        <a:ext cx="1308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33">
            <a:extLst>
              <a:ext uri="{FF2B5EF4-FFF2-40B4-BE49-F238E27FC236}">
                <a16:creationId xmlns:a16="http://schemas.microsoft.com/office/drawing/2014/main" id="{ECD79004-D990-4895-B489-0FB1569363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444967"/>
              </p:ext>
            </p:extLst>
          </p:nvPr>
        </p:nvGraphicFramePr>
        <p:xfrm>
          <a:off x="2306927" y="4116733"/>
          <a:ext cx="1447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361" name="Equation" r:id="rId13" imgW="1447560" imgH="507960" progId="Equation.DSMT4">
                  <p:embed/>
                </p:oleObj>
              </mc:Choice>
              <mc:Fallback>
                <p:oleObj name="Equation" r:id="rId13" imgW="1447560" imgH="507960" progId="Equation.DSMT4">
                  <p:embed/>
                  <p:pic>
                    <p:nvPicPr>
                      <p:cNvPr id="7" name="Object 133">
                        <a:extLst>
                          <a:ext uri="{FF2B5EF4-FFF2-40B4-BE49-F238E27FC236}">
                            <a16:creationId xmlns:a16="http://schemas.microsoft.com/office/drawing/2014/main" id="{29EAEC2F-4140-4E0E-9B9C-BDD0056F2E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927" y="4116733"/>
                        <a:ext cx="1447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90AAB0E5-72D6-44A8-AA2A-64A3C0AC4928}"/>
              </a:ext>
            </a:extLst>
          </p:cNvPr>
          <p:cNvGrpSpPr/>
          <p:nvPr/>
        </p:nvGrpSpPr>
        <p:grpSpPr>
          <a:xfrm>
            <a:off x="4427984" y="1851670"/>
            <a:ext cx="4608512" cy="1070829"/>
            <a:chOff x="4427984" y="1851670"/>
            <a:chExt cx="4608512" cy="1070829"/>
          </a:xfrm>
        </p:grpSpPr>
        <p:sp>
          <p:nvSpPr>
            <p:cNvPr id="9" name="Text Box 2">
              <a:extLst>
                <a:ext uri="{FF2B5EF4-FFF2-40B4-BE49-F238E27FC236}">
                  <a16:creationId xmlns:a16="http://schemas.microsoft.com/office/drawing/2014/main" id="{58109C8A-FDE7-45CE-9B4F-72360D726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984" y="1851670"/>
              <a:ext cx="4608512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0066FF"/>
                  </a:solidFill>
                  <a:latin typeface="+mn-ea"/>
                  <a:cs typeface="+mj-cs"/>
                </a:rPr>
                <a:t>特点  </a:t>
              </a:r>
              <a:r>
                <a:rPr lang="zh-CN" altLang="en-US" sz="2400" b="1" dirty="0">
                  <a:latin typeface="+mn-ea"/>
                  <a:cs typeface="+mj-cs"/>
                </a:rPr>
                <a:t>被积函数为两种不同类型</a:t>
              </a:r>
              <a:endParaRPr lang="zh-CN" altLang="en-US" sz="2400" b="1" dirty="0">
                <a:latin typeface="+mn-ea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5FA6A78-8C51-44A7-8DB1-62918AFEBCF0}"/>
                </a:ext>
              </a:extLst>
            </p:cNvPr>
            <p:cNvSpPr/>
            <p:nvPr/>
          </p:nvSpPr>
          <p:spPr>
            <a:xfrm>
              <a:off x="5364088" y="2460834"/>
              <a:ext cx="316835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latin typeface="+mn-ea"/>
                </a:rPr>
                <a:t>的函数乘积形式</a:t>
              </a:r>
              <a:r>
                <a:rPr lang="en-US" altLang="zh-CN" sz="2400" b="1" dirty="0">
                  <a:latin typeface="+mn-ea"/>
                </a:rPr>
                <a:t>.</a:t>
              </a:r>
              <a:endParaRPr lang="zh-CN" alt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51523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>
            <a:extLst>
              <a:ext uri="{FF2B5EF4-FFF2-40B4-BE49-F238E27FC236}">
                <a16:creationId xmlns:a16="http://schemas.microsoft.com/office/drawing/2014/main" id="{4FDE0B21-D22A-41BE-A894-63FDBA8E97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06701"/>
              </p:ext>
            </p:extLst>
          </p:nvPr>
        </p:nvGraphicFramePr>
        <p:xfrm>
          <a:off x="1158064" y="1282020"/>
          <a:ext cx="193992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2" name="Equation" r:id="rId3" imgW="1879560" imgH="355320" progId="Equation.DSMT4">
                  <p:embed/>
                </p:oleObj>
              </mc:Choice>
              <mc:Fallback>
                <p:oleObj name="Equation" r:id="rId3" imgW="1879560" imgH="355320" progId="Equation.DSMT4">
                  <p:embed/>
                  <p:pic>
                    <p:nvPicPr>
                      <p:cNvPr id="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8064" y="1282020"/>
                        <a:ext cx="1939925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0">
            <a:extLst>
              <a:ext uri="{FF2B5EF4-FFF2-40B4-BE49-F238E27FC236}">
                <a16:creationId xmlns:a16="http://schemas.microsoft.com/office/drawing/2014/main" id="{A509CD1C-8628-4951-B343-91FA992794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138844"/>
              </p:ext>
            </p:extLst>
          </p:nvPr>
        </p:nvGraphicFramePr>
        <p:xfrm>
          <a:off x="4324350" y="1274763"/>
          <a:ext cx="20050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3" name="Equation" r:id="rId5" imgW="1942920" imgH="355320" progId="Equation.DSMT4">
                  <p:embed/>
                </p:oleObj>
              </mc:Choice>
              <mc:Fallback>
                <p:oleObj name="Equation" r:id="rId5" imgW="1942920" imgH="355320" progId="Equation.DSMT4">
                  <p:embed/>
                  <p:pic>
                    <p:nvPicPr>
                      <p:cNvPr id="31438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4350" y="1274763"/>
                        <a:ext cx="200501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>
            <a:extLst>
              <a:ext uri="{FF2B5EF4-FFF2-40B4-BE49-F238E27FC236}">
                <a16:creationId xmlns:a16="http://schemas.microsoft.com/office/drawing/2014/main" id="{A24AF523-ABBF-44AC-A7FB-9A8428A13638}"/>
              </a:ext>
            </a:extLst>
          </p:cNvPr>
          <p:cNvGrpSpPr/>
          <p:nvPr/>
        </p:nvGrpSpPr>
        <p:grpSpPr>
          <a:xfrm>
            <a:off x="928662" y="451307"/>
            <a:ext cx="5764720" cy="461665"/>
            <a:chOff x="842185" y="1214428"/>
            <a:chExt cx="5764720" cy="46166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0C8D357B-6AD1-4687-812F-A9115D6205EC}"/>
                </a:ext>
              </a:extLst>
            </p:cNvPr>
            <p:cNvSpPr/>
            <p:nvPr/>
          </p:nvSpPr>
          <p:spPr>
            <a:xfrm>
              <a:off x="842185" y="1214428"/>
              <a:ext cx="5764720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prstClr val="black"/>
                  </a:solidFill>
                  <a:latin typeface="宋体"/>
                </a:rPr>
                <a:t>设函数              有</a:t>
              </a:r>
              <a:r>
                <a:rPr lang="zh-CN" altLang="en-US" sz="2400" b="1" dirty="0">
                  <a:solidFill>
                    <a:srgbClr val="FF0000"/>
                  </a:solidFill>
                  <a:latin typeface="宋体"/>
                </a:rPr>
                <a:t>连续</a:t>
              </a:r>
              <a:r>
                <a:rPr lang="zh-CN" altLang="en-US" sz="2400" b="1" dirty="0">
                  <a:solidFill>
                    <a:prstClr val="black"/>
                  </a:solidFill>
                  <a:latin typeface="宋体"/>
                </a:rPr>
                <a:t>的导数，则</a:t>
              </a:r>
              <a:endParaRPr lang="zh-CN" altLang="en-US" dirty="0"/>
            </a:p>
          </p:txBody>
        </p:sp>
        <p:graphicFrame>
          <p:nvGraphicFramePr>
            <p:cNvPr id="6" name="Object 21">
              <a:extLst>
                <a:ext uri="{FF2B5EF4-FFF2-40B4-BE49-F238E27FC236}">
                  <a16:creationId xmlns:a16="http://schemas.microsoft.com/office/drawing/2014/main" id="{9B6418F5-FDEA-47A6-9055-9F2450DD1DC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04996" y="1285866"/>
            <a:ext cx="20955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484" name="Equation" r:id="rId7" imgW="50292000" imgH="8229600" progId="Equation.DSMT4">
                    <p:embed/>
                  </p:oleObj>
                </mc:Choice>
                <mc:Fallback>
                  <p:oleObj name="Equation" r:id="rId7" imgW="50292000" imgH="8229600" progId="Equation.DSMT4">
                    <p:embed/>
                    <p:pic>
                      <p:nvPicPr>
                        <p:cNvPr id="314389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4996" y="1285866"/>
                          <a:ext cx="2095500" cy="342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Object 5">
            <a:extLst>
              <a:ext uri="{FF2B5EF4-FFF2-40B4-BE49-F238E27FC236}">
                <a16:creationId xmlns:a16="http://schemas.microsoft.com/office/drawing/2014/main" id="{BBFCF067-B5DC-4D9D-92BF-CA4FE9328A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048160"/>
              </p:ext>
            </p:extLst>
          </p:nvPr>
        </p:nvGraphicFramePr>
        <p:xfrm>
          <a:off x="2003973" y="2308555"/>
          <a:ext cx="243828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5" name="Equation" r:id="rId9" imgW="58521600" imgH="12192000" progId="Equation.DSMT4">
                  <p:embed/>
                </p:oleObj>
              </mc:Choice>
              <mc:Fallback>
                <p:oleObj name="Equation" r:id="rId9" imgW="58521600" imgH="12192000" progId="Equation.DSMT4">
                  <p:embed/>
                  <p:pic>
                    <p:nvPicPr>
                      <p:cNvPr id="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3973" y="2308555"/>
                        <a:ext cx="243828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DFFA6E7C-FB18-44CF-B4E5-55960E5322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5099276"/>
              </p:ext>
            </p:extLst>
          </p:nvPr>
        </p:nvGraphicFramePr>
        <p:xfrm>
          <a:off x="4475379" y="2461214"/>
          <a:ext cx="558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6" name="Equation" r:id="rId11" imgW="13411200" imgH="4876800" progId="Equation.DSMT4">
                  <p:embed/>
                </p:oleObj>
              </mc:Choice>
              <mc:Fallback>
                <p:oleObj name="Equation" r:id="rId11" imgW="13411200" imgH="4876800" progId="Equation.DSMT4">
                  <p:embed/>
                  <p:pic>
                    <p:nvPicPr>
                      <p:cNvPr id="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5379" y="2461214"/>
                        <a:ext cx="558800" cy="203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>
            <a:extLst>
              <a:ext uri="{FF2B5EF4-FFF2-40B4-BE49-F238E27FC236}">
                <a16:creationId xmlns:a16="http://schemas.microsoft.com/office/drawing/2014/main" id="{6D7871DF-0B41-4080-8C30-F2E44623F2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158306"/>
              </p:ext>
            </p:extLst>
          </p:nvPr>
        </p:nvGraphicFramePr>
        <p:xfrm>
          <a:off x="1107567" y="2296059"/>
          <a:ext cx="86328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7" name="Equation" r:id="rId13" imgW="863280" imgH="507960" progId="Equation.DSMT4">
                  <p:embed/>
                </p:oleObj>
              </mc:Choice>
              <mc:Fallback>
                <p:oleObj name="Equation" r:id="rId13" imgW="863280" imgH="507960" progId="Equation.DSMT4">
                  <p:embed/>
                  <p:pic>
                    <p:nvPicPr>
                      <p:cNvPr id="31439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7567" y="2296059"/>
                        <a:ext cx="863280" cy="50796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F93353D5-7993-4680-871E-37CB1CF0A4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8413876"/>
              </p:ext>
            </p:extLst>
          </p:nvPr>
        </p:nvGraphicFramePr>
        <p:xfrm>
          <a:off x="5094546" y="2308555"/>
          <a:ext cx="109188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8" name="Equation" r:id="rId15" imgW="1091880" imgH="507960" progId="Equation.DSMT4">
                  <p:embed/>
                </p:oleObj>
              </mc:Choice>
              <mc:Fallback>
                <p:oleObj name="Equation" r:id="rId15" imgW="1091880" imgH="50796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4546" y="2308555"/>
                        <a:ext cx="1091880" cy="50796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5">
            <a:extLst>
              <a:ext uri="{FF2B5EF4-FFF2-40B4-BE49-F238E27FC236}">
                <a16:creationId xmlns:a16="http://schemas.microsoft.com/office/drawing/2014/main" id="{EDA18C10-A56A-402C-93DA-61AD802E4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62" y="3011138"/>
            <a:ext cx="3048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分部积分公式</a:t>
            </a:r>
          </a:p>
        </p:txBody>
      </p:sp>
      <p:graphicFrame>
        <p:nvGraphicFramePr>
          <p:cNvPr id="12" name="Object 20">
            <a:extLst>
              <a:ext uri="{FF2B5EF4-FFF2-40B4-BE49-F238E27FC236}">
                <a16:creationId xmlns:a16="http://schemas.microsoft.com/office/drawing/2014/main" id="{227FCE1E-82C3-4504-83EC-E79D731661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45491"/>
              </p:ext>
            </p:extLst>
          </p:nvPr>
        </p:nvGraphicFramePr>
        <p:xfrm>
          <a:off x="3214678" y="3563948"/>
          <a:ext cx="26336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89" name="Equation" r:id="rId17" imgW="2603160" imgH="507960" progId="Equation.DSMT4">
                  <p:embed/>
                </p:oleObj>
              </mc:Choice>
              <mc:Fallback>
                <p:oleObj name="Equation" r:id="rId17" imgW="2603160" imgH="507960" progId="Equation.DSMT4">
                  <p:embed/>
                  <p:pic>
                    <p:nvPicPr>
                      <p:cNvPr id="2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4678" y="3563948"/>
                        <a:ext cx="2633663" cy="5032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1">
            <a:extLst>
              <a:ext uri="{FF2B5EF4-FFF2-40B4-BE49-F238E27FC236}">
                <a16:creationId xmlns:a16="http://schemas.microsoft.com/office/drawing/2014/main" id="{61501DDF-1262-41E0-87AF-31AF8F2CCE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1325709"/>
              </p:ext>
            </p:extLst>
          </p:nvPr>
        </p:nvGraphicFramePr>
        <p:xfrm>
          <a:off x="3436938" y="4492625"/>
          <a:ext cx="2128837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490" name="Equation" r:id="rId19" imgW="2209680" imgH="507960" progId="Equation.DSMT4">
                  <p:embed/>
                </p:oleObj>
              </mc:Choice>
              <mc:Fallback>
                <p:oleObj name="Equation" r:id="rId19" imgW="2209680" imgH="507960" progId="Equation.DSMT4">
                  <p:embed/>
                  <p:pic>
                    <p:nvPicPr>
                      <p:cNvPr id="2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6938" y="4492625"/>
                        <a:ext cx="2128837" cy="508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5">
            <a:extLst>
              <a:ext uri="{FF2B5EF4-FFF2-40B4-BE49-F238E27FC236}">
                <a16:creationId xmlns:a16="http://schemas.microsoft.com/office/drawing/2014/main" id="{1CAE625E-4812-4D6C-B11E-F2BD06CCC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56" y="4110349"/>
            <a:ext cx="144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或</a:t>
            </a:r>
            <a:endParaRPr kumimoji="1" lang="en-US" altLang="zh-CN" sz="2400" b="1" dirty="0">
              <a:latin typeface="+mn-ea"/>
            </a:endParaRP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D9675050-39D3-400B-BCA3-8D5444DBE3F1}"/>
              </a:ext>
            </a:extLst>
          </p:cNvPr>
          <p:cNvSpPr/>
          <p:nvPr/>
        </p:nvSpPr>
        <p:spPr>
          <a:xfrm>
            <a:off x="3408955" y="1369192"/>
            <a:ext cx="608262" cy="224166"/>
          </a:xfrm>
          <a:prstGeom prst="rightArrow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 Box 15">
            <a:extLst>
              <a:ext uri="{FF2B5EF4-FFF2-40B4-BE49-F238E27FC236}">
                <a16:creationId xmlns:a16="http://schemas.microsoft.com/office/drawing/2014/main" id="{F6B7B86B-B61F-404D-9013-00C732DE1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217" y="1758950"/>
            <a:ext cx="3048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两边积分得</a:t>
            </a:r>
          </a:p>
        </p:txBody>
      </p:sp>
    </p:spTree>
    <p:extLst>
      <p:ext uri="{BB962C8B-B14F-4D97-AF65-F5344CB8AC3E}">
        <p14:creationId xmlns:p14="http://schemas.microsoft.com/office/powerpoint/2010/main" val="2448440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 autoUpdateAnimBg="0"/>
      <p:bldP spid="15" grpId="0" animBg="1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2">
            <a:extLst>
              <a:ext uri="{FF2B5EF4-FFF2-40B4-BE49-F238E27FC236}">
                <a16:creationId xmlns:a16="http://schemas.microsoft.com/office/drawing/2014/main" id="{A46EF057-D78E-4479-A03F-52A6DB254B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785" y="428610"/>
            <a:ext cx="7559675" cy="609398"/>
          </a:xfrm>
          <a:prstGeom prst="rect">
            <a:avLst/>
          </a:prstGeom>
          <a:noFill/>
          <a:ln w="1905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</a:t>
            </a:r>
            <a:r>
              <a:rPr lang="zh-CN" altLang="en-US" sz="2400" b="1" dirty="0">
                <a:solidFill>
                  <a:srgbClr val="0066FF"/>
                </a:solidFill>
                <a:latin typeface="+mn-ea"/>
                <a:cs typeface="+mj-cs"/>
              </a:rPr>
              <a:t>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(1)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适用于不同类型函数乘积的积分问题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.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A05A0AD-1934-4AE9-AB29-C7FDE882A73C}"/>
              </a:ext>
            </a:extLst>
          </p:cNvPr>
          <p:cNvGrpSpPr/>
          <p:nvPr/>
        </p:nvGrpSpPr>
        <p:grpSpPr>
          <a:xfrm>
            <a:off x="1336449" y="2757358"/>
            <a:ext cx="4994334" cy="560729"/>
            <a:chOff x="2889712" y="1784237"/>
            <a:chExt cx="4994334" cy="560729"/>
          </a:xfrm>
        </p:grpSpPr>
        <p:sp>
          <p:nvSpPr>
            <p:cNvPr id="5" name="Rectangle 8">
              <a:extLst>
                <a:ext uri="{FF2B5EF4-FFF2-40B4-BE49-F238E27FC236}">
                  <a16:creationId xmlns:a16="http://schemas.microsoft.com/office/drawing/2014/main" id="{F6577248-80A8-464D-AD0C-A9E6C1643C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712" y="1784237"/>
              <a:ext cx="4994334" cy="534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2)             </a:t>
              </a:r>
              <a:r>
                <a:rPr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比             容易计算</a:t>
              </a:r>
              <a:r>
                <a: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Object 9">
              <a:extLst>
                <a:ext uri="{FF2B5EF4-FFF2-40B4-BE49-F238E27FC236}">
                  <a16:creationId xmlns:a16="http://schemas.microsoft.com/office/drawing/2014/main" id="{3F0C06AE-B48F-4D8B-91A1-4065BB8C607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489223"/>
                </p:ext>
              </p:extLst>
            </p:nvPr>
          </p:nvGraphicFramePr>
          <p:xfrm>
            <a:off x="3343585" y="1836966"/>
            <a:ext cx="8890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309" name="Equation" r:id="rId3" imgW="888840" imgH="507960" progId="Equation.DSMT4">
                    <p:embed/>
                  </p:oleObj>
                </mc:Choice>
                <mc:Fallback>
                  <p:oleObj name="Equation" r:id="rId3" imgW="888840" imgH="507960" progId="Equation.DSMT4">
                    <p:embed/>
                    <p:pic>
                      <p:nvPicPr>
                        <p:cNvPr id="3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43585" y="1836966"/>
                          <a:ext cx="889000" cy="508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10">
              <a:extLst>
                <a:ext uri="{FF2B5EF4-FFF2-40B4-BE49-F238E27FC236}">
                  <a16:creationId xmlns:a16="http://schemas.microsoft.com/office/drawing/2014/main" id="{D2C599D1-F8AA-46A3-9EE0-E5BF51BB453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1971106"/>
                </p:ext>
              </p:extLst>
            </p:nvPr>
          </p:nvGraphicFramePr>
          <p:xfrm>
            <a:off x="4641650" y="1832092"/>
            <a:ext cx="8636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7310" name="Equation" r:id="rId5" imgW="20726400" imgH="12192000" progId="Equation.DSMT4">
                    <p:embed/>
                  </p:oleObj>
                </mc:Choice>
                <mc:Fallback>
                  <p:oleObj name="Equation" r:id="rId5" imgW="20726400" imgH="12192000" progId="Equation.DSMT4">
                    <p:embed/>
                    <p:pic>
                      <p:nvPicPr>
                        <p:cNvPr id="3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1650" y="1832092"/>
                          <a:ext cx="863600" cy="508000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 w="9525">
                          <a:solidFill>
                            <a:schemeClr val="bg1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36A5A3DA-0950-402E-B327-3F57A2E27E83}"/>
              </a:ext>
            </a:extLst>
          </p:cNvPr>
          <p:cNvSpPr/>
          <p:nvPr/>
        </p:nvSpPr>
        <p:spPr>
          <a:xfrm>
            <a:off x="1359554" y="1924478"/>
            <a:ext cx="22781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容易求得；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2F06DF21-5CD2-4793-9CC5-23C0A53AA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7736" y="1209153"/>
            <a:ext cx="647338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(2) </a:t>
            </a:r>
            <a:r>
              <a:rPr lang="zh-CN" altLang="en-US" sz="2400" b="1" dirty="0">
                <a:latin typeface="+mn-ea"/>
              </a:rPr>
              <a:t>选取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400" b="1" dirty="0" err="1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b="1" dirty="0">
                <a:latin typeface="+mn-ea"/>
              </a:rPr>
              <a:t>的原则：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46CFEEC3-460E-42E9-9C0D-2843B66FC2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21683"/>
              </p:ext>
            </p:extLst>
          </p:nvPr>
        </p:nvGraphicFramePr>
        <p:xfrm>
          <a:off x="1274566" y="3795886"/>
          <a:ext cx="5118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311" name="Equation" r:id="rId7" imgW="5117760" imgH="507960" progId="Equation.DSMT4">
                  <p:embed/>
                </p:oleObj>
              </mc:Choice>
              <mc:Fallback>
                <p:oleObj name="Equation" r:id="rId7" imgW="5117760" imgH="507960" progId="Equation.DSMT4">
                  <p:embed/>
                  <p:pic>
                    <p:nvPicPr>
                      <p:cNvPr id="6" name="Object 9">
                        <a:extLst>
                          <a:ext uri="{FF2B5EF4-FFF2-40B4-BE49-F238E27FC236}">
                            <a16:creationId xmlns:a16="http://schemas.microsoft.com/office/drawing/2014/main" id="{3F0C06AE-B48F-4D8B-91A1-4065BB8C60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566" y="3795886"/>
                        <a:ext cx="5118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036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446B69A9-946F-41FE-98BB-2181F8956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329" y="298140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944FA296-56AD-468F-B6BC-687E08F597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0758577"/>
              </p:ext>
            </p:extLst>
          </p:nvPr>
        </p:nvGraphicFramePr>
        <p:xfrm>
          <a:off x="2086529" y="325020"/>
          <a:ext cx="1333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78" name="Equation" r:id="rId3" imgW="32004000" imgH="12192000" progId="Equation.DSMT4">
                  <p:embed/>
                </p:oleObj>
              </mc:Choice>
              <mc:Fallback>
                <p:oleObj name="Equation" r:id="rId3" imgW="32004000" imgH="12192000" progId="Equation.DSMT4">
                  <p:embed/>
                  <p:pic>
                    <p:nvPicPr>
                      <p:cNvPr id="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529" y="325020"/>
                        <a:ext cx="13335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14">
            <a:extLst>
              <a:ext uri="{FF2B5EF4-FFF2-40B4-BE49-F238E27FC236}">
                <a16:creationId xmlns:a16="http://schemas.microsoft.com/office/drawing/2014/main" id="{9D447A7B-E7D1-43F2-8F6C-F61BB0655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617" y="1133417"/>
            <a:ext cx="1905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</a:p>
        </p:txBody>
      </p:sp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7DECD787-4F7A-433B-8650-6668937924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406639"/>
              </p:ext>
            </p:extLst>
          </p:nvPr>
        </p:nvGraphicFramePr>
        <p:xfrm>
          <a:off x="2954826" y="1205156"/>
          <a:ext cx="9271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79" name="Equation" r:id="rId5" imgW="22250400" imgH="6705600" progId="Equation.DSMT4">
                  <p:embed/>
                </p:oleObj>
              </mc:Choice>
              <mc:Fallback>
                <p:oleObj name="Equation" r:id="rId5" imgW="22250400" imgH="6705600" progId="Equation.DSMT4">
                  <p:embed/>
                  <p:pic>
                    <p:nvPicPr>
                      <p:cNvPr id="2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826" y="1205156"/>
                        <a:ext cx="9271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9">
            <a:extLst>
              <a:ext uri="{FF2B5EF4-FFF2-40B4-BE49-F238E27FC236}">
                <a16:creationId xmlns:a16="http://schemas.microsoft.com/office/drawing/2014/main" id="{7B721FF3-376D-40DC-90FD-CEFB0B0642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551349"/>
              </p:ext>
            </p:extLst>
          </p:nvPr>
        </p:nvGraphicFramePr>
        <p:xfrm>
          <a:off x="799233" y="1915980"/>
          <a:ext cx="129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80" name="Equation" r:id="rId7" imgW="31089600" imgH="12192000" progId="Equation.DSMT4">
                  <p:embed/>
                </p:oleObj>
              </mc:Choice>
              <mc:Fallback>
                <p:oleObj name="Equation" r:id="rId7" imgW="31089600" imgH="12192000" progId="Equation.DSMT4">
                  <p:embed/>
                  <p:pic>
                    <p:nvPicPr>
                      <p:cNvPr id="2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233" y="1915980"/>
                        <a:ext cx="12954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0">
            <a:extLst>
              <a:ext uri="{FF2B5EF4-FFF2-40B4-BE49-F238E27FC236}">
                <a16:creationId xmlns:a16="http://schemas.microsoft.com/office/drawing/2014/main" id="{FD6B08C4-29A5-4F62-9A8C-69B2CE5B5D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049438"/>
              </p:ext>
            </p:extLst>
          </p:nvPr>
        </p:nvGraphicFramePr>
        <p:xfrm>
          <a:off x="2109251" y="1915980"/>
          <a:ext cx="157464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81" name="Equation" r:id="rId9" imgW="1574640" imgH="507960" progId="Equation.DSMT4">
                  <p:embed/>
                </p:oleObj>
              </mc:Choice>
              <mc:Fallback>
                <p:oleObj name="Equation" r:id="rId9" imgW="1574640" imgH="507960" progId="Equation.DSMT4">
                  <p:embed/>
                  <p:pic>
                    <p:nvPicPr>
                      <p:cNvPr id="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251" y="1915980"/>
                        <a:ext cx="157464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1">
            <a:extLst>
              <a:ext uri="{FF2B5EF4-FFF2-40B4-BE49-F238E27FC236}">
                <a16:creationId xmlns:a16="http://schemas.microsoft.com/office/drawing/2014/main" id="{67A08F75-2177-4413-B853-ACE8E9C5E1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1934697"/>
              </p:ext>
            </p:extLst>
          </p:nvPr>
        </p:nvGraphicFramePr>
        <p:xfrm>
          <a:off x="2094633" y="2697375"/>
          <a:ext cx="1028700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82" name="Equation" r:id="rId11" imgW="24688800" imgH="6705600" progId="Equation.DSMT4">
                  <p:embed/>
                </p:oleObj>
              </mc:Choice>
              <mc:Fallback>
                <p:oleObj name="Equation" r:id="rId11" imgW="24688800" imgH="6705600" progId="Equation.DSMT4">
                  <p:embed/>
                  <p:pic>
                    <p:nvPicPr>
                      <p:cNvPr id="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633" y="2697375"/>
                        <a:ext cx="1028700" cy="2778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>
            <a:extLst>
              <a:ext uri="{FF2B5EF4-FFF2-40B4-BE49-F238E27FC236}">
                <a16:creationId xmlns:a16="http://schemas.microsoft.com/office/drawing/2014/main" id="{17EB137B-0476-44E5-ADC7-CFD3BB2F3E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3760827"/>
              </p:ext>
            </p:extLst>
          </p:nvPr>
        </p:nvGraphicFramePr>
        <p:xfrm>
          <a:off x="2086529" y="3509055"/>
          <a:ext cx="1028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83" name="Equation" r:id="rId13" imgW="24688800" imgH="6705600" progId="Equation.DSMT4">
                  <p:embed/>
                </p:oleObj>
              </mc:Choice>
              <mc:Fallback>
                <p:oleObj name="Equation" r:id="rId13" imgW="24688800" imgH="6705600" progId="Equation.DSMT4">
                  <p:embed/>
                  <p:pic>
                    <p:nvPicPr>
                      <p:cNvPr id="2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6529" y="3509055"/>
                        <a:ext cx="10287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4">
            <a:extLst>
              <a:ext uri="{FF2B5EF4-FFF2-40B4-BE49-F238E27FC236}">
                <a16:creationId xmlns:a16="http://schemas.microsoft.com/office/drawing/2014/main" id="{1F31EDCF-AD87-4A45-A526-40EF04ADE6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4434157"/>
              </p:ext>
            </p:extLst>
          </p:nvPr>
        </p:nvGraphicFramePr>
        <p:xfrm>
          <a:off x="3123333" y="2633851"/>
          <a:ext cx="123156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84" name="Equation" r:id="rId15" imgW="1231560" imgH="507960" progId="Equation.DSMT4">
                  <p:embed/>
                </p:oleObj>
              </mc:Choice>
              <mc:Fallback>
                <p:oleObj name="Equation" r:id="rId15" imgW="1231560" imgH="507960" progId="Equation.DSMT4">
                  <p:embed/>
                  <p:pic>
                    <p:nvPicPr>
                      <p:cNvPr id="29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3333" y="2633851"/>
                        <a:ext cx="123156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2">
            <a:extLst>
              <a:ext uri="{FF2B5EF4-FFF2-40B4-BE49-F238E27FC236}">
                <a16:creationId xmlns:a16="http://schemas.microsoft.com/office/drawing/2014/main" id="{81A55E32-CC43-4B02-9F5B-EE94AD5B6F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2929071"/>
              </p:ext>
            </p:extLst>
          </p:nvPr>
        </p:nvGraphicFramePr>
        <p:xfrm>
          <a:off x="3123333" y="3509055"/>
          <a:ext cx="13843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85" name="Equation" r:id="rId17" imgW="33223200" imgH="6705600" progId="Equation.DSMT4">
                  <p:embed/>
                </p:oleObj>
              </mc:Choice>
              <mc:Fallback>
                <p:oleObj name="Equation" r:id="rId17" imgW="33223200" imgH="6705600" progId="Equation.DSMT4">
                  <p:embed/>
                  <p:pic>
                    <p:nvPicPr>
                      <p:cNvPr id="31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3333" y="3509055"/>
                        <a:ext cx="13843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3">
            <a:extLst>
              <a:ext uri="{FF2B5EF4-FFF2-40B4-BE49-F238E27FC236}">
                <a16:creationId xmlns:a16="http://schemas.microsoft.com/office/drawing/2014/main" id="{0184CF5D-5BA5-4730-9AA3-9A542FFD2B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1976788"/>
              </p:ext>
            </p:extLst>
          </p:nvPr>
        </p:nvGraphicFramePr>
        <p:xfrm>
          <a:off x="3897227" y="1163442"/>
          <a:ext cx="1244520" cy="431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86" name="Equation" r:id="rId19" imgW="1244520" imgH="431640" progId="Equation.DSMT4">
                  <p:embed/>
                </p:oleObj>
              </mc:Choice>
              <mc:Fallback>
                <p:oleObj name="Equation" r:id="rId19" imgW="1244520" imgH="431640" progId="Equation.DSMT4">
                  <p:embed/>
                  <p:pic>
                    <p:nvPicPr>
                      <p:cNvPr id="32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7227" y="1163442"/>
                        <a:ext cx="1244520" cy="431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34">
            <a:extLst>
              <a:ext uri="{FF2B5EF4-FFF2-40B4-BE49-F238E27FC236}">
                <a16:creationId xmlns:a16="http://schemas.microsoft.com/office/drawing/2014/main" id="{BD78BAF6-2F30-4314-9021-3471EDF288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3036286"/>
              </p:ext>
            </p:extLst>
          </p:nvPr>
        </p:nvGraphicFramePr>
        <p:xfrm>
          <a:off x="5141747" y="1205156"/>
          <a:ext cx="634680" cy="33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87" name="Equation" r:id="rId21" imgW="634680" imgH="330120" progId="Equation.DSMT4">
                  <p:embed/>
                </p:oleObj>
              </mc:Choice>
              <mc:Fallback>
                <p:oleObj name="Equation" r:id="rId21" imgW="634680" imgH="330120" progId="Equation.DSMT4">
                  <p:embed/>
                  <p:pic>
                    <p:nvPicPr>
                      <p:cNvPr id="33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747" y="1205156"/>
                        <a:ext cx="634680" cy="330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4">
            <a:extLst>
              <a:ext uri="{FF2B5EF4-FFF2-40B4-BE49-F238E27FC236}">
                <a16:creationId xmlns:a16="http://schemas.microsoft.com/office/drawing/2014/main" id="{C81225D3-816E-46C2-BAC1-2D37AF4A25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8783" y="1114023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则</a:t>
            </a:r>
            <a:endParaRPr lang="en-US" altLang="zh-CN" sz="2400" b="1" dirty="0">
              <a:latin typeface="+mn-ea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0C2BA34-3F05-4D6D-BF9F-4173CB1DB4F1}"/>
              </a:ext>
            </a:extLst>
          </p:cNvPr>
          <p:cNvGrpSpPr/>
          <p:nvPr/>
        </p:nvGrpSpPr>
        <p:grpSpPr>
          <a:xfrm>
            <a:off x="1446933" y="1144995"/>
            <a:ext cx="1337841" cy="461963"/>
            <a:chOff x="1619672" y="1116658"/>
            <a:chExt cx="1337841" cy="461963"/>
          </a:xfrm>
        </p:grpSpPr>
        <p:sp>
          <p:nvSpPr>
            <p:cNvPr id="5" name="Text Box 16">
              <a:extLst>
                <a:ext uri="{FF2B5EF4-FFF2-40B4-BE49-F238E27FC236}">
                  <a16:creationId xmlns:a16="http://schemas.microsoft.com/office/drawing/2014/main" id="{D91A4125-A412-4127-8B32-FA47642E15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672" y="1116658"/>
              <a:ext cx="6858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b="1" dirty="0">
                  <a:latin typeface="+mn-ea"/>
                </a:rPr>
                <a:t>令</a:t>
              </a:r>
            </a:p>
          </p:txBody>
        </p:sp>
        <p:graphicFrame>
          <p:nvGraphicFramePr>
            <p:cNvPr id="17" name="对象 16">
              <a:extLst>
                <a:ext uri="{FF2B5EF4-FFF2-40B4-BE49-F238E27FC236}">
                  <a16:creationId xmlns:a16="http://schemas.microsoft.com/office/drawing/2014/main" id="{1D4563E7-4E3B-49FD-AE1C-98E39EB477E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3033087"/>
                </p:ext>
              </p:extLst>
            </p:nvPr>
          </p:nvGraphicFramePr>
          <p:xfrm>
            <a:off x="2233613" y="1266825"/>
            <a:ext cx="723900" cy="254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688" name="Equation" r:id="rId23" imgW="723600" imgH="253800" progId="Equation.DSMT4">
                    <p:embed/>
                  </p:oleObj>
                </mc:Choice>
                <mc:Fallback>
                  <p:oleObj name="Equation" r:id="rId23" imgW="7236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233613" y="1266825"/>
                          <a:ext cx="723900" cy="254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878">
            <a:extLst>
              <a:ext uri="{FF2B5EF4-FFF2-40B4-BE49-F238E27FC236}">
                <a16:creationId xmlns:a16="http://schemas.microsoft.com/office/drawing/2014/main" id="{1FB1D95B-FF62-45E3-AA2B-A2562DC6B4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473043"/>
              </p:ext>
            </p:extLst>
          </p:nvPr>
        </p:nvGraphicFramePr>
        <p:xfrm>
          <a:off x="6303015" y="2333794"/>
          <a:ext cx="226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89" name="Equation" r:id="rId25" imgW="54254400" imgH="12192000" progId="Equation.DSMT4">
                  <p:embed/>
                </p:oleObj>
              </mc:Choice>
              <mc:Fallback>
                <p:oleObj name="Equation" r:id="rId25" imgW="54254400" imgH="12192000" progId="Equation.DSMT4">
                  <p:embed/>
                  <p:pic>
                    <p:nvPicPr>
                      <p:cNvPr id="436078" name="Object 8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3015" y="2333794"/>
                        <a:ext cx="2260600" cy="508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0">
            <a:extLst>
              <a:ext uri="{FF2B5EF4-FFF2-40B4-BE49-F238E27FC236}">
                <a16:creationId xmlns:a16="http://schemas.microsoft.com/office/drawing/2014/main" id="{046415FB-FA45-4EEF-898E-DBF420AE01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047189"/>
              </p:ext>
            </p:extLst>
          </p:nvPr>
        </p:nvGraphicFramePr>
        <p:xfrm>
          <a:off x="6301674" y="1535276"/>
          <a:ext cx="2633663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690" name="Equation" r:id="rId27" imgW="2603160" imgH="507960" progId="Equation.DSMT4">
                  <p:embed/>
                </p:oleObj>
              </mc:Choice>
              <mc:Fallback>
                <p:oleObj name="Equation" r:id="rId27" imgW="2603160" imgH="507960" progId="Equation.DSMT4">
                  <p:embed/>
                  <p:pic>
                    <p:nvPicPr>
                      <p:cNvPr id="12" name="Object 20">
                        <a:extLst>
                          <a:ext uri="{FF2B5EF4-FFF2-40B4-BE49-F238E27FC236}">
                            <a16:creationId xmlns:a16="http://schemas.microsoft.com/office/drawing/2014/main" id="{227FCE1E-82C3-4504-83EC-E79D7316617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1674" y="1535276"/>
                        <a:ext cx="2633663" cy="5032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EF5C304D-C85A-4D31-83DD-AE94093D4A3C}"/>
              </a:ext>
            </a:extLst>
          </p:cNvPr>
          <p:cNvGrpSpPr/>
          <p:nvPr/>
        </p:nvGrpSpPr>
        <p:grpSpPr>
          <a:xfrm>
            <a:off x="2483768" y="755530"/>
            <a:ext cx="821961" cy="317873"/>
            <a:chOff x="2475354" y="1042765"/>
            <a:chExt cx="821961" cy="317873"/>
          </a:xfrm>
        </p:grpSpPr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89F81D1E-699E-4412-915C-ABD98C141D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5354" y="1042765"/>
              <a:ext cx="821961" cy="1820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2" name="对象 21">
              <a:extLst>
                <a:ext uri="{FF2B5EF4-FFF2-40B4-BE49-F238E27FC236}">
                  <a16:creationId xmlns:a16="http://schemas.microsoft.com/office/drawing/2014/main" id="{C2B6AB13-4B9A-494A-9159-1BA5F879727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90463996"/>
                </p:ext>
              </p:extLst>
            </p:nvPr>
          </p:nvGraphicFramePr>
          <p:xfrm>
            <a:off x="2712458" y="1081238"/>
            <a:ext cx="3302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8691" name="Equation" r:id="rId29" imgW="330120" imgH="279360" progId="Equation.DSMT4">
                    <p:embed/>
                  </p:oleObj>
                </mc:Choice>
                <mc:Fallback>
                  <p:oleObj name="Equation" r:id="rId29" imgW="330120" imgH="279360" progId="Equation.DSMT4">
                    <p:embed/>
                    <p:pic>
                      <p:nvPicPr>
                        <p:cNvPr id="23" name="对象 22">
                          <a:extLst>
                            <a:ext uri="{FF2B5EF4-FFF2-40B4-BE49-F238E27FC236}">
                              <a16:creationId xmlns:a16="http://schemas.microsoft.com/office/drawing/2014/main" id="{8368E4FF-1A47-441C-9681-CD10CBBF4EB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0"/>
                        <a:stretch>
                          <a:fillRect/>
                        </a:stretch>
                      </p:blipFill>
                      <p:spPr>
                        <a:xfrm>
                          <a:off x="2712458" y="1081238"/>
                          <a:ext cx="3302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16560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7">
            <a:extLst>
              <a:ext uri="{FF2B5EF4-FFF2-40B4-BE49-F238E27FC236}">
                <a16:creationId xmlns:a16="http://schemas.microsoft.com/office/drawing/2014/main" id="{CAEF462A-D07E-41B3-8616-42BBDBDF05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6764954"/>
              </p:ext>
            </p:extLst>
          </p:nvPr>
        </p:nvGraphicFramePr>
        <p:xfrm>
          <a:off x="3971093" y="869628"/>
          <a:ext cx="110484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22" name="Equation" r:id="rId3" imgW="1104840" imgH="914400" progId="Equation.DSMT4">
                  <p:embed/>
                </p:oleObj>
              </mc:Choice>
              <mc:Fallback>
                <p:oleObj name="Equation" r:id="rId3" imgW="1104840" imgH="914400" progId="Equation.DSMT4">
                  <p:embed/>
                  <p:pic>
                    <p:nvPicPr>
                      <p:cNvPr id="1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1093" y="869628"/>
                        <a:ext cx="110484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">
            <a:extLst>
              <a:ext uri="{FF2B5EF4-FFF2-40B4-BE49-F238E27FC236}">
                <a16:creationId xmlns:a16="http://schemas.microsoft.com/office/drawing/2014/main" id="{600887A3-952F-4088-8148-FFAAABA12A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921" y="320309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18FCECD9-61EB-45EA-8FD0-E62BD48126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158" y="1043371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BCAF6004-2255-4CC7-8BFC-78699631CC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5873" y="1043074"/>
            <a:ext cx="685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令</a:t>
            </a:r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BD3AAD42-F498-4885-A845-897089B56E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181416"/>
              </p:ext>
            </p:extLst>
          </p:nvPr>
        </p:nvGraphicFramePr>
        <p:xfrm>
          <a:off x="3442894" y="1144469"/>
          <a:ext cx="482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23" name="Equation" r:id="rId5" imgW="11582400" imgH="6705600" progId="Equation.DSMT4">
                  <p:embed/>
                </p:oleObj>
              </mc:Choice>
              <mc:Fallback>
                <p:oleObj name="Equation" r:id="rId5" imgW="11582400" imgH="6705600" progId="Equation.DSMT4">
                  <p:embed/>
                  <p:pic>
                    <p:nvPicPr>
                      <p:cNvPr id="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2894" y="1144469"/>
                        <a:ext cx="4826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3A25DE1C-A258-4DCA-A402-F51696229E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6604820"/>
              </p:ext>
            </p:extLst>
          </p:nvPr>
        </p:nvGraphicFramePr>
        <p:xfrm>
          <a:off x="1729955" y="2081792"/>
          <a:ext cx="129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24" name="Equation" r:id="rId7" imgW="31089600" imgH="12192000" progId="Equation.DSMT4">
                  <p:embed/>
                </p:oleObj>
              </mc:Choice>
              <mc:Fallback>
                <p:oleObj name="Equation" r:id="rId7" imgW="31089600" imgH="12192000" progId="Equation.DSMT4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955" y="2081792"/>
                        <a:ext cx="12954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A0F04C50-A596-4AE2-8D59-E6C2C502DB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9853713"/>
              </p:ext>
            </p:extLst>
          </p:nvPr>
        </p:nvGraphicFramePr>
        <p:xfrm>
          <a:off x="3025355" y="2887960"/>
          <a:ext cx="1257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25" name="Equation" r:id="rId9" imgW="30175200" imgH="18592800" progId="Equation.DSMT4">
                  <p:embed/>
                </p:oleObj>
              </mc:Choice>
              <mc:Fallback>
                <p:oleObj name="Equation" r:id="rId9" imgW="30175200" imgH="18592800" progId="Equation.DSMT4">
                  <p:embed/>
                  <p:pic>
                    <p:nvPicPr>
                      <p:cNvPr id="1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355" y="2887960"/>
                        <a:ext cx="12573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2">
            <a:extLst>
              <a:ext uri="{FF2B5EF4-FFF2-40B4-BE49-F238E27FC236}">
                <a16:creationId xmlns:a16="http://schemas.microsoft.com/office/drawing/2014/main" id="{5D6C85FF-17D5-4E76-BE4F-5167997D0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547" y="3871838"/>
            <a:ext cx="216024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积分更难进行！</a:t>
            </a:r>
            <a:endParaRPr lang="en-US" altLang="zh-CN" sz="20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6158507E-DC6A-4BFA-81BB-8F3BE1E3C4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349452"/>
              </p:ext>
            </p:extLst>
          </p:nvPr>
        </p:nvGraphicFramePr>
        <p:xfrm>
          <a:off x="4314314" y="2875114"/>
          <a:ext cx="1727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26" name="Equation" r:id="rId11" imgW="41452800" imgH="18592800" progId="Equation.DSMT4">
                  <p:embed/>
                </p:oleObj>
              </mc:Choice>
              <mc:Fallback>
                <p:oleObj name="Equation" r:id="rId11" imgW="41452800" imgH="18592800" progId="Equation.DSMT4">
                  <p:embed/>
                  <p:pic>
                    <p:nvPicPr>
                      <p:cNvPr id="15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4314" y="2875114"/>
                        <a:ext cx="17272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">
            <a:extLst>
              <a:ext uri="{FF2B5EF4-FFF2-40B4-BE49-F238E27FC236}">
                <a16:creationId xmlns:a16="http://schemas.microsoft.com/office/drawing/2014/main" id="{8F805B72-E550-42CA-8B1C-7A943B53E8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7133507"/>
              </p:ext>
            </p:extLst>
          </p:nvPr>
        </p:nvGraphicFramePr>
        <p:xfrm>
          <a:off x="5038700" y="1134527"/>
          <a:ext cx="634680" cy="33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27" name="Equation" r:id="rId13" imgW="634680" imgH="330120" progId="Equation.DSMT4">
                  <p:embed/>
                </p:oleObj>
              </mc:Choice>
              <mc:Fallback>
                <p:oleObj name="Equation" r:id="rId13" imgW="634680" imgH="330120" progId="Equation.DSMT4">
                  <p:embed/>
                  <p:pic>
                    <p:nvPicPr>
                      <p:cNvPr id="17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8700" y="1134527"/>
                        <a:ext cx="634680" cy="3301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30A45C5A-B757-40CD-A45C-E31C68E112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1669658"/>
              </p:ext>
            </p:extLst>
          </p:nvPr>
        </p:nvGraphicFramePr>
        <p:xfrm>
          <a:off x="3025355" y="3745210"/>
          <a:ext cx="12573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28" name="Equation" r:id="rId15" imgW="30175200" imgH="18592800" progId="Equation.DSMT4">
                  <p:embed/>
                </p:oleObj>
              </mc:Choice>
              <mc:Fallback>
                <p:oleObj name="Equation" r:id="rId15" imgW="30175200" imgH="18592800" progId="Equation.DSMT4">
                  <p:embed/>
                  <p:pic>
                    <p:nvPicPr>
                      <p:cNvPr id="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355" y="3745210"/>
                        <a:ext cx="1257300" cy="774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1">
            <a:extLst>
              <a:ext uri="{FF2B5EF4-FFF2-40B4-BE49-F238E27FC236}">
                <a16:creationId xmlns:a16="http://schemas.microsoft.com/office/drawing/2014/main" id="{3B46DEA6-D174-4A1B-BA06-488DB5A78D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2696169"/>
              </p:ext>
            </p:extLst>
          </p:nvPr>
        </p:nvGraphicFramePr>
        <p:xfrm>
          <a:off x="4327948" y="3750326"/>
          <a:ext cx="16494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29" name="Equation" r:id="rId17" imgW="39624000" imgH="18288000" progId="Equation.DSMT4">
                  <p:embed/>
                </p:oleObj>
              </mc:Choice>
              <mc:Fallback>
                <p:oleObj name="Equation" r:id="rId17" imgW="39624000" imgH="18288000" progId="Equation.DSMT4">
                  <p:embed/>
                  <p:pic>
                    <p:nvPicPr>
                      <p:cNvPr id="1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7948" y="3750326"/>
                        <a:ext cx="1649413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9">
            <a:extLst>
              <a:ext uri="{FF2B5EF4-FFF2-40B4-BE49-F238E27FC236}">
                <a16:creationId xmlns:a16="http://schemas.microsoft.com/office/drawing/2014/main" id="{9A206B4E-323F-4882-92B1-16D921C8AB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7554351"/>
              </p:ext>
            </p:extLst>
          </p:nvPr>
        </p:nvGraphicFramePr>
        <p:xfrm>
          <a:off x="3025355" y="2103408"/>
          <a:ext cx="1001712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30" name="Equation" r:id="rId19" imgW="24993600" imgH="12192000" progId="Equation.DSMT4">
                  <p:embed/>
                </p:oleObj>
              </mc:Choice>
              <mc:Fallback>
                <p:oleObj name="Equation" r:id="rId19" imgW="24993600" imgH="12192000" progId="Equation.DSMT4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5355" y="2103408"/>
                        <a:ext cx="1001712" cy="506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0">
            <a:extLst>
              <a:ext uri="{FF2B5EF4-FFF2-40B4-BE49-F238E27FC236}">
                <a16:creationId xmlns:a16="http://schemas.microsoft.com/office/drawing/2014/main" id="{B6E1BBD4-0129-4781-B5A2-2A2A9CECF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009109"/>
              </p:ext>
            </p:extLst>
          </p:nvPr>
        </p:nvGraphicFramePr>
        <p:xfrm>
          <a:off x="4065875" y="1914505"/>
          <a:ext cx="876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31" name="Equation" r:id="rId21" imgW="21031200" imgH="21945600" progId="Equation.DSMT4">
                  <p:embed/>
                </p:oleObj>
              </mc:Choice>
              <mc:Fallback>
                <p:oleObj name="Equation" r:id="rId21" imgW="21031200" imgH="21945600" progId="Equation.DSMT4">
                  <p:embed/>
                  <p:pic>
                    <p:nvPicPr>
                      <p:cNvPr id="2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5875" y="1914505"/>
                        <a:ext cx="876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>
            <a:extLst>
              <a:ext uri="{FF2B5EF4-FFF2-40B4-BE49-F238E27FC236}">
                <a16:creationId xmlns:a16="http://schemas.microsoft.com/office/drawing/2014/main" id="{49EC0FBD-40EE-4B85-8B44-BD90DF5CB7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80048"/>
              </p:ext>
            </p:extLst>
          </p:nvPr>
        </p:nvGraphicFramePr>
        <p:xfrm>
          <a:off x="2213085" y="339502"/>
          <a:ext cx="1333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32" name="Equation" r:id="rId23" imgW="32004000" imgH="12192000" progId="Equation.DSMT4">
                  <p:embed/>
                </p:oleObj>
              </mc:Choice>
              <mc:Fallback>
                <p:oleObj name="Equation" r:id="rId23" imgW="32004000" imgH="12192000" progId="Equation.DSMT4">
                  <p:embed/>
                  <p:pic>
                    <p:nvPicPr>
                      <p:cNvPr id="230409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3085" y="339502"/>
                        <a:ext cx="13335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9">
            <a:extLst>
              <a:ext uri="{FF2B5EF4-FFF2-40B4-BE49-F238E27FC236}">
                <a16:creationId xmlns:a16="http://schemas.microsoft.com/office/drawing/2014/main" id="{028D19AD-0C72-467F-ABE0-55E9D011BA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9701916"/>
              </p:ext>
            </p:extLst>
          </p:nvPr>
        </p:nvGraphicFramePr>
        <p:xfrm>
          <a:off x="2205446" y="1198247"/>
          <a:ext cx="1168200" cy="26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33" name="Equation" r:id="rId25" imgW="1168200" imgH="266400" progId="Equation.DSMT4">
                  <p:embed/>
                </p:oleObj>
              </mc:Choice>
              <mc:Fallback>
                <p:oleObj name="Equation" r:id="rId25" imgW="1168200" imgH="266400" progId="Equation.DSMT4">
                  <p:embed/>
                  <p:pic>
                    <p:nvPicPr>
                      <p:cNvPr id="316455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446" y="1198247"/>
                        <a:ext cx="1168200" cy="26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4">
            <a:extLst>
              <a:ext uri="{FF2B5EF4-FFF2-40B4-BE49-F238E27FC236}">
                <a16:creationId xmlns:a16="http://schemas.microsoft.com/office/drawing/2014/main" id="{86D7DD6C-686F-4996-9CCF-756A3DD2A1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2248" y="1068754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则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20" name="Object 817">
            <a:extLst>
              <a:ext uri="{FF2B5EF4-FFF2-40B4-BE49-F238E27FC236}">
                <a16:creationId xmlns:a16="http://schemas.microsoft.com/office/drawing/2014/main" id="{11343F1E-3528-48DD-9FE8-AD8086F885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635925"/>
              </p:ext>
            </p:extLst>
          </p:nvPr>
        </p:nvGraphicFramePr>
        <p:xfrm>
          <a:off x="6240490" y="195486"/>
          <a:ext cx="226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9734" name="Equation" r:id="rId27" imgW="54254400" imgH="12192000" progId="Equation.DSMT4">
                  <p:embed/>
                </p:oleObj>
              </mc:Choice>
              <mc:Fallback>
                <p:oleObj name="Equation" r:id="rId27" imgW="54254400" imgH="12192000" progId="Equation.DSMT4">
                  <p:embed/>
                  <p:pic>
                    <p:nvPicPr>
                      <p:cNvPr id="317233" name="Object 8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0490" y="195486"/>
                        <a:ext cx="2260600" cy="508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842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A4B0872A-DE7F-42FF-8DA7-47723B2F0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2470" y="339502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Object 4">
            <a:extLst>
              <a:ext uri="{FF2B5EF4-FFF2-40B4-BE49-F238E27FC236}">
                <a16:creationId xmlns:a16="http://schemas.microsoft.com/office/drawing/2014/main" id="{E954DA10-D1E9-4340-8419-7EA72B11E0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3912915"/>
              </p:ext>
            </p:extLst>
          </p:nvPr>
        </p:nvGraphicFramePr>
        <p:xfrm>
          <a:off x="2051720" y="339502"/>
          <a:ext cx="142236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05" name="Equation" r:id="rId3" imgW="1422360" imgH="507960" progId="Equation.DSMT4">
                  <p:embed/>
                </p:oleObj>
              </mc:Choice>
              <mc:Fallback>
                <p:oleObj name="Equation" r:id="rId3" imgW="1422360" imgH="507960" progId="Equation.DSMT4">
                  <p:embed/>
                  <p:pic>
                    <p:nvPicPr>
                      <p:cNvPr id="17" name="Object 4">
                        <a:extLst>
                          <a:ext uri="{FF2B5EF4-FFF2-40B4-BE49-F238E27FC236}">
                            <a16:creationId xmlns:a16="http://schemas.microsoft.com/office/drawing/2014/main" id="{49EC0FBD-40EE-4B85-8B44-BD90DF5CB7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720" y="339502"/>
                        <a:ext cx="142236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DFB63C48-67E0-4191-B097-4C5352A48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707" y="1062564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endParaRPr lang="en-US" altLang="zh-CN" sz="2400" b="1" dirty="0">
              <a:solidFill>
                <a:srgbClr val="0064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42F21B3D-96B8-46ED-BA55-9E20F735C2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121453"/>
              </p:ext>
            </p:extLst>
          </p:nvPr>
        </p:nvGraphicFramePr>
        <p:xfrm>
          <a:off x="1604496" y="1108293"/>
          <a:ext cx="3352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06" name="Equation" r:id="rId5" imgW="3352680" imgH="507960" progId="Equation.DSMT4">
                  <p:embed/>
                </p:oleObj>
              </mc:Choice>
              <mc:Fallback>
                <p:oleObj name="Equation" r:id="rId5" imgW="3352680" imgH="507960" progId="Equation.DSMT4">
                  <p:embed/>
                  <p:pic>
                    <p:nvPicPr>
                      <p:cNvPr id="3" name="Object 4">
                        <a:extLst>
                          <a:ext uri="{FF2B5EF4-FFF2-40B4-BE49-F238E27FC236}">
                            <a16:creationId xmlns:a16="http://schemas.microsoft.com/office/drawing/2014/main" id="{E954DA10-D1E9-4340-8419-7EA72B11E0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496" y="1108293"/>
                        <a:ext cx="3352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DFFECC22-840C-42CD-98AA-51156ECAED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34704"/>
              </p:ext>
            </p:extLst>
          </p:nvPr>
        </p:nvGraphicFramePr>
        <p:xfrm>
          <a:off x="1244878" y="1686642"/>
          <a:ext cx="3479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07" name="Equation" r:id="rId7" imgW="3479760" imgH="507960" progId="Equation.DSMT4">
                  <p:embed/>
                </p:oleObj>
              </mc:Choice>
              <mc:Fallback>
                <p:oleObj name="Equation" r:id="rId7" imgW="3479760" imgH="507960" progId="Equation.DSMT4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42F21B3D-96B8-46ED-BA55-9E20F735C2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878" y="1686642"/>
                        <a:ext cx="3479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>
            <a:extLst>
              <a:ext uri="{FF2B5EF4-FFF2-40B4-BE49-F238E27FC236}">
                <a16:creationId xmlns:a16="http://schemas.microsoft.com/office/drawing/2014/main" id="{19493BFC-7135-4D8E-8A36-3E4E91A810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022143"/>
              </p:ext>
            </p:extLst>
          </p:nvPr>
        </p:nvGraphicFramePr>
        <p:xfrm>
          <a:off x="4741206" y="1686642"/>
          <a:ext cx="3035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08" name="Equation" r:id="rId9" imgW="3035160" imgH="507960" progId="Equation.DSMT4">
                  <p:embed/>
                </p:oleObj>
              </mc:Choice>
              <mc:Fallback>
                <p:oleObj name="Equation" r:id="rId9" imgW="3035160" imgH="507960" progId="Equation.DSMT4">
                  <p:embed/>
                  <p:pic>
                    <p:nvPicPr>
                      <p:cNvPr id="6" name="Object 4">
                        <a:extLst>
                          <a:ext uri="{FF2B5EF4-FFF2-40B4-BE49-F238E27FC236}">
                            <a16:creationId xmlns:a16="http://schemas.microsoft.com/office/drawing/2014/main" id="{DFFECC22-840C-42CD-98AA-51156ECAEDF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1206" y="1686642"/>
                        <a:ext cx="30353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>
            <a:extLst>
              <a:ext uri="{FF2B5EF4-FFF2-40B4-BE49-F238E27FC236}">
                <a16:creationId xmlns:a16="http://schemas.microsoft.com/office/drawing/2014/main" id="{206CE867-2265-4D4C-964A-3E94389640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564043"/>
              </p:ext>
            </p:extLst>
          </p:nvPr>
        </p:nvGraphicFramePr>
        <p:xfrm>
          <a:off x="1232550" y="2327326"/>
          <a:ext cx="3060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09" name="Equation" r:id="rId11" imgW="3060360" imgH="507960" progId="Equation.DSMT4">
                  <p:embed/>
                </p:oleObj>
              </mc:Choice>
              <mc:Fallback>
                <p:oleObj name="Equation" r:id="rId11" imgW="3060360" imgH="507960" progId="Equation.DSMT4">
                  <p:embed/>
                  <p:pic>
                    <p:nvPicPr>
                      <p:cNvPr id="7" name="Object 4">
                        <a:extLst>
                          <a:ext uri="{FF2B5EF4-FFF2-40B4-BE49-F238E27FC236}">
                            <a16:creationId xmlns:a16="http://schemas.microsoft.com/office/drawing/2014/main" id="{19493BFC-7135-4D8E-8A36-3E4E91A810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2550" y="2327326"/>
                        <a:ext cx="30607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>
            <a:extLst>
              <a:ext uri="{FF2B5EF4-FFF2-40B4-BE49-F238E27FC236}">
                <a16:creationId xmlns:a16="http://schemas.microsoft.com/office/drawing/2014/main" id="{92A28183-EAC2-4388-8657-3D009D008AE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7255734"/>
              </p:ext>
            </p:extLst>
          </p:nvPr>
        </p:nvGraphicFramePr>
        <p:xfrm>
          <a:off x="1232550" y="2963930"/>
          <a:ext cx="4203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10" name="Equation" r:id="rId13" imgW="4203360" imgH="507960" progId="Equation.DSMT4">
                  <p:embed/>
                </p:oleObj>
              </mc:Choice>
              <mc:Fallback>
                <p:oleObj name="Equation" r:id="rId13" imgW="4203360" imgH="507960" progId="Equation.DSMT4">
                  <p:embed/>
                  <p:pic>
                    <p:nvPicPr>
                      <p:cNvPr id="8" name="Object 4">
                        <a:extLst>
                          <a:ext uri="{FF2B5EF4-FFF2-40B4-BE49-F238E27FC236}">
                            <a16:creationId xmlns:a16="http://schemas.microsoft.com/office/drawing/2014/main" id="{206CE867-2265-4D4C-964A-3E94389640D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2550" y="2963930"/>
                        <a:ext cx="42037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>
            <a:extLst>
              <a:ext uri="{FF2B5EF4-FFF2-40B4-BE49-F238E27FC236}">
                <a16:creationId xmlns:a16="http://schemas.microsoft.com/office/drawing/2014/main" id="{C252A289-18EB-46CF-9BF9-F06F202420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658242"/>
              </p:ext>
            </p:extLst>
          </p:nvPr>
        </p:nvGraphicFramePr>
        <p:xfrm>
          <a:off x="1238767" y="3563387"/>
          <a:ext cx="4000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11" name="Equation" r:id="rId15" imgW="4000320" imgH="507960" progId="Equation.DSMT4">
                  <p:embed/>
                </p:oleObj>
              </mc:Choice>
              <mc:Fallback>
                <p:oleObj name="Equation" r:id="rId15" imgW="4000320" imgH="507960" progId="Equation.DSMT4">
                  <p:embed/>
                  <p:pic>
                    <p:nvPicPr>
                      <p:cNvPr id="9" name="Object 4">
                        <a:extLst>
                          <a:ext uri="{FF2B5EF4-FFF2-40B4-BE49-F238E27FC236}">
                            <a16:creationId xmlns:a16="http://schemas.microsoft.com/office/drawing/2014/main" id="{92A28183-EAC2-4388-8657-3D009D008AE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8767" y="3563387"/>
                        <a:ext cx="40005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DF6F1C4B-8D85-4A69-9AC3-6F2FFEF12D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5024166"/>
              </p:ext>
            </p:extLst>
          </p:nvPr>
        </p:nvGraphicFramePr>
        <p:xfrm>
          <a:off x="1210770" y="4162844"/>
          <a:ext cx="4140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12" name="Equation" r:id="rId17" imgW="4140000" imgH="355320" progId="Equation.DSMT4">
                  <p:embed/>
                </p:oleObj>
              </mc:Choice>
              <mc:Fallback>
                <p:oleObj name="Equation" r:id="rId17" imgW="4140000" imgH="355320" progId="Equation.DSMT4">
                  <p:embed/>
                  <p:pic>
                    <p:nvPicPr>
                      <p:cNvPr id="10" name="Object 4">
                        <a:extLst>
                          <a:ext uri="{FF2B5EF4-FFF2-40B4-BE49-F238E27FC236}">
                            <a16:creationId xmlns:a16="http://schemas.microsoft.com/office/drawing/2014/main" id="{C252A289-18EB-46CF-9BF9-F06F202420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0770" y="4162844"/>
                        <a:ext cx="41402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817">
            <a:extLst>
              <a:ext uri="{FF2B5EF4-FFF2-40B4-BE49-F238E27FC236}">
                <a16:creationId xmlns:a16="http://schemas.microsoft.com/office/drawing/2014/main" id="{697E06F9-0016-40C0-9555-036CB9E016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7313511"/>
              </p:ext>
            </p:extLst>
          </p:nvPr>
        </p:nvGraphicFramePr>
        <p:xfrm>
          <a:off x="6239827" y="151255"/>
          <a:ext cx="226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613" name="Equation" r:id="rId19" imgW="54254400" imgH="12192000" progId="Equation.DSMT4">
                  <p:embed/>
                </p:oleObj>
              </mc:Choice>
              <mc:Fallback>
                <p:oleObj name="Equation" r:id="rId19" imgW="54254400" imgH="12192000" progId="Equation.DSMT4">
                  <p:embed/>
                  <p:pic>
                    <p:nvPicPr>
                      <p:cNvPr id="20" name="Object 817">
                        <a:extLst>
                          <a:ext uri="{FF2B5EF4-FFF2-40B4-BE49-F238E27FC236}">
                            <a16:creationId xmlns:a16="http://schemas.microsoft.com/office/drawing/2014/main" id="{11343F1E-3528-48DD-9FE8-AD8086F885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9827" y="151255"/>
                        <a:ext cx="2260600" cy="508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2">
            <a:extLst>
              <a:ext uri="{FF2B5EF4-FFF2-40B4-BE49-F238E27FC236}">
                <a16:creationId xmlns:a16="http://schemas.microsoft.com/office/drawing/2014/main" id="{00C3B5F9-E34C-4515-BC15-8A56516D08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9267" y="1154674"/>
            <a:ext cx="2438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第一次分部积分</a:t>
            </a:r>
          </a:p>
        </p:txBody>
      </p:sp>
      <p:sp>
        <p:nvSpPr>
          <p:cNvPr id="14" name="Text Box 2">
            <a:extLst>
              <a:ext uri="{FF2B5EF4-FFF2-40B4-BE49-F238E27FC236}">
                <a16:creationId xmlns:a16="http://schemas.microsoft.com/office/drawing/2014/main" id="{B598394C-F760-49ED-8B7F-7E936CA72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3310" y="2396305"/>
            <a:ext cx="2438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第二次分部积分</a:t>
            </a:r>
          </a:p>
        </p:txBody>
      </p:sp>
    </p:spTree>
    <p:extLst>
      <p:ext uri="{BB962C8B-B14F-4D97-AF65-F5344CB8AC3E}">
        <p14:creationId xmlns:p14="http://schemas.microsoft.com/office/powerpoint/2010/main" val="92372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5A2D40A3-B46E-411B-95C7-023D2E310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24" y="604397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7E0D4F4-297C-4A32-A49A-29749BD37A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4291267"/>
              </p:ext>
            </p:extLst>
          </p:nvPr>
        </p:nvGraphicFramePr>
        <p:xfrm>
          <a:off x="2076424" y="604397"/>
          <a:ext cx="965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69" name="Equation" r:id="rId3" imgW="965160" imgH="507960" progId="Equation.DSMT4">
                  <p:embed/>
                </p:oleObj>
              </mc:Choice>
              <mc:Fallback>
                <p:oleObj name="Equation" r:id="rId3" imgW="9651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76424" y="604397"/>
                        <a:ext cx="965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">
            <a:extLst>
              <a:ext uri="{FF2B5EF4-FFF2-40B4-BE49-F238E27FC236}">
                <a16:creationId xmlns:a16="http://schemas.microsoft.com/office/drawing/2014/main" id="{4A93D49D-401E-4ABC-BE88-B26D78A71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041" y="1419622"/>
            <a:ext cx="7276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5" name="Object 817">
            <a:extLst>
              <a:ext uri="{FF2B5EF4-FFF2-40B4-BE49-F238E27FC236}">
                <a16:creationId xmlns:a16="http://schemas.microsoft.com/office/drawing/2014/main" id="{5810FC77-DF23-483A-A1D1-DB453E5143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263806"/>
              </p:ext>
            </p:extLst>
          </p:nvPr>
        </p:nvGraphicFramePr>
        <p:xfrm>
          <a:off x="5991359" y="917541"/>
          <a:ext cx="226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70" name="Equation" r:id="rId5" imgW="54254400" imgH="12192000" progId="Equation.DSMT4">
                  <p:embed/>
                </p:oleObj>
              </mc:Choice>
              <mc:Fallback>
                <p:oleObj name="Equation" r:id="rId5" imgW="54254400" imgH="12192000" progId="Equation.DSMT4">
                  <p:embed/>
                  <p:pic>
                    <p:nvPicPr>
                      <p:cNvPr id="12" name="Object 817">
                        <a:extLst>
                          <a:ext uri="{FF2B5EF4-FFF2-40B4-BE49-F238E27FC236}">
                            <a16:creationId xmlns:a16="http://schemas.microsoft.com/office/drawing/2014/main" id="{697E06F9-0016-40C0-9555-036CB9E016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359" y="917541"/>
                        <a:ext cx="2260600" cy="508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5FD618A-0A8A-4493-91FE-3EA7D9D04D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856364"/>
              </p:ext>
            </p:extLst>
          </p:nvPr>
        </p:nvGraphicFramePr>
        <p:xfrm>
          <a:off x="1504950" y="1397000"/>
          <a:ext cx="2108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71" name="Equation" r:id="rId7" imgW="2108160" imgH="507960" progId="Equation.DSMT4">
                  <p:embed/>
                </p:oleObj>
              </mc:Choice>
              <mc:Fallback>
                <p:oleObj name="Equation" r:id="rId7" imgW="210816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7E0D4F4-297C-4A32-A49A-29749BD37A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04950" y="1397000"/>
                        <a:ext cx="2108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65C966A-60D4-4F68-9DE2-40AB798CEF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9271919"/>
              </p:ext>
            </p:extLst>
          </p:nvPr>
        </p:nvGraphicFramePr>
        <p:xfrm>
          <a:off x="2451074" y="2256907"/>
          <a:ext cx="1689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72" name="Equation" r:id="rId9" imgW="1688760" imgH="507960" progId="Equation.DSMT4">
                  <p:embed/>
                </p:oleObj>
              </mc:Choice>
              <mc:Fallback>
                <p:oleObj name="Equation" r:id="rId9" imgW="168876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75FD618A-0A8A-4493-91FE-3EA7D9D04D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51074" y="2256907"/>
                        <a:ext cx="16891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CD5C365E-E96A-4C8B-BAA9-3FCA6EF17E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66828"/>
              </p:ext>
            </p:extLst>
          </p:nvPr>
        </p:nvGraphicFramePr>
        <p:xfrm>
          <a:off x="2451074" y="3197537"/>
          <a:ext cx="1778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473" name="Equation" r:id="rId11" imgW="1777680" imgH="355320" progId="Equation.DSMT4">
                  <p:embed/>
                </p:oleObj>
              </mc:Choice>
              <mc:Fallback>
                <p:oleObj name="Equation" r:id="rId11" imgW="1777680" imgH="35532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65C966A-60D4-4F68-9DE2-40AB798CEF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51074" y="3197537"/>
                        <a:ext cx="17780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8502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C98220AF-15AA-4425-A923-D88C994B5E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411510"/>
            <a:ext cx="30718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3952F426-455D-460D-8031-284096DC43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46623"/>
              </p:ext>
            </p:extLst>
          </p:nvPr>
        </p:nvGraphicFramePr>
        <p:xfrm>
          <a:off x="2160474" y="427373"/>
          <a:ext cx="99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01" name="Equation" r:id="rId3" imgW="23774400" imgH="12192000" progId="Equation.DSMT4">
                  <p:embed/>
                </p:oleObj>
              </mc:Choice>
              <mc:Fallback>
                <p:oleObj name="Equation" r:id="rId3" imgW="23774400" imgH="12192000" progId="Equation.DSMT4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0474" y="427373"/>
                        <a:ext cx="9906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">
            <a:extLst>
              <a:ext uri="{FF2B5EF4-FFF2-40B4-BE49-F238E27FC236}">
                <a16:creationId xmlns:a16="http://schemas.microsoft.com/office/drawing/2014/main" id="{5E9BD89C-6B56-491E-9579-F1DEFC9702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1069578"/>
            <a:ext cx="7276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1BB8DDD5-6C86-40F9-AD0C-63EAC493BC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1711717"/>
              </p:ext>
            </p:extLst>
          </p:nvPr>
        </p:nvGraphicFramePr>
        <p:xfrm>
          <a:off x="1925640" y="1141586"/>
          <a:ext cx="927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02" name="Equation" r:id="rId5" imgW="927000" imgH="507960" progId="Equation.DSMT4">
                  <p:embed/>
                </p:oleObj>
              </mc:Choice>
              <mc:Fallback>
                <p:oleObj name="Equation" r:id="rId5" imgW="9270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25640" y="1141586"/>
                        <a:ext cx="9271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17">
            <a:extLst>
              <a:ext uri="{FF2B5EF4-FFF2-40B4-BE49-F238E27FC236}">
                <a16:creationId xmlns:a16="http://schemas.microsoft.com/office/drawing/2014/main" id="{D2B53CDD-EF35-49A0-AD72-C7CD60DA37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5046758"/>
              </p:ext>
            </p:extLst>
          </p:nvPr>
        </p:nvGraphicFramePr>
        <p:xfrm>
          <a:off x="5958088" y="388342"/>
          <a:ext cx="226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03" name="Equation" r:id="rId7" imgW="54254400" imgH="12192000" progId="Equation.DSMT4">
                  <p:embed/>
                </p:oleObj>
              </mc:Choice>
              <mc:Fallback>
                <p:oleObj name="Equation" r:id="rId7" imgW="54254400" imgH="12192000" progId="Equation.DSMT4">
                  <p:embed/>
                  <p:pic>
                    <p:nvPicPr>
                      <p:cNvPr id="5" name="Object 817">
                        <a:extLst>
                          <a:ext uri="{FF2B5EF4-FFF2-40B4-BE49-F238E27FC236}">
                            <a16:creationId xmlns:a16="http://schemas.microsoft.com/office/drawing/2014/main" id="{5810FC77-DF23-483A-A1D1-DB453E5143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8088" y="388342"/>
                        <a:ext cx="2260600" cy="508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81DA04F-D3FD-443C-953B-E90350B6D7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429055"/>
              </p:ext>
            </p:extLst>
          </p:nvPr>
        </p:nvGraphicFramePr>
        <p:xfrm>
          <a:off x="1779262" y="1967706"/>
          <a:ext cx="222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04" name="Equation" r:id="rId9" imgW="2222280" imgH="507960" progId="Equation.DSMT4">
                  <p:embed/>
                </p:oleObj>
              </mc:Choice>
              <mc:Fallback>
                <p:oleObj name="Equation" r:id="rId9" imgW="2222280" imgH="5079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1BB8DDD5-6C86-40F9-AD0C-63EAC493B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79262" y="1967706"/>
                        <a:ext cx="22225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D5BA057-DCFC-46A1-800C-F40BEC694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1988071"/>
              </p:ext>
            </p:extLst>
          </p:nvPr>
        </p:nvGraphicFramePr>
        <p:xfrm>
          <a:off x="1766791" y="2537619"/>
          <a:ext cx="2171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05" name="Equation" r:id="rId11" imgW="2171520" imgH="736560" progId="Equation.DSMT4">
                  <p:embed/>
                </p:oleObj>
              </mc:Choice>
              <mc:Fallback>
                <p:oleObj name="Equation" r:id="rId11" imgW="2171520" imgH="7365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81DA04F-D3FD-443C-953B-E90350B6D7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766791" y="2537619"/>
                        <a:ext cx="21717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8190D349-5FCD-44E7-9DC2-4A729049E6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2250692"/>
              </p:ext>
            </p:extLst>
          </p:nvPr>
        </p:nvGraphicFramePr>
        <p:xfrm>
          <a:off x="1808986" y="3369355"/>
          <a:ext cx="1727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06" name="Equation" r:id="rId13" imgW="1726920" imgH="507960" progId="Equation.DSMT4">
                  <p:embed/>
                </p:oleObj>
              </mc:Choice>
              <mc:Fallback>
                <p:oleObj name="Equation" r:id="rId13" imgW="1726920" imgH="5079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FD5BA057-DCFC-46A1-800C-F40BEC694E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808986" y="3369355"/>
                        <a:ext cx="1727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BE1A58D2-9069-4E7F-A78E-84879834C9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203574"/>
              </p:ext>
            </p:extLst>
          </p:nvPr>
        </p:nvGraphicFramePr>
        <p:xfrm>
          <a:off x="1779262" y="4140150"/>
          <a:ext cx="1854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607" name="Equation" r:id="rId15" imgW="1854000" imgH="279360" progId="Equation.DSMT4">
                  <p:embed/>
                </p:oleObj>
              </mc:Choice>
              <mc:Fallback>
                <p:oleObj name="Equation" r:id="rId15" imgW="1854000" imgH="2793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8190D349-5FCD-44E7-9DC2-4A729049E6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79262" y="4140150"/>
                        <a:ext cx="1854200" cy="27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组合 13">
            <a:extLst>
              <a:ext uri="{FF2B5EF4-FFF2-40B4-BE49-F238E27FC236}">
                <a16:creationId xmlns:a16="http://schemas.microsoft.com/office/drawing/2014/main" id="{F92AC151-F5B6-409B-8380-84D4006D7ADC}"/>
              </a:ext>
            </a:extLst>
          </p:cNvPr>
          <p:cNvGrpSpPr/>
          <p:nvPr/>
        </p:nvGrpSpPr>
        <p:grpSpPr>
          <a:xfrm>
            <a:off x="4229896" y="1069578"/>
            <a:ext cx="4032448" cy="707886"/>
            <a:chOff x="4283968" y="1419622"/>
            <a:chExt cx="4032448" cy="707886"/>
          </a:xfrm>
        </p:grpSpPr>
        <p:sp>
          <p:nvSpPr>
            <p:cNvPr id="12" name="Text Box 2">
              <a:extLst>
                <a:ext uri="{FF2B5EF4-FFF2-40B4-BE49-F238E27FC236}">
                  <a16:creationId xmlns:a16="http://schemas.microsoft.com/office/drawing/2014/main" id="{4682A913-D49A-428A-B056-CB463B2875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3968" y="1419622"/>
              <a:ext cx="4032448" cy="7078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是一种选  方法，在积分较困难时，尝试这样分部</a:t>
              </a:r>
              <a:r>
                <a:rPr lang="en-US" altLang="zh-CN" sz="2000" b="1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.</a:t>
              </a:r>
              <a:endPara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graphicFrame>
          <p:nvGraphicFramePr>
            <p:cNvPr id="13" name="对象 12">
              <a:extLst>
                <a:ext uri="{FF2B5EF4-FFF2-40B4-BE49-F238E27FC236}">
                  <a16:creationId xmlns:a16="http://schemas.microsoft.com/office/drawing/2014/main" id="{9E4368A1-54F1-48AC-A3C2-5DD120F12B5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928445"/>
                </p:ext>
              </p:extLst>
            </p:nvPr>
          </p:nvGraphicFramePr>
          <p:xfrm>
            <a:off x="5437477" y="1542430"/>
            <a:ext cx="1778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2608" name="Equation" r:id="rId17" imgW="177480" imgH="203040" progId="Equation.DSMT4">
                    <p:embed/>
                  </p:oleObj>
                </mc:Choice>
                <mc:Fallback>
                  <p:oleObj name="Equation" r:id="rId17" imgW="1774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437477" y="1542430"/>
                          <a:ext cx="177800" cy="203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7271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2FF7C3AA-F518-4524-BE4A-D6AA31AFC7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672" y="301950"/>
            <a:ext cx="30718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B09BA3BF-68E4-4425-92D2-C3086DF604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2036613"/>
              </p:ext>
            </p:extLst>
          </p:nvPr>
        </p:nvGraphicFramePr>
        <p:xfrm>
          <a:off x="2267744" y="339502"/>
          <a:ext cx="130788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2" name="Equation" r:id="rId3" imgW="1307880" imgH="507960" progId="Equation.DSMT4">
                  <p:embed/>
                </p:oleObj>
              </mc:Choice>
              <mc:Fallback>
                <p:oleObj name="Equation" r:id="rId3" imgW="1307880" imgH="50796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3952F426-455D-460D-8031-284096DC43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339502"/>
                        <a:ext cx="130788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2">
            <a:extLst>
              <a:ext uri="{FF2B5EF4-FFF2-40B4-BE49-F238E27FC236}">
                <a16:creationId xmlns:a16="http://schemas.microsoft.com/office/drawing/2014/main" id="{896C7787-7B86-4825-80F3-20414C25E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672" y="960018"/>
            <a:ext cx="7276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 </a:t>
            </a:r>
            <a:endParaRPr lang="zh-CN" altLang="en-US" sz="2400" b="1" dirty="0">
              <a:latin typeface="+mn-ea"/>
            </a:endParaRPr>
          </a:p>
        </p:txBody>
      </p:sp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E74F7633-4DB8-421F-A883-702E3DEEE4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8871881"/>
              </p:ext>
            </p:extLst>
          </p:nvPr>
        </p:nvGraphicFramePr>
        <p:xfrm>
          <a:off x="1758950" y="867546"/>
          <a:ext cx="28575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3" name="Equation" r:id="rId5" imgW="2857320" imgH="787320" progId="Equation.DSMT4">
                  <p:embed/>
                </p:oleObj>
              </mc:Choice>
              <mc:Fallback>
                <p:oleObj name="Equation" r:id="rId5" imgW="2857320" imgH="787320" progId="Equation.DSMT4">
                  <p:embed/>
                  <p:pic>
                    <p:nvPicPr>
                      <p:cNvPr id="3" name="Object 3">
                        <a:extLst>
                          <a:ext uri="{FF2B5EF4-FFF2-40B4-BE49-F238E27FC236}">
                            <a16:creationId xmlns:a16="http://schemas.microsoft.com/office/drawing/2014/main" id="{B09BA3BF-68E4-4425-92D2-C3086DF604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0" y="867546"/>
                        <a:ext cx="28575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380DAB54-659F-4941-8115-85FD13EBD8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3525624"/>
              </p:ext>
            </p:extLst>
          </p:nvPr>
        </p:nvGraphicFramePr>
        <p:xfrm>
          <a:off x="3071813" y="1780359"/>
          <a:ext cx="2679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4" name="Equation" r:id="rId7" imgW="2679480" imgH="787320" progId="Equation.DSMT4">
                  <p:embed/>
                </p:oleObj>
              </mc:Choice>
              <mc:Fallback>
                <p:oleObj name="Equation" r:id="rId7" imgW="2679480" imgH="787320" progId="Equation.DSMT4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E74F7633-4DB8-421F-A883-702E3DEEE4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780359"/>
                        <a:ext cx="26797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">
            <a:extLst>
              <a:ext uri="{FF2B5EF4-FFF2-40B4-BE49-F238E27FC236}">
                <a16:creationId xmlns:a16="http://schemas.microsoft.com/office/drawing/2014/main" id="{129D9F5E-4731-4FF0-BB4A-A2BC90C993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5082333"/>
              </p:ext>
            </p:extLst>
          </p:nvPr>
        </p:nvGraphicFramePr>
        <p:xfrm>
          <a:off x="3071813" y="2691584"/>
          <a:ext cx="2527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5" name="Equation" r:id="rId9" imgW="2527200" imgH="787320" progId="Equation.DSMT4">
                  <p:embed/>
                </p:oleObj>
              </mc:Choice>
              <mc:Fallback>
                <p:oleObj name="Equation" r:id="rId9" imgW="2527200" imgH="78732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380DAB54-659F-4941-8115-85FD13EBD8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2691584"/>
                        <a:ext cx="25273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">
            <a:extLst>
              <a:ext uri="{FF2B5EF4-FFF2-40B4-BE49-F238E27FC236}">
                <a16:creationId xmlns:a16="http://schemas.microsoft.com/office/drawing/2014/main" id="{1DB4D73F-DCAE-4452-B1F5-710016A688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90139"/>
              </p:ext>
            </p:extLst>
          </p:nvPr>
        </p:nvGraphicFramePr>
        <p:xfrm>
          <a:off x="3065463" y="3602809"/>
          <a:ext cx="2209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26" name="Equation" r:id="rId11" imgW="2209680" imgH="787320" progId="Equation.DSMT4">
                  <p:embed/>
                </p:oleObj>
              </mc:Choice>
              <mc:Fallback>
                <p:oleObj name="Equation" r:id="rId11" imgW="2209680" imgH="787320" progId="Equation.DSMT4">
                  <p:embed/>
                  <p:pic>
                    <p:nvPicPr>
                      <p:cNvPr id="7" name="Object 3">
                        <a:extLst>
                          <a:ext uri="{FF2B5EF4-FFF2-40B4-BE49-F238E27FC236}">
                            <a16:creationId xmlns:a16="http://schemas.microsoft.com/office/drawing/2014/main" id="{129D9F5E-4731-4FF0-BB4A-A2BC90C993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5463" y="3602809"/>
                        <a:ext cx="22098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961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13012B13-27C6-4080-BDA7-F0F51E0C9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200" y="341492"/>
            <a:ext cx="1338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en-US" altLang="zh-CN" sz="2400" b="1" dirty="0">
                <a:latin typeface="+mn-ea"/>
              </a:rPr>
              <a:t>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6EB6F131-4780-4CFD-A7CB-05DB0DCA53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275071"/>
              </p:ext>
            </p:extLst>
          </p:nvPr>
        </p:nvGraphicFramePr>
        <p:xfrm>
          <a:off x="1979712" y="339502"/>
          <a:ext cx="1544638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26" name="Equation" r:id="rId3" imgW="35356800" imgH="12192000" progId="Equation.DSMT4">
                  <p:embed/>
                </p:oleObj>
              </mc:Choice>
              <mc:Fallback>
                <p:oleObj name="Equation" r:id="rId3" imgW="35356800" imgH="12192000" progId="Equation.DSMT4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39502"/>
                        <a:ext cx="1544638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B3333954-435D-4A43-AED0-D25416A3A4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07" y="1096191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031834F7-425D-4956-81BD-60ECA78C9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4992365"/>
              </p:ext>
            </p:extLst>
          </p:nvPr>
        </p:nvGraphicFramePr>
        <p:xfrm>
          <a:off x="2904395" y="1205969"/>
          <a:ext cx="1397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27" name="Equation" r:id="rId5" imgW="33528000" imgH="6705600" progId="Equation.DSMT4">
                  <p:embed/>
                </p:oleObj>
              </mc:Choice>
              <mc:Fallback>
                <p:oleObj name="Equation" r:id="rId5" imgW="33528000" imgH="6705600" progId="Equation.DSMT4">
                  <p:embed/>
                  <p:pic>
                    <p:nvPicPr>
                      <p:cNvPr id="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4395" y="1205969"/>
                        <a:ext cx="13970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97F8EF3F-D8DE-4672-A9B0-BA41F07748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7979800"/>
              </p:ext>
            </p:extLst>
          </p:nvPr>
        </p:nvGraphicFramePr>
        <p:xfrm>
          <a:off x="4350186" y="1778472"/>
          <a:ext cx="1828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28" name="Equation" r:id="rId7" imgW="1828800" imgH="838080" progId="Equation.DSMT4">
                  <p:embed/>
                </p:oleObj>
              </mc:Choice>
              <mc:Fallback>
                <p:oleObj name="Equation" r:id="rId7" imgW="1828800" imgH="838080" progId="Equation.DSMT4">
                  <p:embed/>
                  <p:pic>
                    <p:nvPicPr>
                      <p:cNvPr id="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186" y="1778472"/>
                        <a:ext cx="1828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1">
            <a:extLst>
              <a:ext uri="{FF2B5EF4-FFF2-40B4-BE49-F238E27FC236}">
                <a16:creationId xmlns:a16="http://schemas.microsoft.com/office/drawing/2014/main" id="{A3231C12-FDB1-43BD-A047-A877AC22C4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7531024"/>
              </p:ext>
            </p:extLst>
          </p:nvPr>
        </p:nvGraphicFramePr>
        <p:xfrm>
          <a:off x="4350186" y="1116341"/>
          <a:ext cx="189216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29" name="Equation" r:id="rId9" imgW="1892160" imgH="507960" progId="Equation.DSMT4">
                  <p:embed/>
                </p:oleObj>
              </mc:Choice>
              <mc:Fallback>
                <p:oleObj name="Equation" r:id="rId9" imgW="1892160" imgH="507960" progId="Equation.DSMT4">
                  <p:embed/>
                  <p:pic>
                    <p:nvPicPr>
                      <p:cNvPr id="1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0186" y="1116341"/>
                        <a:ext cx="189216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2">
            <a:extLst>
              <a:ext uri="{FF2B5EF4-FFF2-40B4-BE49-F238E27FC236}">
                <a16:creationId xmlns:a16="http://schemas.microsoft.com/office/drawing/2014/main" id="{1F7752CA-6494-4FB0-874C-E57AAAC5BB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3812452"/>
              </p:ext>
            </p:extLst>
          </p:nvPr>
        </p:nvGraphicFramePr>
        <p:xfrm>
          <a:off x="2859805" y="2886503"/>
          <a:ext cx="1397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30" name="Equation" r:id="rId11" imgW="33528000" imgH="6705600" progId="Equation.DSMT4">
                  <p:embed/>
                </p:oleObj>
              </mc:Choice>
              <mc:Fallback>
                <p:oleObj name="Equation" r:id="rId11" imgW="33528000" imgH="6705600" progId="Equation.DSMT4">
                  <p:embed/>
                  <p:pic>
                    <p:nvPicPr>
                      <p:cNvPr id="1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9805" y="2886503"/>
                        <a:ext cx="13970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BD15C2CF-2C83-4FB2-88D8-B943E06750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6009218"/>
              </p:ext>
            </p:extLst>
          </p:nvPr>
        </p:nvGraphicFramePr>
        <p:xfrm>
          <a:off x="2863864" y="2005859"/>
          <a:ext cx="1397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31" name="Equation" r:id="rId13" imgW="33528000" imgH="6705600" progId="Equation.DSMT4">
                  <p:embed/>
                </p:oleObj>
              </mc:Choice>
              <mc:Fallback>
                <p:oleObj name="Equation" r:id="rId13" imgW="33528000" imgH="6705600" progId="Equation.DSMT4">
                  <p:embed/>
                  <p:pic>
                    <p:nvPicPr>
                      <p:cNvPr id="1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64" y="2005859"/>
                        <a:ext cx="13970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8">
            <a:extLst>
              <a:ext uri="{FF2B5EF4-FFF2-40B4-BE49-F238E27FC236}">
                <a16:creationId xmlns:a16="http://schemas.microsoft.com/office/drawing/2014/main" id="{96181267-DE53-4FD9-93B6-2AA285A4AA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111352"/>
              </p:ext>
            </p:extLst>
          </p:nvPr>
        </p:nvGraphicFramePr>
        <p:xfrm>
          <a:off x="1410416" y="1128554"/>
          <a:ext cx="142236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32" name="Equation" r:id="rId15" imgW="1422360" imgH="507960" progId="Equation.DSMT4">
                  <p:embed/>
                </p:oleObj>
              </mc:Choice>
              <mc:Fallback>
                <p:oleObj name="Equation" r:id="rId15" imgW="1422360" imgH="507960" progId="Equation.DSMT4">
                  <p:embed/>
                  <p:pic>
                    <p:nvPicPr>
                      <p:cNvPr id="30007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0416" y="1128554"/>
                        <a:ext cx="142236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>
            <a:extLst>
              <a:ext uri="{FF2B5EF4-FFF2-40B4-BE49-F238E27FC236}">
                <a16:creationId xmlns:a16="http://schemas.microsoft.com/office/drawing/2014/main" id="{51FF839B-287B-42F3-AE4C-05B7EBACE3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911470"/>
              </p:ext>
            </p:extLst>
          </p:nvPr>
        </p:nvGraphicFramePr>
        <p:xfrm>
          <a:off x="2855778" y="3880986"/>
          <a:ext cx="13970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33" name="Equation" r:id="rId17" imgW="33528000" imgH="6705600" progId="Equation.DSMT4">
                  <p:embed/>
                </p:oleObj>
              </mc:Choice>
              <mc:Fallback>
                <p:oleObj name="Equation" r:id="rId17" imgW="33528000" imgH="6705600" progId="Equation.DSMT4">
                  <p:embed/>
                  <p:pic>
                    <p:nvPicPr>
                      <p:cNvPr id="22" name="Object 7">
                        <a:extLst>
                          <a:ext uri="{FF2B5EF4-FFF2-40B4-BE49-F238E27FC236}">
                            <a16:creationId xmlns:a16="http://schemas.microsoft.com/office/drawing/2014/main" id="{6480C8DA-9843-4A90-AB56-9AE9B2D542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5778" y="3880986"/>
                        <a:ext cx="1397000" cy="279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CBF064E-DF1A-49DE-BECE-E858DBF5B9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6889132"/>
              </p:ext>
            </p:extLst>
          </p:nvPr>
        </p:nvGraphicFramePr>
        <p:xfrm>
          <a:off x="4260864" y="3763623"/>
          <a:ext cx="1600200" cy="48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34" name="Equation" r:id="rId19" imgW="38404800" imgH="11582400" progId="Equation.DSMT4">
                  <p:embed/>
                </p:oleObj>
              </mc:Choice>
              <mc:Fallback>
                <p:oleObj name="Equation" r:id="rId19" imgW="38404800" imgH="11582400" progId="Equation.DSMT4">
                  <p:embed/>
                  <p:pic>
                    <p:nvPicPr>
                      <p:cNvPr id="24" name="Object 11">
                        <a:extLst>
                          <a:ext uri="{FF2B5EF4-FFF2-40B4-BE49-F238E27FC236}">
                            <a16:creationId xmlns:a16="http://schemas.microsoft.com/office/drawing/2014/main" id="{85527B17-8BAA-490D-B54B-259BE826CE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0864" y="3763623"/>
                        <a:ext cx="1600200" cy="482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4A0D76B-B6C0-4ABE-A1DB-8B008B1D8C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8088994"/>
              </p:ext>
            </p:extLst>
          </p:nvPr>
        </p:nvGraphicFramePr>
        <p:xfrm>
          <a:off x="4272547" y="2687743"/>
          <a:ext cx="2501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735" name="Equation" r:id="rId21" imgW="2501640" imgH="838080" progId="Equation.DSMT4">
                  <p:embed/>
                </p:oleObj>
              </mc:Choice>
              <mc:Fallback>
                <p:oleObj name="Equation" r:id="rId21" imgW="2501640" imgH="83808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2547" y="2687743"/>
                        <a:ext cx="25019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48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6D08FFA3-9C75-4023-A673-BAB318FDB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05966"/>
            <a:ext cx="15240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7 </a:t>
            </a:r>
            <a:r>
              <a:rPr lang="zh-CN" altLang="en-US" sz="2400" b="1" dirty="0">
                <a:solidFill>
                  <a:schemeClr val="tx1"/>
                </a:solidFill>
                <a:latin typeface="+mj-ea"/>
                <a:ea typeface="+mj-ea"/>
              </a:rPr>
              <a:t>求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7DA5687C-739F-4A84-8E01-7B7187C146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5816090"/>
              </p:ext>
            </p:extLst>
          </p:nvPr>
        </p:nvGraphicFramePr>
        <p:xfrm>
          <a:off x="1691680" y="386458"/>
          <a:ext cx="1765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62" name="Equation" r:id="rId3" imgW="1765080" imgH="507960" progId="Equation.DSMT4">
                  <p:embed/>
                </p:oleObj>
              </mc:Choice>
              <mc:Fallback>
                <p:oleObj name="Equation" r:id="rId3" imgW="1765080" imgH="507960" progId="Equation.DSMT4">
                  <p:embed/>
                  <p:pic>
                    <p:nvPicPr>
                      <p:cNvPr id="76803" name="Object 3">
                        <a:extLst>
                          <a:ext uri="{FF2B5EF4-FFF2-40B4-BE49-F238E27FC236}">
                            <a16:creationId xmlns:a16="http://schemas.microsoft.com/office/drawing/2014/main" id="{207E0500-00B5-4DA8-9557-D5D690AF32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386458"/>
                        <a:ext cx="1765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B10DC3BA-62C9-48B0-9B47-C157E15421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965" y="1119981"/>
            <a:ext cx="6477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解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5D8729E6-4235-460C-9B4A-0E9866BEE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1125686"/>
            <a:ext cx="89065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28F0BA63-FFD5-44E9-BD56-0D01B4F837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1982715"/>
              </p:ext>
            </p:extLst>
          </p:nvPr>
        </p:nvGraphicFramePr>
        <p:xfrm>
          <a:off x="4140185" y="970518"/>
          <a:ext cx="1765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63" name="Equation" r:id="rId5" imgW="1765080" imgH="723600" progId="Equation.DSMT4">
                  <p:embed/>
                </p:oleObj>
              </mc:Choice>
              <mc:Fallback>
                <p:oleObj name="Equation" r:id="rId5" imgW="1765080" imgH="723600" progId="Equation.DSMT4">
                  <p:embed/>
                  <p:pic>
                    <p:nvPicPr>
                      <p:cNvPr id="76811" name="Object 11">
                        <a:extLst>
                          <a:ext uri="{FF2B5EF4-FFF2-40B4-BE49-F238E27FC236}">
                            <a16:creationId xmlns:a16="http://schemas.microsoft.com/office/drawing/2014/main" id="{014E68E8-BD0D-4BB9-8117-B26991F13E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185" y="970518"/>
                        <a:ext cx="1765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3">
            <a:extLst>
              <a:ext uri="{FF2B5EF4-FFF2-40B4-BE49-F238E27FC236}">
                <a16:creationId xmlns:a16="http://schemas.microsoft.com/office/drawing/2014/main" id="{D7764065-6118-48F9-AC57-D605DEE02E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0450879"/>
              </p:ext>
            </p:extLst>
          </p:nvPr>
        </p:nvGraphicFramePr>
        <p:xfrm>
          <a:off x="1884477" y="2580873"/>
          <a:ext cx="17637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64" name="Equation" r:id="rId7" imgW="1765080" imgH="723600" progId="Equation.DSMT4">
                  <p:embed/>
                </p:oleObj>
              </mc:Choice>
              <mc:Fallback>
                <p:oleObj name="Equation" r:id="rId7" imgW="1765080" imgH="723600" progId="Equation.DSMT4">
                  <p:embed/>
                  <p:pic>
                    <p:nvPicPr>
                      <p:cNvPr id="76813" name="Object 13">
                        <a:extLst>
                          <a:ext uri="{FF2B5EF4-FFF2-40B4-BE49-F238E27FC236}">
                            <a16:creationId xmlns:a16="http://schemas.microsoft.com/office/drawing/2014/main" id="{5EE7C6DB-E3D7-4427-92F6-8081931442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4477" y="2580873"/>
                        <a:ext cx="17637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4">
            <a:extLst>
              <a:ext uri="{FF2B5EF4-FFF2-40B4-BE49-F238E27FC236}">
                <a16:creationId xmlns:a16="http://schemas.microsoft.com/office/drawing/2014/main" id="{8EFACFB9-4347-448D-B8D1-E97806214C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1258490"/>
              </p:ext>
            </p:extLst>
          </p:nvPr>
        </p:nvGraphicFramePr>
        <p:xfrm>
          <a:off x="3646472" y="2599129"/>
          <a:ext cx="22590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65" name="Equation" r:id="rId9" imgW="2260440" imgH="736560" progId="Equation.DSMT4">
                  <p:embed/>
                </p:oleObj>
              </mc:Choice>
              <mc:Fallback>
                <p:oleObj name="Equation" r:id="rId9" imgW="2260440" imgH="736560" progId="Equation.DSMT4">
                  <p:embed/>
                  <p:pic>
                    <p:nvPicPr>
                      <p:cNvPr id="76814" name="Object 14">
                        <a:extLst>
                          <a:ext uri="{FF2B5EF4-FFF2-40B4-BE49-F238E27FC236}">
                            <a16:creationId xmlns:a16="http://schemas.microsoft.com/office/drawing/2014/main" id="{80409899-FAD4-4F4D-92C3-BEA97FE9F12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6472" y="2599129"/>
                        <a:ext cx="22590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>
            <a:extLst>
              <a:ext uri="{FF2B5EF4-FFF2-40B4-BE49-F238E27FC236}">
                <a16:creationId xmlns:a16="http://schemas.microsoft.com/office/drawing/2014/main" id="{43F529D6-56C7-4C89-93F8-51EEE034B0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0397153"/>
              </p:ext>
            </p:extLst>
          </p:nvPr>
        </p:nvGraphicFramePr>
        <p:xfrm>
          <a:off x="1880539" y="3485584"/>
          <a:ext cx="1763712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66" name="Equation" r:id="rId11" imgW="1765080" imgH="723600" progId="Equation.DSMT4">
                  <p:embed/>
                </p:oleObj>
              </mc:Choice>
              <mc:Fallback>
                <p:oleObj name="Equation" r:id="rId11" imgW="1765080" imgH="723600" progId="Equation.DSMT4">
                  <p:embed/>
                  <p:pic>
                    <p:nvPicPr>
                      <p:cNvPr id="76815" name="Object 15">
                        <a:extLst>
                          <a:ext uri="{FF2B5EF4-FFF2-40B4-BE49-F238E27FC236}">
                            <a16:creationId xmlns:a16="http://schemas.microsoft.com/office/drawing/2014/main" id="{E28B7FA4-8625-4FEA-8ECA-8FF0AE228B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0539" y="3485584"/>
                        <a:ext cx="1763712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6">
            <a:extLst>
              <a:ext uri="{FF2B5EF4-FFF2-40B4-BE49-F238E27FC236}">
                <a16:creationId xmlns:a16="http://schemas.microsoft.com/office/drawing/2014/main" id="{DE7DCE57-80C2-45DA-8EC2-26E2A14802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6743964"/>
              </p:ext>
            </p:extLst>
          </p:nvPr>
        </p:nvGraphicFramePr>
        <p:xfrm>
          <a:off x="3678932" y="3516540"/>
          <a:ext cx="25384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67" name="Equation" r:id="rId13" imgW="2539800" imgH="723600" progId="Equation.DSMT4">
                  <p:embed/>
                </p:oleObj>
              </mc:Choice>
              <mc:Fallback>
                <p:oleObj name="Equation" r:id="rId13" imgW="2539800" imgH="723600" progId="Equation.DSMT4">
                  <p:embed/>
                  <p:pic>
                    <p:nvPicPr>
                      <p:cNvPr id="76816" name="Object 16">
                        <a:extLst>
                          <a:ext uri="{FF2B5EF4-FFF2-40B4-BE49-F238E27FC236}">
                            <a16:creationId xmlns:a16="http://schemas.microsoft.com/office/drawing/2014/main" id="{7E1778BD-1342-4F71-8207-5B1B332C73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8932" y="3516540"/>
                        <a:ext cx="25384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8">
            <a:extLst>
              <a:ext uri="{FF2B5EF4-FFF2-40B4-BE49-F238E27FC236}">
                <a16:creationId xmlns:a16="http://schemas.microsoft.com/office/drawing/2014/main" id="{81CD0AEF-6CE5-44DA-B1E8-0F782FA1BA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1188424"/>
              </p:ext>
            </p:extLst>
          </p:nvPr>
        </p:nvGraphicFramePr>
        <p:xfrm>
          <a:off x="1879745" y="985542"/>
          <a:ext cx="226044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68" name="Equation" r:id="rId15" imgW="2260440" imgH="723600" progId="Equation.DSMT4">
                  <p:embed/>
                </p:oleObj>
              </mc:Choice>
              <mc:Fallback>
                <p:oleObj name="Equation" r:id="rId15" imgW="2260440" imgH="723600" progId="Equation.DSMT4">
                  <p:embed/>
                  <p:pic>
                    <p:nvPicPr>
                      <p:cNvPr id="76818" name="Object 18">
                        <a:extLst>
                          <a:ext uri="{FF2B5EF4-FFF2-40B4-BE49-F238E27FC236}">
                            <a16:creationId xmlns:a16="http://schemas.microsoft.com/office/drawing/2014/main" id="{ED6E1DDD-A425-4273-9C68-C4F3261944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745" y="985542"/>
                        <a:ext cx="2260440" cy="72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31">
            <a:extLst>
              <a:ext uri="{FF2B5EF4-FFF2-40B4-BE49-F238E27FC236}">
                <a16:creationId xmlns:a16="http://schemas.microsoft.com/office/drawing/2014/main" id="{F6A61F10-B572-4507-9E7E-5BB00132EA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4129320"/>
              </p:ext>
            </p:extLst>
          </p:nvPr>
        </p:nvGraphicFramePr>
        <p:xfrm>
          <a:off x="1879745" y="1736523"/>
          <a:ext cx="1765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69" name="Equation" r:id="rId17" imgW="1765080" imgH="723600" progId="Equation.DSMT4">
                  <p:embed/>
                </p:oleObj>
              </mc:Choice>
              <mc:Fallback>
                <p:oleObj name="Equation" r:id="rId17" imgW="1765080" imgH="723600" progId="Equation.DSMT4">
                  <p:embed/>
                  <p:pic>
                    <p:nvPicPr>
                      <p:cNvPr id="76831" name="Object 31">
                        <a:extLst>
                          <a:ext uri="{FF2B5EF4-FFF2-40B4-BE49-F238E27FC236}">
                            <a16:creationId xmlns:a16="http://schemas.microsoft.com/office/drawing/2014/main" id="{05DF7555-14DC-4AC5-912B-429DE96983F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745" y="1736523"/>
                        <a:ext cx="1765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2">
            <a:extLst>
              <a:ext uri="{FF2B5EF4-FFF2-40B4-BE49-F238E27FC236}">
                <a16:creationId xmlns:a16="http://schemas.microsoft.com/office/drawing/2014/main" id="{D5CA4BB0-C4B9-45FB-BB51-1250A5A32A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627748"/>
              </p:ext>
            </p:extLst>
          </p:nvPr>
        </p:nvGraphicFramePr>
        <p:xfrm>
          <a:off x="3642478" y="1734427"/>
          <a:ext cx="17145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70" name="Equation" r:id="rId19" imgW="1714320" imgH="774360" progId="Equation.DSMT4">
                  <p:embed/>
                </p:oleObj>
              </mc:Choice>
              <mc:Fallback>
                <p:oleObj name="Equation" r:id="rId19" imgW="1714320" imgH="774360" progId="Equation.DSMT4">
                  <p:embed/>
                  <p:pic>
                    <p:nvPicPr>
                      <p:cNvPr id="76832" name="Object 32">
                        <a:extLst>
                          <a:ext uri="{FF2B5EF4-FFF2-40B4-BE49-F238E27FC236}">
                            <a16:creationId xmlns:a16="http://schemas.microsoft.com/office/drawing/2014/main" id="{C7035C4D-C2AD-4569-98A6-BB59CB5F46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2478" y="1734427"/>
                        <a:ext cx="17145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3">
            <a:extLst>
              <a:ext uri="{FF2B5EF4-FFF2-40B4-BE49-F238E27FC236}">
                <a16:creationId xmlns:a16="http://schemas.microsoft.com/office/drawing/2014/main" id="{ECA752A3-6EA8-4ECB-AF94-F276E4D21D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8538046"/>
              </p:ext>
            </p:extLst>
          </p:nvPr>
        </p:nvGraphicFramePr>
        <p:xfrm>
          <a:off x="5905485" y="970818"/>
          <a:ext cx="220968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71" name="Equation" r:id="rId21" imgW="2209680" imgH="723600" progId="Equation.DSMT4">
                  <p:embed/>
                </p:oleObj>
              </mc:Choice>
              <mc:Fallback>
                <p:oleObj name="Equation" r:id="rId21" imgW="2209680" imgH="723600" progId="Equation.DSMT4">
                  <p:embed/>
                  <p:pic>
                    <p:nvPicPr>
                      <p:cNvPr id="76833" name="Object 33">
                        <a:extLst>
                          <a:ext uri="{FF2B5EF4-FFF2-40B4-BE49-F238E27FC236}">
                            <a16:creationId xmlns:a16="http://schemas.microsoft.com/office/drawing/2014/main" id="{3FCB34EE-B848-4130-B742-8908DE5980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485" y="970818"/>
                        <a:ext cx="2209680" cy="72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4">
            <a:extLst>
              <a:ext uri="{FF2B5EF4-FFF2-40B4-BE49-F238E27FC236}">
                <a16:creationId xmlns:a16="http://schemas.microsoft.com/office/drawing/2014/main" id="{1E136E77-05F9-4A18-9D89-72B9818157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293220"/>
              </p:ext>
            </p:extLst>
          </p:nvPr>
        </p:nvGraphicFramePr>
        <p:xfrm>
          <a:off x="1879745" y="4240440"/>
          <a:ext cx="3543120" cy="72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772" name="Equation" r:id="rId23" imgW="3543120" imgH="723600" progId="Equation.DSMT4">
                  <p:embed/>
                </p:oleObj>
              </mc:Choice>
              <mc:Fallback>
                <p:oleObj name="Equation" r:id="rId23" imgW="3543120" imgH="723600" progId="Equation.DSMT4">
                  <p:embed/>
                  <p:pic>
                    <p:nvPicPr>
                      <p:cNvPr id="76834" name="Object 34">
                        <a:extLst>
                          <a:ext uri="{FF2B5EF4-FFF2-40B4-BE49-F238E27FC236}">
                            <a16:creationId xmlns:a16="http://schemas.microsoft.com/office/drawing/2014/main" id="{324EA709-7CE3-42E0-A0CF-143D78029B3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745" y="4240440"/>
                        <a:ext cx="3543120" cy="72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517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7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A788A96-6408-46FB-9391-BE1DD66EB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600" y="195486"/>
            <a:ext cx="4299575" cy="534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35000"/>
              </a:lnSpc>
            </a:pPr>
            <a:r>
              <a:rPr lang="zh-CN" altLang="en-US" sz="2400" b="1" dirty="0">
                <a:solidFill>
                  <a:srgbClr val="0064FF"/>
                </a:solidFill>
                <a:latin typeface="Times New Roman" pitchFamily="18" charset="0"/>
                <a:cs typeface="Times New Roman" pitchFamily="18" charset="0"/>
              </a:rPr>
              <a:t>注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一般来说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u </a:t>
            </a:r>
            <a:r>
              <a:rPr lang="zh-CN" altLang="en-US" sz="2400" b="1" dirty="0">
                <a:latin typeface="+mn-ea"/>
              </a:rPr>
              <a:t>的选取顺序：</a:t>
            </a:r>
            <a:endParaRPr lang="zh-CN" altLang="en-US" sz="2400" b="1" dirty="0">
              <a:solidFill>
                <a:srgbClr val="4234FE"/>
              </a:solidFill>
              <a:latin typeface="+mn-ea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585D3EC-B615-43D8-A064-85542AE5EFF3}"/>
              </a:ext>
            </a:extLst>
          </p:cNvPr>
          <p:cNvGrpSpPr/>
          <p:nvPr/>
        </p:nvGrpSpPr>
        <p:grpSpPr>
          <a:xfrm>
            <a:off x="1115616" y="992524"/>
            <a:ext cx="3312368" cy="534698"/>
            <a:chOff x="971600" y="1659108"/>
            <a:chExt cx="3312368" cy="53469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79698B-CBDE-4AF8-AD08-0802FA6B7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1600" y="1659108"/>
              <a:ext cx="3312368" cy="534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L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对数函数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554AAE23-BA4D-4094-B213-765C9FC3A8C7}"/>
                </a:ext>
              </a:extLst>
            </p:cNvPr>
            <p:cNvCxnSpPr>
              <a:cxnSpLocks/>
            </p:cNvCxnSpPr>
            <p:nvPr/>
          </p:nvCxnSpPr>
          <p:spPr>
            <a:xfrm>
              <a:off x="1361683" y="1945735"/>
              <a:ext cx="5760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CC2371D-6DEB-44B5-B705-E38C79914E87}"/>
              </a:ext>
            </a:extLst>
          </p:cNvPr>
          <p:cNvGrpSpPr/>
          <p:nvPr/>
        </p:nvGrpSpPr>
        <p:grpSpPr>
          <a:xfrm>
            <a:off x="1115616" y="1674597"/>
            <a:ext cx="3312368" cy="534698"/>
            <a:chOff x="1115616" y="3445566"/>
            <a:chExt cx="3312368" cy="534698"/>
          </a:xfrm>
        </p:grpSpPr>
        <p:sp>
          <p:nvSpPr>
            <p:cNvPr id="7" name="Rectangle 3">
              <a:extLst>
                <a:ext uri="{FF2B5EF4-FFF2-40B4-BE49-F238E27FC236}">
                  <a16:creationId xmlns:a16="http://schemas.microsoft.com/office/drawing/2014/main" id="{A8514578-EA10-417F-8FEC-C8E8CA25E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616" y="3445566"/>
              <a:ext cx="3312368" cy="534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I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反三角函数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4A8B94C-65C5-4168-A181-9807CB8B86B7}"/>
                </a:ext>
              </a:extLst>
            </p:cNvPr>
            <p:cNvCxnSpPr>
              <a:cxnSpLocks/>
            </p:cNvCxnSpPr>
            <p:nvPr/>
          </p:nvCxnSpPr>
          <p:spPr>
            <a:xfrm>
              <a:off x="1438960" y="3795886"/>
              <a:ext cx="5760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D2EBCB4-EF19-4549-BA80-1910411909FD}"/>
              </a:ext>
            </a:extLst>
          </p:cNvPr>
          <p:cNvGrpSpPr/>
          <p:nvPr/>
        </p:nvGrpSpPr>
        <p:grpSpPr>
          <a:xfrm>
            <a:off x="1115616" y="2372808"/>
            <a:ext cx="3312368" cy="534698"/>
            <a:chOff x="-4350153" y="3032268"/>
            <a:chExt cx="3312368" cy="534698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3F43C90A-8E02-493E-9288-D8D324A08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350153" y="3032268"/>
              <a:ext cx="3312368" cy="534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A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代数函数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36FDFAA-E961-4284-9E4E-71D9EAC4FA7F}"/>
                </a:ext>
              </a:extLst>
            </p:cNvPr>
            <p:cNvCxnSpPr>
              <a:cxnSpLocks/>
            </p:cNvCxnSpPr>
            <p:nvPr/>
          </p:nvCxnSpPr>
          <p:spPr>
            <a:xfrm>
              <a:off x="-3948929" y="3357420"/>
              <a:ext cx="5760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1493763-F3E6-4626-8938-04C1995A8A4A}"/>
              </a:ext>
            </a:extLst>
          </p:cNvPr>
          <p:cNvGrpSpPr/>
          <p:nvPr/>
        </p:nvGrpSpPr>
        <p:grpSpPr>
          <a:xfrm>
            <a:off x="1141943" y="3060207"/>
            <a:ext cx="3312368" cy="534698"/>
            <a:chOff x="933050" y="3504095"/>
            <a:chExt cx="3312368" cy="534698"/>
          </a:xfrm>
        </p:grpSpPr>
        <p:sp>
          <p:nvSpPr>
            <p:cNvPr id="13" name="Rectangle 3">
              <a:extLst>
                <a:ext uri="{FF2B5EF4-FFF2-40B4-BE49-F238E27FC236}">
                  <a16:creationId xmlns:a16="http://schemas.microsoft.com/office/drawing/2014/main" id="{2C69FDA3-2A50-4E29-9042-B969F2309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33050" y="3504095"/>
              <a:ext cx="3312368" cy="534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T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三角函数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67DA3026-C2F5-4BDA-AB10-721C1BE70500}"/>
                </a:ext>
              </a:extLst>
            </p:cNvPr>
            <p:cNvCxnSpPr>
              <a:cxnSpLocks/>
            </p:cNvCxnSpPr>
            <p:nvPr/>
          </p:nvCxnSpPr>
          <p:spPr>
            <a:xfrm>
              <a:off x="1338771" y="3789920"/>
              <a:ext cx="5760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57A9E1B-2850-46C2-886D-32689E8AE30B}"/>
              </a:ext>
            </a:extLst>
          </p:cNvPr>
          <p:cNvGrpSpPr/>
          <p:nvPr/>
        </p:nvGrpSpPr>
        <p:grpSpPr>
          <a:xfrm>
            <a:off x="1158110" y="3751016"/>
            <a:ext cx="3312368" cy="534698"/>
            <a:chOff x="1115616" y="3445566"/>
            <a:chExt cx="3312368" cy="534698"/>
          </a:xfrm>
        </p:grpSpPr>
        <p:sp>
          <p:nvSpPr>
            <p:cNvPr id="16" name="Rectangle 3">
              <a:extLst>
                <a:ext uri="{FF2B5EF4-FFF2-40B4-BE49-F238E27FC236}">
                  <a16:creationId xmlns:a16="http://schemas.microsoft.com/office/drawing/2014/main" id="{AA4E3CB5-E93C-42C6-B1A8-C773146B54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5616" y="3445566"/>
              <a:ext cx="3312368" cy="534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5000"/>
                </a:lnSpc>
              </a:pPr>
              <a:r>
                <a:rPr lang="en-US" altLang="zh-CN" sz="2400" b="1" dirty="0">
                  <a:latin typeface="Times New Roman" pitchFamily="18" charset="0"/>
                  <a:cs typeface="Times New Roman" pitchFamily="18" charset="0"/>
                </a:rPr>
                <a:t>E          </a:t>
              </a:r>
              <a:r>
                <a:rPr lang="zh-CN" alt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指数函数</a:t>
              </a:r>
              <a:endParaRPr lang="zh-CN" altLang="en-US" sz="2400" b="1" dirty="0">
                <a:solidFill>
                  <a:srgbClr val="FF0000"/>
                </a:solidFill>
                <a:latin typeface="+mn-ea"/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04A9D594-DA0D-4FFD-9CAF-2801204F2696}"/>
                </a:ext>
              </a:extLst>
            </p:cNvPr>
            <p:cNvCxnSpPr>
              <a:cxnSpLocks/>
            </p:cNvCxnSpPr>
            <p:nvPr/>
          </p:nvCxnSpPr>
          <p:spPr>
            <a:xfrm>
              <a:off x="1463873" y="3750968"/>
              <a:ext cx="57606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531ECDFB-C330-4C31-83AF-0187A3A7C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8064" y="2053450"/>
            <a:ext cx="2304256" cy="682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lang="en-US" altLang="zh-CN" sz="3200" b="1" dirty="0">
                <a:solidFill>
                  <a:srgbClr val="0064FF"/>
                </a:solidFill>
                <a:latin typeface="Times New Roman" pitchFamily="18" charset="0"/>
                <a:cs typeface="Times New Roman" pitchFamily="18" charset="0"/>
              </a:rPr>
              <a:t>L-I-A-T-E</a:t>
            </a:r>
            <a:endParaRPr lang="zh-CN" altLang="en-US" sz="3200" b="1" dirty="0">
              <a:solidFill>
                <a:srgbClr val="0064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754572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1">
            <a:extLst>
              <a:ext uri="{FF2B5EF4-FFF2-40B4-BE49-F238E27FC236}">
                <a16:creationId xmlns:a16="http://schemas.microsoft.com/office/drawing/2014/main" id="{A8BD49E6-75AD-4268-AB36-68F5360283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9836594"/>
              </p:ext>
            </p:extLst>
          </p:nvPr>
        </p:nvGraphicFramePr>
        <p:xfrm>
          <a:off x="2863811" y="1108574"/>
          <a:ext cx="195552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78" name="Equation" r:id="rId3" imgW="1955520" imgH="507960" progId="Equation.DSMT4">
                  <p:embed/>
                </p:oleObj>
              </mc:Choice>
              <mc:Fallback>
                <p:oleObj name="Equation" r:id="rId3" imgW="1955520" imgH="507960" progId="Equation.DSMT4">
                  <p:embed/>
                  <p:pic>
                    <p:nvPicPr>
                      <p:cNvPr id="15463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811" y="1108574"/>
                        <a:ext cx="195552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5">
            <a:extLst>
              <a:ext uri="{FF2B5EF4-FFF2-40B4-BE49-F238E27FC236}">
                <a16:creationId xmlns:a16="http://schemas.microsoft.com/office/drawing/2014/main" id="{C34DD935-A159-40DD-BAED-9A31BB7EE58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1529161"/>
              </p:ext>
            </p:extLst>
          </p:nvPr>
        </p:nvGraphicFramePr>
        <p:xfrm>
          <a:off x="1594261" y="4134590"/>
          <a:ext cx="1524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79" name="Equation" r:id="rId5" imgW="36576000" imgH="12192000" progId="Equation.DSMT4">
                  <p:embed/>
                </p:oleObj>
              </mc:Choice>
              <mc:Fallback>
                <p:oleObj name="Equation" r:id="rId5" imgW="36576000" imgH="12192000" progId="Equation.DSMT4">
                  <p:embed/>
                  <p:pic>
                    <p:nvPicPr>
                      <p:cNvPr id="15463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4261" y="4134590"/>
                        <a:ext cx="1524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29">
            <a:extLst>
              <a:ext uri="{FF2B5EF4-FFF2-40B4-BE49-F238E27FC236}">
                <a16:creationId xmlns:a16="http://schemas.microsoft.com/office/drawing/2014/main" id="{EA0926B2-B410-4061-9778-1E9E8F72ED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7942622"/>
              </p:ext>
            </p:extLst>
          </p:nvPr>
        </p:nvGraphicFramePr>
        <p:xfrm>
          <a:off x="4812332" y="1210516"/>
          <a:ext cx="1587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80" name="Equation" r:id="rId7" imgW="38100000" imgH="6096000" progId="Equation.DSMT4">
                  <p:embed/>
                </p:oleObj>
              </mc:Choice>
              <mc:Fallback>
                <p:oleObj name="Equation" r:id="rId7" imgW="38100000" imgH="6096000" progId="Equation.DSMT4">
                  <p:embed/>
                  <p:pic>
                    <p:nvPicPr>
                      <p:cNvPr id="154653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2332" y="1210516"/>
                        <a:ext cx="15875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0">
            <a:extLst>
              <a:ext uri="{FF2B5EF4-FFF2-40B4-BE49-F238E27FC236}">
                <a16:creationId xmlns:a16="http://schemas.microsoft.com/office/drawing/2014/main" id="{06255080-0F84-4775-82EA-CD5FD9FD7B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7842876"/>
              </p:ext>
            </p:extLst>
          </p:nvPr>
        </p:nvGraphicFramePr>
        <p:xfrm>
          <a:off x="2875102" y="1680288"/>
          <a:ext cx="374616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81" name="Equation" r:id="rId9" imgW="3746160" imgH="507960" progId="Equation.DSMT4">
                  <p:embed/>
                </p:oleObj>
              </mc:Choice>
              <mc:Fallback>
                <p:oleObj name="Equation" r:id="rId9" imgW="3746160" imgH="507960" progId="Equation.DSMT4">
                  <p:embed/>
                  <p:pic>
                    <p:nvPicPr>
                      <p:cNvPr id="15465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102" y="1680288"/>
                        <a:ext cx="374616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1">
            <a:extLst>
              <a:ext uri="{FF2B5EF4-FFF2-40B4-BE49-F238E27FC236}">
                <a16:creationId xmlns:a16="http://schemas.microsoft.com/office/drawing/2014/main" id="{82A6E2F0-065C-4BDE-B004-9D039DC5EC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5581726"/>
              </p:ext>
            </p:extLst>
          </p:nvPr>
        </p:nvGraphicFramePr>
        <p:xfrm>
          <a:off x="2845327" y="2879340"/>
          <a:ext cx="1587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82" name="Equation" r:id="rId11" imgW="38100000" imgH="6096000" progId="Equation.DSMT4">
                  <p:embed/>
                </p:oleObj>
              </mc:Choice>
              <mc:Fallback>
                <p:oleObj name="Equation" r:id="rId11" imgW="38100000" imgH="6096000" progId="Equation.DSMT4">
                  <p:embed/>
                  <p:pic>
                    <p:nvPicPr>
                      <p:cNvPr id="15465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5327" y="2879340"/>
                        <a:ext cx="15875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32">
            <a:extLst>
              <a:ext uri="{FF2B5EF4-FFF2-40B4-BE49-F238E27FC236}">
                <a16:creationId xmlns:a16="http://schemas.microsoft.com/office/drawing/2014/main" id="{BDFFFD5D-09FA-4A24-BFF0-EC3E8ABBE8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2812500"/>
              </p:ext>
            </p:extLst>
          </p:nvPr>
        </p:nvGraphicFramePr>
        <p:xfrm>
          <a:off x="4507968" y="2781713"/>
          <a:ext cx="1384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83" name="Equation" r:id="rId12" imgW="33223200" imgH="12192000" progId="Equation.DSMT4">
                  <p:embed/>
                </p:oleObj>
              </mc:Choice>
              <mc:Fallback>
                <p:oleObj name="Equation" r:id="rId12" imgW="33223200" imgH="12192000" progId="Equation.DSMT4">
                  <p:embed/>
                  <p:pic>
                    <p:nvPicPr>
                      <p:cNvPr id="154656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7968" y="2781713"/>
                        <a:ext cx="1384300" cy="50800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33">
            <a:extLst>
              <a:ext uri="{FF2B5EF4-FFF2-40B4-BE49-F238E27FC236}">
                <a16:creationId xmlns:a16="http://schemas.microsoft.com/office/drawing/2014/main" id="{F556CA0C-A720-49BF-9D8D-F1635FB568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633206"/>
              </p:ext>
            </p:extLst>
          </p:nvPr>
        </p:nvGraphicFramePr>
        <p:xfrm>
          <a:off x="5908826" y="2768009"/>
          <a:ext cx="1257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84" name="Equation" r:id="rId14" imgW="30175200" imgH="12192000" progId="Equation.DSMT4">
                  <p:embed/>
                </p:oleObj>
              </mc:Choice>
              <mc:Fallback>
                <p:oleObj name="Equation" r:id="rId14" imgW="30175200" imgH="12192000" progId="Equation.DSMT4">
                  <p:embed/>
                  <p:pic>
                    <p:nvPicPr>
                      <p:cNvPr id="154657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8826" y="2768009"/>
                        <a:ext cx="1257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4">
            <a:extLst>
              <a:ext uri="{FF2B5EF4-FFF2-40B4-BE49-F238E27FC236}">
                <a16:creationId xmlns:a16="http://schemas.microsoft.com/office/drawing/2014/main" id="{E8B907A4-966B-4C1D-AEF2-3076EBDDD8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790027"/>
              </p:ext>
            </p:extLst>
          </p:nvPr>
        </p:nvGraphicFramePr>
        <p:xfrm>
          <a:off x="2878854" y="3509760"/>
          <a:ext cx="1587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85" name="Equation" r:id="rId16" imgW="38100000" imgH="6096000" progId="Equation.DSMT4">
                  <p:embed/>
                </p:oleObj>
              </mc:Choice>
              <mc:Fallback>
                <p:oleObj name="Equation" r:id="rId16" imgW="38100000" imgH="6096000" progId="Equation.DSMT4">
                  <p:embed/>
                  <p:pic>
                    <p:nvPicPr>
                      <p:cNvPr id="154658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8854" y="3509760"/>
                        <a:ext cx="1587500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5">
            <a:extLst>
              <a:ext uri="{FF2B5EF4-FFF2-40B4-BE49-F238E27FC236}">
                <a16:creationId xmlns:a16="http://schemas.microsoft.com/office/drawing/2014/main" id="{74E397EE-175F-4523-991E-0FE87837F9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38056"/>
              </p:ext>
            </p:extLst>
          </p:nvPr>
        </p:nvGraphicFramePr>
        <p:xfrm>
          <a:off x="4530365" y="3410826"/>
          <a:ext cx="1384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86" name="Equation" r:id="rId17" imgW="33223200" imgH="12192000" progId="Equation.DSMT4">
                  <p:embed/>
                </p:oleObj>
              </mc:Choice>
              <mc:Fallback>
                <p:oleObj name="Equation" r:id="rId17" imgW="33223200" imgH="12192000" progId="Equation.DSMT4">
                  <p:embed/>
                  <p:pic>
                    <p:nvPicPr>
                      <p:cNvPr id="154659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0365" y="3410826"/>
                        <a:ext cx="1384300" cy="5080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bg1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6">
            <a:extLst>
              <a:ext uri="{FF2B5EF4-FFF2-40B4-BE49-F238E27FC236}">
                <a16:creationId xmlns:a16="http://schemas.microsoft.com/office/drawing/2014/main" id="{B7E39925-D2FF-421D-9D99-A701522143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740506"/>
              </p:ext>
            </p:extLst>
          </p:nvPr>
        </p:nvGraphicFramePr>
        <p:xfrm>
          <a:off x="5978676" y="3480659"/>
          <a:ext cx="2374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87" name="Equation" r:id="rId19" imgW="56997600" imgH="7924800" progId="Equation.DSMT4">
                  <p:embed/>
                </p:oleObj>
              </mc:Choice>
              <mc:Fallback>
                <p:oleObj name="Equation" r:id="rId19" imgW="56997600" imgH="7924800" progId="Equation.DSMT4">
                  <p:embed/>
                  <p:pic>
                    <p:nvPicPr>
                      <p:cNvPr id="15466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8676" y="3480659"/>
                        <a:ext cx="23749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7">
            <a:extLst>
              <a:ext uri="{FF2B5EF4-FFF2-40B4-BE49-F238E27FC236}">
                <a16:creationId xmlns:a16="http://schemas.microsoft.com/office/drawing/2014/main" id="{E3E631B3-26E2-41E7-BA58-741E6F6E1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5116015"/>
              </p:ext>
            </p:extLst>
          </p:nvPr>
        </p:nvGraphicFramePr>
        <p:xfrm>
          <a:off x="1676766" y="1104167"/>
          <a:ext cx="1206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88" name="Equation" r:id="rId21" imgW="28956000" imgH="12192000" progId="Equation.DSMT4">
                  <p:embed/>
                </p:oleObj>
              </mc:Choice>
              <mc:Fallback>
                <p:oleObj name="Equation" r:id="rId21" imgW="28956000" imgH="12192000" progId="Equation.DSMT4">
                  <p:embed/>
                  <p:pic>
                    <p:nvPicPr>
                      <p:cNvPr id="15466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766" y="1104167"/>
                        <a:ext cx="1206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8">
            <a:extLst>
              <a:ext uri="{FF2B5EF4-FFF2-40B4-BE49-F238E27FC236}">
                <a16:creationId xmlns:a16="http://schemas.microsoft.com/office/drawing/2014/main" id="{9A08BC00-049A-44D8-A006-3BC13DECFB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8465677"/>
              </p:ext>
            </p:extLst>
          </p:nvPr>
        </p:nvGraphicFramePr>
        <p:xfrm>
          <a:off x="2123728" y="339502"/>
          <a:ext cx="124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89" name="Equation" r:id="rId23" imgW="29870400" imgH="12192000" progId="Equation.DSMT4">
                  <p:embed/>
                </p:oleObj>
              </mc:Choice>
              <mc:Fallback>
                <p:oleObj name="Equation" r:id="rId23" imgW="29870400" imgH="12192000" progId="Equation.DSMT4">
                  <p:embed/>
                  <p:pic>
                    <p:nvPicPr>
                      <p:cNvPr id="154662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339502"/>
                        <a:ext cx="1244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">
            <a:extLst>
              <a:ext uri="{FF2B5EF4-FFF2-40B4-BE49-F238E27FC236}">
                <a16:creationId xmlns:a16="http://schemas.microsoft.com/office/drawing/2014/main" id="{4D48AA32-B1EE-46AC-A4E8-88E9340865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674" y="334215"/>
            <a:ext cx="1482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52D814AF-AAC7-480C-BB99-F2044C157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9805" y="1066472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7AB8235-4EA9-47C3-9AF8-46BF096AB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783658"/>
              </p:ext>
            </p:extLst>
          </p:nvPr>
        </p:nvGraphicFramePr>
        <p:xfrm>
          <a:off x="3169795" y="3961482"/>
          <a:ext cx="16891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90" name="Equation" r:id="rId25" imgW="40538400" imgH="16764000" progId="Equation.DSMT4">
                  <p:embed/>
                </p:oleObj>
              </mc:Choice>
              <mc:Fallback>
                <p:oleObj name="Equation" r:id="rId25" imgW="40538400" imgH="1676400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9795" y="3961482"/>
                        <a:ext cx="16891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D168991-E911-499B-9549-13CF602DEB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3912084"/>
              </p:ext>
            </p:extLst>
          </p:nvPr>
        </p:nvGraphicFramePr>
        <p:xfrm>
          <a:off x="4933200" y="4168409"/>
          <a:ext cx="2362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91" name="Equation" r:id="rId27" imgW="56692800" imgH="8229600" progId="Equation.DSMT4">
                  <p:embed/>
                </p:oleObj>
              </mc:Choice>
              <mc:Fallback>
                <p:oleObj name="Equation" r:id="rId27" imgW="56692800" imgH="82296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3200" y="4168409"/>
                        <a:ext cx="23622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1131">
            <a:extLst>
              <a:ext uri="{FF2B5EF4-FFF2-40B4-BE49-F238E27FC236}">
                <a16:creationId xmlns:a16="http://schemas.microsoft.com/office/drawing/2014/main" id="{A7CD4D9D-4951-47B8-B613-CA20C0F456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456112"/>
              </p:ext>
            </p:extLst>
          </p:nvPr>
        </p:nvGraphicFramePr>
        <p:xfrm>
          <a:off x="6407519" y="1119765"/>
          <a:ext cx="190476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92" name="Equation" r:id="rId29" imgW="1904760" imgH="507960" progId="Equation.DSMT4">
                  <p:embed/>
                </p:oleObj>
              </mc:Choice>
              <mc:Fallback>
                <p:oleObj name="Equation" r:id="rId29" imgW="1904760" imgH="507960" progId="Equation.DSMT4">
                  <p:embed/>
                  <p:pic>
                    <p:nvPicPr>
                      <p:cNvPr id="450667" name="Object 11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519" y="1119765"/>
                        <a:ext cx="190476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132">
            <a:extLst>
              <a:ext uri="{FF2B5EF4-FFF2-40B4-BE49-F238E27FC236}">
                <a16:creationId xmlns:a16="http://schemas.microsoft.com/office/drawing/2014/main" id="{D50FD7B6-7360-4272-AEC0-6083A56071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8710017"/>
              </p:ext>
            </p:extLst>
          </p:nvPr>
        </p:nvGraphicFramePr>
        <p:xfrm>
          <a:off x="7319923" y="4215316"/>
          <a:ext cx="5842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93" name="Equation" r:id="rId31" imgW="14020800" imgH="6705600" progId="Equation.DSMT4">
                  <p:embed/>
                </p:oleObj>
              </mc:Choice>
              <mc:Fallback>
                <p:oleObj name="Equation" r:id="rId31" imgW="14020800" imgH="6705600" progId="Equation.DSMT4">
                  <p:embed/>
                  <p:pic>
                    <p:nvPicPr>
                      <p:cNvPr id="450668" name="Object 11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9923" y="4215316"/>
                        <a:ext cx="5842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7D49ADB4-7F81-4D32-AC98-E68E67F123A0}"/>
              </a:ext>
            </a:extLst>
          </p:cNvPr>
          <p:cNvSpPr/>
          <p:nvPr/>
        </p:nvSpPr>
        <p:spPr>
          <a:xfrm>
            <a:off x="548594" y="4109027"/>
            <a:ext cx="958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所以</a:t>
            </a:r>
          </a:p>
        </p:txBody>
      </p:sp>
      <p:graphicFrame>
        <p:nvGraphicFramePr>
          <p:cNvPr id="22" name="Object 30">
            <a:extLst>
              <a:ext uri="{FF2B5EF4-FFF2-40B4-BE49-F238E27FC236}">
                <a16:creationId xmlns:a16="http://schemas.microsoft.com/office/drawing/2014/main" id="{0E1734A9-7C32-4496-8767-C64BC45B94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289693"/>
              </p:ext>
            </p:extLst>
          </p:nvPr>
        </p:nvGraphicFramePr>
        <p:xfrm>
          <a:off x="2845327" y="2224306"/>
          <a:ext cx="413861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994" name="Equation" r:id="rId33" imgW="4140000" imgH="507960" progId="Equation.DSMT4">
                  <p:embed/>
                </p:oleObj>
              </mc:Choice>
              <mc:Fallback>
                <p:oleObj name="Equation" r:id="rId33" imgW="4140000" imgH="507960" progId="Equation.DSMT4">
                  <p:embed/>
                  <p:pic>
                    <p:nvPicPr>
                      <p:cNvPr id="5" name="Object 30">
                        <a:extLst>
                          <a:ext uri="{FF2B5EF4-FFF2-40B4-BE49-F238E27FC236}">
                            <a16:creationId xmlns:a16="http://schemas.microsoft.com/office/drawing/2014/main" id="{06255080-0F84-4775-82EA-CD5FD9FD7B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5327" y="2224306"/>
                        <a:ext cx="413861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">
            <a:extLst>
              <a:ext uri="{FF2B5EF4-FFF2-40B4-BE49-F238E27FC236}">
                <a16:creationId xmlns:a16="http://schemas.microsoft.com/office/drawing/2014/main" id="{63F5E6A6-A888-419A-9E96-BBBF88EA9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9899" y="2647324"/>
            <a:ext cx="148252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还原法</a:t>
            </a: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D921C793-49B8-4BEA-9C04-029387074D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3842" y="351113"/>
            <a:ext cx="317155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经典例题，记住做法</a:t>
            </a:r>
          </a:p>
        </p:txBody>
      </p:sp>
    </p:spTree>
    <p:extLst>
      <p:ext uri="{BB962C8B-B14F-4D97-AF65-F5344CB8AC3E}">
        <p14:creationId xmlns:p14="http://schemas.microsoft.com/office/powerpoint/2010/main" val="4014986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6CA861A3-E227-42D6-90FA-85B044D9D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568" y="1763104"/>
            <a:ext cx="1482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还原法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225DB81-0F5B-4A8B-B356-C686E449E0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719643"/>
              </p:ext>
            </p:extLst>
          </p:nvPr>
        </p:nvGraphicFramePr>
        <p:xfrm>
          <a:off x="2483768" y="843558"/>
          <a:ext cx="349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77" name="Equation" r:id="rId3" imgW="3492360" imgH="507960" progId="Equation.DSMT4">
                  <p:embed/>
                </p:oleObj>
              </mc:Choice>
              <mc:Fallback>
                <p:oleObj name="Equation" r:id="rId3" imgW="349236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83768" y="843558"/>
                        <a:ext cx="34925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4BCE791B-2341-4274-9EDA-5F26E6FAC3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7658514"/>
              </p:ext>
            </p:extLst>
          </p:nvPr>
        </p:nvGraphicFramePr>
        <p:xfrm>
          <a:off x="6084168" y="926108"/>
          <a:ext cx="81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78" name="Equation" r:id="rId5" imgW="812520" imgH="342720" progId="Equation.DSMT4">
                  <p:embed/>
                </p:oleObj>
              </mc:Choice>
              <mc:Fallback>
                <p:oleObj name="Equation" r:id="rId5" imgW="81252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084168" y="926108"/>
                        <a:ext cx="812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73D705A-0F4E-4716-BE57-37EDCCACAE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7992410"/>
              </p:ext>
            </p:extLst>
          </p:nvPr>
        </p:nvGraphicFramePr>
        <p:xfrm>
          <a:off x="2411760" y="2777354"/>
          <a:ext cx="2578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79" name="Equation" r:id="rId7" imgW="2577960" imgH="736560" progId="Equation.DSMT4">
                  <p:embed/>
                </p:oleObj>
              </mc:Choice>
              <mc:Fallback>
                <p:oleObj name="Equation" r:id="rId7" imgW="2577960" imgH="7365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225DB81-0F5B-4A8B-B356-C686E449E0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11760" y="2777354"/>
                        <a:ext cx="25781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8A1C726-EF31-4DC8-8BCE-B30C54B1C7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592913"/>
              </p:ext>
            </p:extLst>
          </p:nvPr>
        </p:nvGraphicFramePr>
        <p:xfrm>
          <a:off x="2459130" y="1801015"/>
          <a:ext cx="2806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580" name="Equation" r:id="rId9" imgW="2806560" imgH="507960" progId="Equation.DSMT4">
                  <p:embed/>
                </p:oleObj>
              </mc:Choice>
              <mc:Fallback>
                <p:oleObj name="Equation" r:id="rId9" imgW="2806560" imgH="5079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225DB81-0F5B-4A8B-B356-C686E449E0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59130" y="1801015"/>
                        <a:ext cx="28067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334820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8">
            <a:extLst>
              <a:ext uri="{FF2B5EF4-FFF2-40B4-BE49-F238E27FC236}">
                <a16:creationId xmlns:a16="http://schemas.microsoft.com/office/drawing/2014/main" id="{5513427B-781D-447B-99A2-12103EC3DA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996039"/>
              </p:ext>
            </p:extLst>
          </p:nvPr>
        </p:nvGraphicFramePr>
        <p:xfrm>
          <a:off x="7311607" y="3023800"/>
          <a:ext cx="166211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42" name="Equation" r:id="rId3" imgW="1600200" imgH="507960" progId="Equation.DSMT4">
                  <p:embed/>
                </p:oleObj>
              </mc:Choice>
              <mc:Fallback>
                <p:oleObj name="Equation" r:id="rId3" imgW="1600200" imgH="507960" progId="Equation.DSMT4">
                  <p:embed/>
                  <p:pic>
                    <p:nvPicPr>
                      <p:cNvPr id="2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1607" y="3023800"/>
                        <a:ext cx="1662112" cy="51435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FF32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2">
            <a:extLst>
              <a:ext uri="{FF2B5EF4-FFF2-40B4-BE49-F238E27FC236}">
                <a16:creationId xmlns:a16="http://schemas.microsoft.com/office/drawing/2014/main" id="{400DF5AB-6198-4A17-93D5-61CC78A51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480" y="313019"/>
            <a:ext cx="16622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6A24F03-13BD-4E96-9686-12BE4CAB9A5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849905"/>
              </p:ext>
            </p:extLst>
          </p:nvPr>
        </p:nvGraphicFramePr>
        <p:xfrm>
          <a:off x="1979712" y="339502"/>
          <a:ext cx="14097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43" name="Equation" r:id="rId5" imgW="33832800" imgH="12192000" progId="Equation.DSMT4">
                  <p:embed/>
                </p:oleObj>
              </mc:Choice>
              <mc:Fallback>
                <p:oleObj name="Equation" r:id="rId5" imgW="33832800" imgH="12192000" progId="Equation.DSMT4">
                  <p:embed/>
                  <p:pic>
                    <p:nvPicPr>
                      <p:cNvPr id="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39502"/>
                        <a:ext cx="14097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4">
            <a:extLst>
              <a:ext uri="{FF2B5EF4-FFF2-40B4-BE49-F238E27FC236}">
                <a16:creationId xmlns:a16="http://schemas.microsoft.com/office/drawing/2014/main" id="{35D09F60-CD0D-4FAC-88ED-FDD80A3BD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578" y="994829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9F7E3E67-3F4E-41A7-97D2-57030911D2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8903532"/>
              </p:ext>
            </p:extLst>
          </p:nvPr>
        </p:nvGraphicFramePr>
        <p:xfrm>
          <a:off x="1221212" y="972972"/>
          <a:ext cx="135890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44" name="Equation" r:id="rId7" imgW="32613600" imgH="12192000" progId="Equation.DSMT4">
                  <p:embed/>
                </p:oleObj>
              </mc:Choice>
              <mc:Fallback>
                <p:oleObj name="Equation" r:id="rId7" imgW="32613600" imgH="12192000" progId="Equation.DSMT4">
                  <p:embed/>
                  <p:pic>
                    <p:nvPicPr>
                      <p:cNvPr id="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1212" y="972972"/>
                        <a:ext cx="1358900" cy="514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ECCE7D97-FE69-40D3-9F32-F8D41CAFCE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463348"/>
              </p:ext>
            </p:extLst>
          </p:nvPr>
        </p:nvGraphicFramePr>
        <p:xfrm>
          <a:off x="2668033" y="991429"/>
          <a:ext cx="16380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45" name="Equation" r:id="rId9" imgW="1638000" imgH="507960" progId="Equation.DSMT4">
                  <p:embed/>
                </p:oleObj>
              </mc:Choice>
              <mc:Fallback>
                <p:oleObj name="Equation" r:id="rId9" imgW="1638000" imgH="507960" progId="Equation.DSMT4">
                  <p:embed/>
                  <p:pic>
                    <p:nvPicPr>
                      <p:cNvPr id="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033" y="991429"/>
                        <a:ext cx="163800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2DAB064E-09CD-4991-8B4D-F2D4AB2774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002672"/>
              </p:ext>
            </p:extLst>
          </p:nvPr>
        </p:nvGraphicFramePr>
        <p:xfrm>
          <a:off x="877902" y="1614585"/>
          <a:ext cx="114300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46" name="Equation" r:id="rId11" imgW="27432000" imgH="8534400" progId="Equation.DSMT4">
                  <p:embed/>
                </p:oleObj>
              </mc:Choice>
              <mc:Fallback>
                <p:oleObj name="Equation" r:id="rId11" imgW="27432000" imgH="8534400" progId="Equation.DSMT4">
                  <p:embed/>
                  <p:pic>
                    <p:nvPicPr>
                      <p:cNvPr id="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902" y="1614585"/>
                        <a:ext cx="114300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5C3B783-6811-4462-8636-EF8994066B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676636"/>
              </p:ext>
            </p:extLst>
          </p:nvPr>
        </p:nvGraphicFramePr>
        <p:xfrm>
          <a:off x="4788159" y="1628094"/>
          <a:ext cx="157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47" name="Equation" r:id="rId13" imgW="37795200" imgH="12192000" progId="Equation.DSMT4">
                  <p:embed/>
                </p:oleObj>
              </mc:Choice>
              <mc:Fallback>
                <p:oleObj name="Equation" r:id="rId13" imgW="37795200" imgH="12192000" progId="Equation.DSMT4">
                  <p:embed/>
                  <p:pic>
                    <p:nvPicPr>
                      <p:cNvPr id="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159" y="1628094"/>
                        <a:ext cx="15748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8">
            <a:extLst>
              <a:ext uri="{FF2B5EF4-FFF2-40B4-BE49-F238E27FC236}">
                <a16:creationId xmlns:a16="http://schemas.microsoft.com/office/drawing/2014/main" id="{D2BB7240-66C0-40D2-AFF5-271A127951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605733"/>
              </p:ext>
            </p:extLst>
          </p:nvPr>
        </p:nvGraphicFramePr>
        <p:xfrm>
          <a:off x="2037441" y="1628134"/>
          <a:ext cx="157464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48" name="Equation" r:id="rId15" imgW="1574640" imgH="507960" progId="Equation.DSMT4">
                  <p:embed/>
                </p:oleObj>
              </mc:Choice>
              <mc:Fallback>
                <p:oleObj name="Equation" r:id="rId15" imgW="1574640" imgH="507960" progId="Equation.DSMT4">
                  <p:embed/>
                  <p:pic>
                    <p:nvPicPr>
                      <p:cNvPr id="1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7441" y="1628134"/>
                        <a:ext cx="157464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1">
            <a:extLst>
              <a:ext uri="{FF2B5EF4-FFF2-40B4-BE49-F238E27FC236}">
                <a16:creationId xmlns:a16="http://schemas.microsoft.com/office/drawing/2014/main" id="{15BFE293-5F9D-4737-8C3F-EB8738F4A7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419310"/>
              </p:ext>
            </p:extLst>
          </p:nvPr>
        </p:nvGraphicFramePr>
        <p:xfrm>
          <a:off x="3628620" y="1623161"/>
          <a:ext cx="114300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49" name="Equation" r:id="rId17" imgW="27432000" imgH="8534400" progId="Equation.DSMT4">
                  <p:embed/>
                </p:oleObj>
              </mc:Choice>
              <mc:Fallback>
                <p:oleObj name="Equation" r:id="rId17" imgW="27432000" imgH="8534400" progId="Equation.DSMT4">
                  <p:embed/>
                  <p:pic>
                    <p:nvPicPr>
                      <p:cNvPr id="1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8620" y="1623161"/>
                        <a:ext cx="114300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9">
            <a:extLst>
              <a:ext uri="{FF2B5EF4-FFF2-40B4-BE49-F238E27FC236}">
                <a16:creationId xmlns:a16="http://schemas.microsoft.com/office/drawing/2014/main" id="{D43A9B4E-3643-44E8-9E75-ECA7383890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1232159"/>
              </p:ext>
            </p:extLst>
          </p:nvPr>
        </p:nvGraphicFramePr>
        <p:xfrm>
          <a:off x="2081459" y="2289240"/>
          <a:ext cx="16254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50" name="Equation" r:id="rId19" imgW="1625400" imgH="507960" progId="Equation.DSMT4">
                  <p:embed/>
                </p:oleObj>
              </mc:Choice>
              <mc:Fallback>
                <p:oleObj name="Equation" r:id="rId19" imgW="1625400" imgH="507960" progId="Equation.DSMT4">
                  <p:embed/>
                  <p:pic>
                    <p:nvPicPr>
                      <p:cNvPr id="1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459" y="2289240"/>
                        <a:ext cx="1625400" cy="507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2DE235C4-B043-4269-AC01-40BC829993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2436450"/>
              </p:ext>
            </p:extLst>
          </p:nvPr>
        </p:nvGraphicFramePr>
        <p:xfrm>
          <a:off x="2004773" y="3023268"/>
          <a:ext cx="1282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51" name="Equation" r:id="rId21" imgW="30784800" imgH="12801600" progId="Equation.DSMT4">
                  <p:embed/>
                </p:oleObj>
              </mc:Choice>
              <mc:Fallback>
                <p:oleObj name="Equation" r:id="rId21" imgW="30784800" imgH="12801600" progId="Equation.DSMT4">
                  <p:embed/>
                  <p:pic>
                    <p:nvPicPr>
                      <p:cNvPr id="2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773" y="3023268"/>
                        <a:ext cx="1282700" cy="5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1">
            <a:extLst>
              <a:ext uri="{FF2B5EF4-FFF2-40B4-BE49-F238E27FC236}">
                <a16:creationId xmlns:a16="http://schemas.microsoft.com/office/drawing/2014/main" id="{222C5EF7-FB40-4742-9C0E-1276AFA07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9527681"/>
              </p:ext>
            </p:extLst>
          </p:nvPr>
        </p:nvGraphicFramePr>
        <p:xfrm>
          <a:off x="5160271" y="3042931"/>
          <a:ext cx="2184120" cy="419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52" name="Equation" r:id="rId23" imgW="52425600" imgH="10058400" progId="Equation.DSMT4">
                  <p:embed/>
                </p:oleObj>
              </mc:Choice>
              <mc:Fallback>
                <p:oleObj name="Equation" r:id="rId23" imgW="52425600" imgH="10058400" progId="Equation.DSMT4">
                  <p:embed/>
                  <p:pic>
                    <p:nvPicPr>
                      <p:cNvPr id="2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271" y="3042931"/>
                        <a:ext cx="2184120" cy="419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7">
            <a:extLst>
              <a:ext uri="{FF2B5EF4-FFF2-40B4-BE49-F238E27FC236}">
                <a16:creationId xmlns:a16="http://schemas.microsoft.com/office/drawing/2014/main" id="{5C627E96-2E32-45D2-80E0-48229577377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8762492"/>
              </p:ext>
            </p:extLst>
          </p:nvPr>
        </p:nvGraphicFramePr>
        <p:xfrm>
          <a:off x="3287473" y="3005239"/>
          <a:ext cx="1739880" cy="558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53" name="Equation" r:id="rId25" imgW="1739880" imgH="558720" progId="Equation.DSMT4">
                  <p:embed/>
                </p:oleObj>
              </mc:Choice>
              <mc:Fallback>
                <p:oleObj name="Equation" r:id="rId25" imgW="1739880" imgH="558720" progId="Equation.DSMT4">
                  <p:embed/>
                  <p:pic>
                    <p:nvPicPr>
                      <p:cNvPr id="2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7473" y="3005239"/>
                        <a:ext cx="1739880" cy="5587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>
            <a:extLst>
              <a:ext uri="{FF2B5EF4-FFF2-40B4-BE49-F238E27FC236}">
                <a16:creationId xmlns:a16="http://schemas.microsoft.com/office/drawing/2014/main" id="{2A87B50D-F383-4E6E-A393-6CD83F30B4B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673235"/>
              </p:ext>
            </p:extLst>
          </p:nvPr>
        </p:nvGraphicFramePr>
        <p:xfrm>
          <a:off x="884041" y="2321133"/>
          <a:ext cx="114300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54" name="Equation" r:id="rId27" imgW="27432000" imgH="8534400" progId="Equation.DSMT4">
                  <p:embed/>
                </p:oleObj>
              </mc:Choice>
              <mc:Fallback>
                <p:oleObj name="Equation" r:id="rId27" imgW="27432000" imgH="8534400" progId="Equation.DSMT4">
                  <p:embed/>
                  <p:pic>
                    <p:nvPicPr>
                      <p:cNvPr id="2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041" y="2321133"/>
                        <a:ext cx="114300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ADB5125C-3659-462A-99B5-C0595457C7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853674"/>
              </p:ext>
            </p:extLst>
          </p:nvPr>
        </p:nvGraphicFramePr>
        <p:xfrm>
          <a:off x="904981" y="3073798"/>
          <a:ext cx="1143000" cy="355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55" name="Equation" r:id="rId29" imgW="27432000" imgH="8534400" progId="Equation.DSMT4">
                  <p:embed/>
                </p:oleObj>
              </mc:Choice>
              <mc:Fallback>
                <p:oleObj name="Equation" r:id="rId29" imgW="27432000" imgH="8534400" progId="Equation.DSMT4">
                  <p:embed/>
                  <p:pic>
                    <p:nvPicPr>
                      <p:cNvPr id="2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4981" y="3073798"/>
                        <a:ext cx="1143000" cy="3553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8">
            <a:extLst>
              <a:ext uri="{FF2B5EF4-FFF2-40B4-BE49-F238E27FC236}">
                <a16:creationId xmlns:a16="http://schemas.microsoft.com/office/drawing/2014/main" id="{263A7C4F-E3BB-4D8D-91CD-8A91699E78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8066964"/>
              </p:ext>
            </p:extLst>
          </p:nvPr>
        </p:nvGraphicFramePr>
        <p:xfrm>
          <a:off x="1837168" y="3990856"/>
          <a:ext cx="1358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56" name="Equation" r:id="rId31" imgW="32613600" imgH="12192000" progId="Equation.DSMT4">
                  <p:embed/>
                </p:oleObj>
              </mc:Choice>
              <mc:Fallback>
                <p:oleObj name="Equation" r:id="rId31" imgW="32613600" imgH="12192000" progId="Equation.DSMT4">
                  <p:embed/>
                  <p:pic>
                    <p:nvPicPr>
                      <p:cNvPr id="42805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7168" y="3990856"/>
                        <a:ext cx="1358900" cy="50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19">
            <a:extLst>
              <a:ext uri="{FF2B5EF4-FFF2-40B4-BE49-F238E27FC236}">
                <a16:creationId xmlns:a16="http://schemas.microsoft.com/office/drawing/2014/main" id="{CFD107B8-FD21-456D-A3F2-E528320840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6393545"/>
              </p:ext>
            </p:extLst>
          </p:nvPr>
        </p:nvGraphicFramePr>
        <p:xfrm>
          <a:off x="3196068" y="3882906"/>
          <a:ext cx="24114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57" name="Equation" r:id="rId33" imgW="2412720" imgH="723600" progId="Equation.DSMT4">
                  <p:embed/>
                </p:oleObj>
              </mc:Choice>
              <mc:Fallback>
                <p:oleObj name="Equation" r:id="rId33" imgW="2412720" imgH="723600" progId="Equation.DSMT4">
                  <p:embed/>
                  <p:pic>
                    <p:nvPicPr>
                      <p:cNvPr id="42805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6068" y="3882906"/>
                        <a:ext cx="2411413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618ED8A1-8081-403A-BEB3-8D0AAD265F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8573540"/>
              </p:ext>
            </p:extLst>
          </p:nvPr>
        </p:nvGraphicFramePr>
        <p:xfrm>
          <a:off x="5637289" y="4105176"/>
          <a:ext cx="48240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058" name="Equation" r:id="rId35" imgW="482400" imgH="279360" progId="Equation.DSMT4">
                  <p:embed/>
                </p:oleObj>
              </mc:Choice>
              <mc:Fallback>
                <p:oleObj name="Equation" r:id="rId35" imgW="482400" imgH="27936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7289" y="4105176"/>
                        <a:ext cx="482400" cy="279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矩形 30">
            <a:extLst>
              <a:ext uri="{FF2B5EF4-FFF2-40B4-BE49-F238E27FC236}">
                <a16:creationId xmlns:a16="http://schemas.microsoft.com/office/drawing/2014/main" id="{2FD24683-8A71-4F1E-9FD4-5E8436951B35}"/>
              </a:ext>
            </a:extLst>
          </p:cNvPr>
          <p:cNvSpPr/>
          <p:nvPr/>
        </p:nvSpPr>
        <p:spPr>
          <a:xfrm>
            <a:off x="625948" y="3965871"/>
            <a:ext cx="9589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所以</a:t>
            </a:r>
          </a:p>
        </p:txBody>
      </p:sp>
      <p:sp>
        <p:nvSpPr>
          <p:cNvPr id="32" name="Text Box 2">
            <a:extLst>
              <a:ext uri="{FF2B5EF4-FFF2-40B4-BE49-F238E27FC236}">
                <a16:creationId xmlns:a16="http://schemas.microsoft.com/office/drawing/2014/main" id="{D24D577F-1156-43EF-9E18-F0D0B6786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6033" y="1023178"/>
            <a:ext cx="2438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第一次分部积分</a:t>
            </a:r>
          </a:p>
        </p:txBody>
      </p:sp>
      <p:sp>
        <p:nvSpPr>
          <p:cNvPr id="33" name="Text Box 2">
            <a:extLst>
              <a:ext uri="{FF2B5EF4-FFF2-40B4-BE49-F238E27FC236}">
                <a16:creationId xmlns:a16="http://schemas.microsoft.com/office/drawing/2014/main" id="{F9257EA7-C732-45A2-B779-BA15FBAD1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2283" y="2346886"/>
            <a:ext cx="24384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第二次分部积分</a:t>
            </a:r>
          </a:p>
        </p:txBody>
      </p:sp>
      <p:sp>
        <p:nvSpPr>
          <p:cNvPr id="34" name="Text Box 2">
            <a:extLst>
              <a:ext uri="{FF2B5EF4-FFF2-40B4-BE49-F238E27FC236}">
                <a16:creationId xmlns:a16="http://schemas.microsoft.com/office/drawing/2014/main" id="{0792CF1E-B134-4EAE-BEC9-C2DE5B7AF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8264" y="499234"/>
            <a:ext cx="1482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还原法</a:t>
            </a:r>
          </a:p>
        </p:txBody>
      </p:sp>
    </p:spTree>
    <p:extLst>
      <p:ext uri="{BB962C8B-B14F-4D97-AF65-F5344CB8AC3E}">
        <p14:creationId xmlns:p14="http://schemas.microsoft.com/office/powerpoint/2010/main" val="4062049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1" grpId="0"/>
      <p:bldP spid="32" grpId="0"/>
      <p:bldP spid="33" grpId="0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A2DD338-D976-45D8-9252-DB6E7AAD621E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220630"/>
            <a:ext cx="1891639" cy="533400"/>
          </a:xfrm>
          <a:prstGeom prst="rect">
            <a:avLst/>
          </a:prstGeom>
          <a:ln/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b="1" dirty="0">
                <a:solidFill>
                  <a:srgbClr val="0066FF"/>
                </a:solidFill>
                <a:latin typeface="+mj-ea"/>
                <a:cs typeface="Times New Roman" pitchFamily="18" charset="0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cs typeface="Times New Roman" pitchFamily="18" charset="0"/>
              </a:rPr>
              <a:t>10 </a:t>
            </a:r>
            <a:r>
              <a:rPr lang="zh-CN" altLang="en-US" sz="2400" b="1" dirty="0">
                <a:latin typeface="+mj-ea"/>
                <a:cs typeface="Times New Roman" pitchFamily="18" charset="0"/>
              </a:rPr>
              <a:t>求</a:t>
            </a:r>
            <a:endParaRPr lang="en-US" altLang="zh-CN" sz="2400" b="1" dirty="0">
              <a:latin typeface="+mj-ea"/>
              <a:cs typeface="Times New Roman" pitchFamily="18" charset="0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8A837C33-48C5-4EDA-86AB-DBC8A0564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34" y="901997"/>
            <a:ext cx="49404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  <a:cs typeface="Times New Roman" pitchFamily="18" charset="0"/>
              </a:rPr>
              <a:t>解</a:t>
            </a:r>
          </a:p>
        </p:txBody>
      </p:sp>
      <p:graphicFrame>
        <p:nvGraphicFramePr>
          <p:cNvPr id="4" name="Object 14">
            <a:extLst>
              <a:ext uri="{FF2B5EF4-FFF2-40B4-BE49-F238E27FC236}">
                <a16:creationId xmlns:a16="http://schemas.microsoft.com/office/drawing/2014/main" id="{23C75103-0F6F-414B-A5B3-57D89F7BA9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2352820"/>
              </p:ext>
            </p:extLst>
          </p:nvPr>
        </p:nvGraphicFramePr>
        <p:xfrm>
          <a:off x="1763688" y="250724"/>
          <a:ext cx="2654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85" name="Equation" r:id="rId3" imgW="2654280" imgH="507960" progId="Equation.DSMT4">
                  <p:embed/>
                </p:oleObj>
              </mc:Choice>
              <mc:Fallback>
                <p:oleObj name="Equation" r:id="rId3" imgW="2654280" imgH="507960" progId="Equation.DSMT4">
                  <p:embed/>
                  <p:pic>
                    <p:nvPicPr>
                      <p:cNvPr id="41371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50724"/>
                        <a:ext cx="2654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5">
            <a:extLst>
              <a:ext uri="{FF2B5EF4-FFF2-40B4-BE49-F238E27FC236}">
                <a16:creationId xmlns:a16="http://schemas.microsoft.com/office/drawing/2014/main" id="{1C4372F0-7FB0-4820-A65A-553E5DDE9E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31198"/>
              </p:ext>
            </p:extLst>
          </p:nvPr>
        </p:nvGraphicFramePr>
        <p:xfrm>
          <a:off x="1183974" y="984547"/>
          <a:ext cx="279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86" name="Equation" r:id="rId5" imgW="279360" imgH="380880" progId="Equation.DSMT4">
                  <p:embed/>
                </p:oleObj>
              </mc:Choice>
              <mc:Fallback>
                <p:oleObj name="Equation" r:id="rId5" imgW="279360" imgH="380880" progId="Equation.DSMT4">
                  <p:embed/>
                  <p:pic>
                    <p:nvPicPr>
                      <p:cNvPr id="41371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3974" y="984547"/>
                        <a:ext cx="2794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6">
            <a:extLst>
              <a:ext uri="{FF2B5EF4-FFF2-40B4-BE49-F238E27FC236}">
                <a16:creationId xmlns:a16="http://schemas.microsoft.com/office/drawing/2014/main" id="{472D59A9-9C51-462C-95F9-AFDE4C2C53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435356"/>
              </p:ext>
            </p:extLst>
          </p:nvPr>
        </p:nvGraphicFramePr>
        <p:xfrm>
          <a:off x="1425575" y="921391"/>
          <a:ext cx="2413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87" name="Equation" r:id="rId7" imgW="2412720" imgH="507960" progId="Equation.DSMT4">
                  <p:embed/>
                </p:oleObj>
              </mc:Choice>
              <mc:Fallback>
                <p:oleObj name="Equation" r:id="rId7" imgW="2412720" imgH="507960" progId="Equation.DSMT4">
                  <p:embed/>
                  <p:pic>
                    <p:nvPicPr>
                      <p:cNvPr id="41371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75" y="921391"/>
                        <a:ext cx="2413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18">
            <a:extLst>
              <a:ext uri="{FF2B5EF4-FFF2-40B4-BE49-F238E27FC236}">
                <a16:creationId xmlns:a16="http://schemas.microsoft.com/office/drawing/2014/main" id="{6B5B53B6-EEA7-4040-BB5E-9E388E6EA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595688"/>
              </p:ext>
            </p:extLst>
          </p:nvPr>
        </p:nvGraphicFramePr>
        <p:xfrm>
          <a:off x="1423070" y="1602681"/>
          <a:ext cx="21717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88" name="Equation" r:id="rId9" imgW="2171520" imgH="457200" progId="Equation.DSMT4">
                  <p:embed/>
                </p:oleObj>
              </mc:Choice>
              <mc:Fallback>
                <p:oleObj name="Equation" r:id="rId9" imgW="2171520" imgH="457200" progId="Equation.DSMT4">
                  <p:embed/>
                  <p:pic>
                    <p:nvPicPr>
                      <p:cNvPr id="413714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070" y="1602681"/>
                        <a:ext cx="21717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9">
            <a:extLst>
              <a:ext uri="{FF2B5EF4-FFF2-40B4-BE49-F238E27FC236}">
                <a16:creationId xmlns:a16="http://schemas.microsoft.com/office/drawing/2014/main" id="{99F6F8EB-234A-401A-B2EB-257767FBB8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0407061"/>
              </p:ext>
            </p:extLst>
          </p:nvPr>
        </p:nvGraphicFramePr>
        <p:xfrm>
          <a:off x="3637648" y="1585533"/>
          <a:ext cx="990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89" name="Equation" r:id="rId11" imgW="990360" imgH="507960" progId="Equation.DSMT4">
                  <p:embed/>
                </p:oleObj>
              </mc:Choice>
              <mc:Fallback>
                <p:oleObj name="Equation" r:id="rId11" imgW="990360" imgH="507960" progId="Equation.DSMT4">
                  <p:embed/>
                  <p:pic>
                    <p:nvPicPr>
                      <p:cNvPr id="413715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7648" y="1585533"/>
                        <a:ext cx="990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1">
            <a:extLst>
              <a:ext uri="{FF2B5EF4-FFF2-40B4-BE49-F238E27FC236}">
                <a16:creationId xmlns:a16="http://schemas.microsoft.com/office/drawing/2014/main" id="{D4391D5C-4DBD-4B79-81AB-71BA7B5E7E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955250"/>
              </p:ext>
            </p:extLst>
          </p:nvPr>
        </p:nvGraphicFramePr>
        <p:xfrm>
          <a:off x="1412321" y="2279673"/>
          <a:ext cx="2006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90" name="Equation" r:id="rId13" imgW="2006280" imgH="355320" progId="Equation.DSMT4">
                  <p:embed/>
                </p:oleObj>
              </mc:Choice>
              <mc:Fallback>
                <p:oleObj name="Equation" r:id="rId13" imgW="2006280" imgH="355320" progId="Equation.DSMT4">
                  <p:embed/>
                  <p:pic>
                    <p:nvPicPr>
                      <p:cNvPr id="413717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321" y="2279673"/>
                        <a:ext cx="2006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2">
            <a:extLst>
              <a:ext uri="{FF2B5EF4-FFF2-40B4-BE49-F238E27FC236}">
                <a16:creationId xmlns:a16="http://schemas.microsoft.com/office/drawing/2014/main" id="{5D882177-68D2-4F12-9F32-BF8C9A4259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3861210"/>
              </p:ext>
            </p:extLst>
          </p:nvPr>
        </p:nvGraphicFramePr>
        <p:xfrm>
          <a:off x="3503095" y="2270149"/>
          <a:ext cx="3124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91" name="Equation" r:id="rId15" imgW="3124080" imgH="507960" progId="Equation.DSMT4">
                  <p:embed/>
                </p:oleObj>
              </mc:Choice>
              <mc:Fallback>
                <p:oleObj name="Equation" r:id="rId15" imgW="3124080" imgH="507960" progId="Equation.DSMT4">
                  <p:embed/>
                  <p:pic>
                    <p:nvPicPr>
                      <p:cNvPr id="413718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095" y="2270149"/>
                        <a:ext cx="3124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3">
            <a:extLst>
              <a:ext uri="{FF2B5EF4-FFF2-40B4-BE49-F238E27FC236}">
                <a16:creationId xmlns:a16="http://schemas.microsoft.com/office/drawing/2014/main" id="{36C40887-89DD-4B1E-B1A8-DB3D2D76A6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8303721"/>
              </p:ext>
            </p:extLst>
          </p:nvPr>
        </p:nvGraphicFramePr>
        <p:xfrm>
          <a:off x="1412321" y="2984534"/>
          <a:ext cx="2006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92" name="Equation" r:id="rId17" imgW="2006280" imgH="355320" progId="Equation.DSMT4">
                  <p:embed/>
                </p:oleObj>
              </mc:Choice>
              <mc:Fallback>
                <p:oleObj name="Equation" r:id="rId17" imgW="2006280" imgH="355320" progId="Equation.DSMT4">
                  <p:embed/>
                  <p:pic>
                    <p:nvPicPr>
                      <p:cNvPr id="41371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321" y="2984534"/>
                        <a:ext cx="2006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4">
            <a:extLst>
              <a:ext uri="{FF2B5EF4-FFF2-40B4-BE49-F238E27FC236}">
                <a16:creationId xmlns:a16="http://schemas.microsoft.com/office/drawing/2014/main" id="{4517B43A-2C91-4F3C-8DF9-1EA57FC7AC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5065619"/>
              </p:ext>
            </p:extLst>
          </p:nvPr>
        </p:nvGraphicFramePr>
        <p:xfrm>
          <a:off x="3462970" y="2984529"/>
          <a:ext cx="3657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93" name="Equation" r:id="rId19" imgW="3657600" imgH="507960" progId="Equation.DSMT4">
                  <p:embed/>
                </p:oleObj>
              </mc:Choice>
              <mc:Fallback>
                <p:oleObj name="Equation" r:id="rId19" imgW="3657600" imgH="507960" progId="Equation.DSMT4">
                  <p:embed/>
                  <p:pic>
                    <p:nvPicPr>
                      <p:cNvPr id="41372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2970" y="2984529"/>
                        <a:ext cx="3657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6">
            <a:extLst>
              <a:ext uri="{FF2B5EF4-FFF2-40B4-BE49-F238E27FC236}">
                <a16:creationId xmlns:a16="http://schemas.microsoft.com/office/drawing/2014/main" id="{78AE8C64-9EFE-42C4-AE0F-3A971FC12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392150"/>
              </p:ext>
            </p:extLst>
          </p:nvPr>
        </p:nvGraphicFramePr>
        <p:xfrm>
          <a:off x="1403648" y="3665469"/>
          <a:ext cx="2006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94" name="Equation" r:id="rId21" imgW="2006280" imgH="355320" progId="Equation.DSMT4">
                  <p:embed/>
                </p:oleObj>
              </mc:Choice>
              <mc:Fallback>
                <p:oleObj name="Equation" r:id="rId21" imgW="2006280" imgH="355320" progId="Equation.DSMT4">
                  <p:embed/>
                  <p:pic>
                    <p:nvPicPr>
                      <p:cNvPr id="41372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648" y="3665469"/>
                        <a:ext cx="20066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7">
            <a:extLst>
              <a:ext uri="{FF2B5EF4-FFF2-40B4-BE49-F238E27FC236}">
                <a16:creationId xmlns:a16="http://schemas.microsoft.com/office/drawing/2014/main" id="{D6E8DF51-D7DE-4EAA-9BA3-481C28A4EB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740887"/>
              </p:ext>
            </p:extLst>
          </p:nvPr>
        </p:nvGraphicFramePr>
        <p:xfrm>
          <a:off x="3469302" y="3720153"/>
          <a:ext cx="223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95" name="Equation" r:id="rId23" imgW="2234880" imgH="380880" progId="Equation.DSMT4">
                  <p:embed/>
                </p:oleObj>
              </mc:Choice>
              <mc:Fallback>
                <p:oleObj name="Equation" r:id="rId23" imgW="2234880" imgH="380880" progId="Equation.DSMT4">
                  <p:embed/>
                  <p:pic>
                    <p:nvPicPr>
                      <p:cNvPr id="41372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9302" y="3720153"/>
                        <a:ext cx="2235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9">
            <a:extLst>
              <a:ext uri="{FF2B5EF4-FFF2-40B4-BE49-F238E27FC236}">
                <a16:creationId xmlns:a16="http://schemas.microsoft.com/office/drawing/2014/main" id="{EC731551-E5C2-43A9-B145-DA33177E31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6478154"/>
              </p:ext>
            </p:extLst>
          </p:nvPr>
        </p:nvGraphicFramePr>
        <p:xfrm>
          <a:off x="6041070" y="3656653"/>
          <a:ext cx="2159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96" name="Equation" r:id="rId25" imgW="2158920" imgH="507960" progId="Equation.DSMT4">
                  <p:embed/>
                </p:oleObj>
              </mc:Choice>
              <mc:Fallback>
                <p:oleObj name="Equation" r:id="rId25" imgW="2158920" imgH="507960" progId="Equation.DSMT4">
                  <p:embed/>
                  <p:pic>
                    <p:nvPicPr>
                      <p:cNvPr id="413725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070" y="3656653"/>
                        <a:ext cx="2159000" cy="508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1">
            <a:extLst>
              <a:ext uri="{FF2B5EF4-FFF2-40B4-BE49-F238E27FC236}">
                <a16:creationId xmlns:a16="http://schemas.microsoft.com/office/drawing/2014/main" id="{F7834D84-EEB6-480A-A541-13C0931FB4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900745"/>
              </p:ext>
            </p:extLst>
          </p:nvPr>
        </p:nvGraphicFramePr>
        <p:xfrm>
          <a:off x="6439671" y="1623633"/>
          <a:ext cx="1168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97" name="Equation" r:id="rId27" imgW="1168200" imgH="431640" progId="Equation.DSMT4">
                  <p:embed/>
                </p:oleObj>
              </mc:Choice>
              <mc:Fallback>
                <p:oleObj name="Equation" r:id="rId27" imgW="1168200" imgH="431640" progId="Equation.DSMT4">
                  <p:embed/>
                  <p:pic>
                    <p:nvPicPr>
                      <p:cNvPr id="41372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9671" y="1623633"/>
                        <a:ext cx="1168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2">
            <a:extLst>
              <a:ext uri="{FF2B5EF4-FFF2-40B4-BE49-F238E27FC236}">
                <a16:creationId xmlns:a16="http://schemas.microsoft.com/office/drawing/2014/main" id="{8758677F-6BA1-4521-B715-3AF80CACCB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266094"/>
              </p:ext>
            </p:extLst>
          </p:nvPr>
        </p:nvGraphicFramePr>
        <p:xfrm>
          <a:off x="4637780" y="1585533"/>
          <a:ext cx="1790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98" name="Equation" r:id="rId29" imgW="1790640" imgH="419040" progId="Equation.DSMT4">
                  <p:embed/>
                </p:oleObj>
              </mc:Choice>
              <mc:Fallback>
                <p:oleObj name="Equation" r:id="rId29" imgW="1790640" imgH="419040" progId="Equation.DSMT4">
                  <p:embed/>
                  <p:pic>
                    <p:nvPicPr>
                      <p:cNvPr id="41372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37780" y="1585533"/>
                        <a:ext cx="1790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3">
            <a:extLst>
              <a:ext uri="{FF2B5EF4-FFF2-40B4-BE49-F238E27FC236}">
                <a16:creationId xmlns:a16="http://schemas.microsoft.com/office/drawing/2014/main" id="{A45340C4-55A1-4A56-8C99-4435EC3907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862646"/>
              </p:ext>
            </p:extLst>
          </p:nvPr>
        </p:nvGraphicFramePr>
        <p:xfrm>
          <a:off x="1374119" y="4147795"/>
          <a:ext cx="37973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999" name="Equation" r:id="rId31" imgW="3797280" imgH="787320" progId="Equation.DSMT4">
                  <p:embed/>
                </p:oleObj>
              </mc:Choice>
              <mc:Fallback>
                <p:oleObj name="Equation" r:id="rId31" imgW="3797280" imgH="787320" progId="Equation.DSMT4">
                  <p:embed/>
                  <p:pic>
                    <p:nvPicPr>
                      <p:cNvPr id="41372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4119" y="4147795"/>
                        <a:ext cx="37973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">
            <a:extLst>
              <a:ext uri="{FF2B5EF4-FFF2-40B4-BE49-F238E27FC236}">
                <a16:creationId xmlns:a16="http://schemas.microsoft.com/office/drawing/2014/main" id="{24213F07-7A99-4938-A9A7-44614DEE43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3942" y="608582"/>
            <a:ext cx="1482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递推法</a:t>
            </a:r>
          </a:p>
        </p:txBody>
      </p:sp>
    </p:spTree>
    <p:extLst>
      <p:ext uri="{BB962C8B-B14F-4D97-AF65-F5344CB8AC3E}">
        <p14:creationId xmlns:p14="http://schemas.microsoft.com/office/powerpoint/2010/main" val="4196612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812">
            <a:extLst>
              <a:ext uri="{FF2B5EF4-FFF2-40B4-BE49-F238E27FC236}">
                <a16:creationId xmlns:a16="http://schemas.microsoft.com/office/drawing/2014/main" id="{29C8CC19-EBAA-430C-8F3B-B66E1ABD5DD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8153398"/>
              </p:ext>
            </p:extLst>
          </p:nvPr>
        </p:nvGraphicFramePr>
        <p:xfrm>
          <a:off x="2267744" y="195486"/>
          <a:ext cx="2519363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78" name="Equation" r:id="rId3" imgW="2425680" imgH="787320" progId="Equation.DSMT4">
                  <p:embed/>
                </p:oleObj>
              </mc:Choice>
              <mc:Fallback>
                <p:oleObj name="Equation" r:id="rId3" imgW="2425680" imgH="787320" progId="Equation.DSMT4">
                  <p:embed/>
                  <p:pic>
                    <p:nvPicPr>
                      <p:cNvPr id="467708" name="Object 28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44" y="195486"/>
                        <a:ext cx="2519363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80B42A27-00C1-4222-8B3C-73FB26072084}"/>
              </a:ext>
            </a:extLst>
          </p:cNvPr>
          <p:cNvSpPr txBox="1">
            <a:spLocks noChangeArrowheads="1"/>
          </p:cNvSpPr>
          <p:nvPr/>
        </p:nvSpPr>
        <p:spPr>
          <a:xfrm>
            <a:off x="842143" y="279971"/>
            <a:ext cx="1828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>
                <a:solidFill>
                  <a:srgbClr val="0066FF"/>
                </a:solidFill>
                <a:latin typeface="+mn-ea"/>
                <a:ea typeface="+mn-ea"/>
              </a:rPr>
              <a:t>11  </a:t>
            </a:r>
            <a:r>
              <a:rPr lang="zh-CN" altLang="en-US" sz="2400" b="1">
                <a:latin typeface="+mn-ea"/>
                <a:ea typeface="+mn-ea"/>
              </a:rPr>
              <a:t>求</a:t>
            </a:r>
            <a:endParaRPr lang="zh-CN" altLang="en-US" sz="2400" b="1" dirty="0">
              <a:latin typeface="+mn-ea"/>
              <a:ea typeface="+mn-ea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F49EBF1-3A81-4522-B290-1AFDB618E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588" y="1244859"/>
            <a:ext cx="152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 </a:t>
            </a:r>
            <a:r>
              <a:rPr kumimoji="1" lang="en-US" altLang="zh-CN" sz="2400" b="1" dirty="0">
                <a:latin typeface="+mn-ea"/>
              </a:rPr>
              <a:t>  </a:t>
            </a:r>
            <a:endParaRPr kumimoji="1" lang="zh-CN" altLang="en-US" sz="2400" b="1" dirty="0">
              <a:latin typeface="+mn-ea"/>
            </a:endParaRPr>
          </a:p>
        </p:txBody>
      </p:sp>
      <p:graphicFrame>
        <p:nvGraphicFramePr>
          <p:cNvPr id="5" name="Object 52">
            <a:extLst>
              <a:ext uri="{FF2B5EF4-FFF2-40B4-BE49-F238E27FC236}">
                <a16:creationId xmlns:a16="http://schemas.microsoft.com/office/drawing/2014/main" id="{0967DB90-0CC1-487F-A51C-CFA21ECC5A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371547"/>
              </p:ext>
            </p:extLst>
          </p:nvPr>
        </p:nvGraphicFramePr>
        <p:xfrm>
          <a:off x="1985151" y="2133188"/>
          <a:ext cx="1524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79" name="Equation" r:id="rId5" imgW="36576000" imgH="18897600" progId="Equation.DSMT4">
                  <p:embed/>
                </p:oleObj>
              </mc:Choice>
              <mc:Fallback>
                <p:oleObj name="Equation" r:id="rId5" imgW="36576000" imgH="18897600" progId="Equation.DSMT4">
                  <p:embed/>
                  <p:pic>
                    <p:nvPicPr>
                      <p:cNvPr id="156724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151" y="2133188"/>
                        <a:ext cx="1524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5">
            <a:extLst>
              <a:ext uri="{FF2B5EF4-FFF2-40B4-BE49-F238E27FC236}">
                <a16:creationId xmlns:a16="http://schemas.microsoft.com/office/drawing/2014/main" id="{84274603-FC05-4594-9D5E-0BD0299E9C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6407923"/>
              </p:ext>
            </p:extLst>
          </p:nvPr>
        </p:nvGraphicFramePr>
        <p:xfrm>
          <a:off x="3526632" y="2131921"/>
          <a:ext cx="2667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80" name="Equation" r:id="rId7" imgW="2666880" imgH="799920" progId="Equation.DSMT4">
                  <p:embed/>
                </p:oleObj>
              </mc:Choice>
              <mc:Fallback>
                <p:oleObj name="Equation" r:id="rId7" imgW="2666880" imgH="799920" progId="Equation.DSMT4">
                  <p:embed/>
                  <p:pic>
                    <p:nvPicPr>
                      <p:cNvPr id="156727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6632" y="2131921"/>
                        <a:ext cx="26670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58">
            <a:extLst>
              <a:ext uri="{FF2B5EF4-FFF2-40B4-BE49-F238E27FC236}">
                <a16:creationId xmlns:a16="http://schemas.microsoft.com/office/drawing/2014/main" id="{F3DA8FC8-6B1F-4164-B73D-F8AC961EEB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633434"/>
              </p:ext>
            </p:extLst>
          </p:nvPr>
        </p:nvGraphicFramePr>
        <p:xfrm>
          <a:off x="1985151" y="3081571"/>
          <a:ext cx="15240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81" name="Equation" r:id="rId9" imgW="36576000" imgH="18897600" progId="Equation.DSMT4">
                  <p:embed/>
                </p:oleObj>
              </mc:Choice>
              <mc:Fallback>
                <p:oleObj name="Equation" r:id="rId9" imgW="36576000" imgH="18897600" progId="Equation.DSMT4">
                  <p:embed/>
                  <p:pic>
                    <p:nvPicPr>
                      <p:cNvPr id="15673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5151" y="3081571"/>
                        <a:ext cx="15240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9">
            <a:extLst>
              <a:ext uri="{FF2B5EF4-FFF2-40B4-BE49-F238E27FC236}">
                <a16:creationId xmlns:a16="http://schemas.microsoft.com/office/drawing/2014/main" id="{27579F93-8987-4A6B-8DB7-2B1BCC34E0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693907"/>
              </p:ext>
            </p:extLst>
          </p:nvPr>
        </p:nvGraphicFramePr>
        <p:xfrm>
          <a:off x="3508688" y="3287344"/>
          <a:ext cx="914400" cy="380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82" name="Equation" r:id="rId10" imgW="914400" imgH="380880" progId="Equation.DSMT4">
                  <p:embed/>
                </p:oleObj>
              </mc:Choice>
              <mc:Fallback>
                <p:oleObj name="Equation" r:id="rId10" imgW="914400" imgH="380880" progId="Equation.DSMT4">
                  <p:embed/>
                  <p:pic>
                    <p:nvPicPr>
                      <p:cNvPr id="156731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8688" y="3287344"/>
                        <a:ext cx="914400" cy="3808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0">
            <a:extLst>
              <a:ext uri="{FF2B5EF4-FFF2-40B4-BE49-F238E27FC236}">
                <a16:creationId xmlns:a16="http://schemas.microsoft.com/office/drawing/2014/main" id="{1B4DC617-87BD-4A9A-A56A-C08161DC77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0920875"/>
              </p:ext>
            </p:extLst>
          </p:nvPr>
        </p:nvGraphicFramePr>
        <p:xfrm>
          <a:off x="4438715" y="3249124"/>
          <a:ext cx="10906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83" name="Equation" r:id="rId12" imgW="1091880" imgH="419040" progId="Equation.DSMT4">
                  <p:embed/>
                </p:oleObj>
              </mc:Choice>
              <mc:Fallback>
                <p:oleObj name="Equation" r:id="rId12" imgW="1091880" imgH="419040" progId="Equation.DSMT4">
                  <p:embed/>
                  <p:pic>
                    <p:nvPicPr>
                      <p:cNvPr id="156732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8715" y="3249124"/>
                        <a:ext cx="10906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0C71EEAE-A41C-4AA9-A90C-1F5F75DEED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4346484"/>
              </p:ext>
            </p:extLst>
          </p:nvPr>
        </p:nvGraphicFramePr>
        <p:xfrm>
          <a:off x="3556787" y="1292445"/>
          <a:ext cx="5588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84" name="Equation" r:id="rId14" imgW="558720" imgH="647640" progId="Equation.DSMT4">
                  <p:embed/>
                </p:oleObj>
              </mc:Choice>
              <mc:Fallback>
                <p:oleObj name="Equation" r:id="rId14" imgW="558720" imgH="647640" progId="Equation.DSMT4">
                  <p:embed/>
                  <p:pic>
                    <p:nvPicPr>
                      <p:cNvPr id="3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787" y="1292445"/>
                        <a:ext cx="5588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811">
            <a:extLst>
              <a:ext uri="{FF2B5EF4-FFF2-40B4-BE49-F238E27FC236}">
                <a16:creationId xmlns:a16="http://schemas.microsoft.com/office/drawing/2014/main" id="{7F7B0B97-D1C3-4B00-8E0F-10008ADDDC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719379"/>
              </p:ext>
            </p:extLst>
          </p:nvPr>
        </p:nvGraphicFramePr>
        <p:xfrm>
          <a:off x="1699399" y="1373096"/>
          <a:ext cx="31591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85" name="Equation" r:id="rId16" imgW="304560" imgH="380880" progId="Equation.DSMT4">
                  <p:embed/>
                </p:oleObj>
              </mc:Choice>
              <mc:Fallback>
                <p:oleObj name="Equation" r:id="rId16" imgW="304560" imgH="380880" progId="Equation.DSMT4">
                  <p:embed/>
                  <p:pic>
                    <p:nvPicPr>
                      <p:cNvPr id="467707" name="Object 28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9399" y="1373096"/>
                        <a:ext cx="315912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813">
            <a:extLst>
              <a:ext uri="{FF2B5EF4-FFF2-40B4-BE49-F238E27FC236}">
                <a16:creationId xmlns:a16="http://schemas.microsoft.com/office/drawing/2014/main" id="{E76DF0F8-A207-49F8-A847-B6AA34E58F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945337"/>
              </p:ext>
            </p:extLst>
          </p:nvPr>
        </p:nvGraphicFramePr>
        <p:xfrm>
          <a:off x="4958565" y="2087468"/>
          <a:ext cx="292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86" name="Equation" r:id="rId18" imgW="291960" imgH="342720" progId="Equation.DSMT4">
                  <p:embed/>
                </p:oleObj>
              </mc:Choice>
              <mc:Fallback>
                <p:oleObj name="Equation" r:id="rId18" imgW="291960" imgH="342720" progId="Equation.DSMT4">
                  <p:embed/>
                  <p:pic>
                    <p:nvPicPr>
                      <p:cNvPr id="467709" name="Object 28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8565" y="2087468"/>
                        <a:ext cx="292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814">
            <a:extLst>
              <a:ext uri="{FF2B5EF4-FFF2-40B4-BE49-F238E27FC236}">
                <a16:creationId xmlns:a16="http://schemas.microsoft.com/office/drawing/2014/main" id="{F20D42AA-D39C-4019-AC93-F33FD8DD30B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2689330"/>
              </p:ext>
            </p:extLst>
          </p:nvPr>
        </p:nvGraphicFramePr>
        <p:xfrm>
          <a:off x="4334675" y="2087468"/>
          <a:ext cx="558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87" name="Equation" r:id="rId20" imgW="558720" imgH="342720" progId="Equation.DSMT4">
                  <p:embed/>
                </p:oleObj>
              </mc:Choice>
              <mc:Fallback>
                <p:oleObj name="Equation" r:id="rId20" imgW="558720" imgH="342720" progId="Equation.DSMT4">
                  <p:embed/>
                  <p:pic>
                    <p:nvPicPr>
                      <p:cNvPr id="467710" name="Object 28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4675" y="2087468"/>
                        <a:ext cx="558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815">
            <a:extLst>
              <a:ext uri="{FF2B5EF4-FFF2-40B4-BE49-F238E27FC236}">
                <a16:creationId xmlns:a16="http://schemas.microsoft.com/office/drawing/2014/main" id="{D3DE9A04-B217-4264-B947-570BC202E4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0833000"/>
              </p:ext>
            </p:extLst>
          </p:nvPr>
        </p:nvGraphicFramePr>
        <p:xfrm>
          <a:off x="5269707" y="2087786"/>
          <a:ext cx="4826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88" name="Equation" r:id="rId22" imgW="482400" imgH="342720" progId="Equation.DSMT4">
                  <p:embed/>
                </p:oleObj>
              </mc:Choice>
              <mc:Fallback>
                <p:oleObj name="Equation" r:id="rId22" imgW="482400" imgH="342720" progId="Equation.DSMT4">
                  <p:embed/>
                  <p:pic>
                    <p:nvPicPr>
                      <p:cNvPr id="467711" name="Object 28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9707" y="2087786"/>
                        <a:ext cx="4826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820">
            <a:extLst>
              <a:ext uri="{FF2B5EF4-FFF2-40B4-BE49-F238E27FC236}">
                <a16:creationId xmlns:a16="http://schemas.microsoft.com/office/drawing/2014/main" id="{2E4920E9-439C-4EF3-8D7D-6FC2B766B3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2891787"/>
              </p:ext>
            </p:extLst>
          </p:nvPr>
        </p:nvGraphicFramePr>
        <p:xfrm>
          <a:off x="4199729" y="1154327"/>
          <a:ext cx="1790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89" name="Equation" r:id="rId24" imgW="1790640" imgH="787320" progId="Equation.DSMT4">
                  <p:embed/>
                </p:oleObj>
              </mc:Choice>
              <mc:Fallback>
                <p:oleObj name="Equation" r:id="rId24" imgW="1790640" imgH="787320" progId="Equation.DSMT4">
                  <p:embed/>
                  <p:pic>
                    <p:nvPicPr>
                      <p:cNvPr id="467716" name="Object 28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9729" y="1154327"/>
                        <a:ext cx="179070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821">
            <a:extLst>
              <a:ext uri="{FF2B5EF4-FFF2-40B4-BE49-F238E27FC236}">
                <a16:creationId xmlns:a16="http://schemas.microsoft.com/office/drawing/2014/main" id="{4F7A95DC-C354-43D9-985B-F8F2658F1C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289367"/>
              </p:ext>
            </p:extLst>
          </p:nvPr>
        </p:nvGraphicFramePr>
        <p:xfrm>
          <a:off x="1984808" y="1169639"/>
          <a:ext cx="1523880" cy="7873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90" name="Equation" r:id="rId26" imgW="1523880" imgH="787320" progId="Equation.DSMT4">
                  <p:embed/>
                </p:oleObj>
              </mc:Choice>
              <mc:Fallback>
                <p:oleObj name="Equation" r:id="rId26" imgW="1523880" imgH="787320" progId="Equation.DSMT4">
                  <p:embed/>
                  <p:pic>
                    <p:nvPicPr>
                      <p:cNvPr id="467717" name="Object 28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4808" y="1169639"/>
                        <a:ext cx="1523880" cy="7873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7">
            <a:extLst>
              <a:ext uri="{FF2B5EF4-FFF2-40B4-BE49-F238E27FC236}">
                <a16:creationId xmlns:a16="http://schemas.microsoft.com/office/drawing/2014/main" id="{CEEAA479-225A-4465-9032-5AE18C156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439" y="4149039"/>
            <a:ext cx="3600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所以，递推公式为</a:t>
            </a:r>
          </a:p>
        </p:txBody>
      </p:sp>
      <p:graphicFrame>
        <p:nvGraphicFramePr>
          <p:cNvPr id="19" name="Object 61">
            <a:extLst>
              <a:ext uri="{FF2B5EF4-FFF2-40B4-BE49-F238E27FC236}">
                <a16:creationId xmlns:a16="http://schemas.microsoft.com/office/drawing/2014/main" id="{D92A75AE-728D-4B1D-BBEA-05E5258652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7257450"/>
              </p:ext>
            </p:extLst>
          </p:nvPr>
        </p:nvGraphicFramePr>
        <p:xfrm>
          <a:off x="2926621" y="4014932"/>
          <a:ext cx="41148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991" name="Equation" r:id="rId28" imgW="98755200" imgH="19202400" progId="Equation.DSMT4">
                  <p:embed/>
                </p:oleObj>
              </mc:Choice>
              <mc:Fallback>
                <p:oleObj name="Equation" r:id="rId28" imgW="98755200" imgH="19202400" progId="Equation.DSMT4">
                  <p:embed/>
                  <p:pic>
                    <p:nvPicPr>
                      <p:cNvPr id="37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621" y="4014932"/>
                        <a:ext cx="4114800" cy="800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12700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">
            <a:extLst>
              <a:ext uri="{FF2B5EF4-FFF2-40B4-BE49-F238E27FC236}">
                <a16:creationId xmlns:a16="http://schemas.microsoft.com/office/drawing/2014/main" id="{BF18AD67-B84E-461F-A2FF-0720B9EF25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248" y="2199535"/>
            <a:ext cx="1482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递推法</a:t>
            </a:r>
          </a:p>
        </p:txBody>
      </p:sp>
    </p:spTree>
    <p:extLst>
      <p:ext uri="{BB962C8B-B14F-4D97-AF65-F5344CB8AC3E}">
        <p14:creationId xmlns:p14="http://schemas.microsoft.com/office/powerpoint/2010/main" val="130944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8" grpId="0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E61A5D3E-28B0-405C-9DF2-575AFE3CA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300" y="322660"/>
            <a:ext cx="155225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</a:t>
            </a:r>
            <a:r>
              <a:rPr lang="en-US" altLang="zh-CN" sz="2400" b="1" dirty="0">
                <a:latin typeface="+mn-ea"/>
              </a:rPr>
              <a:t>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C9E4C444-5896-48F3-98BE-BB81F564D3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407" y="1058121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96615770-CFD2-427D-993C-D5922A97F4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159439"/>
              </p:ext>
            </p:extLst>
          </p:nvPr>
        </p:nvGraphicFramePr>
        <p:xfrm>
          <a:off x="1907704" y="195486"/>
          <a:ext cx="1943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88" name="Equation" r:id="rId3" imgW="1942920" imgH="736560" progId="Equation.DSMT4">
                  <p:embed/>
                </p:oleObj>
              </mc:Choice>
              <mc:Fallback>
                <p:oleObj name="Equation" r:id="rId3" imgW="1942920" imgH="736560" progId="Equation.DSMT4">
                  <p:embed/>
                  <p:pic>
                    <p:nvPicPr>
                      <p:cNvPr id="5539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95486"/>
                        <a:ext cx="1943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>
            <a:extLst>
              <a:ext uri="{FF2B5EF4-FFF2-40B4-BE49-F238E27FC236}">
                <a16:creationId xmlns:a16="http://schemas.microsoft.com/office/drawing/2014/main" id="{C216CF49-7235-4427-97B7-CDE1A64726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947735"/>
              </p:ext>
            </p:extLst>
          </p:nvPr>
        </p:nvGraphicFramePr>
        <p:xfrm>
          <a:off x="1169686" y="956712"/>
          <a:ext cx="1892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89" name="Equation" r:id="rId5" imgW="1892160" imgH="736560" progId="Equation.DSMT4">
                  <p:embed/>
                </p:oleObj>
              </mc:Choice>
              <mc:Fallback>
                <p:oleObj name="Equation" r:id="rId5" imgW="1892160" imgH="736560" progId="Equation.DSMT4">
                  <p:embed/>
                  <p:pic>
                    <p:nvPicPr>
                      <p:cNvPr id="5539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9686" y="956712"/>
                        <a:ext cx="1892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>
            <a:extLst>
              <a:ext uri="{FF2B5EF4-FFF2-40B4-BE49-F238E27FC236}">
                <a16:creationId xmlns:a16="http://schemas.microsoft.com/office/drawing/2014/main" id="{C32A17EF-BAE1-4DCC-9166-E7E833FA49F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5425180"/>
              </p:ext>
            </p:extLst>
          </p:nvPr>
        </p:nvGraphicFramePr>
        <p:xfrm>
          <a:off x="3107854" y="1099579"/>
          <a:ext cx="1485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90" name="Equation" r:id="rId7" imgW="1485720" imgH="507960" progId="Equation.DSMT4">
                  <p:embed/>
                </p:oleObj>
              </mc:Choice>
              <mc:Fallback>
                <p:oleObj name="Equation" r:id="rId7" imgW="1485720" imgH="507960" progId="Equation.DSMT4">
                  <p:embed/>
                  <p:pic>
                    <p:nvPicPr>
                      <p:cNvPr id="55399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7854" y="1099579"/>
                        <a:ext cx="1485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>
            <a:extLst>
              <a:ext uri="{FF2B5EF4-FFF2-40B4-BE49-F238E27FC236}">
                <a16:creationId xmlns:a16="http://schemas.microsoft.com/office/drawing/2014/main" id="{D7747CDB-8645-4922-A530-0E3CF31D91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534591"/>
              </p:ext>
            </p:extLst>
          </p:nvPr>
        </p:nvGraphicFramePr>
        <p:xfrm>
          <a:off x="4679490" y="987400"/>
          <a:ext cx="125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91" name="Equation" r:id="rId9" imgW="1257120" imgH="736560" progId="Equation.DSMT4">
                  <p:embed/>
                </p:oleObj>
              </mc:Choice>
              <mc:Fallback>
                <p:oleObj name="Equation" r:id="rId9" imgW="1257120" imgH="736560" progId="Equation.DSMT4">
                  <p:embed/>
                  <p:pic>
                    <p:nvPicPr>
                      <p:cNvPr id="55399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490" y="987400"/>
                        <a:ext cx="1257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>
            <a:extLst>
              <a:ext uri="{FF2B5EF4-FFF2-40B4-BE49-F238E27FC236}">
                <a16:creationId xmlns:a16="http://schemas.microsoft.com/office/drawing/2014/main" id="{0ADD3915-A03B-457F-BD1D-AD87151EDD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0499209"/>
              </p:ext>
            </p:extLst>
          </p:nvPr>
        </p:nvGraphicFramePr>
        <p:xfrm>
          <a:off x="3079270" y="1956836"/>
          <a:ext cx="134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92" name="Equation" r:id="rId11" imgW="1346040" imgH="507960" progId="Equation.DSMT4">
                  <p:embed/>
                </p:oleObj>
              </mc:Choice>
              <mc:Fallback>
                <p:oleObj name="Equation" r:id="rId11" imgW="1346040" imgH="507960" progId="Equation.DSMT4">
                  <p:embed/>
                  <p:pic>
                    <p:nvPicPr>
                      <p:cNvPr id="55399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9270" y="1956836"/>
                        <a:ext cx="1346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4438E857-C4DC-402F-935F-13ED071C22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5098473"/>
              </p:ext>
            </p:extLst>
          </p:nvPr>
        </p:nvGraphicFramePr>
        <p:xfrm>
          <a:off x="4448589" y="1813959"/>
          <a:ext cx="125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93" name="Equation" r:id="rId13" imgW="1257120" imgH="736560" progId="Equation.DSMT4">
                  <p:embed/>
                </p:oleObj>
              </mc:Choice>
              <mc:Fallback>
                <p:oleObj name="Equation" r:id="rId13" imgW="1257120" imgH="736560" progId="Equation.DSMT4">
                  <p:embed/>
                  <p:pic>
                    <p:nvPicPr>
                      <p:cNvPr id="55399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8589" y="1813959"/>
                        <a:ext cx="1257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>
            <a:extLst>
              <a:ext uri="{FF2B5EF4-FFF2-40B4-BE49-F238E27FC236}">
                <a16:creationId xmlns:a16="http://schemas.microsoft.com/office/drawing/2014/main" id="{EBDC57AA-7879-4608-BE14-47D139474F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2881176"/>
              </p:ext>
            </p:extLst>
          </p:nvPr>
        </p:nvGraphicFramePr>
        <p:xfrm>
          <a:off x="3071328" y="2871589"/>
          <a:ext cx="1016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94" name="Equation" r:id="rId15" imgW="1015920" imgH="342720" progId="Equation.DSMT4">
                  <p:embed/>
                </p:oleObj>
              </mc:Choice>
              <mc:Fallback>
                <p:oleObj name="Equation" r:id="rId15" imgW="1015920" imgH="342720" progId="Equation.DSMT4">
                  <p:embed/>
                  <p:pic>
                    <p:nvPicPr>
                      <p:cNvPr id="55399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328" y="2871589"/>
                        <a:ext cx="1016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77BCBA7B-2386-407F-B2E8-934B2098DC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1883215"/>
              </p:ext>
            </p:extLst>
          </p:nvPr>
        </p:nvGraphicFramePr>
        <p:xfrm>
          <a:off x="3322174" y="2799822"/>
          <a:ext cx="279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95" name="Equation" r:id="rId17" imgW="279360" imgH="355320" progId="Equation.DSMT4">
                  <p:embed/>
                </p:oleObj>
              </mc:Choice>
              <mc:Fallback>
                <p:oleObj name="Equation" r:id="rId17" imgW="279360" imgH="355320" progId="Equation.DSMT4">
                  <p:embed/>
                  <p:pic>
                    <p:nvPicPr>
                      <p:cNvPr id="55399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2174" y="2799822"/>
                        <a:ext cx="2794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4">
            <a:extLst>
              <a:ext uri="{FF2B5EF4-FFF2-40B4-BE49-F238E27FC236}">
                <a16:creationId xmlns:a16="http://schemas.microsoft.com/office/drawing/2014/main" id="{51774DFD-1599-4601-88CA-4259873420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4957851"/>
              </p:ext>
            </p:extLst>
          </p:nvPr>
        </p:nvGraphicFramePr>
        <p:xfrm>
          <a:off x="4074628" y="2785528"/>
          <a:ext cx="1485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96" name="Equation" r:id="rId19" imgW="1485720" imgH="507960" progId="Equation.DSMT4">
                  <p:embed/>
                </p:oleObj>
              </mc:Choice>
              <mc:Fallback>
                <p:oleObj name="Equation" r:id="rId19" imgW="1485720" imgH="507960" progId="Equation.DSMT4">
                  <p:embed/>
                  <p:pic>
                    <p:nvPicPr>
                      <p:cNvPr id="55399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4628" y="2785528"/>
                        <a:ext cx="1485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5">
            <a:extLst>
              <a:ext uri="{FF2B5EF4-FFF2-40B4-BE49-F238E27FC236}">
                <a16:creationId xmlns:a16="http://schemas.microsoft.com/office/drawing/2014/main" id="{D507CB15-2F80-447D-BB5B-A568B5A9D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997112"/>
              </p:ext>
            </p:extLst>
          </p:nvPr>
        </p:nvGraphicFramePr>
        <p:xfrm>
          <a:off x="5527206" y="2656942"/>
          <a:ext cx="1219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97" name="Equation" r:id="rId21" imgW="1218960" imgH="736560" progId="Equation.DSMT4">
                  <p:embed/>
                </p:oleObj>
              </mc:Choice>
              <mc:Fallback>
                <p:oleObj name="Equation" r:id="rId21" imgW="1218960" imgH="736560" progId="Equation.DSMT4">
                  <p:embed/>
                  <p:pic>
                    <p:nvPicPr>
                      <p:cNvPr id="55399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7206" y="2656942"/>
                        <a:ext cx="1219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6">
            <a:extLst>
              <a:ext uri="{FF2B5EF4-FFF2-40B4-BE49-F238E27FC236}">
                <a16:creationId xmlns:a16="http://schemas.microsoft.com/office/drawing/2014/main" id="{1089242E-606E-4D84-B04B-C822FA63CA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5498346"/>
              </p:ext>
            </p:extLst>
          </p:nvPr>
        </p:nvGraphicFramePr>
        <p:xfrm>
          <a:off x="3072867" y="3651353"/>
          <a:ext cx="990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98" name="Equation" r:id="rId23" imgW="990360" imgH="419040" progId="Equation.DSMT4">
                  <p:embed/>
                </p:oleObj>
              </mc:Choice>
              <mc:Fallback>
                <p:oleObj name="Equation" r:id="rId23" imgW="990360" imgH="419040" progId="Equation.DSMT4">
                  <p:embed/>
                  <p:pic>
                    <p:nvPicPr>
                      <p:cNvPr id="55400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2867" y="3651353"/>
                        <a:ext cx="990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8">
            <a:extLst>
              <a:ext uri="{FF2B5EF4-FFF2-40B4-BE49-F238E27FC236}">
                <a16:creationId xmlns:a16="http://schemas.microsoft.com/office/drawing/2014/main" id="{9FE6964B-D95D-45D8-A8C0-B6E9676722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5686772"/>
              </p:ext>
            </p:extLst>
          </p:nvPr>
        </p:nvGraphicFramePr>
        <p:xfrm>
          <a:off x="4130216" y="3504674"/>
          <a:ext cx="11938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999" name="Equation" r:id="rId25" imgW="1193760" imgH="736560" progId="Equation.DSMT4">
                  <p:embed/>
                </p:oleObj>
              </mc:Choice>
              <mc:Fallback>
                <p:oleObj name="Equation" r:id="rId25" imgW="1193760" imgH="736560" progId="Equation.DSMT4">
                  <p:embed/>
                  <p:pic>
                    <p:nvPicPr>
                      <p:cNvPr id="55400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216" y="3504674"/>
                        <a:ext cx="11938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9">
            <a:extLst>
              <a:ext uri="{FF2B5EF4-FFF2-40B4-BE49-F238E27FC236}">
                <a16:creationId xmlns:a16="http://schemas.microsoft.com/office/drawing/2014/main" id="{8C84C1D2-7013-41D5-9482-A3252F91E5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9175799"/>
              </p:ext>
            </p:extLst>
          </p:nvPr>
        </p:nvGraphicFramePr>
        <p:xfrm>
          <a:off x="5417668" y="3476114"/>
          <a:ext cx="1257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000" name="Equation" r:id="rId27" imgW="1257120" imgH="736560" progId="Equation.DSMT4">
                  <p:embed/>
                </p:oleObj>
              </mc:Choice>
              <mc:Fallback>
                <p:oleObj name="Equation" r:id="rId27" imgW="1257120" imgH="736560" progId="Equation.DSMT4">
                  <p:embed/>
                  <p:pic>
                    <p:nvPicPr>
                      <p:cNvPr id="55400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7668" y="3476114"/>
                        <a:ext cx="1257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1">
            <a:extLst>
              <a:ext uri="{FF2B5EF4-FFF2-40B4-BE49-F238E27FC236}">
                <a16:creationId xmlns:a16="http://schemas.microsoft.com/office/drawing/2014/main" id="{78A356F2-BF48-4961-9460-470AB30F646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989367"/>
              </p:ext>
            </p:extLst>
          </p:nvPr>
        </p:nvGraphicFramePr>
        <p:xfrm>
          <a:off x="3071328" y="4309528"/>
          <a:ext cx="1435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001" name="Equation" r:id="rId29" imgW="1434960" imgH="419040" progId="Equation.DSMT4">
                  <p:embed/>
                </p:oleObj>
              </mc:Choice>
              <mc:Fallback>
                <p:oleObj name="Equation" r:id="rId29" imgW="1434960" imgH="419040" progId="Equation.DSMT4">
                  <p:embed/>
                  <p:pic>
                    <p:nvPicPr>
                      <p:cNvPr id="55400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328" y="4309528"/>
                        <a:ext cx="1435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1E520E7-A799-4932-AD58-8BF22689FC03}"/>
              </a:ext>
            </a:extLst>
          </p:cNvPr>
          <p:cNvCxnSpPr/>
          <p:nvPr/>
        </p:nvCxnSpPr>
        <p:spPr>
          <a:xfrm rot="16200000" flipH="1">
            <a:off x="4523125" y="3692793"/>
            <a:ext cx="500065" cy="42862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37F2915E-0476-4E95-AF87-E219849FA130}"/>
              </a:ext>
            </a:extLst>
          </p:cNvPr>
          <p:cNvCxnSpPr/>
          <p:nvPr/>
        </p:nvCxnSpPr>
        <p:spPr>
          <a:xfrm rot="16200000" flipH="1">
            <a:off x="5666134" y="3692793"/>
            <a:ext cx="500065" cy="42862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2">
            <a:extLst>
              <a:ext uri="{FF2B5EF4-FFF2-40B4-BE49-F238E27FC236}">
                <a16:creationId xmlns:a16="http://schemas.microsoft.com/office/drawing/2014/main" id="{FA896E2A-98DA-4E8B-96EF-106DCCB11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6044" y="2199707"/>
            <a:ext cx="20845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中途相消法</a:t>
            </a:r>
          </a:p>
        </p:txBody>
      </p:sp>
    </p:spTree>
    <p:extLst>
      <p:ext uri="{BB962C8B-B14F-4D97-AF65-F5344CB8AC3E}">
        <p14:creationId xmlns:p14="http://schemas.microsoft.com/office/powerpoint/2010/main" val="362796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3F21495F-076C-4F80-A37D-393B1754E8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46" y="363106"/>
            <a:ext cx="1338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+mj-ea"/>
                <a:ea typeface="+mj-ea"/>
              </a:rPr>
              <a:t>13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D249B89-E300-4622-AAC0-CD71294D22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82" y="1197190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C500BAD0-B0DD-4266-87E3-30B5F5A007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2522235"/>
              </p:ext>
            </p:extLst>
          </p:nvPr>
        </p:nvGraphicFramePr>
        <p:xfrm>
          <a:off x="1763688" y="195486"/>
          <a:ext cx="3022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12" name="Equation" r:id="rId3" imgW="3022560" imgH="838080" progId="Equation.DSMT4">
                  <p:embed/>
                </p:oleObj>
              </mc:Choice>
              <mc:Fallback>
                <p:oleObj name="Equation" r:id="rId3" imgW="3022560" imgH="838080" progId="Equation.DSMT4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95486"/>
                        <a:ext cx="3022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1AE21FA0-0DDE-4A32-AECC-AE75B3C01C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7033179"/>
              </p:ext>
            </p:extLst>
          </p:nvPr>
        </p:nvGraphicFramePr>
        <p:xfrm>
          <a:off x="2014512" y="1222599"/>
          <a:ext cx="200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13" name="Equation" r:id="rId5" imgW="2006280" imgH="507960" progId="Equation.DSMT4">
                  <p:embed/>
                </p:oleObj>
              </mc:Choice>
              <mc:Fallback>
                <p:oleObj name="Equation" r:id="rId5" imgW="2006280" imgH="507960" progId="Equation.DSMT4">
                  <p:embed/>
                  <p:pic>
                    <p:nvPicPr>
                      <p:cNvPr id="5550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4512" y="1222599"/>
                        <a:ext cx="2006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2194971-913F-41FE-9ADA-5DB9A7FF58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0502550"/>
              </p:ext>
            </p:extLst>
          </p:nvPr>
        </p:nvGraphicFramePr>
        <p:xfrm>
          <a:off x="4065562" y="1236886"/>
          <a:ext cx="2387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14" name="Equation" r:id="rId7" imgW="2387520" imgH="507960" progId="Equation.DSMT4">
                  <p:embed/>
                </p:oleObj>
              </mc:Choice>
              <mc:Fallback>
                <p:oleObj name="Equation" r:id="rId7" imgW="2387520" imgH="507960" progId="Equation.DSMT4">
                  <p:embed/>
                  <p:pic>
                    <p:nvPicPr>
                      <p:cNvPr id="55501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5562" y="1236886"/>
                        <a:ext cx="2387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14158D4-F9C7-4C02-843A-0349113278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890653"/>
              </p:ext>
            </p:extLst>
          </p:nvPr>
        </p:nvGraphicFramePr>
        <p:xfrm>
          <a:off x="2004482" y="2768826"/>
          <a:ext cx="2133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15" name="Equation" r:id="rId9" imgW="2133360" imgH="507960" progId="Equation.DSMT4">
                  <p:embed/>
                </p:oleObj>
              </mc:Choice>
              <mc:Fallback>
                <p:oleObj name="Equation" r:id="rId9" imgW="2133360" imgH="507960" progId="Equation.DSMT4">
                  <p:embed/>
                  <p:pic>
                    <p:nvPicPr>
                      <p:cNvPr id="55501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4482" y="2768826"/>
                        <a:ext cx="2133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59915C91-7BA8-450F-A92B-9DBE973EC13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4326531"/>
              </p:ext>
            </p:extLst>
          </p:nvPr>
        </p:nvGraphicFramePr>
        <p:xfrm>
          <a:off x="4206008" y="2791750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16" name="Equation" r:id="rId11" imgW="1320480" imgH="342720" progId="Equation.DSMT4">
                  <p:embed/>
                </p:oleObj>
              </mc:Choice>
              <mc:Fallback>
                <p:oleObj name="Equation" r:id="rId11" imgW="1320480" imgH="342720" progId="Equation.DSMT4">
                  <p:embed/>
                  <p:pic>
                    <p:nvPicPr>
                      <p:cNvPr id="55501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6008" y="2791750"/>
                        <a:ext cx="1320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D7B0CCDA-8C41-41A8-96D5-DB2E4CC71D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904121"/>
              </p:ext>
            </p:extLst>
          </p:nvPr>
        </p:nvGraphicFramePr>
        <p:xfrm>
          <a:off x="1917674" y="1997299"/>
          <a:ext cx="1460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17" name="Equation" r:id="rId13" imgW="1460160" imgH="507960" progId="Equation.DSMT4">
                  <p:embed/>
                </p:oleObj>
              </mc:Choice>
              <mc:Fallback>
                <p:oleObj name="Equation" r:id="rId13" imgW="1460160" imgH="507960" progId="Equation.DSMT4">
                  <p:embed/>
                  <p:pic>
                    <p:nvPicPr>
                      <p:cNvPr id="55501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674" y="1997299"/>
                        <a:ext cx="14605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16513DF2-F3A2-49D3-B492-4426F62192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5586937"/>
              </p:ext>
            </p:extLst>
          </p:nvPr>
        </p:nvGraphicFramePr>
        <p:xfrm>
          <a:off x="3387721" y="1983008"/>
          <a:ext cx="1790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18" name="Equation" r:id="rId15" imgW="1790640" imgH="507960" progId="Equation.DSMT4">
                  <p:embed/>
                </p:oleObj>
              </mc:Choice>
              <mc:Fallback>
                <p:oleObj name="Equation" r:id="rId15" imgW="1790640" imgH="507960" progId="Equation.DSMT4">
                  <p:embed/>
                  <p:pic>
                    <p:nvPicPr>
                      <p:cNvPr id="55501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7721" y="1983008"/>
                        <a:ext cx="1790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A3A464F4-2A62-49EC-9415-C1D8CBEB3A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231882"/>
              </p:ext>
            </p:extLst>
          </p:nvPr>
        </p:nvGraphicFramePr>
        <p:xfrm>
          <a:off x="1994942" y="3574045"/>
          <a:ext cx="2133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19" name="Equation" r:id="rId17" imgW="2133360" imgH="507960" progId="Equation.DSMT4">
                  <p:embed/>
                </p:oleObj>
              </mc:Choice>
              <mc:Fallback>
                <p:oleObj name="Equation" r:id="rId17" imgW="2133360" imgH="507960" progId="Equation.DSMT4">
                  <p:embed/>
                  <p:pic>
                    <p:nvPicPr>
                      <p:cNvPr id="55501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942" y="3574045"/>
                        <a:ext cx="2133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>
            <a:extLst>
              <a:ext uri="{FF2B5EF4-FFF2-40B4-BE49-F238E27FC236}">
                <a16:creationId xmlns:a16="http://schemas.microsoft.com/office/drawing/2014/main" id="{45C9DDEE-4D5F-4F23-B523-64BF183AC4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4972849"/>
              </p:ext>
            </p:extLst>
          </p:nvPr>
        </p:nvGraphicFramePr>
        <p:xfrm>
          <a:off x="5649887" y="2757711"/>
          <a:ext cx="25273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20" name="Equation" r:id="rId19" imgW="2527200" imgH="507960" progId="Equation.DSMT4">
                  <p:embed/>
                </p:oleObj>
              </mc:Choice>
              <mc:Fallback>
                <p:oleObj name="Equation" r:id="rId19" imgW="2527200" imgH="507960" progId="Equation.DSMT4">
                  <p:embed/>
                  <p:pic>
                    <p:nvPicPr>
                      <p:cNvPr id="55502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887" y="2757711"/>
                        <a:ext cx="25273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>
            <a:extLst>
              <a:ext uri="{FF2B5EF4-FFF2-40B4-BE49-F238E27FC236}">
                <a16:creationId xmlns:a16="http://schemas.microsoft.com/office/drawing/2014/main" id="{44D1E13A-37B4-4781-83AB-328C76CAAB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4144621"/>
              </p:ext>
            </p:extLst>
          </p:nvPr>
        </p:nvGraphicFramePr>
        <p:xfrm>
          <a:off x="5644630" y="3566978"/>
          <a:ext cx="1155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21" name="Equation" r:id="rId21" imgW="1155600" imgH="507960" progId="Equation.DSMT4">
                  <p:embed/>
                </p:oleObj>
              </mc:Choice>
              <mc:Fallback>
                <p:oleObj name="Equation" r:id="rId21" imgW="1155600" imgH="507960" progId="Equation.DSMT4">
                  <p:embed/>
                  <p:pic>
                    <p:nvPicPr>
                      <p:cNvPr id="55502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4630" y="3566978"/>
                        <a:ext cx="1155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7">
            <a:extLst>
              <a:ext uri="{FF2B5EF4-FFF2-40B4-BE49-F238E27FC236}">
                <a16:creationId xmlns:a16="http://schemas.microsoft.com/office/drawing/2014/main" id="{7EF733CF-586B-4363-A1A5-210D9211E7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6903181"/>
              </p:ext>
            </p:extLst>
          </p:nvPr>
        </p:nvGraphicFramePr>
        <p:xfrm>
          <a:off x="4183052" y="3608447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22" name="Equation" r:id="rId23" imgW="1320480" imgH="342720" progId="Equation.DSMT4">
                  <p:embed/>
                </p:oleObj>
              </mc:Choice>
              <mc:Fallback>
                <p:oleObj name="Equation" r:id="rId23" imgW="1320480" imgH="342720" progId="Equation.DSMT4">
                  <p:embed/>
                  <p:pic>
                    <p:nvPicPr>
                      <p:cNvPr id="55502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052" y="3608447"/>
                        <a:ext cx="1320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DFEE442D-20D9-4CEE-BD39-01FA6853EAE4}"/>
              </a:ext>
            </a:extLst>
          </p:cNvPr>
          <p:cNvSpPr/>
          <p:nvPr/>
        </p:nvSpPr>
        <p:spPr>
          <a:xfrm>
            <a:off x="1209124" y="1237294"/>
            <a:ext cx="800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latin typeface="+mn-ea"/>
              </a:rPr>
              <a:t>原式</a:t>
            </a:r>
            <a:endParaRPr lang="zh-CN" altLang="en-US" sz="2400" b="1" dirty="0"/>
          </a:p>
        </p:txBody>
      </p:sp>
      <p:graphicFrame>
        <p:nvGraphicFramePr>
          <p:cNvPr id="16" name="Object 18">
            <a:extLst>
              <a:ext uri="{FF2B5EF4-FFF2-40B4-BE49-F238E27FC236}">
                <a16:creationId xmlns:a16="http://schemas.microsoft.com/office/drawing/2014/main" id="{A5153AF0-277E-479F-8F0F-71634A4ACB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7494009"/>
              </p:ext>
            </p:extLst>
          </p:nvPr>
        </p:nvGraphicFramePr>
        <p:xfrm>
          <a:off x="1991430" y="4336597"/>
          <a:ext cx="889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23" name="Equation" r:id="rId25" imgW="888840" imgH="342720" progId="Equation.DSMT4">
                  <p:embed/>
                </p:oleObj>
              </mc:Choice>
              <mc:Fallback>
                <p:oleObj name="Equation" r:id="rId25" imgW="888840" imgH="342720" progId="Equation.DSMT4">
                  <p:embed/>
                  <p:pic>
                    <p:nvPicPr>
                      <p:cNvPr id="55502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430" y="4336597"/>
                        <a:ext cx="8890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">
            <a:extLst>
              <a:ext uri="{FF2B5EF4-FFF2-40B4-BE49-F238E27FC236}">
                <a16:creationId xmlns:a16="http://schemas.microsoft.com/office/drawing/2014/main" id="{2316983A-1AFC-4AAB-8A70-1F6BB24F5B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258518"/>
              </p:ext>
            </p:extLst>
          </p:nvPr>
        </p:nvGraphicFramePr>
        <p:xfrm>
          <a:off x="2863676" y="4332902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24" name="Equation" r:id="rId27" imgW="1320480" imgH="342720" progId="Equation.DSMT4">
                  <p:embed/>
                </p:oleObj>
              </mc:Choice>
              <mc:Fallback>
                <p:oleObj name="Equation" r:id="rId27" imgW="1320480" imgH="342720" progId="Equation.DSMT4">
                  <p:embed/>
                  <p:pic>
                    <p:nvPicPr>
                      <p:cNvPr id="55502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3676" y="4332902"/>
                        <a:ext cx="13208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0A9CE76-739E-4E71-9058-FC0EFB87209D}"/>
              </a:ext>
            </a:extLst>
          </p:cNvPr>
          <p:cNvCxnSpPr/>
          <p:nvPr/>
        </p:nvCxnSpPr>
        <p:spPr>
          <a:xfrm rot="16200000" flipH="1">
            <a:off x="3321810" y="3590363"/>
            <a:ext cx="500065" cy="42862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7AECCD62-EE76-41BA-A49A-14EF912DA54D}"/>
              </a:ext>
            </a:extLst>
          </p:cNvPr>
          <p:cNvCxnSpPr/>
          <p:nvPr/>
        </p:nvCxnSpPr>
        <p:spPr>
          <a:xfrm rot="16200000" flipH="1">
            <a:off x="5965015" y="3590363"/>
            <a:ext cx="500065" cy="42862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Object 19">
            <a:extLst>
              <a:ext uri="{FF2B5EF4-FFF2-40B4-BE49-F238E27FC236}">
                <a16:creationId xmlns:a16="http://schemas.microsoft.com/office/drawing/2014/main" id="{B8B39E69-9870-4803-AEC9-954732BA74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4488209"/>
              </p:ext>
            </p:extLst>
          </p:nvPr>
        </p:nvGraphicFramePr>
        <p:xfrm>
          <a:off x="4168749" y="4389661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025" name="Equation" r:id="rId29" imgW="545760" imgH="342720" progId="Equation.DSMT4">
                  <p:embed/>
                </p:oleObj>
              </mc:Choice>
              <mc:Fallback>
                <p:oleObj name="Equation" r:id="rId29" imgW="545760" imgH="342720" progId="Equation.DSMT4">
                  <p:embed/>
                  <p:pic>
                    <p:nvPicPr>
                      <p:cNvPr id="55502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8749" y="4389661"/>
                        <a:ext cx="546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">
            <a:extLst>
              <a:ext uri="{FF2B5EF4-FFF2-40B4-BE49-F238E27FC236}">
                <a16:creationId xmlns:a16="http://schemas.microsoft.com/office/drawing/2014/main" id="{5B7E7025-0D88-43F5-BD05-DEE75A3A5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8072" y="572021"/>
            <a:ext cx="20845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中途相消法</a:t>
            </a:r>
          </a:p>
        </p:txBody>
      </p:sp>
    </p:spTree>
    <p:extLst>
      <p:ext uri="{BB962C8B-B14F-4D97-AF65-F5344CB8AC3E}">
        <p14:creationId xmlns:p14="http://schemas.microsoft.com/office/powerpoint/2010/main" val="381153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5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38520B8-77BE-4849-A290-17A80421ECA6}"/>
              </a:ext>
            </a:extLst>
          </p:cNvPr>
          <p:cNvSpPr/>
          <p:nvPr/>
        </p:nvSpPr>
        <p:spPr>
          <a:xfrm>
            <a:off x="1007604" y="2110085"/>
            <a:ext cx="79208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400" b="1" dirty="0">
                <a:latin typeface="楷体_GB2312" pitchFamily="49" charset="-122"/>
              </a:rPr>
              <a:t>分部积分法与直接积分法、换元积分结合使用</a:t>
            </a:r>
            <a:r>
              <a:rPr kumimoji="1" lang="en-US" altLang="zh-CN" sz="2400" b="1" dirty="0">
                <a:latin typeface="楷体_GB2312" pitchFamily="49" charset="-122"/>
              </a:rPr>
              <a:t>.</a:t>
            </a:r>
            <a:endParaRPr lang="zh-CN" altLang="en-US" sz="24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57AE9B-4D66-4E4E-8A7D-CC5FC402BBE8}"/>
              </a:ext>
            </a:extLst>
          </p:cNvPr>
          <p:cNvSpPr/>
          <p:nvPr/>
        </p:nvSpPr>
        <p:spPr>
          <a:xfrm>
            <a:off x="467544" y="2095084"/>
            <a:ext cx="648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64FF"/>
                </a:solidFill>
              </a:rPr>
              <a:t>注</a:t>
            </a:r>
          </a:p>
        </p:txBody>
      </p:sp>
    </p:spTree>
    <p:extLst>
      <p:ext uri="{BB962C8B-B14F-4D97-AF65-F5344CB8AC3E}">
        <p14:creationId xmlns:p14="http://schemas.microsoft.com/office/powerpoint/2010/main" val="3437041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>
            <a:extLst>
              <a:ext uri="{FF2B5EF4-FFF2-40B4-BE49-F238E27FC236}">
                <a16:creationId xmlns:a16="http://schemas.microsoft.com/office/drawing/2014/main" id="{C9883289-5BE7-43CC-85E3-42D7CAFC4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08" y="358823"/>
            <a:ext cx="1482528" cy="461665"/>
          </a:xfrm>
          <a:prstGeom prst="rect">
            <a:avLst/>
          </a:prstGeom>
          <a:noFill/>
          <a:ln w="19050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14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626A9BAB-DB5A-4110-AAA9-61C408EFB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208" y="1105138"/>
            <a:ext cx="2286000" cy="461665"/>
          </a:xfrm>
          <a:prstGeom prst="rect">
            <a:avLst/>
          </a:prstGeom>
          <a:noFill/>
          <a:ln w="1905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en-US" sz="2400" b="1" dirty="0">
                <a:latin typeface="+mn-ea"/>
              </a:rPr>
              <a:t>   令</a:t>
            </a:r>
          </a:p>
        </p:txBody>
      </p:sp>
      <p:graphicFrame>
        <p:nvGraphicFramePr>
          <p:cNvPr id="4" name="Object 16">
            <a:extLst>
              <a:ext uri="{FF2B5EF4-FFF2-40B4-BE49-F238E27FC236}">
                <a16:creationId xmlns:a16="http://schemas.microsoft.com/office/drawing/2014/main" id="{1E140FAD-01EF-4512-8803-5B11F8CA6D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580659"/>
              </p:ext>
            </p:extLst>
          </p:nvPr>
        </p:nvGraphicFramePr>
        <p:xfrm>
          <a:off x="1927654" y="1139919"/>
          <a:ext cx="1306512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29" name="Equation" r:id="rId3" imgW="1269720" imgH="419040" progId="Equation.DSMT4">
                  <p:embed/>
                </p:oleObj>
              </mc:Choice>
              <mc:Fallback>
                <p:oleObj name="Equation" r:id="rId3" imgW="1269720" imgH="419040" progId="Equation.DSMT4">
                  <p:embed/>
                  <p:pic>
                    <p:nvPicPr>
                      <p:cNvPr id="4" name="Object 16">
                        <a:extLst>
                          <a:ext uri="{FF2B5EF4-FFF2-40B4-BE49-F238E27FC236}">
                            <a16:creationId xmlns:a16="http://schemas.microsoft.com/office/drawing/2014/main" id="{1E140FAD-01EF-4512-8803-5B11F8CA6D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7654" y="1139919"/>
                        <a:ext cx="1306512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7">
            <a:extLst>
              <a:ext uri="{FF2B5EF4-FFF2-40B4-BE49-F238E27FC236}">
                <a16:creationId xmlns:a16="http://schemas.microsoft.com/office/drawing/2014/main" id="{047C9B64-D981-43D6-A0BD-9A62AAB460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0929963"/>
              </p:ext>
            </p:extLst>
          </p:nvPr>
        </p:nvGraphicFramePr>
        <p:xfrm>
          <a:off x="3808867" y="1190679"/>
          <a:ext cx="1227138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0" name="Equation" r:id="rId5" imgW="1168200" imgH="406080" progId="Equation.DSMT4">
                  <p:embed/>
                </p:oleObj>
              </mc:Choice>
              <mc:Fallback>
                <p:oleObj name="Equation" r:id="rId5" imgW="1168200" imgH="406080" progId="Equation.DSMT4">
                  <p:embed/>
                  <p:pic>
                    <p:nvPicPr>
                      <p:cNvPr id="5" name="Object 17">
                        <a:extLst>
                          <a:ext uri="{FF2B5EF4-FFF2-40B4-BE49-F238E27FC236}">
                            <a16:creationId xmlns:a16="http://schemas.microsoft.com/office/drawing/2014/main" id="{047C9B64-D981-43D6-A0BD-9A62AAB460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8867" y="1190679"/>
                        <a:ext cx="1227138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9">
            <a:extLst>
              <a:ext uri="{FF2B5EF4-FFF2-40B4-BE49-F238E27FC236}">
                <a16:creationId xmlns:a16="http://schemas.microsoft.com/office/drawing/2014/main" id="{03AFEFD0-878D-4D7C-B990-8B70BD6ED9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7795836"/>
              </p:ext>
            </p:extLst>
          </p:nvPr>
        </p:nvGraphicFramePr>
        <p:xfrm>
          <a:off x="1645106" y="1859025"/>
          <a:ext cx="10922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1" name="Equation" r:id="rId7" imgW="26212800" imgH="13106400" progId="Equation.DSMT4">
                  <p:embed/>
                </p:oleObj>
              </mc:Choice>
              <mc:Fallback>
                <p:oleObj name="Equation" r:id="rId7" imgW="26212800" imgH="13106400" progId="Equation.DSMT4">
                  <p:embed/>
                  <p:pic>
                    <p:nvPicPr>
                      <p:cNvPr id="6" name="Object 19">
                        <a:extLst>
                          <a:ext uri="{FF2B5EF4-FFF2-40B4-BE49-F238E27FC236}">
                            <a16:creationId xmlns:a16="http://schemas.microsoft.com/office/drawing/2014/main" id="{03AFEFD0-878D-4D7C-B990-8B70BD6ED9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106" y="1859025"/>
                        <a:ext cx="10922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0">
            <a:extLst>
              <a:ext uri="{FF2B5EF4-FFF2-40B4-BE49-F238E27FC236}">
                <a16:creationId xmlns:a16="http://schemas.microsoft.com/office/drawing/2014/main" id="{CAAD2BE1-01E8-48A9-B686-7B83894DEB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183055"/>
              </p:ext>
            </p:extLst>
          </p:nvPr>
        </p:nvGraphicFramePr>
        <p:xfrm>
          <a:off x="1979712" y="339502"/>
          <a:ext cx="11430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2" name="Equation" r:id="rId9" imgW="27432000" imgH="13106400" progId="Equation.DSMT4">
                  <p:embed/>
                </p:oleObj>
              </mc:Choice>
              <mc:Fallback>
                <p:oleObj name="Equation" r:id="rId9" imgW="27432000" imgH="13106400" progId="Equation.DSMT4">
                  <p:embed/>
                  <p:pic>
                    <p:nvPicPr>
                      <p:cNvPr id="7" name="Object 20">
                        <a:extLst>
                          <a:ext uri="{FF2B5EF4-FFF2-40B4-BE49-F238E27FC236}">
                            <a16:creationId xmlns:a16="http://schemas.microsoft.com/office/drawing/2014/main" id="{CAAD2BE1-01E8-48A9-B686-7B83894DEB9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339502"/>
                        <a:ext cx="11430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1">
            <a:extLst>
              <a:ext uri="{FF2B5EF4-FFF2-40B4-BE49-F238E27FC236}">
                <a16:creationId xmlns:a16="http://schemas.microsoft.com/office/drawing/2014/main" id="{BB3ECA6F-739A-473C-B1DE-7C01C4513A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237009"/>
              </p:ext>
            </p:extLst>
          </p:nvPr>
        </p:nvGraphicFramePr>
        <p:xfrm>
          <a:off x="3999356" y="1897125"/>
          <a:ext cx="1371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3" name="Equation" r:id="rId11" imgW="1371600" imgH="507960" progId="Equation.DSMT4">
                  <p:embed/>
                </p:oleObj>
              </mc:Choice>
              <mc:Fallback>
                <p:oleObj name="Equation" r:id="rId11" imgW="1371600" imgH="507960" progId="Equation.DSMT4">
                  <p:embed/>
                  <p:pic>
                    <p:nvPicPr>
                      <p:cNvPr id="8" name="Object 21">
                        <a:extLst>
                          <a:ext uri="{FF2B5EF4-FFF2-40B4-BE49-F238E27FC236}">
                            <a16:creationId xmlns:a16="http://schemas.microsoft.com/office/drawing/2014/main" id="{BB3ECA6F-739A-473C-B1DE-7C01C4513A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9356" y="1897125"/>
                        <a:ext cx="1371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2">
            <a:extLst>
              <a:ext uri="{FF2B5EF4-FFF2-40B4-BE49-F238E27FC236}">
                <a16:creationId xmlns:a16="http://schemas.microsoft.com/office/drawing/2014/main" id="{F7F22144-3C54-4E44-B367-34D8D66853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5736051"/>
              </p:ext>
            </p:extLst>
          </p:nvPr>
        </p:nvGraphicFramePr>
        <p:xfrm>
          <a:off x="2759522" y="1897125"/>
          <a:ext cx="1219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4" name="Equation" r:id="rId13" imgW="1218960" imgH="507960" progId="Equation.DSMT4">
                  <p:embed/>
                </p:oleObj>
              </mc:Choice>
              <mc:Fallback>
                <p:oleObj name="Equation" r:id="rId13" imgW="1218960" imgH="507960" progId="Equation.DSMT4">
                  <p:embed/>
                  <p:pic>
                    <p:nvPicPr>
                      <p:cNvPr id="9" name="Object 22">
                        <a:extLst>
                          <a:ext uri="{FF2B5EF4-FFF2-40B4-BE49-F238E27FC236}">
                            <a16:creationId xmlns:a16="http://schemas.microsoft.com/office/drawing/2014/main" id="{F7F22144-3C54-4E44-B367-34D8D66853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9522" y="1897125"/>
                        <a:ext cx="1219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5">
            <a:extLst>
              <a:ext uri="{FF2B5EF4-FFF2-40B4-BE49-F238E27FC236}">
                <a16:creationId xmlns:a16="http://schemas.microsoft.com/office/drawing/2014/main" id="{BF777EAA-582A-4EBE-A1D3-58DB675162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1624595"/>
              </p:ext>
            </p:extLst>
          </p:nvPr>
        </p:nvGraphicFramePr>
        <p:xfrm>
          <a:off x="2788106" y="2640117"/>
          <a:ext cx="1003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5" name="Equation" r:id="rId15" imgW="1002960" imgH="457200" progId="Equation.DSMT4">
                  <p:embed/>
                </p:oleObj>
              </mc:Choice>
              <mc:Fallback>
                <p:oleObj name="Equation" r:id="rId15" imgW="1002960" imgH="457200" progId="Equation.DSMT4">
                  <p:embed/>
                  <p:pic>
                    <p:nvPicPr>
                      <p:cNvPr id="10" name="Object 25">
                        <a:extLst>
                          <a:ext uri="{FF2B5EF4-FFF2-40B4-BE49-F238E27FC236}">
                            <a16:creationId xmlns:a16="http://schemas.microsoft.com/office/drawing/2014/main" id="{BF777EAA-582A-4EBE-A1D3-58DB675162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8106" y="2640117"/>
                        <a:ext cx="1003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6">
            <a:extLst>
              <a:ext uri="{FF2B5EF4-FFF2-40B4-BE49-F238E27FC236}">
                <a16:creationId xmlns:a16="http://schemas.microsoft.com/office/drawing/2014/main" id="{EA6A85C7-1DAB-4A7C-8FB8-14BFAB8CCF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790903"/>
              </p:ext>
            </p:extLst>
          </p:nvPr>
        </p:nvGraphicFramePr>
        <p:xfrm>
          <a:off x="3826326" y="2632183"/>
          <a:ext cx="1041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6" name="Equation" r:id="rId17" imgW="1041120" imgH="507960" progId="Equation.DSMT4">
                  <p:embed/>
                </p:oleObj>
              </mc:Choice>
              <mc:Fallback>
                <p:oleObj name="Equation" r:id="rId17" imgW="1041120" imgH="507960" progId="Equation.DSMT4">
                  <p:embed/>
                  <p:pic>
                    <p:nvPicPr>
                      <p:cNvPr id="11" name="Object 26">
                        <a:extLst>
                          <a:ext uri="{FF2B5EF4-FFF2-40B4-BE49-F238E27FC236}">
                            <a16:creationId xmlns:a16="http://schemas.microsoft.com/office/drawing/2014/main" id="{EA6A85C7-1DAB-4A7C-8FB8-14BFAB8CCF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6326" y="2632183"/>
                        <a:ext cx="1041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7">
            <a:extLst>
              <a:ext uri="{FF2B5EF4-FFF2-40B4-BE49-F238E27FC236}">
                <a16:creationId xmlns:a16="http://schemas.microsoft.com/office/drawing/2014/main" id="{807178E9-2F68-4FC3-AC1C-32C3FFCB8E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790629"/>
              </p:ext>
            </p:extLst>
          </p:nvPr>
        </p:nvGraphicFramePr>
        <p:xfrm>
          <a:off x="2784910" y="3354497"/>
          <a:ext cx="8143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7" name="Equation" r:id="rId19" imgW="825480" imgH="419040" progId="Equation.DSMT4">
                  <p:embed/>
                </p:oleObj>
              </mc:Choice>
              <mc:Fallback>
                <p:oleObj name="Equation" r:id="rId19" imgW="825480" imgH="419040" progId="Equation.DSMT4">
                  <p:embed/>
                  <p:pic>
                    <p:nvPicPr>
                      <p:cNvPr id="12" name="Object 27">
                        <a:extLst>
                          <a:ext uri="{FF2B5EF4-FFF2-40B4-BE49-F238E27FC236}">
                            <a16:creationId xmlns:a16="http://schemas.microsoft.com/office/drawing/2014/main" id="{807178E9-2F68-4FC3-AC1C-32C3FFCB8E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4910" y="3354497"/>
                        <a:ext cx="8143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8">
            <a:extLst>
              <a:ext uri="{FF2B5EF4-FFF2-40B4-BE49-F238E27FC236}">
                <a16:creationId xmlns:a16="http://schemas.microsoft.com/office/drawing/2014/main" id="{88E7CC2C-E8F4-4E58-B4E9-8A17A78B3B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5909869"/>
              </p:ext>
            </p:extLst>
          </p:nvPr>
        </p:nvGraphicFramePr>
        <p:xfrm>
          <a:off x="3650574" y="3358913"/>
          <a:ext cx="10318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8" name="Equation" r:id="rId21" imgW="1041120" imgH="419040" progId="Equation.DSMT4">
                  <p:embed/>
                </p:oleObj>
              </mc:Choice>
              <mc:Fallback>
                <p:oleObj name="Equation" r:id="rId21" imgW="1041120" imgH="419040" progId="Equation.DSMT4">
                  <p:embed/>
                  <p:pic>
                    <p:nvPicPr>
                      <p:cNvPr id="13" name="Object 28">
                        <a:extLst>
                          <a:ext uri="{FF2B5EF4-FFF2-40B4-BE49-F238E27FC236}">
                            <a16:creationId xmlns:a16="http://schemas.microsoft.com/office/drawing/2014/main" id="{88E7CC2C-E8F4-4E58-B4E9-8A17A78B3B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0574" y="3358913"/>
                        <a:ext cx="10318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32">
            <a:extLst>
              <a:ext uri="{FF2B5EF4-FFF2-40B4-BE49-F238E27FC236}">
                <a16:creationId xmlns:a16="http://schemas.microsoft.com/office/drawing/2014/main" id="{43FE5CAE-476E-4D4E-B1A2-0D561E7C87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1124" y="1190679"/>
            <a:ext cx="20409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第二类换元法</a:t>
            </a:r>
          </a:p>
        </p:txBody>
      </p:sp>
      <p:sp>
        <p:nvSpPr>
          <p:cNvPr id="15" name="Text Box 33">
            <a:extLst>
              <a:ext uri="{FF2B5EF4-FFF2-40B4-BE49-F238E27FC236}">
                <a16:creationId xmlns:a16="http://schemas.microsoft.com/office/drawing/2014/main" id="{E445F4DE-5A4F-44C0-AB14-B4885506DD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9298" y="1859025"/>
            <a:ext cx="173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分部积分法</a:t>
            </a:r>
          </a:p>
        </p:txBody>
      </p:sp>
      <p:graphicFrame>
        <p:nvGraphicFramePr>
          <p:cNvPr id="16" name="Object 43">
            <a:extLst>
              <a:ext uri="{FF2B5EF4-FFF2-40B4-BE49-F238E27FC236}">
                <a16:creationId xmlns:a16="http://schemas.microsoft.com/office/drawing/2014/main" id="{737F9885-167C-42AA-80A7-60D16C49F3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027211"/>
              </p:ext>
            </p:extLst>
          </p:nvPr>
        </p:nvGraphicFramePr>
        <p:xfrm>
          <a:off x="2780486" y="4094281"/>
          <a:ext cx="1803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39" name="Equation" r:id="rId23" imgW="43586400" imgH="13411200" progId="Equation.DSMT4">
                  <p:embed/>
                </p:oleObj>
              </mc:Choice>
              <mc:Fallback>
                <p:oleObj name="Equation" r:id="rId23" imgW="43586400" imgH="13411200" progId="Equation.DSMT4">
                  <p:embed/>
                  <p:pic>
                    <p:nvPicPr>
                      <p:cNvPr id="16" name="Object 43">
                        <a:extLst>
                          <a:ext uri="{FF2B5EF4-FFF2-40B4-BE49-F238E27FC236}">
                            <a16:creationId xmlns:a16="http://schemas.microsoft.com/office/drawing/2014/main" id="{737F9885-167C-42AA-80A7-60D16C49F3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486" y="4094281"/>
                        <a:ext cx="18034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4">
            <a:extLst>
              <a:ext uri="{FF2B5EF4-FFF2-40B4-BE49-F238E27FC236}">
                <a16:creationId xmlns:a16="http://schemas.microsoft.com/office/drawing/2014/main" id="{1FDBD91C-54FA-406F-96C9-A577AE3DCA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9693685"/>
              </p:ext>
            </p:extLst>
          </p:nvPr>
        </p:nvGraphicFramePr>
        <p:xfrm>
          <a:off x="4616906" y="4119681"/>
          <a:ext cx="1168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0" name="Equation" r:id="rId25" imgW="28346400" imgH="9753600" progId="Equation.DSMT4">
                  <p:embed/>
                </p:oleObj>
              </mc:Choice>
              <mc:Fallback>
                <p:oleObj name="Equation" r:id="rId25" imgW="28346400" imgH="9753600" progId="Equation.DSMT4">
                  <p:embed/>
                  <p:pic>
                    <p:nvPicPr>
                      <p:cNvPr id="17" name="Object 44">
                        <a:extLst>
                          <a:ext uri="{FF2B5EF4-FFF2-40B4-BE49-F238E27FC236}">
                            <a16:creationId xmlns:a16="http://schemas.microsoft.com/office/drawing/2014/main" id="{1FDBD91C-54FA-406F-96C9-A577AE3DCA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6906" y="4119681"/>
                        <a:ext cx="1168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4">
            <a:extLst>
              <a:ext uri="{FF2B5EF4-FFF2-40B4-BE49-F238E27FC236}">
                <a16:creationId xmlns:a16="http://schemas.microsoft.com/office/drawing/2014/main" id="{5760C960-9264-4E16-B588-54BEF6EB8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7363" y="1119241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则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19" name="Object 2801">
            <a:extLst>
              <a:ext uri="{FF2B5EF4-FFF2-40B4-BE49-F238E27FC236}">
                <a16:creationId xmlns:a16="http://schemas.microsoft.com/office/drawing/2014/main" id="{A3C9DAC6-6690-4661-B83D-F04AD635B2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042319"/>
              </p:ext>
            </p:extLst>
          </p:nvPr>
        </p:nvGraphicFramePr>
        <p:xfrm>
          <a:off x="5142364" y="1260538"/>
          <a:ext cx="1292225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041" name="Equation" r:id="rId27" imgW="1231560" imgH="342720" progId="Equation.DSMT4">
                  <p:embed/>
                </p:oleObj>
              </mc:Choice>
              <mc:Fallback>
                <p:oleObj name="Equation" r:id="rId27" imgW="1231560" imgH="342720" progId="Equation.DSMT4">
                  <p:embed/>
                  <p:pic>
                    <p:nvPicPr>
                      <p:cNvPr id="19" name="Object 2801">
                        <a:extLst>
                          <a:ext uri="{FF2B5EF4-FFF2-40B4-BE49-F238E27FC236}">
                            <a16:creationId xmlns:a16="http://schemas.microsoft.com/office/drawing/2014/main" id="{A3C9DAC6-6690-4661-B83D-F04AD635B2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2364" y="1260538"/>
                        <a:ext cx="1292225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91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>
            <a:extLst>
              <a:ext uri="{FF2B5EF4-FFF2-40B4-BE49-F238E27FC236}">
                <a16:creationId xmlns:a16="http://schemas.microsoft.com/office/drawing/2014/main" id="{320B15D1-4BEC-4750-9DCA-1AEF69252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04" y="1298963"/>
            <a:ext cx="2286000" cy="461665"/>
          </a:xfrm>
          <a:prstGeom prst="rect">
            <a:avLst/>
          </a:prstGeom>
          <a:noFill/>
          <a:ln w="1905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</a:t>
            </a:r>
            <a:r>
              <a:rPr lang="zh-CN" altLang="en-US" sz="2400" b="1" dirty="0">
                <a:latin typeface="+mn-ea"/>
              </a:rPr>
              <a:t>  令</a:t>
            </a:r>
          </a:p>
        </p:txBody>
      </p:sp>
      <p:graphicFrame>
        <p:nvGraphicFramePr>
          <p:cNvPr id="3" name="Object 16">
            <a:extLst>
              <a:ext uri="{FF2B5EF4-FFF2-40B4-BE49-F238E27FC236}">
                <a16:creationId xmlns:a16="http://schemas.microsoft.com/office/drawing/2014/main" id="{F84BFB00-3F12-4D00-9C20-8606F6C377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8123753"/>
              </p:ext>
            </p:extLst>
          </p:nvPr>
        </p:nvGraphicFramePr>
        <p:xfrm>
          <a:off x="1562092" y="1308313"/>
          <a:ext cx="1425575" cy="487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34" name="Equation" r:id="rId3" imgW="1384200" imgH="469800" progId="Equation.DSMT4">
                  <p:embed/>
                </p:oleObj>
              </mc:Choice>
              <mc:Fallback>
                <p:oleObj name="Equation" r:id="rId3" imgW="1384200" imgH="469800" progId="Equation.DSMT4">
                  <p:embed/>
                  <p:pic>
                    <p:nvPicPr>
                      <p:cNvPr id="4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2092" y="1308313"/>
                        <a:ext cx="1425575" cy="487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17">
            <a:extLst>
              <a:ext uri="{FF2B5EF4-FFF2-40B4-BE49-F238E27FC236}">
                <a16:creationId xmlns:a16="http://schemas.microsoft.com/office/drawing/2014/main" id="{022FBF49-E30E-4C6C-86B8-503C5C147F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897440"/>
              </p:ext>
            </p:extLst>
          </p:nvPr>
        </p:nvGraphicFramePr>
        <p:xfrm>
          <a:off x="3443280" y="1384513"/>
          <a:ext cx="13462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35" name="Equation" r:id="rId5" imgW="1282680" imgH="406080" progId="Equation.DSMT4">
                  <p:embed/>
                </p:oleObj>
              </mc:Choice>
              <mc:Fallback>
                <p:oleObj name="Equation" r:id="rId5" imgW="1282680" imgH="406080" progId="Equation.DSMT4">
                  <p:embed/>
                  <p:pic>
                    <p:nvPicPr>
                      <p:cNvPr id="5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80" y="1384513"/>
                        <a:ext cx="13462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Box 32">
            <a:extLst>
              <a:ext uri="{FF2B5EF4-FFF2-40B4-BE49-F238E27FC236}">
                <a16:creationId xmlns:a16="http://schemas.microsoft.com/office/drawing/2014/main" id="{B9979143-15A4-4A57-BDA5-D9E2420C7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1445" y="1324127"/>
            <a:ext cx="17331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第二类换元法</a:t>
            </a:r>
          </a:p>
        </p:txBody>
      </p:sp>
      <p:sp>
        <p:nvSpPr>
          <p:cNvPr id="6" name="Text Box 33">
            <a:extLst>
              <a:ext uri="{FF2B5EF4-FFF2-40B4-BE49-F238E27FC236}">
                <a16:creationId xmlns:a16="http://schemas.microsoft.com/office/drawing/2014/main" id="{DD1F770B-F0A0-4C6C-9872-45B85E3B2D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1176" y="2872989"/>
            <a:ext cx="1475084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分部积分法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2129A0A8-B9B8-492A-89B7-A9ED335CFE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0521" y="1313066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latin typeface="+mn-ea"/>
              </a:rPr>
              <a:t>则</a:t>
            </a:r>
            <a:endParaRPr lang="en-US" altLang="zh-CN" sz="2400" b="1" dirty="0">
              <a:latin typeface="+mn-ea"/>
            </a:endParaRPr>
          </a:p>
        </p:txBody>
      </p:sp>
      <p:graphicFrame>
        <p:nvGraphicFramePr>
          <p:cNvPr id="10" name="Object 15">
            <a:extLst>
              <a:ext uri="{FF2B5EF4-FFF2-40B4-BE49-F238E27FC236}">
                <a16:creationId xmlns:a16="http://schemas.microsoft.com/office/drawing/2014/main" id="{F9439175-06F1-4778-B490-4BFA401AB0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143979"/>
              </p:ext>
            </p:extLst>
          </p:nvPr>
        </p:nvGraphicFramePr>
        <p:xfrm>
          <a:off x="4927610" y="1378163"/>
          <a:ext cx="1693862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36" name="Equation" r:id="rId7" imgW="1612800" imgH="419040" progId="Equation.DSMT4">
                  <p:embed/>
                </p:oleObj>
              </mc:Choice>
              <mc:Fallback>
                <p:oleObj name="Equation" r:id="rId7" imgW="1612800" imgH="419040" progId="Equation.DSMT4">
                  <p:embed/>
                  <p:pic>
                    <p:nvPicPr>
                      <p:cNvPr id="60007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7610" y="1378163"/>
                        <a:ext cx="1693862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6">
            <a:extLst>
              <a:ext uri="{FF2B5EF4-FFF2-40B4-BE49-F238E27FC236}">
                <a16:creationId xmlns:a16="http://schemas.microsoft.com/office/drawing/2014/main" id="{27F2F399-2D7C-48A8-8B2A-075916F781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1098228"/>
              </p:ext>
            </p:extLst>
          </p:nvPr>
        </p:nvGraphicFramePr>
        <p:xfrm>
          <a:off x="1120746" y="1954432"/>
          <a:ext cx="1495425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37" name="Equation" r:id="rId9" imgW="1460160" imgH="888840" progId="Equation.DSMT4">
                  <p:embed/>
                </p:oleObj>
              </mc:Choice>
              <mc:Fallback>
                <p:oleObj name="Equation" r:id="rId9" imgW="1460160" imgH="888840" progId="Equation.DSMT4">
                  <p:embed/>
                  <p:pic>
                    <p:nvPicPr>
                      <p:cNvPr id="60008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746" y="1954432"/>
                        <a:ext cx="1495425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">
            <a:extLst>
              <a:ext uri="{FF2B5EF4-FFF2-40B4-BE49-F238E27FC236}">
                <a16:creationId xmlns:a16="http://schemas.microsoft.com/office/drawing/2014/main" id="{EE0104AA-D034-486A-B85A-33CA0959A5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93792"/>
              </p:ext>
            </p:extLst>
          </p:nvPr>
        </p:nvGraphicFramePr>
        <p:xfrm>
          <a:off x="2655954" y="1990820"/>
          <a:ext cx="38481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38" name="Equation" r:id="rId11" imgW="3759120" imgH="799920" progId="Equation.DSMT4">
                  <p:embed/>
                </p:oleObj>
              </mc:Choice>
              <mc:Fallback>
                <p:oleObj name="Equation" r:id="rId11" imgW="3759120" imgH="799920" progId="Equation.DSMT4">
                  <p:embed/>
                  <p:pic>
                    <p:nvPicPr>
                      <p:cNvPr id="600081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5954" y="1990820"/>
                        <a:ext cx="384810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8">
            <a:extLst>
              <a:ext uri="{FF2B5EF4-FFF2-40B4-BE49-F238E27FC236}">
                <a16:creationId xmlns:a16="http://schemas.microsoft.com/office/drawing/2014/main" id="{FA8CD8AF-D9E9-44C4-9B09-BFBD567700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512483"/>
              </p:ext>
            </p:extLst>
          </p:nvPr>
        </p:nvGraphicFramePr>
        <p:xfrm>
          <a:off x="2627307" y="2846605"/>
          <a:ext cx="2003425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39" name="Equation" r:id="rId13" imgW="1955520" imgH="507960" progId="Equation.DSMT4">
                  <p:embed/>
                </p:oleObj>
              </mc:Choice>
              <mc:Fallback>
                <p:oleObj name="Equation" r:id="rId13" imgW="1955520" imgH="507960" progId="Equation.DSMT4">
                  <p:embed/>
                  <p:pic>
                    <p:nvPicPr>
                      <p:cNvPr id="60008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07" y="2846605"/>
                        <a:ext cx="2003425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9">
            <a:extLst>
              <a:ext uri="{FF2B5EF4-FFF2-40B4-BE49-F238E27FC236}">
                <a16:creationId xmlns:a16="http://schemas.microsoft.com/office/drawing/2014/main" id="{EA342B06-73CD-43F2-874B-CB866A47CEB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3651056"/>
              </p:ext>
            </p:extLst>
          </p:nvPr>
        </p:nvGraphicFramePr>
        <p:xfrm>
          <a:off x="2620944" y="3537191"/>
          <a:ext cx="16525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40" name="Equation" r:id="rId15" imgW="1612800" imgH="419040" progId="Equation.DSMT4">
                  <p:embed/>
                </p:oleObj>
              </mc:Choice>
              <mc:Fallback>
                <p:oleObj name="Equation" r:id="rId15" imgW="1612800" imgH="419040" progId="Equation.DSMT4">
                  <p:embed/>
                  <p:pic>
                    <p:nvPicPr>
                      <p:cNvPr id="600083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44" y="3537191"/>
                        <a:ext cx="16525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0">
            <a:extLst>
              <a:ext uri="{FF2B5EF4-FFF2-40B4-BE49-F238E27FC236}">
                <a16:creationId xmlns:a16="http://schemas.microsoft.com/office/drawing/2014/main" id="{0E713BDC-9730-47CD-A198-9632904076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2152396"/>
              </p:ext>
            </p:extLst>
          </p:nvPr>
        </p:nvGraphicFramePr>
        <p:xfrm>
          <a:off x="4335456" y="3316522"/>
          <a:ext cx="188595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41" name="Equation" r:id="rId17" imgW="1841400" imgH="799920" progId="Equation.DSMT4">
                  <p:embed/>
                </p:oleObj>
              </mc:Choice>
              <mc:Fallback>
                <p:oleObj name="Equation" r:id="rId17" imgW="1841400" imgH="799920" progId="Equation.DSMT4">
                  <p:embed/>
                  <p:pic>
                    <p:nvPicPr>
                      <p:cNvPr id="60008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5456" y="3316522"/>
                        <a:ext cx="188595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1">
            <a:extLst>
              <a:ext uri="{FF2B5EF4-FFF2-40B4-BE49-F238E27FC236}">
                <a16:creationId xmlns:a16="http://schemas.microsoft.com/office/drawing/2014/main" id="{46CCD9C6-715C-45CB-969D-0DE2CAEED6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622142"/>
              </p:ext>
            </p:extLst>
          </p:nvPr>
        </p:nvGraphicFramePr>
        <p:xfrm>
          <a:off x="4838372" y="3375259"/>
          <a:ext cx="1014412" cy="350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42" name="Equation" r:id="rId19" imgW="990360" imgH="342720" progId="Equation.DSMT4">
                  <p:embed/>
                </p:oleObj>
              </mc:Choice>
              <mc:Fallback>
                <p:oleObj name="Equation" r:id="rId19" imgW="990360" imgH="342720" progId="Equation.DSMT4">
                  <p:embed/>
                  <p:pic>
                    <p:nvPicPr>
                      <p:cNvPr id="60008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372" y="3375259"/>
                        <a:ext cx="1014412" cy="350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10">
            <a:extLst>
              <a:ext uri="{FF2B5EF4-FFF2-40B4-BE49-F238E27FC236}">
                <a16:creationId xmlns:a16="http://schemas.microsoft.com/office/drawing/2014/main" id="{6DFCE95E-8034-44CC-945D-6B7134993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804" y="419319"/>
            <a:ext cx="1482528" cy="461665"/>
          </a:xfrm>
          <a:prstGeom prst="rect">
            <a:avLst/>
          </a:prstGeom>
          <a:noFill/>
          <a:ln w="19050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18" name="Object 20">
            <a:extLst>
              <a:ext uri="{FF2B5EF4-FFF2-40B4-BE49-F238E27FC236}">
                <a16:creationId xmlns:a16="http://schemas.microsoft.com/office/drawing/2014/main" id="{3F401A65-AC04-4799-A45A-BC539B5FE1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0334955"/>
              </p:ext>
            </p:extLst>
          </p:nvPr>
        </p:nvGraphicFramePr>
        <p:xfrm>
          <a:off x="1763688" y="195486"/>
          <a:ext cx="1547813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43" name="Equation" r:id="rId21" imgW="1511280" imgH="888840" progId="Equation.DSMT4">
                  <p:embed/>
                </p:oleObj>
              </mc:Choice>
              <mc:Fallback>
                <p:oleObj name="Equation" r:id="rId21" imgW="1511280" imgH="888840" progId="Equation.DSMT4">
                  <p:embed/>
                  <p:pic>
                    <p:nvPicPr>
                      <p:cNvPr id="3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195486"/>
                        <a:ext cx="1547813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2">
            <a:extLst>
              <a:ext uri="{FF2B5EF4-FFF2-40B4-BE49-F238E27FC236}">
                <a16:creationId xmlns:a16="http://schemas.microsoft.com/office/drawing/2014/main" id="{B23A46FC-85F9-4CB3-8340-25964A665F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941562"/>
              </p:ext>
            </p:extLst>
          </p:nvPr>
        </p:nvGraphicFramePr>
        <p:xfrm>
          <a:off x="2620944" y="4296025"/>
          <a:ext cx="16525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44" name="Equation" r:id="rId23" imgW="1612800" imgH="419040" progId="Equation.DSMT4">
                  <p:embed/>
                </p:oleObj>
              </mc:Choice>
              <mc:Fallback>
                <p:oleObj name="Equation" r:id="rId23" imgW="1612800" imgH="419040" progId="Equation.DSMT4">
                  <p:embed/>
                  <p:pic>
                    <p:nvPicPr>
                      <p:cNvPr id="600086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44" y="4296025"/>
                        <a:ext cx="16525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3">
            <a:extLst>
              <a:ext uri="{FF2B5EF4-FFF2-40B4-BE49-F238E27FC236}">
                <a16:creationId xmlns:a16="http://schemas.microsoft.com/office/drawing/2014/main" id="{11FE4D16-BBA2-4B72-9B8E-51F21350F8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373920"/>
              </p:ext>
            </p:extLst>
          </p:nvPr>
        </p:nvGraphicFramePr>
        <p:xfrm>
          <a:off x="4332297" y="4100747"/>
          <a:ext cx="2289175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045" name="Equation" r:id="rId25" imgW="2234880" imgH="749160" progId="Equation.DSMT4">
                  <p:embed/>
                </p:oleObj>
              </mc:Choice>
              <mc:Fallback>
                <p:oleObj name="Equation" r:id="rId25" imgW="2234880" imgH="749160" progId="Equation.DSMT4">
                  <p:embed/>
                  <p:pic>
                    <p:nvPicPr>
                      <p:cNvPr id="60008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297" y="4100747"/>
                        <a:ext cx="2289175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>
            <a:extLst>
              <a:ext uri="{FF2B5EF4-FFF2-40B4-BE49-F238E27FC236}">
                <a16:creationId xmlns:a16="http://schemas.microsoft.com/office/drawing/2014/main" id="{E1DBED66-A2D0-4DE7-BACE-BBD5D386C12D}"/>
              </a:ext>
            </a:extLst>
          </p:cNvPr>
          <p:cNvGrpSpPr/>
          <p:nvPr/>
        </p:nvGrpSpPr>
        <p:grpSpPr>
          <a:xfrm>
            <a:off x="4528364" y="2097994"/>
            <a:ext cx="1725966" cy="703304"/>
            <a:chOff x="4622032" y="2231127"/>
            <a:chExt cx="1725966" cy="703304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59D66B6B-7AD7-44D3-81BA-9C9E018AF8CE}"/>
                </a:ext>
              </a:extLst>
            </p:cNvPr>
            <p:cNvCxnSpPr>
              <a:cxnSpLocks/>
            </p:cNvCxnSpPr>
            <p:nvPr/>
          </p:nvCxnSpPr>
          <p:spPr>
            <a:xfrm>
              <a:off x="4622032" y="2231127"/>
              <a:ext cx="670048" cy="27745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0BE49713-8814-4D5D-BD07-0BEF77469F4E}"/>
                </a:ext>
              </a:extLst>
            </p:cNvPr>
            <p:cNvCxnSpPr>
              <a:cxnSpLocks/>
            </p:cNvCxnSpPr>
            <p:nvPr/>
          </p:nvCxnSpPr>
          <p:spPr>
            <a:xfrm>
              <a:off x="5677950" y="2656978"/>
              <a:ext cx="670048" cy="277453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F4EC4C5A-43E4-4536-9E08-26E4C91EC155}"/>
              </a:ext>
            </a:extLst>
          </p:cNvPr>
          <p:cNvGrpSpPr/>
          <p:nvPr/>
        </p:nvGrpSpPr>
        <p:grpSpPr>
          <a:xfrm>
            <a:off x="4116380" y="2180448"/>
            <a:ext cx="1946128" cy="588702"/>
            <a:chOff x="4210048" y="2313581"/>
            <a:chExt cx="1946128" cy="588702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3C5C0A52-F01F-45F1-ABCA-1F1F1E34E9F9}"/>
                </a:ext>
              </a:extLst>
            </p:cNvPr>
            <p:cNvCxnSpPr>
              <a:cxnSpLocks/>
            </p:cNvCxnSpPr>
            <p:nvPr/>
          </p:nvCxnSpPr>
          <p:spPr>
            <a:xfrm>
              <a:off x="5919092" y="2313581"/>
              <a:ext cx="237084" cy="16170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244CA8AE-7512-43A6-8A14-0B916D2ACCB3}"/>
                </a:ext>
              </a:extLst>
            </p:cNvPr>
            <p:cNvCxnSpPr>
              <a:cxnSpLocks/>
            </p:cNvCxnSpPr>
            <p:nvPr/>
          </p:nvCxnSpPr>
          <p:spPr>
            <a:xfrm>
              <a:off x="4210048" y="2740581"/>
              <a:ext cx="237084" cy="161702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5539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0">
            <a:extLst>
              <a:ext uri="{FF2B5EF4-FFF2-40B4-BE49-F238E27FC236}">
                <a16:creationId xmlns:a16="http://schemas.microsoft.com/office/drawing/2014/main" id="{74DA4908-DE25-4B47-BD65-DBC371268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812" y="312768"/>
            <a:ext cx="1482528" cy="461665"/>
          </a:xfrm>
          <a:prstGeom prst="rect">
            <a:avLst/>
          </a:prstGeom>
          <a:noFill/>
          <a:ln w="19050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lang="en-US" altLang="zh-CN" sz="2400" b="1" dirty="0">
                <a:solidFill>
                  <a:srgbClr val="0064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  </a:t>
            </a:r>
            <a:r>
              <a:rPr lang="zh-CN" altLang="en-US" sz="2400" b="1" dirty="0">
                <a:latin typeface="+mn-ea"/>
              </a:rPr>
              <a:t>求</a:t>
            </a:r>
          </a:p>
        </p:txBody>
      </p:sp>
      <p:graphicFrame>
        <p:nvGraphicFramePr>
          <p:cNvPr id="3" name="Object 20">
            <a:extLst>
              <a:ext uri="{FF2B5EF4-FFF2-40B4-BE49-F238E27FC236}">
                <a16:creationId xmlns:a16="http://schemas.microsoft.com/office/drawing/2014/main" id="{60996E31-A75B-478E-AF25-72E6F0EA81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0654221"/>
              </p:ext>
            </p:extLst>
          </p:nvPr>
        </p:nvGraphicFramePr>
        <p:xfrm>
          <a:off x="1835696" y="88935"/>
          <a:ext cx="1547813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58" name="Equation" r:id="rId3" imgW="1511280" imgH="888840" progId="Equation.DSMT4">
                  <p:embed/>
                </p:oleObj>
              </mc:Choice>
              <mc:Fallback>
                <p:oleObj name="Equation" r:id="rId3" imgW="1511280" imgH="888840" progId="Equation.DSMT4">
                  <p:embed/>
                  <p:pic>
                    <p:nvPicPr>
                      <p:cNvPr id="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88935"/>
                        <a:ext cx="1547813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076757E-8895-4D04-AE0B-E25D0571224A}"/>
              </a:ext>
            </a:extLst>
          </p:cNvPr>
          <p:cNvCxnSpPr/>
          <p:nvPr/>
        </p:nvCxnSpPr>
        <p:spPr>
          <a:xfrm>
            <a:off x="0" y="1131590"/>
            <a:ext cx="9144000" cy="0"/>
          </a:xfrm>
          <a:prstGeom prst="line">
            <a:avLst/>
          </a:prstGeom>
          <a:ln w="254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CC762540-6FEA-437B-9994-4AE02EF025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828256"/>
              </p:ext>
            </p:extLst>
          </p:nvPr>
        </p:nvGraphicFramePr>
        <p:xfrm>
          <a:off x="1619250" y="1584619"/>
          <a:ext cx="16525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59" name="Equation" r:id="rId5" imgW="1612800" imgH="419040" progId="Equation.DSMT4">
                  <p:embed/>
                </p:oleObj>
              </mc:Choice>
              <mc:Fallback>
                <p:oleObj name="Equation" r:id="rId5" imgW="1612800" imgH="419040" progId="Equation.DSMT4">
                  <p:embed/>
                  <p:pic>
                    <p:nvPicPr>
                      <p:cNvPr id="6010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584619"/>
                        <a:ext cx="16525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804F475B-AE9D-4476-828C-679F89E605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7028720"/>
              </p:ext>
            </p:extLst>
          </p:nvPr>
        </p:nvGraphicFramePr>
        <p:xfrm>
          <a:off x="3291570" y="1428401"/>
          <a:ext cx="2289175" cy="76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0" name="Equation" r:id="rId7" imgW="2234880" imgH="749160" progId="Equation.DSMT4">
                  <p:embed/>
                </p:oleObj>
              </mc:Choice>
              <mc:Fallback>
                <p:oleObj name="Equation" r:id="rId7" imgW="2234880" imgH="749160" progId="Equation.DSMT4">
                  <p:embed/>
                  <p:pic>
                    <p:nvPicPr>
                      <p:cNvPr id="6010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1570" y="1428401"/>
                        <a:ext cx="2289175" cy="766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CA3F01F7-8A24-43D0-A639-4FC682AAFD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7645716"/>
              </p:ext>
            </p:extLst>
          </p:nvPr>
        </p:nvGraphicFramePr>
        <p:xfrm>
          <a:off x="1619249" y="2563816"/>
          <a:ext cx="16525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1" name="Equation" r:id="rId9" imgW="1612800" imgH="419040" progId="Equation.DSMT4">
                  <p:embed/>
                </p:oleObj>
              </mc:Choice>
              <mc:Fallback>
                <p:oleObj name="Equation" r:id="rId9" imgW="1612800" imgH="419040" progId="Equation.DSMT4">
                  <p:embed/>
                  <p:pic>
                    <p:nvPicPr>
                      <p:cNvPr id="601097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49" y="2563816"/>
                        <a:ext cx="16525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5ADDF5D1-50B2-49EE-9EC7-060B2A79B9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86125" y="2635254"/>
          <a:ext cx="468313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2" name="Equation" r:id="rId10" imgW="457200" imgH="279360" progId="Equation.DSMT4">
                  <p:embed/>
                </p:oleObj>
              </mc:Choice>
              <mc:Fallback>
                <p:oleObj name="Equation" r:id="rId10" imgW="457200" imgH="279360" progId="Equation.DSMT4">
                  <p:embed/>
                  <p:pic>
                    <p:nvPicPr>
                      <p:cNvPr id="60109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25" y="2635254"/>
                        <a:ext cx="468313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1">
            <a:extLst>
              <a:ext uri="{FF2B5EF4-FFF2-40B4-BE49-F238E27FC236}">
                <a16:creationId xmlns:a16="http://schemas.microsoft.com/office/drawing/2014/main" id="{FBAA60B5-1045-4A0D-A30F-529BB80642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121027"/>
              </p:ext>
            </p:extLst>
          </p:nvPr>
        </p:nvGraphicFramePr>
        <p:xfrm>
          <a:off x="3768727" y="2381839"/>
          <a:ext cx="175577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3" name="Equation" r:id="rId12" imgW="1714320" imgH="812520" progId="Equation.DSMT4">
                  <p:embed/>
                </p:oleObj>
              </mc:Choice>
              <mc:Fallback>
                <p:oleObj name="Equation" r:id="rId12" imgW="1714320" imgH="812520" progId="Equation.DSMT4">
                  <p:embed/>
                  <p:pic>
                    <p:nvPicPr>
                      <p:cNvPr id="601099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8727" y="2381839"/>
                        <a:ext cx="1755775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>
            <a:extLst>
              <a:ext uri="{FF2B5EF4-FFF2-40B4-BE49-F238E27FC236}">
                <a16:creationId xmlns:a16="http://schemas.microsoft.com/office/drawing/2014/main" id="{565A8890-A744-4666-BC8D-E5ECAB317D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755276"/>
              </p:ext>
            </p:extLst>
          </p:nvPr>
        </p:nvGraphicFramePr>
        <p:xfrm>
          <a:off x="5666676" y="2664835"/>
          <a:ext cx="495300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4" name="Equation" r:id="rId14" imgW="482400" imgH="342720" progId="Equation.DSMT4">
                  <p:embed/>
                </p:oleObj>
              </mc:Choice>
              <mc:Fallback>
                <p:oleObj name="Equation" r:id="rId14" imgW="482400" imgH="342720" progId="Equation.DSMT4">
                  <p:embed/>
                  <p:pic>
                    <p:nvPicPr>
                      <p:cNvPr id="60110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6676" y="2664835"/>
                        <a:ext cx="495300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>
            <a:extLst>
              <a:ext uri="{FF2B5EF4-FFF2-40B4-BE49-F238E27FC236}">
                <a16:creationId xmlns:a16="http://schemas.microsoft.com/office/drawing/2014/main" id="{DA917086-0CFB-4DCF-89AD-B4C0187249E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7646785"/>
              </p:ext>
            </p:extLst>
          </p:nvPr>
        </p:nvGraphicFramePr>
        <p:xfrm>
          <a:off x="7104098" y="1857370"/>
          <a:ext cx="1346200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5" name="Equation" r:id="rId16" imgW="1307880" imgH="444240" progId="Equation.DSMT4">
                  <p:embed/>
                </p:oleObj>
              </mc:Choice>
              <mc:Fallback>
                <p:oleObj name="Equation" r:id="rId16" imgW="1307880" imgH="444240" progId="Equation.DSMT4">
                  <p:embed/>
                  <p:pic>
                    <p:nvPicPr>
                      <p:cNvPr id="60110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4098" y="1857370"/>
                        <a:ext cx="1346200" cy="4619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8">
            <a:extLst>
              <a:ext uri="{FF2B5EF4-FFF2-40B4-BE49-F238E27FC236}">
                <a16:creationId xmlns:a16="http://schemas.microsoft.com/office/drawing/2014/main" id="{F7499169-EB2B-44BC-A11B-E46483549D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14140"/>
              </p:ext>
            </p:extLst>
          </p:nvPr>
        </p:nvGraphicFramePr>
        <p:xfrm>
          <a:off x="7072330" y="2643188"/>
          <a:ext cx="16129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6" name="Equation" r:id="rId18" imgW="1536480" imgH="419040" progId="Equation.DSMT4">
                  <p:embed/>
                </p:oleObj>
              </mc:Choice>
              <mc:Fallback>
                <p:oleObj name="Equation" r:id="rId18" imgW="1536480" imgH="419040" progId="Equation.DSMT4">
                  <p:embed/>
                  <p:pic>
                    <p:nvPicPr>
                      <p:cNvPr id="60110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2330" y="2643188"/>
                        <a:ext cx="1612900" cy="40798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9">
            <a:extLst>
              <a:ext uri="{FF2B5EF4-FFF2-40B4-BE49-F238E27FC236}">
                <a16:creationId xmlns:a16="http://schemas.microsoft.com/office/drawing/2014/main" id="{2379E827-2D01-4EB5-9D04-BBD91EB1F2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0484675"/>
              </p:ext>
            </p:extLst>
          </p:nvPr>
        </p:nvGraphicFramePr>
        <p:xfrm>
          <a:off x="1619249" y="3614091"/>
          <a:ext cx="14732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7" name="Equation" r:id="rId20" imgW="1473120" imgH="444240" progId="Equation.DSMT4">
                  <p:embed/>
                </p:oleObj>
              </mc:Choice>
              <mc:Fallback>
                <p:oleObj name="Equation" r:id="rId20" imgW="1473120" imgH="444240" progId="Equation.DSMT4">
                  <p:embed/>
                  <p:pic>
                    <p:nvPicPr>
                      <p:cNvPr id="601107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49" y="3614091"/>
                        <a:ext cx="14732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0">
            <a:extLst>
              <a:ext uri="{FF2B5EF4-FFF2-40B4-BE49-F238E27FC236}">
                <a16:creationId xmlns:a16="http://schemas.microsoft.com/office/drawing/2014/main" id="{3F27E84F-DC7A-4A56-A78E-86C1D0C34B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9227836"/>
              </p:ext>
            </p:extLst>
          </p:nvPr>
        </p:nvGraphicFramePr>
        <p:xfrm>
          <a:off x="3092449" y="3608534"/>
          <a:ext cx="12954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8" name="Equation" r:id="rId22" imgW="1295280" imgH="482400" progId="Equation.DSMT4">
                  <p:embed/>
                </p:oleObj>
              </mc:Choice>
              <mc:Fallback>
                <p:oleObj name="Equation" r:id="rId22" imgW="1295280" imgH="482400" progId="Equation.DSMT4">
                  <p:embed/>
                  <p:pic>
                    <p:nvPicPr>
                      <p:cNvPr id="601108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2449" y="3608534"/>
                        <a:ext cx="12954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1">
            <a:extLst>
              <a:ext uri="{FF2B5EF4-FFF2-40B4-BE49-F238E27FC236}">
                <a16:creationId xmlns:a16="http://schemas.microsoft.com/office/drawing/2014/main" id="{0C20D427-A1B2-41BC-A9BA-7BA2C41E14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1043"/>
              </p:ext>
            </p:extLst>
          </p:nvPr>
        </p:nvGraphicFramePr>
        <p:xfrm>
          <a:off x="4383421" y="3378746"/>
          <a:ext cx="2651125" cy="1065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069" name="Equation" r:id="rId24" imgW="2590560" imgH="1041120" progId="Equation.DSMT4">
                  <p:embed/>
                </p:oleObj>
              </mc:Choice>
              <mc:Fallback>
                <p:oleObj name="Equation" r:id="rId24" imgW="2590560" imgH="1041120" progId="Equation.DSMT4">
                  <p:embed/>
                  <p:pic>
                    <p:nvPicPr>
                      <p:cNvPr id="60110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421" y="3378746"/>
                        <a:ext cx="2651125" cy="1065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55499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F4A68FEB-17E1-4895-B5C4-239D1186BDF0}"/>
              </a:ext>
            </a:extLst>
          </p:cNvPr>
          <p:cNvSpPr txBox="1">
            <a:spLocks noChangeArrowheads="1"/>
          </p:cNvSpPr>
          <p:nvPr/>
        </p:nvSpPr>
        <p:spPr>
          <a:xfrm>
            <a:off x="490570" y="319876"/>
            <a:ext cx="21336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n-ea"/>
                <a:ea typeface="+mn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n-ea"/>
                <a:ea typeface="+mn-ea"/>
              </a:rPr>
              <a:t>16</a:t>
            </a:r>
            <a:r>
              <a:rPr lang="en-US" altLang="zh-CN" sz="2400" b="1" dirty="0">
                <a:latin typeface="+mn-ea"/>
                <a:ea typeface="+mn-ea"/>
              </a:rPr>
              <a:t> </a:t>
            </a:r>
            <a:r>
              <a:rPr lang="zh-CN" altLang="en-US" sz="2400" b="1" dirty="0">
                <a:latin typeface="+mn-ea"/>
                <a:ea typeface="+mn-ea"/>
              </a:rPr>
              <a:t>已知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1B590D4-AF29-4436-A545-91C3E7C51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3768" y="339502"/>
            <a:ext cx="3352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的一个原函数是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4A215591-B7ED-40AD-9F14-C6AB24E7F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0682" y="364326"/>
            <a:ext cx="685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+mn-ea"/>
              </a:rPr>
              <a:t>求</a:t>
            </a:r>
          </a:p>
        </p:txBody>
      </p:sp>
      <p:sp>
        <p:nvSpPr>
          <p:cNvPr id="5" name="Text Box 8">
            <a:extLst>
              <a:ext uri="{FF2B5EF4-FFF2-40B4-BE49-F238E27FC236}">
                <a16:creationId xmlns:a16="http://schemas.microsoft.com/office/drawing/2014/main" id="{C5AAE213-EE5B-4FBB-B298-E4A47CC80F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570" y="1173531"/>
            <a:ext cx="908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解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6" name="Object 48">
            <a:extLst>
              <a:ext uri="{FF2B5EF4-FFF2-40B4-BE49-F238E27FC236}">
                <a16:creationId xmlns:a16="http://schemas.microsoft.com/office/drawing/2014/main" id="{587CB69D-38F7-41F6-B00B-512733B652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8400040"/>
              </p:ext>
            </p:extLst>
          </p:nvPr>
        </p:nvGraphicFramePr>
        <p:xfrm>
          <a:off x="1940677" y="404899"/>
          <a:ext cx="622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78" name="Equation" r:id="rId3" imgW="14935200" imgH="8229600" progId="Equation.DSMT4">
                  <p:embed/>
                </p:oleObj>
              </mc:Choice>
              <mc:Fallback>
                <p:oleObj name="Equation" r:id="rId3" imgW="14935200" imgH="8229600" progId="Equation.DSMT4">
                  <p:embed/>
                  <p:pic>
                    <p:nvPicPr>
                      <p:cNvPr id="158768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0677" y="404899"/>
                        <a:ext cx="6223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9">
            <a:extLst>
              <a:ext uri="{FF2B5EF4-FFF2-40B4-BE49-F238E27FC236}">
                <a16:creationId xmlns:a16="http://schemas.microsoft.com/office/drawing/2014/main" id="{EE93D37D-8D2E-4B1B-8026-4B0C1D7F9F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8343810"/>
              </p:ext>
            </p:extLst>
          </p:nvPr>
        </p:nvGraphicFramePr>
        <p:xfrm>
          <a:off x="4791370" y="278061"/>
          <a:ext cx="787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79" name="Equation" r:id="rId5" imgW="18897600" imgH="17678400" progId="Equation.DSMT4">
                  <p:embed/>
                </p:oleObj>
              </mc:Choice>
              <mc:Fallback>
                <p:oleObj name="Equation" r:id="rId5" imgW="18897600" imgH="17678400" progId="Equation.DSMT4">
                  <p:embed/>
                  <p:pic>
                    <p:nvPicPr>
                      <p:cNvPr id="158769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1370" y="278061"/>
                        <a:ext cx="787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50">
            <a:extLst>
              <a:ext uri="{FF2B5EF4-FFF2-40B4-BE49-F238E27FC236}">
                <a16:creationId xmlns:a16="http://schemas.microsoft.com/office/drawing/2014/main" id="{7B4EB79D-0FD0-4616-BDC7-274DA9EBCB0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8672801"/>
              </p:ext>
            </p:extLst>
          </p:nvPr>
        </p:nvGraphicFramePr>
        <p:xfrm>
          <a:off x="6131806" y="392361"/>
          <a:ext cx="1435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80" name="Equation" r:id="rId7" imgW="34442400" imgH="12192000" progId="Equation.DSMT4">
                  <p:embed/>
                </p:oleObj>
              </mc:Choice>
              <mc:Fallback>
                <p:oleObj name="Equation" r:id="rId7" imgW="34442400" imgH="12192000" progId="Equation.DSMT4">
                  <p:embed/>
                  <p:pic>
                    <p:nvPicPr>
                      <p:cNvPr id="158770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1806" y="392361"/>
                        <a:ext cx="1435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1">
            <a:extLst>
              <a:ext uri="{FF2B5EF4-FFF2-40B4-BE49-F238E27FC236}">
                <a16:creationId xmlns:a16="http://schemas.microsoft.com/office/drawing/2014/main" id="{19DC8F62-58FD-4078-985C-CB63CDA933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1426767"/>
              </p:ext>
            </p:extLst>
          </p:nvPr>
        </p:nvGraphicFramePr>
        <p:xfrm>
          <a:off x="1189372" y="1173531"/>
          <a:ext cx="134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81" name="Equation" r:id="rId9" imgW="32308800" imgH="12192000" progId="Equation.DSMT4">
                  <p:embed/>
                </p:oleObj>
              </mc:Choice>
              <mc:Fallback>
                <p:oleObj name="Equation" r:id="rId9" imgW="32308800" imgH="12192000" progId="Equation.DSMT4">
                  <p:embed/>
                  <p:pic>
                    <p:nvPicPr>
                      <p:cNvPr id="27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372" y="1173531"/>
                        <a:ext cx="13462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2">
            <a:extLst>
              <a:ext uri="{FF2B5EF4-FFF2-40B4-BE49-F238E27FC236}">
                <a16:creationId xmlns:a16="http://schemas.microsoft.com/office/drawing/2014/main" id="{0162FD8D-749F-41E4-95C1-45ED3222A0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3042531"/>
              </p:ext>
            </p:extLst>
          </p:nvPr>
        </p:nvGraphicFramePr>
        <p:xfrm>
          <a:off x="2618132" y="1178722"/>
          <a:ext cx="161448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82" name="Equation" r:id="rId11" imgW="1574640" imgH="507960" progId="Equation.DSMT4">
                  <p:embed/>
                </p:oleObj>
              </mc:Choice>
              <mc:Fallback>
                <p:oleObj name="Equation" r:id="rId11" imgW="1574640" imgH="507960" progId="Equation.DSMT4">
                  <p:embed/>
                  <p:pic>
                    <p:nvPicPr>
                      <p:cNvPr id="28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32" y="1178722"/>
                        <a:ext cx="161448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3">
            <a:extLst>
              <a:ext uri="{FF2B5EF4-FFF2-40B4-BE49-F238E27FC236}">
                <a16:creationId xmlns:a16="http://schemas.microsoft.com/office/drawing/2014/main" id="{5BDF1667-BAE4-47D3-9049-1EF8D713F8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6894637"/>
              </p:ext>
            </p:extLst>
          </p:nvPr>
        </p:nvGraphicFramePr>
        <p:xfrm>
          <a:off x="2618132" y="2005902"/>
          <a:ext cx="1054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83" name="Equation" r:id="rId13" imgW="25298400" imgH="8229600" progId="Equation.DSMT4">
                  <p:embed/>
                </p:oleObj>
              </mc:Choice>
              <mc:Fallback>
                <p:oleObj name="Equation" r:id="rId13" imgW="25298400" imgH="8229600" progId="Equation.DSMT4">
                  <p:embed/>
                  <p:pic>
                    <p:nvPicPr>
                      <p:cNvPr id="29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32" y="2005902"/>
                        <a:ext cx="10541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4">
            <a:extLst>
              <a:ext uri="{FF2B5EF4-FFF2-40B4-BE49-F238E27FC236}">
                <a16:creationId xmlns:a16="http://schemas.microsoft.com/office/drawing/2014/main" id="{81890183-4A82-4F8D-93FD-2A44726680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8968865"/>
              </p:ext>
            </p:extLst>
          </p:nvPr>
        </p:nvGraphicFramePr>
        <p:xfrm>
          <a:off x="3689702" y="1926530"/>
          <a:ext cx="13081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84" name="Equation" r:id="rId15" imgW="31394400" imgH="12192000" progId="Equation.DSMT4">
                  <p:embed/>
                </p:oleObj>
              </mc:Choice>
              <mc:Fallback>
                <p:oleObj name="Equation" r:id="rId15" imgW="31394400" imgH="12192000" progId="Equation.DSMT4">
                  <p:embed/>
                  <p:pic>
                    <p:nvPicPr>
                      <p:cNvPr id="3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9702" y="1926530"/>
                        <a:ext cx="13081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6">
            <a:extLst>
              <a:ext uri="{FF2B5EF4-FFF2-40B4-BE49-F238E27FC236}">
                <a16:creationId xmlns:a16="http://schemas.microsoft.com/office/drawing/2014/main" id="{3516D675-40BE-4F10-928B-081D60A860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1981441"/>
              </p:ext>
            </p:extLst>
          </p:nvPr>
        </p:nvGraphicFramePr>
        <p:xfrm>
          <a:off x="4099220" y="2706951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85" name="Equation" r:id="rId17" imgW="33223200" imgH="17678400" progId="Equation.DSMT4">
                  <p:embed/>
                </p:oleObj>
              </mc:Choice>
              <mc:Fallback>
                <p:oleObj name="Equation" r:id="rId17" imgW="33223200" imgH="17678400" progId="Equation.DSMT4">
                  <p:embed/>
                  <p:pic>
                    <p:nvPicPr>
                      <p:cNvPr id="32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9220" y="2706951"/>
                        <a:ext cx="13843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57">
            <a:extLst>
              <a:ext uri="{FF2B5EF4-FFF2-40B4-BE49-F238E27FC236}">
                <a16:creationId xmlns:a16="http://schemas.microsoft.com/office/drawing/2014/main" id="{7F4985CE-0350-407C-B4EA-D912F981CA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6399534"/>
              </p:ext>
            </p:extLst>
          </p:nvPr>
        </p:nvGraphicFramePr>
        <p:xfrm>
          <a:off x="3118768" y="2558936"/>
          <a:ext cx="1041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86" name="Equation" r:id="rId19" imgW="24993600" imgH="22555200" progId="Equation.DSMT4">
                  <p:embed/>
                </p:oleObj>
              </mc:Choice>
              <mc:Fallback>
                <p:oleObj name="Equation" r:id="rId19" imgW="24993600" imgH="22555200" progId="Equation.DSMT4">
                  <p:embed/>
                  <p:pic>
                    <p:nvPicPr>
                      <p:cNvPr id="33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8768" y="2558936"/>
                        <a:ext cx="10414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8">
            <a:extLst>
              <a:ext uri="{FF2B5EF4-FFF2-40B4-BE49-F238E27FC236}">
                <a16:creationId xmlns:a16="http://schemas.microsoft.com/office/drawing/2014/main" id="{23AD716B-3522-4813-885E-6A686F8D8F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1029273"/>
              </p:ext>
            </p:extLst>
          </p:nvPr>
        </p:nvGraphicFramePr>
        <p:xfrm>
          <a:off x="2618875" y="2941901"/>
          <a:ext cx="4953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87" name="Equation" r:id="rId21" imgW="11887200" imgH="6400800" progId="Equation.DSMT4">
                  <p:embed/>
                </p:oleObj>
              </mc:Choice>
              <mc:Fallback>
                <p:oleObj name="Equation" r:id="rId21" imgW="11887200" imgH="6400800" progId="Equation.DSMT4">
                  <p:embed/>
                  <p:pic>
                    <p:nvPicPr>
                      <p:cNvPr id="34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875" y="2941901"/>
                        <a:ext cx="4953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61">
            <a:extLst>
              <a:ext uri="{FF2B5EF4-FFF2-40B4-BE49-F238E27FC236}">
                <a16:creationId xmlns:a16="http://schemas.microsoft.com/office/drawing/2014/main" id="{E0EC7B00-92C3-4727-99BB-F23C7199D9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219817"/>
              </p:ext>
            </p:extLst>
          </p:nvPr>
        </p:nvGraphicFramePr>
        <p:xfrm>
          <a:off x="2618132" y="3805712"/>
          <a:ext cx="10414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88" name="Equation" r:id="rId23" imgW="24993600" imgH="6705600" progId="Equation.DSMT4">
                  <p:embed/>
                </p:oleObj>
              </mc:Choice>
              <mc:Fallback>
                <p:oleObj name="Equation" r:id="rId23" imgW="24993600" imgH="6705600" progId="Equation.DSMT4">
                  <p:embed/>
                  <p:pic>
                    <p:nvPicPr>
                      <p:cNvPr id="37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132" y="3805712"/>
                        <a:ext cx="10414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2">
            <a:extLst>
              <a:ext uri="{FF2B5EF4-FFF2-40B4-BE49-F238E27FC236}">
                <a16:creationId xmlns:a16="http://schemas.microsoft.com/office/drawing/2014/main" id="{C8A48E5C-1524-4DF9-AE7A-4B4C487D98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202925"/>
              </p:ext>
            </p:extLst>
          </p:nvPr>
        </p:nvGraphicFramePr>
        <p:xfrm>
          <a:off x="3672884" y="3605283"/>
          <a:ext cx="15621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89" name="Equation" r:id="rId25" imgW="37490400" imgH="17678400" progId="Equation.DSMT4">
                  <p:embed/>
                </p:oleObj>
              </mc:Choice>
              <mc:Fallback>
                <p:oleObj name="Equation" r:id="rId25" imgW="37490400" imgH="17678400" progId="Equation.DSMT4">
                  <p:embed/>
                  <p:pic>
                    <p:nvPicPr>
                      <p:cNvPr id="38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72884" y="3605283"/>
                        <a:ext cx="15621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4">
            <a:extLst>
              <a:ext uri="{FF2B5EF4-FFF2-40B4-BE49-F238E27FC236}">
                <a16:creationId xmlns:a16="http://schemas.microsoft.com/office/drawing/2014/main" id="{2F0678A4-BFB6-43A5-9208-7211D5AF8B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8282634"/>
              </p:ext>
            </p:extLst>
          </p:nvPr>
        </p:nvGraphicFramePr>
        <p:xfrm>
          <a:off x="6348486" y="1206755"/>
          <a:ext cx="2103438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90" name="Equation" r:id="rId27" imgW="2044440" imgH="939600" progId="Equation.DSMT4">
                  <p:embed/>
                </p:oleObj>
              </mc:Choice>
              <mc:Fallback>
                <p:oleObj name="Equation" r:id="rId27" imgW="2044440" imgH="939600" progId="Equation.DSMT4">
                  <p:embed/>
                  <p:pic>
                    <p:nvPicPr>
                      <p:cNvPr id="50791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8486" y="1206755"/>
                        <a:ext cx="2103438" cy="92868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5">
            <a:extLst>
              <a:ext uri="{FF2B5EF4-FFF2-40B4-BE49-F238E27FC236}">
                <a16:creationId xmlns:a16="http://schemas.microsoft.com/office/drawing/2014/main" id="{467815B0-4623-45A7-9B41-775302581B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058086"/>
              </p:ext>
            </p:extLst>
          </p:nvPr>
        </p:nvGraphicFramePr>
        <p:xfrm>
          <a:off x="5991296" y="2492639"/>
          <a:ext cx="2706688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91" name="Equation" r:id="rId29" imgW="2577960" imgH="736560" progId="Equation.DSMT4">
                  <p:embed/>
                </p:oleObj>
              </mc:Choice>
              <mc:Fallback>
                <p:oleObj name="Equation" r:id="rId29" imgW="2577960" imgH="736560" progId="Equation.DSMT4">
                  <p:embed/>
                  <p:pic>
                    <p:nvPicPr>
                      <p:cNvPr id="507919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1296" y="2492639"/>
                        <a:ext cx="2706688" cy="7159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16">
            <a:extLst>
              <a:ext uri="{FF2B5EF4-FFF2-40B4-BE49-F238E27FC236}">
                <a16:creationId xmlns:a16="http://schemas.microsoft.com/office/drawing/2014/main" id="{6185C762-4AF5-44A5-A2C7-337C80241A8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7911898"/>
              </p:ext>
            </p:extLst>
          </p:nvPr>
        </p:nvGraphicFramePr>
        <p:xfrm>
          <a:off x="5800816" y="3538965"/>
          <a:ext cx="3048000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192" name="Equation" r:id="rId31" imgW="2946240" imgH="863280" progId="Equation.DSMT4">
                  <p:embed/>
                </p:oleObj>
              </mc:Choice>
              <mc:Fallback>
                <p:oleObj name="Equation" r:id="rId31" imgW="2946240" imgH="863280" progId="Equation.DSMT4">
                  <p:embed/>
                  <p:pic>
                    <p:nvPicPr>
                      <p:cNvPr id="5079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0816" y="3538965"/>
                        <a:ext cx="3048000" cy="87471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9525">
                        <a:solidFill>
                          <a:srgbClr val="FFC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1062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9EA4B704-9B1A-4D16-BF09-019D98477565}"/>
              </a:ext>
            </a:extLst>
          </p:cNvPr>
          <p:cNvSpPr txBox="1">
            <a:spLocks noChangeArrowheads="1"/>
          </p:cNvSpPr>
          <p:nvPr/>
        </p:nvSpPr>
        <p:spPr>
          <a:xfrm>
            <a:off x="611560" y="318081"/>
            <a:ext cx="15240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17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DFF8BAA3-5B84-4358-8F53-8206E6D4066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2914423"/>
              </p:ext>
            </p:extLst>
          </p:nvPr>
        </p:nvGraphicFramePr>
        <p:xfrm>
          <a:off x="1979712" y="195486"/>
          <a:ext cx="15494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87" name="Equation" r:id="rId3" imgW="1549080" imgH="736560" progId="Equation.DSMT4">
                  <p:embed/>
                </p:oleObj>
              </mc:Choice>
              <mc:Fallback>
                <p:oleObj name="Equation" r:id="rId3" imgW="1549080" imgH="736560" progId="Equation.DSMT4">
                  <p:embed/>
                  <p:pic>
                    <p:nvPicPr>
                      <p:cNvPr id="49155" name="Object 3">
                        <a:extLst>
                          <a:ext uri="{FF2B5EF4-FFF2-40B4-BE49-F238E27FC236}">
                            <a16:creationId xmlns:a16="http://schemas.microsoft.com/office/drawing/2014/main" id="{4465F16F-43BB-49DC-8EA7-33DE0821EE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195486"/>
                        <a:ext cx="15494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AC5AFD0B-F2CD-424C-9613-763A599BC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725" y="1149981"/>
            <a:ext cx="7749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8" name="Object 11">
            <a:extLst>
              <a:ext uri="{FF2B5EF4-FFF2-40B4-BE49-F238E27FC236}">
                <a16:creationId xmlns:a16="http://schemas.microsoft.com/office/drawing/2014/main" id="{F96EA005-0B1D-447C-BA50-4C39727EE0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7385145"/>
              </p:ext>
            </p:extLst>
          </p:nvPr>
        </p:nvGraphicFramePr>
        <p:xfrm>
          <a:off x="1911350" y="1900832"/>
          <a:ext cx="187956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88" name="Equation" r:id="rId5" imgW="1879560" imgH="279360" progId="Equation.DSMT4">
                  <p:embed/>
                </p:oleObj>
              </mc:Choice>
              <mc:Fallback>
                <p:oleObj name="Equation" r:id="rId5" imgW="1879560" imgH="279360" progId="Equation.DSMT4">
                  <p:embed/>
                  <p:pic>
                    <p:nvPicPr>
                      <p:cNvPr id="49163" name="Object 11">
                        <a:extLst>
                          <a:ext uri="{FF2B5EF4-FFF2-40B4-BE49-F238E27FC236}">
                            <a16:creationId xmlns:a16="http://schemas.microsoft.com/office/drawing/2014/main" id="{DAE85493-BD01-43AC-A448-268C84A4A8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350" y="1900832"/>
                        <a:ext cx="1879560" cy="279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2">
            <a:extLst>
              <a:ext uri="{FF2B5EF4-FFF2-40B4-BE49-F238E27FC236}">
                <a16:creationId xmlns:a16="http://schemas.microsoft.com/office/drawing/2014/main" id="{EF487133-77E8-4255-870B-328FFD659E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8241201"/>
              </p:ext>
            </p:extLst>
          </p:nvPr>
        </p:nvGraphicFramePr>
        <p:xfrm>
          <a:off x="3790910" y="1818013"/>
          <a:ext cx="22987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89" name="Equation" r:id="rId7" imgW="2298600" imgH="507960" progId="Equation.DSMT4">
                  <p:embed/>
                </p:oleObj>
              </mc:Choice>
              <mc:Fallback>
                <p:oleObj name="Equation" r:id="rId7" imgW="2298600" imgH="507960" progId="Equation.DSMT4">
                  <p:embed/>
                  <p:pic>
                    <p:nvPicPr>
                      <p:cNvPr id="49164" name="Object 12">
                        <a:extLst>
                          <a:ext uri="{FF2B5EF4-FFF2-40B4-BE49-F238E27FC236}">
                            <a16:creationId xmlns:a16="http://schemas.microsoft.com/office/drawing/2014/main" id="{B84950A3-89CB-4176-9726-D656DD8BC0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0910" y="1818013"/>
                        <a:ext cx="22987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3">
            <a:extLst>
              <a:ext uri="{FF2B5EF4-FFF2-40B4-BE49-F238E27FC236}">
                <a16:creationId xmlns:a16="http://schemas.microsoft.com/office/drawing/2014/main" id="{418BEA17-460A-4F28-BB24-B20EBB76E7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1111373"/>
              </p:ext>
            </p:extLst>
          </p:nvPr>
        </p:nvGraphicFramePr>
        <p:xfrm>
          <a:off x="1886030" y="3301461"/>
          <a:ext cx="1879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90" name="Equation" r:id="rId9" imgW="1879560" imgH="279360" progId="Equation.DSMT4">
                  <p:embed/>
                </p:oleObj>
              </mc:Choice>
              <mc:Fallback>
                <p:oleObj name="Equation" r:id="rId9" imgW="1879560" imgH="279360" progId="Equation.DSMT4">
                  <p:embed/>
                  <p:pic>
                    <p:nvPicPr>
                      <p:cNvPr id="49165" name="Object 13">
                        <a:extLst>
                          <a:ext uri="{FF2B5EF4-FFF2-40B4-BE49-F238E27FC236}">
                            <a16:creationId xmlns:a16="http://schemas.microsoft.com/office/drawing/2014/main" id="{83AAD457-BE12-47A5-A4FE-C2861206DC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6030" y="3301461"/>
                        <a:ext cx="1879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4">
            <a:extLst>
              <a:ext uri="{FF2B5EF4-FFF2-40B4-BE49-F238E27FC236}">
                <a16:creationId xmlns:a16="http://schemas.microsoft.com/office/drawing/2014/main" id="{59B9EBFE-62C7-40F9-ACB1-040E1F9388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197851"/>
              </p:ext>
            </p:extLst>
          </p:nvPr>
        </p:nvGraphicFramePr>
        <p:xfrm>
          <a:off x="3795713" y="3223935"/>
          <a:ext cx="2006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91" name="Equation" r:id="rId11" imgW="2006280" imgH="507960" progId="Equation.DSMT4">
                  <p:embed/>
                </p:oleObj>
              </mc:Choice>
              <mc:Fallback>
                <p:oleObj name="Equation" r:id="rId11" imgW="2006280" imgH="507960" progId="Equation.DSMT4">
                  <p:embed/>
                  <p:pic>
                    <p:nvPicPr>
                      <p:cNvPr id="49166" name="Object 14">
                        <a:extLst>
                          <a:ext uri="{FF2B5EF4-FFF2-40B4-BE49-F238E27FC236}">
                            <a16:creationId xmlns:a16="http://schemas.microsoft.com/office/drawing/2014/main" id="{9D1B0B99-B2C9-4988-BD4A-884A64A943E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5713" y="3223935"/>
                        <a:ext cx="20066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5">
            <a:extLst>
              <a:ext uri="{FF2B5EF4-FFF2-40B4-BE49-F238E27FC236}">
                <a16:creationId xmlns:a16="http://schemas.microsoft.com/office/drawing/2014/main" id="{344C7918-C236-463A-83B8-7FE0F2DA1C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8462416"/>
              </p:ext>
            </p:extLst>
          </p:nvPr>
        </p:nvGraphicFramePr>
        <p:xfrm>
          <a:off x="1911520" y="3983618"/>
          <a:ext cx="1879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92" name="Equation" r:id="rId13" imgW="1879560" imgH="279360" progId="Equation.DSMT4">
                  <p:embed/>
                </p:oleObj>
              </mc:Choice>
              <mc:Fallback>
                <p:oleObj name="Equation" r:id="rId13" imgW="1879560" imgH="279360" progId="Equation.DSMT4">
                  <p:embed/>
                  <p:pic>
                    <p:nvPicPr>
                      <p:cNvPr id="49167" name="Object 15">
                        <a:extLst>
                          <a:ext uri="{FF2B5EF4-FFF2-40B4-BE49-F238E27FC236}">
                            <a16:creationId xmlns:a16="http://schemas.microsoft.com/office/drawing/2014/main" id="{EB6B1EAC-8FA8-4371-8F77-9A6DB74BF0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1520" y="3983618"/>
                        <a:ext cx="1879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6">
            <a:extLst>
              <a:ext uri="{FF2B5EF4-FFF2-40B4-BE49-F238E27FC236}">
                <a16:creationId xmlns:a16="http://schemas.microsoft.com/office/drawing/2014/main" id="{264B9392-74BF-4F98-88CC-C3C0EE52E35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6149651"/>
              </p:ext>
            </p:extLst>
          </p:nvPr>
        </p:nvGraphicFramePr>
        <p:xfrm>
          <a:off x="3842814" y="3987257"/>
          <a:ext cx="17907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93" name="Equation" r:id="rId15" imgW="1790640" imgH="279360" progId="Equation.DSMT4">
                  <p:embed/>
                </p:oleObj>
              </mc:Choice>
              <mc:Fallback>
                <p:oleObj name="Equation" r:id="rId15" imgW="1790640" imgH="279360" progId="Equation.DSMT4">
                  <p:embed/>
                  <p:pic>
                    <p:nvPicPr>
                      <p:cNvPr id="49168" name="Object 16">
                        <a:extLst>
                          <a:ext uri="{FF2B5EF4-FFF2-40B4-BE49-F238E27FC236}">
                            <a16:creationId xmlns:a16="http://schemas.microsoft.com/office/drawing/2014/main" id="{BE740373-E556-42A6-8EC6-FDB9C7FCB6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2814" y="3987257"/>
                        <a:ext cx="17907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22">
            <a:extLst>
              <a:ext uri="{FF2B5EF4-FFF2-40B4-BE49-F238E27FC236}">
                <a16:creationId xmlns:a16="http://schemas.microsoft.com/office/drawing/2014/main" id="{301BA0CA-36DB-4B65-B856-94BFE6808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1144970"/>
            <a:ext cx="1371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原式 </a:t>
            </a:r>
          </a:p>
        </p:txBody>
      </p:sp>
      <p:graphicFrame>
        <p:nvGraphicFramePr>
          <p:cNvPr id="15" name="Object 24">
            <a:extLst>
              <a:ext uri="{FF2B5EF4-FFF2-40B4-BE49-F238E27FC236}">
                <a16:creationId xmlns:a16="http://schemas.microsoft.com/office/drawing/2014/main" id="{0294F21F-A229-446F-80E0-F13A352727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1047083"/>
              </p:ext>
            </p:extLst>
          </p:nvPr>
        </p:nvGraphicFramePr>
        <p:xfrm>
          <a:off x="4814568" y="1127315"/>
          <a:ext cx="23238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94" name="Equation" r:id="rId17" imgW="2323800" imgH="507960" progId="Equation.DSMT4">
                  <p:embed/>
                </p:oleObj>
              </mc:Choice>
              <mc:Fallback>
                <p:oleObj name="Equation" r:id="rId17" imgW="2323800" imgH="507960" progId="Equation.DSMT4">
                  <p:embed/>
                  <p:pic>
                    <p:nvPicPr>
                      <p:cNvPr id="49176" name="Object 24">
                        <a:extLst>
                          <a:ext uri="{FF2B5EF4-FFF2-40B4-BE49-F238E27FC236}">
                            <a16:creationId xmlns:a16="http://schemas.microsoft.com/office/drawing/2014/main" id="{7C451889-94B4-444F-906E-05C4D47832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4568" y="1127315"/>
                        <a:ext cx="232380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5">
            <a:extLst>
              <a:ext uri="{FF2B5EF4-FFF2-40B4-BE49-F238E27FC236}">
                <a16:creationId xmlns:a16="http://schemas.microsoft.com/office/drawing/2014/main" id="{C0B7142D-EE40-4A35-B5ED-8B2ED87EF4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3572155"/>
              </p:ext>
            </p:extLst>
          </p:nvPr>
        </p:nvGraphicFramePr>
        <p:xfrm>
          <a:off x="1908175" y="2642115"/>
          <a:ext cx="1879560" cy="279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95" name="Equation" r:id="rId19" imgW="1879560" imgH="279360" progId="Equation.DSMT4">
                  <p:embed/>
                </p:oleObj>
              </mc:Choice>
              <mc:Fallback>
                <p:oleObj name="Equation" r:id="rId19" imgW="1879560" imgH="279360" progId="Equation.DSMT4">
                  <p:embed/>
                  <p:pic>
                    <p:nvPicPr>
                      <p:cNvPr id="49177" name="Object 25">
                        <a:extLst>
                          <a:ext uri="{FF2B5EF4-FFF2-40B4-BE49-F238E27FC236}">
                            <a16:creationId xmlns:a16="http://schemas.microsoft.com/office/drawing/2014/main" id="{05A8031C-A979-461A-BDD6-3E83B57082D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642115"/>
                        <a:ext cx="1879560" cy="279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6">
            <a:extLst>
              <a:ext uri="{FF2B5EF4-FFF2-40B4-BE49-F238E27FC236}">
                <a16:creationId xmlns:a16="http://schemas.microsoft.com/office/drawing/2014/main" id="{22636214-1BBF-40DB-8A50-5D4462AD58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632818"/>
              </p:ext>
            </p:extLst>
          </p:nvPr>
        </p:nvGraphicFramePr>
        <p:xfrm>
          <a:off x="3807187" y="2598252"/>
          <a:ext cx="154908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96" name="Equation" r:id="rId21" imgW="1549080" imgH="507960" progId="Equation.DSMT4">
                  <p:embed/>
                </p:oleObj>
              </mc:Choice>
              <mc:Fallback>
                <p:oleObj name="Equation" r:id="rId21" imgW="1549080" imgH="507960" progId="Equation.DSMT4">
                  <p:embed/>
                  <p:pic>
                    <p:nvPicPr>
                      <p:cNvPr id="49178" name="Object 26">
                        <a:extLst>
                          <a:ext uri="{FF2B5EF4-FFF2-40B4-BE49-F238E27FC236}">
                            <a16:creationId xmlns:a16="http://schemas.microsoft.com/office/drawing/2014/main" id="{B98FCFD3-32C5-49C6-88FE-88587A865F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7187" y="2598252"/>
                        <a:ext cx="154908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4">
            <a:extLst>
              <a:ext uri="{FF2B5EF4-FFF2-40B4-BE49-F238E27FC236}">
                <a16:creationId xmlns:a16="http://schemas.microsoft.com/office/drawing/2014/main" id="{F8605A4C-94AA-4250-84C9-0E1F464432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3187697"/>
              </p:ext>
            </p:extLst>
          </p:nvPr>
        </p:nvGraphicFramePr>
        <p:xfrm>
          <a:off x="1991559" y="1139959"/>
          <a:ext cx="2819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0097" name="Equation" r:id="rId23" imgW="2819160" imgH="507960" progId="Equation.DSMT4">
                  <p:embed/>
                </p:oleObj>
              </mc:Choice>
              <mc:Fallback>
                <p:oleObj name="Equation" r:id="rId23" imgW="2819160" imgH="507960" progId="Equation.DSMT4">
                  <p:embed/>
                  <p:pic>
                    <p:nvPicPr>
                      <p:cNvPr id="15" name="Object 24">
                        <a:extLst>
                          <a:ext uri="{FF2B5EF4-FFF2-40B4-BE49-F238E27FC236}">
                            <a16:creationId xmlns:a16="http://schemas.microsoft.com/office/drawing/2014/main" id="{0294F21F-A229-446F-80E0-F13A352727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559" y="1139959"/>
                        <a:ext cx="28194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210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4267FA0-A733-4A59-9E93-7879AE995699}"/>
              </a:ext>
            </a:extLst>
          </p:cNvPr>
          <p:cNvSpPr txBox="1">
            <a:spLocks noChangeArrowheads="1"/>
          </p:cNvSpPr>
          <p:nvPr/>
        </p:nvSpPr>
        <p:spPr>
          <a:xfrm>
            <a:off x="511150" y="286543"/>
            <a:ext cx="1828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18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DB916408-A173-4BDA-9E6A-5A0A22C42C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191589"/>
              </p:ext>
            </p:extLst>
          </p:nvPr>
        </p:nvGraphicFramePr>
        <p:xfrm>
          <a:off x="1763688" y="267494"/>
          <a:ext cx="2687637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33" name="Equation" r:id="rId3" imgW="2692080" imgH="545760" progId="Equation.DSMT4">
                  <p:embed/>
                </p:oleObj>
              </mc:Choice>
              <mc:Fallback>
                <p:oleObj name="Equation" r:id="rId3" imgW="2692080" imgH="545760" progId="Equation.DSMT4">
                  <p:embed/>
                  <p:pic>
                    <p:nvPicPr>
                      <p:cNvPr id="51203" name="Object 3">
                        <a:extLst>
                          <a:ext uri="{FF2B5EF4-FFF2-40B4-BE49-F238E27FC236}">
                            <a16:creationId xmlns:a16="http://schemas.microsoft.com/office/drawing/2014/main" id="{4393E28D-8A4B-4217-B01A-B9A9710015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267494"/>
                        <a:ext cx="2687637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>
            <a:extLst>
              <a:ext uri="{FF2B5EF4-FFF2-40B4-BE49-F238E27FC236}">
                <a16:creationId xmlns:a16="http://schemas.microsoft.com/office/drawing/2014/main" id="{AE367E1B-EEAB-4228-9907-DF46DBB00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50" y="1112043"/>
            <a:ext cx="10079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10" name="Object 10">
            <a:extLst>
              <a:ext uri="{FF2B5EF4-FFF2-40B4-BE49-F238E27FC236}">
                <a16:creationId xmlns:a16="http://schemas.microsoft.com/office/drawing/2014/main" id="{08EEBFF6-781F-49E8-9F78-904F5E1641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3660116"/>
              </p:ext>
            </p:extLst>
          </p:nvPr>
        </p:nvGraphicFramePr>
        <p:xfrm>
          <a:off x="3266877" y="1112043"/>
          <a:ext cx="1308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34" name="Equation" r:id="rId5" imgW="1307880" imgH="469800" progId="Equation.DSMT4">
                  <p:embed/>
                </p:oleObj>
              </mc:Choice>
              <mc:Fallback>
                <p:oleObj name="Equation" r:id="rId5" imgW="1307880" imgH="469800" progId="Equation.DSMT4">
                  <p:embed/>
                  <p:pic>
                    <p:nvPicPr>
                      <p:cNvPr id="51210" name="Object 10">
                        <a:extLst>
                          <a:ext uri="{FF2B5EF4-FFF2-40B4-BE49-F238E27FC236}">
                            <a16:creationId xmlns:a16="http://schemas.microsoft.com/office/drawing/2014/main" id="{613B9381-FFC6-4AF7-9E21-E6FFB3CF4C1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6877" y="1112043"/>
                        <a:ext cx="13081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>
            <a:extLst>
              <a:ext uri="{FF2B5EF4-FFF2-40B4-BE49-F238E27FC236}">
                <a16:creationId xmlns:a16="http://schemas.microsoft.com/office/drawing/2014/main" id="{336665AF-DB15-4E97-BFCC-74F903DBD4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0621699"/>
              </p:ext>
            </p:extLst>
          </p:nvPr>
        </p:nvGraphicFramePr>
        <p:xfrm>
          <a:off x="4524350" y="950118"/>
          <a:ext cx="18542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35" name="Equation" r:id="rId7" imgW="1854000" imgH="850680" progId="Equation.DSMT4">
                  <p:embed/>
                </p:oleObj>
              </mc:Choice>
              <mc:Fallback>
                <p:oleObj name="Equation" r:id="rId7" imgW="1854000" imgH="850680" progId="Equation.DSMT4">
                  <p:embed/>
                  <p:pic>
                    <p:nvPicPr>
                      <p:cNvPr id="51211" name="Object 11">
                        <a:extLst>
                          <a:ext uri="{FF2B5EF4-FFF2-40B4-BE49-F238E27FC236}">
                            <a16:creationId xmlns:a16="http://schemas.microsoft.com/office/drawing/2014/main" id="{205CF196-A16B-4BC9-8B9A-72265BA5E0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4350" y="950118"/>
                        <a:ext cx="18542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>
            <a:extLst>
              <a:ext uri="{FF2B5EF4-FFF2-40B4-BE49-F238E27FC236}">
                <a16:creationId xmlns:a16="http://schemas.microsoft.com/office/drawing/2014/main" id="{C78E9585-CFF8-43BF-BB06-33A80353DE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2266305"/>
              </p:ext>
            </p:extLst>
          </p:nvPr>
        </p:nvGraphicFramePr>
        <p:xfrm>
          <a:off x="3107506" y="1988842"/>
          <a:ext cx="152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36" name="Equation" r:id="rId9" imgW="1523880" imgH="431640" progId="Equation.DSMT4">
                  <p:embed/>
                </p:oleObj>
              </mc:Choice>
              <mc:Fallback>
                <p:oleObj name="Equation" r:id="rId9" imgW="1523880" imgH="431640" progId="Equation.DSMT4">
                  <p:embed/>
                  <p:pic>
                    <p:nvPicPr>
                      <p:cNvPr id="51212" name="Object 12">
                        <a:extLst>
                          <a:ext uri="{FF2B5EF4-FFF2-40B4-BE49-F238E27FC236}">
                            <a16:creationId xmlns:a16="http://schemas.microsoft.com/office/drawing/2014/main" id="{5A5C4371-2313-405E-B498-3AFF85CA1A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7506" y="1988842"/>
                        <a:ext cx="1524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>
            <a:extLst>
              <a:ext uri="{FF2B5EF4-FFF2-40B4-BE49-F238E27FC236}">
                <a16:creationId xmlns:a16="http://schemas.microsoft.com/office/drawing/2014/main" id="{CE9811E4-155D-42D3-9D14-109774F19E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6783381"/>
              </p:ext>
            </p:extLst>
          </p:nvPr>
        </p:nvGraphicFramePr>
        <p:xfrm>
          <a:off x="4698937" y="1874043"/>
          <a:ext cx="2501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37" name="Equation" r:id="rId11" imgW="2501640" imgH="901440" progId="Equation.DSMT4">
                  <p:embed/>
                </p:oleObj>
              </mc:Choice>
              <mc:Fallback>
                <p:oleObj name="Equation" r:id="rId11" imgW="2501640" imgH="901440" progId="Equation.DSMT4">
                  <p:embed/>
                  <p:pic>
                    <p:nvPicPr>
                      <p:cNvPr id="51213" name="Object 13">
                        <a:extLst>
                          <a:ext uri="{FF2B5EF4-FFF2-40B4-BE49-F238E27FC236}">
                            <a16:creationId xmlns:a16="http://schemas.microsoft.com/office/drawing/2014/main" id="{68255667-BCC0-46BA-9B0A-69A713F0C0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937" y="1874043"/>
                        <a:ext cx="250190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FBCCE2BF-B824-48DC-9FE1-BA55BF8565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3786645"/>
              </p:ext>
            </p:extLst>
          </p:nvPr>
        </p:nvGraphicFramePr>
        <p:xfrm>
          <a:off x="3107506" y="3026568"/>
          <a:ext cx="15224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38" name="Equation" r:id="rId13" imgW="1523880" imgH="431640" progId="Equation.DSMT4">
                  <p:embed/>
                </p:oleObj>
              </mc:Choice>
              <mc:Fallback>
                <p:oleObj name="Equation" r:id="rId13" imgW="1523880" imgH="431640" progId="Equation.DSMT4">
                  <p:embed/>
                  <p:pic>
                    <p:nvPicPr>
                      <p:cNvPr id="51214" name="Object 14">
                        <a:extLst>
                          <a:ext uri="{FF2B5EF4-FFF2-40B4-BE49-F238E27FC236}">
                            <a16:creationId xmlns:a16="http://schemas.microsoft.com/office/drawing/2014/main" id="{E6ECCA78-24F5-4D71-BD64-59DB59ECC17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7506" y="3026568"/>
                        <a:ext cx="15224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>
            <a:extLst>
              <a:ext uri="{FF2B5EF4-FFF2-40B4-BE49-F238E27FC236}">
                <a16:creationId xmlns:a16="http://schemas.microsoft.com/office/drawing/2014/main" id="{55DED756-53CB-4F5E-9941-3AE3E8C4EE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1211975"/>
              </p:ext>
            </p:extLst>
          </p:nvPr>
        </p:nvGraphicFramePr>
        <p:xfrm>
          <a:off x="4698937" y="2969418"/>
          <a:ext cx="1814512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39" name="Equation" r:id="rId15" imgW="1815840" imgH="545760" progId="Equation.DSMT4">
                  <p:embed/>
                </p:oleObj>
              </mc:Choice>
              <mc:Fallback>
                <p:oleObj name="Equation" r:id="rId15" imgW="1815840" imgH="545760" progId="Equation.DSMT4">
                  <p:embed/>
                  <p:pic>
                    <p:nvPicPr>
                      <p:cNvPr id="51215" name="Object 15">
                        <a:extLst>
                          <a:ext uri="{FF2B5EF4-FFF2-40B4-BE49-F238E27FC236}">
                            <a16:creationId xmlns:a16="http://schemas.microsoft.com/office/drawing/2014/main" id="{A5B07689-2422-4398-8016-2B10C10104A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98937" y="2969418"/>
                        <a:ext cx="1814512" cy="5461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>
            <a:extLst>
              <a:ext uri="{FF2B5EF4-FFF2-40B4-BE49-F238E27FC236}">
                <a16:creationId xmlns:a16="http://schemas.microsoft.com/office/drawing/2014/main" id="{5F746452-9C0F-4EFC-8FB4-0A06F70633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4611826"/>
              </p:ext>
            </p:extLst>
          </p:nvPr>
        </p:nvGraphicFramePr>
        <p:xfrm>
          <a:off x="6539957" y="2911173"/>
          <a:ext cx="1816100" cy="1193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40" name="Equation" r:id="rId17" imgW="1815840" imgH="1193760" progId="Equation.DSMT4">
                  <p:embed/>
                </p:oleObj>
              </mc:Choice>
              <mc:Fallback>
                <p:oleObj name="Equation" r:id="rId17" imgW="1815840" imgH="1193760" progId="Equation.DSMT4">
                  <p:embed/>
                  <p:pic>
                    <p:nvPicPr>
                      <p:cNvPr id="51216" name="Object 16">
                        <a:extLst>
                          <a:ext uri="{FF2B5EF4-FFF2-40B4-BE49-F238E27FC236}">
                            <a16:creationId xmlns:a16="http://schemas.microsoft.com/office/drawing/2014/main" id="{69830AD8-BAF6-4407-95CD-90DCF889C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9957" y="2911173"/>
                        <a:ext cx="1816100" cy="11938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chemeClr val="bg1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">
            <a:extLst>
              <a:ext uri="{FF2B5EF4-FFF2-40B4-BE49-F238E27FC236}">
                <a16:creationId xmlns:a16="http://schemas.microsoft.com/office/drawing/2014/main" id="{3ADB2516-0ABE-4960-9588-5547D72445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2947907"/>
              </p:ext>
            </p:extLst>
          </p:nvPr>
        </p:nvGraphicFramePr>
        <p:xfrm>
          <a:off x="1425550" y="1127615"/>
          <a:ext cx="1866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41" name="Equation" r:id="rId19" imgW="1866600" imgH="545760" progId="Equation.DSMT4">
                  <p:embed/>
                </p:oleObj>
              </mc:Choice>
              <mc:Fallback>
                <p:oleObj name="Equation" r:id="rId19" imgW="1866600" imgH="545760" progId="Equation.DSMT4">
                  <p:embed/>
                  <p:pic>
                    <p:nvPicPr>
                      <p:cNvPr id="51220" name="Object 20">
                        <a:extLst>
                          <a:ext uri="{FF2B5EF4-FFF2-40B4-BE49-F238E27FC236}">
                            <a16:creationId xmlns:a16="http://schemas.microsoft.com/office/drawing/2014/main" id="{9DFA3315-75C7-4346-86D2-1611311822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550" y="1127615"/>
                        <a:ext cx="18669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7">
            <a:extLst>
              <a:ext uri="{FF2B5EF4-FFF2-40B4-BE49-F238E27FC236}">
                <a16:creationId xmlns:a16="http://schemas.microsoft.com/office/drawing/2014/main" id="{72941C9B-7E99-4665-82C5-6C42A2BB33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106" y="4024460"/>
            <a:ext cx="19812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+mj-ea"/>
                <a:ea typeface="+mj-ea"/>
              </a:rPr>
              <a:t> </a:t>
            </a:r>
            <a:r>
              <a:rPr kumimoji="1" lang="zh-CN" altLang="en-US" sz="2400" b="1" dirty="0">
                <a:latin typeface="+mj-ea"/>
                <a:ea typeface="+mj-ea"/>
              </a:rPr>
              <a:t>原式 </a:t>
            </a:r>
            <a:r>
              <a:rPr kumimoji="1" lang="en-US" altLang="zh-CN" sz="2400" b="1" dirty="0">
                <a:latin typeface="+mj-ea"/>
                <a:ea typeface="+mj-ea"/>
              </a:rPr>
              <a:t>=</a:t>
            </a:r>
          </a:p>
        </p:txBody>
      </p:sp>
      <p:graphicFrame>
        <p:nvGraphicFramePr>
          <p:cNvPr id="19" name="Object 18">
            <a:extLst>
              <a:ext uri="{FF2B5EF4-FFF2-40B4-BE49-F238E27FC236}">
                <a16:creationId xmlns:a16="http://schemas.microsoft.com/office/drawing/2014/main" id="{CCEC73BA-787D-46DE-86E5-31937DA976F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651343"/>
              </p:ext>
            </p:extLst>
          </p:nvPr>
        </p:nvGraphicFramePr>
        <p:xfrm>
          <a:off x="1763688" y="3893342"/>
          <a:ext cx="1547813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42" name="Equation" r:id="rId21" imgW="1549080" imgH="723600" progId="Equation.DSMT4">
                  <p:embed/>
                </p:oleObj>
              </mc:Choice>
              <mc:Fallback>
                <p:oleObj name="Equation" r:id="rId21" imgW="1549080" imgH="723600" progId="Equation.DSMT4">
                  <p:embed/>
                  <p:pic>
                    <p:nvPicPr>
                      <p:cNvPr id="51218" name="Object 18">
                        <a:extLst>
                          <a:ext uri="{FF2B5EF4-FFF2-40B4-BE49-F238E27FC236}">
                            <a16:creationId xmlns:a16="http://schemas.microsoft.com/office/drawing/2014/main" id="{C180F7C6-0D28-4989-99E2-9F9F3FFF43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3893342"/>
                        <a:ext cx="1547813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969C3AF6-4014-4379-ABDF-636B4DAF9C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8030422"/>
              </p:ext>
            </p:extLst>
          </p:nvPr>
        </p:nvGraphicFramePr>
        <p:xfrm>
          <a:off x="3374815" y="3848474"/>
          <a:ext cx="3198813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143" name="Equation" r:id="rId23" imgW="3200400" imgH="761760" progId="Equation.DSMT4">
                  <p:embed/>
                </p:oleObj>
              </mc:Choice>
              <mc:Fallback>
                <p:oleObj name="Equation" r:id="rId23" imgW="3200400" imgH="761760" progId="Equation.DSMT4">
                  <p:embed/>
                  <p:pic>
                    <p:nvPicPr>
                      <p:cNvPr id="51219" name="Object 19">
                        <a:extLst>
                          <a:ext uri="{FF2B5EF4-FFF2-40B4-BE49-F238E27FC236}">
                            <a16:creationId xmlns:a16="http://schemas.microsoft.com/office/drawing/2014/main" id="{0080839E-7B03-41EC-8509-500600CE589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4815" y="3848474"/>
                        <a:ext cx="3198813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2">
            <a:extLst>
              <a:ext uri="{FF2B5EF4-FFF2-40B4-BE49-F238E27FC236}">
                <a16:creationId xmlns:a16="http://schemas.microsoft.com/office/drawing/2014/main" id="{56116945-1DCD-43D5-83E3-B3F0A303C2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7656" y="544813"/>
            <a:ext cx="148252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还原法</a:t>
            </a:r>
          </a:p>
        </p:txBody>
      </p:sp>
    </p:spTree>
    <p:extLst>
      <p:ext uri="{BB962C8B-B14F-4D97-AF65-F5344CB8AC3E}">
        <p14:creationId xmlns:p14="http://schemas.microsoft.com/office/powerpoint/2010/main" val="99290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18" grpId="0" autoUpdateAnimBg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158C1017-E996-474E-89DB-0342427B91B9}"/>
              </a:ext>
            </a:extLst>
          </p:cNvPr>
          <p:cNvGrpSpPr/>
          <p:nvPr/>
        </p:nvGrpSpPr>
        <p:grpSpPr>
          <a:xfrm>
            <a:off x="1403648" y="1924050"/>
            <a:ext cx="6696744" cy="523220"/>
            <a:chOff x="1331640" y="1662440"/>
            <a:chExt cx="6696744" cy="523220"/>
          </a:xfrm>
        </p:grpSpPr>
        <p:sp>
          <p:nvSpPr>
            <p:cNvPr id="2" name="Text Box 2">
              <a:extLst>
                <a:ext uri="{FF2B5EF4-FFF2-40B4-BE49-F238E27FC236}">
                  <a16:creationId xmlns:a16="http://schemas.microsoft.com/office/drawing/2014/main" id="{415C719B-D2B4-4995-8550-5FD8001CF4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662440"/>
              <a:ext cx="6696744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64FF"/>
                  </a:solidFill>
                  <a:latin typeface="+mj-ea"/>
                  <a:ea typeface="+mj-ea"/>
                </a:rPr>
                <a:t>知识延展      推广的分部积分法</a:t>
              </a:r>
              <a:r>
                <a:rPr lang="en-US" altLang="zh-CN" sz="2800" b="1" dirty="0">
                  <a:solidFill>
                    <a:srgbClr val="FF0000"/>
                  </a:solidFill>
                  <a:latin typeface="+mj-ea"/>
                  <a:ea typeface="+mj-ea"/>
                </a:rPr>
                <a:t>(</a:t>
              </a:r>
              <a:r>
                <a:rPr lang="zh-CN" altLang="en-US" sz="2800" b="1" dirty="0">
                  <a:solidFill>
                    <a:srgbClr val="FF0000"/>
                  </a:solidFill>
                  <a:latin typeface="+mj-ea"/>
                  <a:ea typeface="+mj-ea"/>
                </a:rPr>
                <a:t>了解</a:t>
              </a:r>
              <a:r>
                <a:rPr lang="en-US" altLang="zh-CN" sz="2800" b="1" dirty="0">
                  <a:solidFill>
                    <a:srgbClr val="FF0000"/>
                  </a:solidFill>
                  <a:latin typeface="+mj-ea"/>
                  <a:ea typeface="+mj-ea"/>
                </a:rPr>
                <a:t>)</a:t>
              </a:r>
              <a:endParaRPr lang="zh-CN" altLang="en-US" sz="2800" b="1" dirty="0">
                <a:solidFill>
                  <a:srgbClr val="FF0000"/>
                </a:solidFill>
                <a:latin typeface="+mj-ea"/>
                <a:ea typeface="+mj-ea"/>
              </a:endParaRPr>
            </a:p>
          </p:txBody>
        </p:sp>
        <p:cxnSp>
          <p:nvCxnSpPr>
            <p:cNvPr id="4" name="直接连接符 3">
              <a:extLst>
                <a:ext uri="{FF2B5EF4-FFF2-40B4-BE49-F238E27FC236}">
                  <a16:creationId xmlns:a16="http://schemas.microsoft.com/office/drawing/2014/main" id="{0C65C272-1E12-4851-B781-E9C8D1C2CE6A}"/>
                </a:ext>
              </a:extLst>
            </p:cNvPr>
            <p:cNvCxnSpPr>
              <a:cxnSpLocks/>
            </p:cNvCxnSpPr>
            <p:nvPr/>
          </p:nvCxnSpPr>
          <p:spPr>
            <a:xfrm>
              <a:off x="2915816" y="1925931"/>
              <a:ext cx="936104" cy="0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91787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5BCE7A26-DD9D-4ECF-BA1A-45C2F6B0C6E6}"/>
              </a:ext>
            </a:extLst>
          </p:cNvPr>
          <p:cNvGrpSpPr/>
          <p:nvPr/>
        </p:nvGrpSpPr>
        <p:grpSpPr>
          <a:xfrm>
            <a:off x="323528" y="627063"/>
            <a:ext cx="2770510" cy="3634531"/>
            <a:chOff x="323528" y="627063"/>
            <a:chExt cx="2770510" cy="3634531"/>
          </a:xfrm>
        </p:grpSpPr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D7FC7F1E-0916-47CB-B985-7FFB78735A2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714301"/>
                </p:ext>
              </p:extLst>
            </p:nvPr>
          </p:nvGraphicFramePr>
          <p:xfrm>
            <a:off x="642938" y="627063"/>
            <a:ext cx="14732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898" name="Equation" r:id="rId3" imgW="1473120" imgH="507960" progId="Equation.DSMT4">
                    <p:embed/>
                  </p:oleObj>
                </mc:Choice>
                <mc:Fallback>
                  <p:oleObj name="Equation" r:id="rId3" imgW="1473120" imgH="507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42938" y="627063"/>
                          <a:ext cx="1473200" cy="5080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>
              <a:extLst>
                <a:ext uri="{FF2B5EF4-FFF2-40B4-BE49-F238E27FC236}">
                  <a16:creationId xmlns:a16="http://schemas.microsoft.com/office/drawing/2014/main" id="{C3EA1C7C-D37B-432E-B27A-35674E83BC5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8919187"/>
                </p:ext>
              </p:extLst>
            </p:nvPr>
          </p:nvGraphicFramePr>
          <p:xfrm>
            <a:off x="541338" y="1527175"/>
            <a:ext cx="25527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899" name="Equation" r:id="rId5" imgW="2552400" imgH="507960" progId="Equation.DSMT4">
                    <p:embed/>
                  </p:oleObj>
                </mc:Choice>
                <mc:Fallback>
                  <p:oleObj name="Equation" r:id="rId5" imgW="2552400" imgH="507960" progId="Equation.DSMT4">
                    <p:embed/>
                    <p:pic>
                      <p:nvPicPr>
                        <p:cNvPr id="3" name="对象 2">
                          <a:extLst>
                            <a:ext uri="{FF2B5EF4-FFF2-40B4-BE49-F238E27FC236}">
                              <a16:creationId xmlns:a16="http://schemas.microsoft.com/office/drawing/2014/main" id="{D7FC7F1E-0916-47CB-B985-7FFB78735A2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41338" y="1527175"/>
                          <a:ext cx="2552700" cy="5080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3888F743-41ED-4E7C-94DC-7706F44CF1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9746052"/>
                </p:ext>
              </p:extLst>
            </p:nvPr>
          </p:nvGraphicFramePr>
          <p:xfrm>
            <a:off x="490538" y="2427288"/>
            <a:ext cx="26035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900" name="Equation" r:id="rId7" imgW="2603160" imgH="507960" progId="Equation.DSMT4">
                    <p:embed/>
                  </p:oleObj>
                </mc:Choice>
                <mc:Fallback>
                  <p:oleObj name="Equation" r:id="rId7" imgW="2603160" imgH="507960" progId="Equation.DSMT4">
                    <p:embed/>
                    <p:pic>
                      <p:nvPicPr>
                        <p:cNvPr id="4" name="对象 3">
                          <a:extLst>
                            <a:ext uri="{FF2B5EF4-FFF2-40B4-BE49-F238E27FC236}">
                              <a16:creationId xmlns:a16="http://schemas.microsoft.com/office/drawing/2014/main" id="{C3EA1C7C-D37B-432E-B27A-35674E83BC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0538" y="2427288"/>
                          <a:ext cx="2603500" cy="508000"/>
                        </a:xfrm>
                        <a:prstGeom prst="rect">
                          <a:avLst/>
                        </a:prstGeom>
                        <a:ln>
                          <a:solidFill>
                            <a:srgbClr val="FF0000"/>
                          </a:solidFill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4FB85C92-1701-42FA-BBE9-CA00801BE5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23721271"/>
                </p:ext>
              </p:extLst>
            </p:nvPr>
          </p:nvGraphicFramePr>
          <p:xfrm>
            <a:off x="490538" y="3219450"/>
            <a:ext cx="18796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901" name="Equation" r:id="rId9" imgW="1879560" imgH="507960" progId="Equation.DSMT4">
                    <p:embed/>
                  </p:oleObj>
                </mc:Choice>
                <mc:Fallback>
                  <p:oleObj name="Equation" r:id="rId9" imgW="1879560" imgH="50796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3888F743-41ED-4E7C-94DC-7706F44CF15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90538" y="3219450"/>
                          <a:ext cx="187960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对象 6">
              <a:extLst>
                <a:ext uri="{FF2B5EF4-FFF2-40B4-BE49-F238E27FC236}">
                  <a16:creationId xmlns:a16="http://schemas.microsoft.com/office/drawing/2014/main" id="{049A1664-BC1D-437B-AEF3-4FB155916FC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323168"/>
                </p:ext>
              </p:extLst>
            </p:nvPr>
          </p:nvGraphicFramePr>
          <p:xfrm>
            <a:off x="323528" y="3867894"/>
            <a:ext cx="2692400" cy="39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1902" name="Equation" r:id="rId11" imgW="2692080" imgH="393480" progId="Equation.DSMT4">
                    <p:embed/>
                  </p:oleObj>
                </mc:Choice>
                <mc:Fallback>
                  <p:oleObj name="Equation" r:id="rId11" imgW="2692080" imgH="393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323528" y="3867894"/>
                          <a:ext cx="2692400" cy="3937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>
            <a:extLst>
              <a:ext uri="{FF2B5EF4-FFF2-40B4-BE49-F238E27FC236}">
                <a16:creationId xmlns:a16="http://schemas.microsoft.com/office/drawing/2014/main" id="{BC69679D-AECE-41FD-A211-BE9E7F85AAA6}"/>
              </a:ext>
            </a:extLst>
          </p:cNvPr>
          <p:cNvSpPr/>
          <p:nvPr/>
        </p:nvSpPr>
        <p:spPr>
          <a:xfrm>
            <a:off x="179512" y="3147814"/>
            <a:ext cx="2819524" cy="1224136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BFA7E9F5-CC1A-48B7-A1F0-2B24A4DF24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9952" y="2006521"/>
            <a:ext cx="42484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反复利用分部积分法很麻烦！！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435859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404E1718-22BD-443C-BFAF-F99CD722B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483518"/>
            <a:ext cx="9080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定理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sp>
        <p:nvSpPr>
          <p:cNvPr id="3" name="Text Box 8">
            <a:extLst>
              <a:ext uri="{FF2B5EF4-FFF2-40B4-BE49-F238E27FC236}">
                <a16:creationId xmlns:a16="http://schemas.microsoft.com/office/drawing/2014/main" id="{BE3A6F09-9BBD-411D-944B-1E2CCFDE08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9632" y="483518"/>
            <a:ext cx="734481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n-ea"/>
              </a:rPr>
              <a:t>设函数               有      阶连续导数，则</a:t>
            </a:r>
            <a:endParaRPr kumimoji="1" lang="en-US" altLang="zh-CN" sz="2400" b="1" dirty="0">
              <a:latin typeface="+mn-ea"/>
            </a:endParaRP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C4017550-8668-40C9-9145-D19AD32820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9530163"/>
              </p:ext>
            </p:extLst>
          </p:nvPr>
        </p:nvGraphicFramePr>
        <p:xfrm>
          <a:off x="2411760" y="558177"/>
          <a:ext cx="2082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16" name="Equation" r:id="rId3" imgW="2082600" imgH="342720" progId="Equation.DSMT4">
                  <p:embed/>
                </p:oleObj>
              </mc:Choice>
              <mc:Fallback>
                <p:oleObj name="Equation" r:id="rId3" imgW="208260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11760" y="558177"/>
                        <a:ext cx="2082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5B757EE-1476-4431-A703-FF9BB96DF8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8216996"/>
              </p:ext>
            </p:extLst>
          </p:nvPr>
        </p:nvGraphicFramePr>
        <p:xfrm>
          <a:off x="4932040" y="573039"/>
          <a:ext cx="7747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17" name="Equation" r:id="rId5" imgW="774360" imgH="342720" progId="Equation.DSMT4">
                  <p:embed/>
                </p:oleObj>
              </mc:Choice>
              <mc:Fallback>
                <p:oleObj name="Equation" r:id="rId5" imgW="77436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32040" y="573039"/>
                        <a:ext cx="7747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8">
            <a:extLst>
              <a:ext uri="{FF2B5EF4-FFF2-40B4-BE49-F238E27FC236}">
                <a16:creationId xmlns:a16="http://schemas.microsoft.com/office/drawing/2014/main" id="{91D08AEF-6BD1-4B7D-8892-97A6EA88B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72" y="2865575"/>
            <a:ext cx="5923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证</a:t>
            </a:r>
            <a:endParaRPr kumimoji="1" lang="en-US" altLang="zh-CN" sz="2400" b="1" dirty="0">
              <a:solidFill>
                <a:srgbClr val="0066FF"/>
              </a:solidFill>
              <a:latin typeface="+mn-ea"/>
            </a:endParaRP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60698406-E492-48D0-B079-87C2D50B09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4848230"/>
              </p:ext>
            </p:extLst>
          </p:nvPr>
        </p:nvGraphicFramePr>
        <p:xfrm>
          <a:off x="1224701" y="2953430"/>
          <a:ext cx="7239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18" name="Equation" r:id="rId7" imgW="723600" imgH="330120" progId="Equation.DSMT4">
                  <p:embed/>
                </p:oleObj>
              </mc:Choice>
              <mc:Fallback>
                <p:oleObj name="Equation" r:id="rId7" imgW="723600" imgH="3301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A4F0FBB-2E4A-4568-8322-1E981CC94F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24701" y="2953430"/>
                        <a:ext cx="7239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1">
            <a:extLst>
              <a:ext uri="{FF2B5EF4-FFF2-40B4-BE49-F238E27FC236}">
                <a16:creationId xmlns:a16="http://schemas.microsoft.com/office/drawing/2014/main" id="{B7DED1D0-4F2A-45CA-9B7C-AAB41C7DC7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4007337"/>
              </p:ext>
            </p:extLst>
          </p:nvPr>
        </p:nvGraphicFramePr>
        <p:xfrm>
          <a:off x="2123728" y="2872636"/>
          <a:ext cx="2552400" cy="507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19" name="Equation" r:id="rId9" imgW="2552400" imgH="507960" progId="Equation.DSMT4">
                  <p:embed/>
                </p:oleObj>
              </mc:Choice>
              <mc:Fallback>
                <p:oleObj name="Equation" r:id="rId9" imgW="2552400" imgH="507960" progId="Equation.DSMT4">
                  <p:embed/>
                  <p:pic>
                    <p:nvPicPr>
                      <p:cNvPr id="4" name="Object 21">
                        <a:extLst>
                          <a:ext uri="{FF2B5EF4-FFF2-40B4-BE49-F238E27FC236}">
                            <a16:creationId xmlns:a16="http://schemas.microsoft.com/office/drawing/2014/main" id="{8D9297A2-72F2-4E71-8C98-3DC063C7F9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728" y="2872636"/>
                        <a:ext cx="2552400" cy="5079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171C7DBF-8466-490C-83D5-687D4542AC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5410637"/>
              </p:ext>
            </p:extLst>
          </p:nvPr>
        </p:nvGraphicFramePr>
        <p:xfrm>
          <a:off x="558872" y="3846810"/>
          <a:ext cx="660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20" name="Equation" r:id="rId11" imgW="660240" imgH="330120" progId="Equation.DSMT4">
                  <p:embed/>
                </p:oleObj>
              </mc:Choice>
              <mc:Fallback>
                <p:oleObj name="Equation" r:id="rId11" imgW="660240" imgH="3301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C7DFA789-652B-4EC9-8F6B-CE84822206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58872" y="3846810"/>
                        <a:ext cx="660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9DFF8ACE-FFE6-4F6C-A5AD-5C088F0F49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4235818"/>
              </p:ext>
            </p:extLst>
          </p:nvPr>
        </p:nvGraphicFramePr>
        <p:xfrm>
          <a:off x="1457871" y="3802583"/>
          <a:ext cx="6680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221" name="Equation" r:id="rId13" imgW="6680160" imgH="507960" progId="Equation.DSMT4">
                  <p:embed/>
                </p:oleObj>
              </mc:Choice>
              <mc:Fallback>
                <p:oleObj name="Equation" r:id="rId13" imgW="6680160" imgH="5079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92BF91DF-ADA1-4101-A6EB-0813FB2C55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57871" y="3802583"/>
                        <a:ext cx="6680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矩形 24">
            <a:extLst>
              <a:ext uri="{FF2B5EF4-FFF2-40B4-BE49-F238E27FC236}">
                <a16:creationId xmlns:a16="http://schemas.microsoft.com/office/drawing/2014/main" id="{CDF60711-C2EE-4805-A418-C19482D067E8}"/>
              </a:ext>
            </a:extLst>
          </p:cNvPr>
          <p:cNvSpPr/>
          <p:nvPr/>
        </p:nvSpPr>
        <p:spPr>
          <a:xfrm>
            <a:off x="6945607" y="3743685"/>
            <a:ext cx="1152128" cy="6918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11DEFC6-EF9A-4A9C-AAA0-90C43FEEE589}"/>
              </a:ext>
            </a:extLst>
          </p:cNvPr>
          <p:cNvGrpSpPr/>
          <p:nvPr/>
        </p:nvGrpSpPr>
        <p:grpSpPr>
          <a:xfrm>
            <a:off x="107504" y="1131590"/>
            <a:ext cx="8856984" cy="1399853"/>
            <a:chOff x="107504" y="1131590"/>
            <a:chExt cx="8856984" cy="1399853"/>
          </a:xfrm>
        </p:grpSpPr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F83426E7-BC90-45D6-862A-4D720956EEC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2190503"/>
                </p:ext>
              </p:extLst>
            </p:nvPr>
          </p:nvGraphicFramePr>
          <p:xfrm>
            <a:off x="656382" y="1203598"/>
            <a:ext cx="12065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222" name="Equation" r:id="rId15" imgW="1206360" imgH="507960" progId="Equation.DSMT4">
                    <p:embed/>
                  </p:oleObj>
                </mc:Choice>
                <mc:Fallback>
                  <p:oleObj name="Equation" r:id="rId15" imgW="1206360" imgH="507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656382" y="1203598"/>
                          <a:ext cx="1206500" cy="508000"/>
                        </a:xfrm>
                        <a:prstGeom prst="rect">
                          <a:avLst/>
                        </a:prstGeom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" name="对象 18">
              <a:extLst>
                <a:ext uri="{FF2B5EF4-FFF2-40B4-BE49-F238E27FC236}">
                  <a16:creationId xmlns:a16="http://schemas.microsoft.com/office/drawing/2014/main" id="{FFBCCCCF-1BD6-4B3E-AD55-0B70CB6B974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865009"/>
                </p:ext>
              </p:extLst>
            </p:nvPr>
          </p:nvGraphicFramePr>
          <p:xfrm>
            <a:off x="330200" y="1815778"/>
            <a:ext cx="8483600" cy="508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3223" name="Equation" r:id="rId17" imgW="8483400" imgH="507960" progId="Equation.DSMT4">
                    <p:embed/>
                  </p:oleObj>
                </mc:Choice>
                <mc:Fallback>
                  <p:oleObj name="Equation" r:id="rId17" imgW="8483400" imgH="50796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30200" y="1815778"/>
                          <a:ext cx="8483600" cy="5080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AA033A68-7843-45A9-8AAD-47CEEE452BC4}"/>
                </a:ext>
              </a:extLst>
            </p:cNvPr>
            <p:cNvSpPr/>
            <p:nvPr/>
          </p:nvSpPr>
          <p:spPr>
            <a:xfrm>
              <a:off x="107504" y="1131590"/>
              <a:ext cx="8856984" cy="1399853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5622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9AB71610-FEF9-4F82-A5CB-D04418FE5A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322216"/>
              </p:ext>
            </p:extLst>
          </p:nvPr>
        </p:nvGraphicFramePr>
        <p:xfrm>
          <a:off x="611560" y="1067490"/>
          <a:ext cx="7696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3" name="Equation" r:id="rId3" imgW="7696080" imgH="507960" progId="Equation.DSMT4">
                  <p:embed/>
                </p:oleObj>
              </mc:Choice>
              <mc:Fallback>
                <p:oleObj name="Equation" r:id="rId3" imgW="7696080" imgH="50796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A25B6B67-8D17-4E2E-BF3F-108064B77C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1560" y="1067490"/>
                        <a:ext cx="7696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EF16D22F-F27F-4A4B-81CD-F5DF1962D13D}"/>
              </a:ext>
            </a:extLst>
          </p:cNvPr>
          <p:cNvSpPr/>
          <p:nvPr/>
        </p:nvSpPr>
        <p:spPr>
          <a:xfrm>
            <a:off x="6891555" y="149329"/>
            <a:ext cx="1296144" cy="691878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34991BA-7570-45E5-A151-EA8A99732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697796"/>
              </p:ext>
            </p:extLst>
          </p:nvPr>
        </p:nvGraphicFramePr>
        <p:xfrm>
          <a:off x="611560" y="2109354"/>
          <a:ext cx="8255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4" name="Equation" r:id="rId5" imgW="8254800" imgH="507960" progId="Equation.DSMT4">
                  <p:embed/>
                </p:oleObj>
              </mc:Choice>
              <mc:Fallback>
                <p:oleObj name="Equation" r:id="rId5" imgW="8254800" imgH="50796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AAD1A36A-3766-461F-A7A5-98DDF3307E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1560" y="2109354"/>
                        <a:ext cx="82550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BE68DBB3-5705-49E4-BF77-ED802D641DFF}"/>
              </a:ext>
            </a:extLst>
          </p:cNvPr>
          <p:cNvSpPr/>
          <p:nvPr/>
        </p:nvSpPr>
        <p:spPr>
          <a:xfrm>
            <a:off x="7402486" y="1993589"/>
            <a:ext cx="1362724" cy="691878"/>
          </a:xfrm>
          <a:prstGeom prst="rect">
            <a:avLst/>
          </a:prstGeom>
          <a:noFill/>
          <a:ln w="127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D38809FF-E305-4FB2-B9DA-B57C72FB71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3427374"/>
              </p:ext>
            </p:extLst>
          </p:nvPr>
        </p:nvGraphicFramePr>
        <p:xfrm>
          <a:off x="660637" y="327129"/>
          <a:ext cx="6604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5" name="Equation" r:id="rId7" imgW="660240" imgH="330120" progId="Equation.DSMT4">
                  <p:embed/>
                </p:oleObj>
              </mc:Choice>
              <mc:Fallback>
                <p:oleObj name="Equation" r:id="rId7" imgW="660240" imgH="3301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171C7DBF-8466-490C-83D5-687D4542AC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60637" y="327129"/>
                        <a:ext cx="660400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507FC3AE-E7DA-4C1E-BD29-585F26EDF9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66442"/>
              </p:ext>
            </p:extLst>
          </p:nvPr>
        </p:nvGraphicFramePr>
        <p:xfrm>
          <a:off x="1403648" y="267494"/>
          <a:ext cx="66802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6" name="Equation" r:id="rId9" imgW="6680160" imgH="507960" progId="Equation.DSMT4">
                  <p:embed/>
                </p:oleObj>
              </mc:Choice>
              <mc:Fallback>
                <p:oleObj name="Equation" r:id="rId9" imgW="6680160" imgH="50796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9DFF8ACE-FFE6-4F6C-A5AD-5C088F0F49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403648" y="267494"/>
                        <a:ext cx="66802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80F56832-8E9A-4E7D-87F0-74FB485B01E3}"/>
              </a:ext>
            </a:extLst>
          </p:cNvPr>
          <p:cNvSpPr/>
          <p:nvPr/>
        </p:nvSpPr>
        <p:spPr>
          <a:xfrm>
            <a:off x="6936409" y="988750"/>
            <a:ext cx="1296144" cy="691878"/>
          </a:xfrm>
          <a:prstGeom prst="rect">
            <a:avLst/>
          </a:prstGeom>
          <a:noFill/>
          <a:ln w="12700">
            <a:solidFill>
              <a:srgbClr val="0064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9B269BB-4803-4F58-8A0A-124BF2F013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3452152"/>
              </p:ext>
            </p:extLst>
          </p:nvPr>
        </p:nvGraphicFramePr>
        <p:xfrm>
          <a:off x="4522993" y="2687168"/>
          <a:ext cx="889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7" name="Equation" r:id="rId11" imgW="88560" imgH="291960" progId="Equation.DSMT4">
                  <p:embed/>
                </p:oleObj>
              </mc:Choice>
              <mc:Fallback>
                <p:oleObj name="Equation" r:id="rId11" imgW="88560" imgH="29196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0F46B13-EA2A-43A1-9715-267B5541E4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522993" y="2687168"/>
                        <a:ext cx="889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FA51481-6BAC-4624-8DAA-90A711AE8F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1119400"/>
              </p:ext>
            </p:extLst>
          </p:nvPr>
        </p:nvGraphicFramePr>
        <p:xfrm>
          <a:off x="755576" y="3745219"/>
          <a:ext cx="34925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8" name="Equation" r:id="rId13" imgW="3492360" imgH="507960" progId="Equation.DSMT4">
                  <p:embed/>
                </p:oleObj>
              </mc:Choice>
              <mc:Fallback>
                <p:oleObj name="Equation" r:id="rId13" imgW="3492360" imgH="50796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045B0557-AECE-4AA9-A3B0-7315627C0C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55576" y="3745219"/>
                        <a:ext cx="34925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Box 8">
            <a:extLst>
              <a:ext uri="{FF2B5EF4-FFF2-40B4-BE49-F238E27FC236}">
                <a16:creationId xmlns:a16="http://schemas.microsoft.com/office/drawing/2014/main" id="{415F884C-E513-4D6D-9894-EA1AC547A9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697" y="4348041"/>
            <a:ext cx="49558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n-ea"/>
              </a:rPr>
              <a:t>由下往上依次代入，可得结论</a:t>
            </a:r>
            <a:r>
              <a:rPr kumimoji="1" lang="en-US" altLang="zh-CN" sz="2400" b="1" dirty="0">
                <a:solidFill>
                  <a:srgbClr val="0066FF"/>
                </a:solidFill>
                <a:latin typeface="+mn-ea"/>
              </a:rPr>
              <a:t>.</a:t>
            </a:r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8DAC145-685D-46B3-8171-D3CE520C56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976497"/>
              </p:ext>
            </p:extLst>
          </p:nvPr>
        </p:nvGraphicFramePr>
        <p:xfrm>
          <a:off x="566096" y="2974697"/>
          <a:ext cx="378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9" name="Equation" r:id="rId15" imgW="3784320" imgH="507960" progId="Equation.DSMT4">
                  <p:embed/>
                </p:oleObj>
              </mc:Choice>
              <mc:Fallback>
                <p:oleObj name="Equation" r:id="rId15" imgW="3784320" imgH="50796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8C32B6D9-F7EF-4441-BFD1-80EA6CC1CE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66096" y="2974697"/>
                        <a:ext cx="3784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393C7768-2330-4C29-91E1-4E1F2182C88F}"/>
              </a:ext>
            </a:extLst>
          </p:cNvPr>
          <p:cNvSpPr/>
          <p:nvPr/>
        </p:nvSpPr>
        <p:spPr>
          <a:xfrm>
            <a:off x="3291699" y="2878866"/>
            <a:ext cx="1362724" cy="648937"/>
          </a:xfrm>
          <a:prstGeom prst="rect">
            <a:avLst/>
          </a:prstGeom>
          <a:noFill/>
          <a:ln w="127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49A00C3-6FB4-4544-92F4-55991B289C06}"/>
              </a:ext>
            </a:extLst>
          </p:cNvPr>
          <p:cNvGrpSpPr/>
          <p:nvPr/>
        </p:nvGrpSpPr>
        <p:grpSpPr>
          <a:xfrm>
            <a:off x="556759" y="1024987"/>
            <a:ext cx="1350945" cy="3336501"/>
            <a:chOff x="556759" y="1024987"/>
            <a:chExt cx="1350945" cy="3336501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CDE461C-3E2F-4712-9378-154E0B62DF03}"/>
                </a:ext>
              </a:extLst>
            </p:cNvPr>
            <p:cNvSpPr/>
            <p:nvPr/>
          </p:nvSpPr>
          <p:spPr>
            <a:xfrm>
              <a:off x="611560" y="2857395"/>
              <a:ext cx="1296144" cy="691878"/>
            </a:xfrm>
            <a:prstGeom prst="rect">
              <a:avLst/>
            </a:prstGeom>
            <a:noFill/>
            <a:ln w="127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C8F53D05-3250-4ADE-9891-313078E3E98A}"/>
                </a:ext>
              </a:extLst>
            </p:cNvPr>
            <p:cNvSpPr/>
            <p:nvPr/>
          </p:nvSpPr>
          <p:spPr>
            <a:xfrm>
              <a:off x="611560" y="1972973"/>
              <a:ext cx="1296144" cy="691878"/>
            </a:xfrm>
            <a:prstGeom prst="rect">
              <a:avLst/>
            </a:prstGeom>
            <a:noFill/>
            <a:ln w="12700">
              <a:solidFill>
                <a:srgbClr val="0064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1567B16D-7236-413F-AFCD-0F26635E918C}"/>
                </a:ext>
              </a:extLst>
            </p:cNvPr>
            <p:cNvSpPr/>
            <p:nvPr/>
          </p:nvSpPr>
          <p:spPr>
            <a:xfrm>
              <a:off x="556759" y="1024987"/>
              <a:ext cx="1296144" cy="691878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5781AF98-1285-4A2D-BA2D-8C140882CCAC}"/>
                </a:ext>
              </a:extLst>
            </p:cNvPr>
            <p:cNvSpPr/>
            <p:nvPr/>
          </p:nvSpPr>
          <p:spPr>
            <a:xfrm>
              <a:off x="556759" y="3669610"/>
              <a:ext cx="1296144" cy="691878"/>
            </a:xfrm>
            <a:prstGeom prst="rect">
              <a:avLst/>
            </a:prstGeom>
            <a:noFill/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19505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/>
      <p:bldP spid="1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D0E00C3A-09AF-453E-B628-C8ADB0FBB508}"/>
              </a:ext>
            </a:extLst>
          </p:cNvPr>
          <p:cNvSpPr txBox="1">
            <a:spLocks noChangeArrowheads="1"/>
          </p:cNvSpPr>
          <p:nvPr/>
        </p:nvSpPr>
        <p:spPr>
          <a:xfrm>
            <a:off x="590525" y="267494"/>
            <a:ext cx="1828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19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A9AE5FBF-12FD-4783-A7A2-2418D250DD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5197021"/>
              </p:ext>
            </p:extLst>
          </p:nvPr>
        </p:nvGraphicFramePr>
        <p:xfrm>
          <a:off x="1763688" y="267494"/>
          <a:ext cx="25146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1" name="Equation" r:id="rId3" imgW="2514600" imgH="507960" progId="Equation.DSMT4">
                  <p:embed/>
                </p:oleObj>
              </mc:Choice>
              <mc:Fallback>
                <p:oleObj name="Equation" r:id="rId3" imgW="25146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63688" y="267494"/>
                        <a:ext cx="25146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4">
            <a:extLst>
              <a:ext uri="{FF2B5EF4-FFF2-40B4-BE49-F238E27FC236}">
                <a16:creationId xmlns:a16="http://schemas.microsoft.com/office/drawing/2014/main" id="{57FF2F48-1D8A-4E10-A1D5-5238041AF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25" y="879490"/>
            <a:ext cx="6440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A0C84AD8-C3E7-4A1E-BF26-ADE5D8D6C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4383" y="879490"/>
            <a:ext cx="867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4F62890F-4650-4E54-87F4-D8215C7966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382901"/>
              </p:ext>
            </p:extLst>
          </p:nvPr>
        </p:nvGraphicFramePr>
        <p:xfrm>
          <a:off x="1562004" y="913428"/>
          <a:ext cx="1905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2" name="Equation" r:id="rId5" imgW="1904760" imgH="393480" progId="Equation.DSMT4">
                  <p:embed/>
                </p:oleObj>
              </mc:Choice>
              <mc:Fallback>
                <p:oleObj name="Equation" r:id="rId5" imgW="190476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62004" y="913428"/>
                        <a:ext cx="19050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894529F-5CB2-4586-A50A-855FB41153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2289366"/>
              </p:ext>
            </p:extLst>
          </p:nvPr>
        </p:nvGraphicFramePr>
        <p:xfrm>
          <a:off x="3617888" y="960578"/>
          <a:ext cx="13208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3" name="Equation" r:id="rId7" imgW="1320480" imgH="342720" progId="Equation.DSMT4">
                  <p:embed/>
                </p:oleObj>
              </mc:Choice>
              <mc:Fallback>
                <p:oleObj name="Equation" r:id="rId7" imgW="1320480" imgH="34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7888" y="960578"/>
                        <a:ext cx="13208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4">
            <a:extLst>
              <a:ext uri="{FF2B5EF4-FFF2-40B4-BE49-F238E27FC236}">
                <a16:creationId xmlns:a16="http://schemas.microsoft.com/office/drawing/2014/main" id="{A3F71A92-4060-42F9-921C-60DC0397C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165" y="1591064"/>
            <a:ext cx="9988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B718ABDE-D356-4221-9E7B-C4DF8A8815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813022"/>
              </p:ext>
            </p:extLst>
          </p:nvPr>
        </p:nvGraphicFramePr>
        <p:xfrm>
          <a:off x="1305595" y="1445062"/>
          <a:ext cx="2235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4" name="Equation" r:id="rId9" imgW="2234880" imgH="774360" progId="Equation.DSMT4">
                  <p:embed/>
                </p:oleObj>
              </mc:Choice>
              <mc:Fallback>
                <p:oleObj name="Equation" r:id="rId9" imgW="223488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305595" y="1445062"/>
                        <a:ext cx="2235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1E0B775-EE5D-4616-822F-C9E2D11FA2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9490396"/>
              </p:ext>
            </p:extLst>
          </p:nvPr>
        </p:nvGraphicFramePr>
        <p:xfrm>
          <a:off x="3540795" y="1452423"/>
          <a:ext cx="1866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5" name="Equation" r:id="rId11" imgW="1866600" imgH="774360" progId="Equation.DSMT4">
                  <p:embed/>
                </p:oleObj>
              </mc:Choice>
              <mc:Fallback>
                <p:oleObj name="Equation" r:id="rId11" imgW="18666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540795" y="1452423"/>
                        <a:ext cx="18669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83B732B5-947E-47F8-A46B-C8D2FD98C3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9842197"/>
              </p:ext>
            </p:extLst>
          </p:nvPr>
        </p:nvGraphicFramePr>
        <p:xfrm>
          <a:off x="5407695" y="1452423"/>
          <a:ext cx="1600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6" name="Equation" r:id="rId13" imgW="1600200" imgH="774360" progId="Equation.DSMT4">
                  <p:embed/>
                </p:oleObj>
              </mc:Choice>
              <mc:Fallback>
                <p:oleObj name="Equation" r:id="rId13" imgW="160020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407695" y="1452423"/>
                        <a:ext cx="1600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26D9808-5B2A-4267-BF7D-D9F6393972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453437"/>
              </p:ext>
            </p:extLst>
          </p:nvPr>
        </p:nvGraphicFramePr>
        <p:xfrm>
          <a:off x="7007895" y="1454294"/>
          <a:ext cx="1219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7" name="Equation" r:id="rId15" imgW="1218960" imgH="774360" progId="Equation.DSMT4">
                  <p:embed/>
                </p:oleObj>
              </mc:Choice>
              <mc:Fallback>
                <p:oleObj name="Equation" r:id="rId15" imgW="121896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007895" y="1454294"/>
                        <a:ext cx="1219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B3E46271-56EC-4F4D-AE58-D201DDAC9E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723848"/>
              </p:ext>
            </p:extLst>
          </p:nvPr>
        </p:nvGraphicFramePr>
        <p:xfrm>
          <a:off x="1336650" y="2583657"/>
          <a:ext cx="4064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8" name="Equation" r:id="rId17" imgW="4063680" imgH="812520" progId="Equation.DSMT4">
                  <p:embed/>
                </p:oleObj>
              </mc:Choice>
              <mc:Fallback>
                <p:oleObj name="Equation" r:id="rId17" imgW="4063680" imgH="812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336650" y="2583657"/>
                        <a:ext cx="4064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19112808-DA20-4628-9C1E-C62AC59391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261554"/>
              </p:ext>
            </p:extLst>
          </p:nvPr>
        </p:nvGraphicFramePr>
        <p:xfrm>
          <a:off x="150813" y="4119629"/>
          <a:ext cx="815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129" name="Equation" r:id="rId19" imgW="8153280" imgH="431640" progId="Equation.DSMT4">
                  <p:embed/>
                </p:oleObj>
              </mc:Choice>
              <mc:Fallback>
                <p:oleObj name="Equation" r:id="rId19" imgW="8153280" imgH="43164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83426E7-BC90-45D6-862A-4D720956EE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0813" y="4119629"/>
                        <a:ext cx="8153400" cy="4318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00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  <p:bldP spid="10" grpId="0" autoUpdateAnimBg="0"/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68B0F19-3919-4F2A-BCFD-680FC2D0D9C7}"/>
              </a:ext>
            </a:extLst>
          </p:cNvPr>
          <p:cNvSpPr txBox="1">
            <a:spLocks noChangeArrowheads="1"/>
          </p:cNvSpPr>
          <p:nvPr/>
        </p:nvSpPr>
        <p:spPr>
          <a:xfrm>
            <a:off x="467742" y="267494"/>
            <a:ext cx="18288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400" b="1" dirty="0">
                <a:solidFill>
                  <a:srgbClr val="0066FF"/>
                </a:solidFill>
                <a:latin typeface="+mj-ea"/>
              </a:rPr>
              <a:t>例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</a:rPr>
              <a:t>20</a:t>
            </a:r>
            <a:r>
              <a:rPr lang="en-US" altLang="zh-CN" sz="2400" b="1" dirty="0">
                <a:latin typeface="+mj-ea"/>
              </a:rPr>
              <a:t> </a:t>
            </a:r>
            <a:r>
              <a:rPr lang="zh-CN" altLang="en-US" sz="2400" b="1" dirty="0">
                <a:latin typeface="+mj-ea"/>
              </a:rPr>
              <a:t>求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0D944F24-C46D-43B0-AF8B-8219760C40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9926732"/>
              </p:ext>
            </p:extLst>
          </p:nvPr>
        </p:nvGraphicFramePr>
        <p:xfrm>
          <a:off x="1691680" y="267494"/>
          <a:ext cx="1612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04" name="Equation" r:id="rId3" imgW="1612800" imgH="507960" progId="Equation.DSMT4">
                  <p:embed/>
                </p:oleObj>
              </mc:Choice>
              <mc:Fallback>
                <p:oleObj name="Equation" r:id="rId3" imgW="1612800" imgH="507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267494"/>
                        <a:ext cx="16129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56648C3E-6036-4B20-9B23-4F790E91EE20}"/>
              </a:ext>
            </a:extLst>
          </p:cNvPr>
          <p:cNvCxnSpPr/>
          <p:nvPr/>
        </p:nvCxnSpPr>
        <p:spPr>
          <a:xfrm>
            <a:off x="-59086" y="4070695"/>
            <a:ext cx="9144000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4">
            <a:extLst>
              <a:ext uri="{FF2B5EF4-FFF2-40B4-BE49-F238E27FC236}">
                <a16:creationId xmlns:a16="http://schemas.microsoft.com/office/drawing/2014/main" id="{C7A78F9A-F387-467B-8CA0-C45ABBE19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742" y="879490"/>
            <a:ext cx="64400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</a:t>
            </a:r>
            <a:endParaRPr kumimoji="1" lang="zh-CN" altLang="en-US" sz="2400" b="1" dirty="0">
              <a:latin typeface="+mj-ea"/>
              <a:ea typeface="+mj-ea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A3213B6-0783-4D60-9E2B-6A3D5ED99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879490"/>
            <a:ext cx="8679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令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1B24C798-4C9E-4093-AE14-C358738B8E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125611"/>
              </p:ext>
            </p:extLst>
          </p:nvPr>
        </p:nvGraphicFramePr>
        <p:xfrm>
          <a:off x="1445642" y="934393"/>
          <a:ext cx="850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05" name="Equation" r:id="rId5" imgW="850680" imgH="393480" progId="Equation.DSMT4">
                  <p:embed/>
                </p:oleObj>
              </mc:Choice>
              <mc:Fallback>
                <p:oleObj name="Equation" r:id="rId5" imgW="850680" imgH="39348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4F62890F-4650-4E54-87F4-D8215C7966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445642" y="934393"/>
                        <a:ext cx="850900" cy="393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4FCE2143-227C-417A-83FD-9F123DD887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1609136"/>
              </p:ext>
            </p:extLst>
          </p:nvPr>
        </p:nvGraphicFramePr>
        <p:xfrm>
          <a:off x="2440980" y="957514"/>
          <a:ext cx="1727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06" name="Equation" r:id="rId7" imgW="1726920" imgH="342720" progId="Equation.DSMT4">
                  <p:embed/>
                </p:oleObj>
              </mc:Choice>
              <mc:Fallback>
                <p:oleObj name="Equation" r:id="rId7" imgW="1726920" imgH="34272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894529F-5CB2-4586-A50A-855FB41153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40980" y="957514"/>
                        <a:ext cx="172720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4">
            <a:extLst>
              <a:ext uri="{FF2B5EF4-FFF2-40B4-BE49-F238E27FC236}">
                <a16:creationId xmlns:a16="http://schemas.microsoft.com/office/drawing/2014/main" id="{E2DEA7DD-E4DC-4B1B-9514-87D84FA0C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180" y="1632849"/>
            <a:ext cx="9988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+mj-ea"/>
                <a:ea typeface="+mj-ea"/>
              </a:rPr>
              <a:t>原式</a:t>
            </a: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11EC3F22-2BBE-44F0-B080-6BC557BCFF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79580"/>
              </p:ext>
            </p:extLst>
          </p:nvPr>
        </p:nvGraphicFramePr>
        <p:xfrm>
          <a:off x="6443092" y="3093244"/>
          <a:ext cx="177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07" name="Equation" r:id="rId9" imgW="177480" imgH="291960" progId="Equation.DSMT4">
                  <p:embed/>
                </p:oleObj>
              </mc:Choice>
              <mc:Fallback>
                <p:oleObj name="Equation" r:id="rId9" imgW="17748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43092" y="3093244"/>
                        <a:ext cx="1778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FFCAD2EA-845B-4AD4-8894-2C56A8C3C0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5826417"/>
              </p:ext>
            </p:extLst>
          </p:nvPr>
        </p:nvGraphicFramePr>
        <p:xfrm>
          <a:off x="1271712" y="1508035"/>
          <a:ext cx="70612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08" name="Equation" r:id="rId11" imgW="7061040" imgH="774360" progId="Equation.DSMT4">
                  <p:embed/>
                </p:oleObj>
              </mc:Choice>
              <mc:Fallback>
                <p:oleObj name="Equation" r:id="rId11" imgW="7061040" imgH="774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271712" y="1508035"/>
                        <a:ext cx="70612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4FD689CE-3698-48C5-8785-3EC59E6D019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40819"/>
              </p:ext>
            </p:extLst>
          </p:nvPr>
        </p:nvGraphicFramePr>
        <p:xfrm>
          <a:off x="1278361" y="2600592"/>
          <a:ext cx="5067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09" name="Equation" r:id="rId13" imgW="5067000" imgH="888840" progId="Equation.DSMT4">
                  <p:embed/>
                </p:oleObj>
              </mc:Choice>
              <mc:Fallback>
                <p:oleObj name="Equation" r:id="rId13" imgW="5067000" imgH="888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78361" y="2600592"/>
                        <a:ext cx="5067300" cy="889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F0B83485-6CA0-4D79-81D0-7E44FF3D10C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235953"/>
              </p:ext>
            </p:extLst>
          </p:nvPr>
        </p:nvGraphicFramePr>
        <p:xfrm>
          <a:off x="197404" y="4220861"/>
          <a:ext cx="8153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110" name="Equation" r:id="rId15" imgW="8153280" imgH="431640" progId="Equation.DSMT4">
                  <p:embed/>
                </p:oleObj>
              </mc:Choice>
              <mc:Fallback>
                <p:oleObj name="Equation" r:id="rId15" imgW="8153280" imgH="4316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19112808-DA20-4628-9C1E-C62AC59391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97404" y="4220861"/>
                        <a:ext cx="8153400" cy="431800"/>
                      </a:xfrm>
                      <a:prstGeom prst="rect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7462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8" grpId="0" autoUpdateAnimBg="0"/>
      <p:bldP spid="1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F0C59B94-E9D6-4923-8C11-7EDFCC4A5127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565991"/>
            <a:ext cx="2286000" cy="68580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4FF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小      结 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0F866B52-4C7B-400A-AC28-D5E9C935B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840" y="1333478"/>
            <a:ext cx="28083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分部公式：</a:t>
            </a:r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DBA55BC6-558D-4FE8-A8A0-D6EE8D834F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08" y="2687417"/>
            <a:ext cx="228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使用原则：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Box 11">
            <a:extLst>
              <a:ext uri="{FF2B5EF4-FFF2-40B4-BE49-F238E27FC236}">
                <a16:creationId xmlns:a16="http://schemas.microsoft.com/office/drawing/2014/main" id="{D73CB266-C1A4-45DA-9BEB-FDFF2FF09B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08" y="3449417"/>
            <a:ext cx="2438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</a:t>
            </a:r>
            <a:r>
              <a:rPr kumimoji="1" lang="en-US" altLang="zh-CN" sz="2400" b="1" i="1" dirty="0">
                <a:latin typeface="Times New Roman" panose="02020603050405020304" pitchFamily="18" charset="0"/>
                <a:cs typeface="Times New Roman" pitchFamily="18" charset="0"/>
              </a:rPr>
              <a:t> u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顺序：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2CC7DEEA-4FE9-4838-9927-884E7D183A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74" y="3462129"/>
            <a:ext cx="37439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LIAGE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 Box 15">
            <a:extLst>
              <a:ext uri="{FF2B5EF4-FFF2-40B4-BE49-F238E27FC236}">
                <a16:creationId xmlns:a16="http://schemas.microsoft.com/office/drawing/2014/main" id="{23178638-889D-408C-B609-EB20EC0B67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08" y="4171730"/>
            <a:ext cx="2286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题目类型：</a:t>
            </a:r>
            <a:endParaRPr kumimoji="1"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16">
            <a:extLst>
              <a:ext uri="{FF2B5EF4-FFF2-40B4-BE49-F238E27FC236}">
                <a16:creationId xmlns:a16="http://schemas.microsoft.com/office/drawing/2014/main" id="{DAB6531E-E096-4CF5-9BCB-F86DCDE34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36" y="4181787"/>
            <a:ext cx="632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分部简化；中途消去；还原解出；递推公式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 Box 22">
            <a:extLst>
              <a:ext uri="{FF2B5EF4-FFF2-40B4-BE49-F238E27FC236}">
                <a16:creationId xmlns:a16="http://schemas.microsoft.com/office/drawing/2014/main" id="{1EF17C62-6BAF-4C18-ABA4-DD2D3FB4B2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308" y="1897091"/>
            <a:ext cx="7559675" cy="548548"/>
          </a:xfrm>
          <a:prstGeom prst="rect">
            <a:avLst/>
          </a:prstGeom>
          <a:noFill/>
          <a:ln w="19050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适应类型</a:t>
            </a:r>
            <a:r>
              <a:rPr kumimoji="1"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：不同类型函数乘积的积分问题</a:t>
            </a:r>
            <a:r>
              <a:rPr kumimoji="1"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0" name="Object 21">
            <a:extLst>
              <a:ext uri="{FF2B5EF4-FFF2-40B4-BE49-F238E27FC236}">
                <a16:creationId xmlns:a16="http://schemas.microsoft.com/office/drawing/2014/main" id="{8FA14D1B-AB84-48FC-863A-ECEDC7D6F8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6054137"/>
              </p:ext>
            </p:extLst>
          </p:nvPr>
        </p:nvGraphicFramePr>
        <p:xfrm>
          <a:off x="2770190" y="1321771"/>
          <a:ext cx="21590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821" name="Equation" r:id="rId3" imgW="51816000" imgH="12192000" progId="Equation.DSMT4">
                  <p:embed/>
                </p:oleObj>
              </mc:Choice>
              <mc:Fallback>
                <p:oleObj name="Equation" r:id="rId3" imgW="51816000" imgH="12192000" progId="Equation.DSMT4">
                  <p:embed/>
                  <p:pic>
                    <p:nvPicPr>
                      <p:cNvPr id="2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0190" y="1321771"/>
                        <a:ext cx="21590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BEDC1CCA-6F87-4A70-AF0C-E25E59E5C9C3}"/>
              </a:ext>
            </a:extLst>
          </p:cNvPr>
          <p:cNvGrpSpPr/>
          <p:nvPr/>
        </p:nvGrpSpPr>
        <p:grpSpPr>
          <a:xfrm>
            <a:off x="2750708" y="2690562"/>
            <a:ext cx="3582195" cy="557213"/>
            <a:chOff x="2987824" y="2789157"/>
            <a:chExt cx="3582195" cy="557213"/>
          </a:xfrm>
        </p:grpSpPr>
        <p:grpSp>
          <p:nvGrpSpPr>
            <p:cNvPr id="12" name="Group 7">
              <a:extLst>
                <a:ext uri="{FF2B5EF4-FFF2-40B4-BE49-F238E27FC236}">
                  <a16:creationId xmlns:a16="http://schemas.microsoft.com/office/drawing/2014/main" id="{1F593510-EA6A-4BA8-963B-0C484B09CD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21968" y="2806649"/>
              <a:ext cx="3448051" cy="463550"/>
              <a:chOff x="2024" y="1213"/>
              <a:chExt cx="2172" cy="292"/>
            </a:xfrm>
          </p:grpSpPr>
          <p:sp>
            <p:nvSpPr>
              <p:cNvPr id="15" name="Text Box 9">
                <a:extLst>
                  <a:ext uri="{FF2B5EF4-FFF2-40B4-BE49-F238E27FC236}">
                    <a16:creationId xmlns:a16="http://schemas.microsoft.com/office/drawing/2014/main" id="{7AB1AABE-5349-4AD3-8F29-AE3FF2FDCA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24" y="1214"/>
                <a:ext cx="864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易求出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</p:txBody>
          </p:sp>
          <p:sp>
            <p:nvSpPr>
              <p:cNvPr id="16" name="Text Box 10">
                <a:extLst>
                  <a:ext uri="{FF2B5EF4-FFF2-40B4-BE49-F238E27FC236}">
                    <a16:creationId xmlns:a16="http://schemas.microsoft.com/office/drawing/2014/main" id="{986461B8-CA01-4824-9674-20B21B66E2B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88" y="1213"/>
                <a:ext cx="1008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易积分</a:t>
                </a:r>
                <a:r>
                  <a:rPr kumimoji="1" lang="en-US" altLang="zh-C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kumimoji="1" lang="zh-CN" altLang="en-US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aphicFrame>
          <p:nvGraphicFramePr>
            <p:cNvPr id="13" name="Object 13">
              <a:extLst>
                <a:ext uri="{FF2B5EF4-FFF2-40B4-BE49-F238E27FC236}">
                  <a16:creationId xmlns:a16="http://schemas.microsoft.com/office/drawing/2014/main" id="{19A07DEE-80F8-4B47-BBFE-CD6D818B7AF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7824" y="3003798"/>
            <a:ext cx="177800" cy="203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22" name="Equation" r:id="rId5" imgW="4267200" imgH="4876800" progId="Equation.DSMT4">
                    <p:embed/>
                  </p:oleObj>
                </mc:Choice>
                <mc:Fallback>
                  <p:oleObj name="Equation" r:id="rId5" imgW="4267200" imgH="4876800" progId="Equation.DSMT4">
                    <p:embed/>
                    <p:pic>
                      <p:nvPicPr>
                        <p:cNvPr id="15975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7824" y="3003798"/>
                          <a:ext cx="177800" cy="203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4">
              <a:extLst>
                <a:ext uri="{FF2B5EF4-FFF2-40B4-BE49-F238E27FC236}">
                  <a16:creationId xmlns:a16="http://schemas.microsoft.com/office/drawing/2014/main" id="{FE45CC56-F520-4B4B-B0E7-5EDB8210C29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96202923"/>
                </p:ext>
              </p:extLst>
            </p:nvPr>
          </p:nvGraphicFramePr>
          <p:xfrm>
            <a:off x="4297018" y="2789157"/>
            <a:ext cx="715963" cy="557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8823" name="Equation" r:id="rId7" imgW="685800" imgH="507960" progId="Equation.DSMT4">
                    <p:embed/>
                  </p:oleObj>
                </mc:Choice>
                <mc:Fallback>
                  <p:oleObj name="Equation" r:id="rId7" imgW="685800" imgH="507960" progId="Equation.DSMT4">
                    <p:embed/>
                    <p:pic>
                      <p:nvPicPr>
                        <p:cNvPr id="159758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7018" y="2789157"/>
                          <a:ext cx="715963" cy="5572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65469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9F7F933D-57A7-4940-9A6F-1DE49D2CE885}"/>
              </a:ext>
            </a:extLst>
          </p:cNvPr>
          <p:cNvSpPr txBox="1">
            <a:spLocks noChangeArrowheads="1"/>
          </p:cNvSpPr>
          <p:nvPr/>
        </p:nvSpPr>
        <p:spPr>
          <a:xfrm>
            <a:off x="565153" y="461732"/>
            <a:ext cx="164976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练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1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4583CB6E-6916-4D66-A6F7-5E5868ABA11E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31558" y="450841"/>
          <a:ext cx="25273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23" name="Equation" r:id="rId3" imgW="2527200" imgH="545760" progId="Equation.DSMT4">
                  <p:embed/>
                </p:oleObj>
              </mc:Choice>
              <mc:Fallback>
                <p:oleObj name="Equation" r:id="rId3" imgW="2527200" imgH="5457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4583CB6E-6916-4D66-A6F7-5E5868ABA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31558" y="450841"/>
                        <a:ext cx="25273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1DFEBB91-D67D-4264-BC34-3CB7FAC30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3" y="1372384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960D533-44D0-47B4-8D68-837C9B8CBB98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14500" y="1274763"/>
          <a:ext cx="66421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24" name="Equation" r:id="rId5" imgW="6642000" imgH="812520" progId="Equation.DSMT4">
                  <p:embed/>
                </p:oleObj>
              </mc:Choice>
              <mc:Fallback>
                <p:oleObj name="Equation" r:id="rId5" imgW="6642000" imgH="8125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6960D533-44D0-47B4-8D68-837C9B8CBB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714500" y="1274763"/>
                        <a:ext cx="66421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59D5850-ADE4-4F9C-B3ED-28AABA0FAC94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20850" y="2292350"/>
          <a:ext cx="61214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25" name="Equation" r:id="rId7" imgW="6121080" imgH="545760" progId="Equation.DSMT4">
                  <p:embed/>
                </p:oleObj>
              </mc:Choice>
              <mc:Fallback>
                <p:oleObj name="Equation" r:id="rId7" imgW="6121080" imgH="54576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59D5850-ADE4-4F9C-B3ED-28AABA0FAC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720850" y="2292350"/>
                        <a:ext cx="61214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4DFB8419-62F9-49CF-B16A-BF12519C8AA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01800" y="2992438"/>
          <a:ext cx="7226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26" name="Equation" r:id="rId9" imgW="7226280" imgH="914400" progId="Equation.DSMT4">
                  <p:embed/>
                </p:oleObj>
              </mc:Choice>
              <mc:Fallback>
                <p:oleObj name="Equation" r:id="rId9" imgW="7226280" imgH="9144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DFB8419-62F9-49CF-B16A-BF12519C8A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01800" y="2992438"/>
                        <a:ext cx="72263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0F85CC5-C186-4180-9B3B-D8D6AB71D05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697038" y="4060825"/>
          <a:ext cx="65151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227" name="Equation" r:id="rId11" imgW="6514920" imgH="469800" progId="Equation.DSMT4">
                  <p:embed/>
                </p:oleObj>
              </mc:Choice>
              <mc:Fallback>
                <p:oleObj name="Equation" r:id="rId11" imgW="6514920" imgH="4698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0F85CC5-C186-4180-9B3B-D8D6AB71D0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697038" y="4060825"/>
                        <a:ext cx="6515100" cy="469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D5DDC3C-0FFD-4F15-B15C-5047BA86A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2254935"/>
            <a:ext cx="12961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强行分部</a:t>
            </a:r>
            <a:r>
              <a:rPr lang="en-US" altLang="zh-CN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BDBCD4-20A1-44C5-A971-915FBAAB2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2762766"/>
            <a:ext cx="12961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柳暗花明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0130450-0586-40C2-8183-0A97A5879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2" y="3296875"/>
            <a:ext cx="12961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天空地阔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ECD524-E1A9-47DF-9E9F-AEC69BCD43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803" y="3807870"/>
            <a:ext cx="12961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屡试不爽</a:t>
            </a:r>
          </a:p>
        </p:txBody>
      </p:sp>
    </p:spTree>
    <p:extLst>
      <p:ext uri="{BB962C8B-B14F-4D97-AF65-F5344CB8AC3E}">
        <p14:creationId xmlns:p14="http://schemas.microsoft.com/office/powerpoint/2010/main" val="159720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945C9E7F-B51B-43DB-BE65-F82FB85A4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61" y="411510"/>
            <a:ext cx="12241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01F07E8-1D95-4D08-9A75-CD5F3CF31A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028496"/>
              </p:ext>
            </p:extLst>
          </p:nvPr>
        </p:nvGraphicFramePr>
        <p:xfrm>
          <a:off x="1691680" y="254992"/>
          <a:ext cx="24384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17" name="Equation" r:id="rId3" imgW="2438280" imgH="774360" progId="Equation.DSMT4">
                  <p:embed/>
                </p:oleObj>
              </mc:Choice>
              <mc:Fallback>
                <p:oleObj name="Equation" r:id="rId3" imgW="2438280" imgH="774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68FE171F-BC56-49C1-9B9E-1AD271AFDB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91680" y="254992"/>
                        <a:ext cx="2438400" cy="774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1">
            <a:extLst>
              <a:ext uri="{FF2B5EF4-FFF2-40B4-BE49-F238E27FC236}">
                <a16:creationId xmlns:a16="http://schemas.microsoft.com/office/drawing/2014/main" id="{5FF7DE92-53C4-4CDB-9830-022C49A3E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18" y="1377622"/>
            <a:ext cx="81459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56D48CC-2839-4759-9595-243C1BFBC7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474063"/>
              </p:ext>
            </p:extLst>
          </p:nvPr>
        </p:nvGraphicFramePr>
        <p:xfrm>
          <a:off x="1130871" y="1183581"/>
          <a:ext cx="5308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18" name="Equation" r:id="rId5" imgW="5308560" imgH="850680" progId="Equation.DSMT4">
                  <p:embed/>
                </p:oleObj>
              </mc:Choice>
              <mc:Fallback>
                <p:oleObj name="Equation" r:id="rId5" imgW="5308560" imgH="8506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F33654D-6E1A-43C6-AA86-088E0F0C16D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30871" y="1183581"/>
                        <a:ext cx="53086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E11DB7F-4048-4BCA-9D20-DE73C5D2A7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3600035"/>
              </p:ext>
            </p:extLst>
          </p:nvPr>
        </p:nvGraphicFramePr>
        <p:xfrm>
          <a:off x="922908" y="2312293"/>
          <a:ext cx="3975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19" name="Equation" r:id="rId7" imgW="3974760" imgH="723600" progId="Equation.DSMT4">
                  <p:embed/>
                </p:oleObj>
              </mc:Choice>
              <mc:Fallback>
                <p:oleObj name="Equation" r:id="rId7" imgW="3974760" imgH="7236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AFD6E52-9724-4630-9C36-FE90CD096D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22908" y="2312293"/>
                        <a:ext cx="3975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8B90AE4-0542-488E-B64F-4100B0303C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203852"/>
              </p:ext>
            </p:extLst>
          </p:nvPr>
        </p:nvGraphicFramePr>
        <p:xfrm>
          <a:off x="965771" y="3242568"/>
          <a:ext cx="5448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20" name="Equation" r:id="rId9" imgW="5448240" imgH="736560" progId="Equation.DSMT4">
                  <p:embed/>
                </p:oleObj>
              </mc:Choice>
              <mc:Fallback>
                <p:oleObj name="Equation" r:id="rId9" imgW="544824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ED76AA6E-E127-487A-894A-624E7B9F9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65771" y="3242568"/>
                        <a:ext cx="54483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52EC0728-3B68-4D0F-BFF0-BBB57094EC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0095881"/>
              </p:ext>
            </p:extLst>
          </p:nvPr>
        </p:nvGraphicFramePr>
        <p:xfrm>
          <a:off x="965771" y="3958531"/>
          <a:ext cx="3937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21" name="Equation" r:id="rId11" imgW="3936960" imgH="812520" progId="Equation.DSMT4">
                  <p:embed/>
                </p:oleObj>
              </mc:Choice>
              <mc:Fallback>
                <p:oleObj name="Equation" r:id="rId11" imgW="3936960" imgH="8125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5E70FEBA-38BE-4074-A8FC-470E8542E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65771" y="3958531"/>
                        <a:ext cx="3937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F590CA65-98FE-49EE-ACA3-BCA4BFD38F93}"/>
              </a:ext>
            </a:extLst>
          </p:cNvPr>
          <p:cNvSpPr txBox="1"/>
          <p:nvPr/>
        </p:nvSpPr>
        <p:spPr>
          <a:xfrm>
            <a:off x="6516216" y="1183005"/>
            <a:ext cx="2025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分母有理化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D1D5BFE-30FD-4C11-9198-D202AEEBDE68}"/>
              </a:ext>
            </a:extLst>
          </p:cNvPr>
          <p:cNvSpPr txBox="1"/>
          <p:nvPr/>
        </p:nvSpPr>
        <p:spPr>
          <a:xfrm>
            <a:off x="6742296" y="3357289"/>
            <a:ext cx="2025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凑微分</a:t>
            </a:r>
          </a:p>
        </p:txBody>
      </p:sp>
    </p:spTree>
    <p:extLst>
      <p:ext uri="{BB962C8B-B14F-4D97-AF65-F5344CB8AC3E}">
        <p14:creationId xmlns:p14="http://schemas.microsoft.com/office/powerpoint/2010/main" val="1898684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08E6B69D-CAAB-40BC-B98B-83D28B878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42" y="327497"/>
            <a:ext cx="132858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47A9DE7-C73F-4E5E-B7BD-1A3A063BF1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3336312"/>
              </p:ext>
            </p:extLst>
          </p:nvPr>
        </p:nvGraphicFramePr>
        <p:xfrm>
          <a:off x="1832569" y="158279"/>
          <a:ext cx="1841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03" name="Equation" r:id="rId3" imgW="1841400" imgH="799920" progId="Equation.DSMT4">
                  <p:embed/>
                </p:oleObj>
              </mc:Choice>
              <mc:Fallback>
                <p:oleObj name="Equation" r:id="rId3" imgW="1841400" imgH="7999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47A9DE7-C73F-4E5E-B7BD-1A3A063BF16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2569" y="158279"/>
                        <a:ext cx="18415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1">
            <a:extLst>
              <a:ext uri="{FF2B5EF4-FFF2-40B4-BE49-F238E27FC236}">
                <a16:creationId xmlns:a16="http://schemas.microsoft.com/office/drawing/2014/main" id="{67CC8FA7-89B6-483C-A9EC-B5E774AFF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568" y="1347614"/>
            <a:ext cx="20882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原式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2F57F0EA-5B85-475C-AC85-0E669C82BF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7778937"/>
              </p:ext>
            </p:extLst>
          </p:nvPr>
        </p:nvGraphicFramePr>
        <p:xfrm>
          <a:off x="1979712" y="1152996"/>
          <a:ext cx="21971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04" name="Equation" r:id="rId5" imgW="2197080" imgH="850680" progId="Equation.DSMT4">
                  <p:embed/>
                </p:oleObj>
              </mc:Choice>
              <mc:Fallback>
                <p:oleObj name="Equation" r:id="rId5" imgW="2197080" imgH="85068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2F57F0EA-5B85-475C-AC85-0E669C82BF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79712" y="1152996"/>
                        <a:ext cx="21971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33A07DFE-7CE3-4FEF-9E82-C697189001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2231881"/>
              </p:ext>
            </p:extLst>
          </p:nvPr>
        </p:nvGraphicFramePr>
        <p:xfrm>
          <a:off x="3923928" y="983779"/>
          <a:ext cx="105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05" name="Equation" r:id="rId7" imgW="1054080" imgH="380880" progId="Equation.DSMT4">
                  <p:embed/>
                </p:oleObj>
              </mc:Choice>
              <mc:Fallback>
                <p:oleObj name="Equation" r:id="rId7" imgW="1054080" imgH="38088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33A07DFE-7CE3-4FEF-9E82-C697189001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23928" y="983779"/>
                        <a:ext cx="105410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4CA88BF-E7DB-4CA9-B0EC-66F4FEEB61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1393344"/>
              </p:ext>
            </p:extLst>
          </p:nvPr>
        </p:nvGraphicFramePr>
        <p:xfrm>
          <a:off x="4268961" y="1222276"/>
          <a:ext cx="17526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06" name="Equation" r:id="rId9" imgW="1752480" imgH="749160" progId="Equation.DSMT4">
                  <p:embed/>
                </p:oleObj>
              </mc:Choice>
              <mc:Fallback>
                <p:oleObj name="Equation" r:id="rId9" imgW="1752480" imgH="749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64CA88BF-E7DB-4CA9-B0EC-66F4FEEB61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268961" y="1222276"/>
                        <a:ext cx="17526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B78CDA2-7EC4-4578-907D-C7C1DC869E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5461729"/>
              </p:ext>
            </p:extLst>
          </p:nvPr>
        </p:nvGraphicFramePr>
        <p:xfrm>
          <a:off x="1966888" y="2365227"/>
          <a:ext cx="2400300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07" name="Equation" r:id="rId11" imgW="2400120" imgH="749160" progId="Equation.DSMT4">
                  <p:embed/>
                </p:oleObj>
              </mc:Choice>
              <mc:Fallback>
                <p:oleObj name="Equation" r:id="rId11" imgW="2400120" imgH="74916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B78CDA2-7EC4-4578-907D-C7C1DC869E4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66888" y="2365227"/>
                        <a:ext cx="2400300" cy="749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A1B22FEB-4C58-480A-9272-6C2CF4BB99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7044297"/>
              </p:ext>
            </p:extLst>
          </p:nvPr>
        </p:nvGraphicFramePr>
        <p:xfrm>
          <a:off x="4367188" y="2314427"/>
          <a:ext cx="2413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08" name="Equation" r:id="rId13" imgW="2412720" imgH="799920" progId="Equation.DSMT4">
                  <p:embed/>
                </p:oleObj>
              </mc:Choice>
              <mc:Fallback>
                <p:oleObj name="Equation" r:id="rId13" imgW="2412720" imgH="7999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A1B22FEB-4C58-480A-9272-6C2CF4BB99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67188" y="2314427"/>
                        <a:ext cx="24130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1F68EBE9-54A7-4267-9FEB-03A14CDB60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208169"/>
              </p:ext>
            </p:extLst>
          </p:nvPr>
        </p:nvGraphicFramePr>
        <p:xfrm>
          <a:off x="6851922" y="2355726"/>
          <a:ext cx="1676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09" name="Equation" r:id="rId15" imgW="1676160" imgH="799920" progId="Equation.DSMT4">
                  <p:embed/>
                </p:oleObj>
              </mc:Choice>
              <mc:Fallback>
                <p:oleObj name="Equation" r:id="rId15" imgW="1676160" imgH="7999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1F68EBE9-54A7-4267-9FEB-03A14CDB60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51922" y="2355726"/>
                        <a:ext cx="16764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9D64874-5561-4EC7-A014-AB136606E5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412022"/>
              </p:ext>
            </p:extLst>
          </p:nvPr>
        </p:nvGraphicFramePr>
        <p:xfrm>
          <a:off x="1979712" y="3317751"/>
          <a:ext cx="4483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10" name="Equation" r:id="rId17" imgW="4483080" imgH="723600" progId="Equation.DSMT4">
                  <p:embed/>
                </p:oleObj>
              </mc:Choice>
              <mc:Fallback>
                <p:oleObj name="Equation" r:id="rId17" imgW="4483080" imgH="723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9D64874-5561-4EC7-A014-AB136606E5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79712" y="3317751"/>
                        <a:ext cx="4483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6887AF4B-FF3E-40BB-9F05-B88F65199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0533148"/>
              </p:ext>
            </p:extLst>
          </p:nvPr>
        </p:nvGraphicFramePr>
        <p:xfrm>
          <a:off x="2012156" y="4141664"/>
          <a:ext cx="4864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11" name="Equation" r:id="rId19" imgW="4863960" imgH="723600" progId="Equation.DSMT4">
                  <p:embed/>
                </p:oleObj>
              </mc:Choice>
              <mc:Fallback>
                <p:oleObj name="Equation" r:id="rId19" imgW="4863960" imgH="723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6887AF4B-FF3E-40BB-9F05-B88F65199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012156" y="4141664"/>
                        <a:ext cx="48641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9099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2AF54333-3FAC-4D55-B02C-3FCA2CF80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843558"/>
            <a:ext cx="78488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当被积函数中含有          或              时可采用分子分母</a:t>
            </a:r>
            <a:endParaRPr lang="zh-CN" altLang="en-US" sz="2400" b="1" dirty="0">
              <a:solidFill>
                <a:srgbClr val="0064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DCFFC67-5630-4461-9C50-4E05ED8830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67944" y="849582"/>
          <a:ext cx="558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50" name="Equation" r:id="rId3" imgW="558720" imgH="355320" progId="Equation.DSMT4">
                  <p:embed/>
                </p:oleObj>
              </mc:Choice>
              <mc:Fallback>
                <p:oleObj name="Equation" r:id="rId3" imgW="558720" imgH="3553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0FE2C14A-72C5-4982-9D5D-EAB3CC29C1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67944" y="849582"/>
                        <a:ext cx="5588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DC3957FE-C9F2-4D73-AF8B-282B163F7B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40325" y="896938"/>
          <a:ext cx="8636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51" name="Equation" r:id="rId5" imgW="863280" imgH="355320" progId="Equation.DSMT4">
                  <p:embed/>
                </p:oleObj>
              </mc:Choice>
              <mc:Fallback>
                <p:oleObj name="Equation" r:id="rId5" imgW="863280" imgH="3553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353A6F84-4063-4C17-9BBD-F1D4AE5F60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40325" y="896938"/>
                        <a:ext cx="8636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71">
            <a:extLst>
              <a:ext uri="{FF2B5EF4-FFF2-40B4-BE49-F238E27FC236}">
                <a16:creationId xmlns:a16="http://schemas.microsoft.com/office/drawing/2014/main" id="{4EC5A562-5FD5-4415-91F5-5EF96A6BA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1707654"/>
            <a:ext cx="78488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同乘以      这一技巧，从而使原积分变为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79E118CC-D8AB-4545-9FDA-C2647C76F9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03648" y="1707654"/>
          <a:ext cx="2794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52" name="Equation" r:id="rId7" imgW="279360" imgH="355320" progId="Equation.DSMT4">
                  <p:embed/>
                </p:oleObj>
              </mc:Choice>
              <mc:Fallback>
                <p:oleObj name="Equation" r:id="rId7" imgW="279360" imgH="3553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0B1054D4-2CDB-407A-98F0-2280B62CBA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03648" y="1707654"/>
                        <a:ext cx="279400" cy="355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66AF4CD-5EF4-4F38-8AD5-190B137EE25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2448295"/>
          <a:ext cx="12954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53" name="Equation" r:id="rId9" imgW="1295280" imgH="507960" progId="Equation.DSMT4">
                  <p:embed/>
                </p:oleObj>
              </mc:Choice>
              <mc:Fallback>
                <p:oleObj name="Equation" r:id="rId9" imgW="1295280" imgH="5079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92574860-03CD-4365-850F-CB97CE4092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76600" y="2448295"/>
                        <a:ext cx="1295400" cy="50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1">
            <a:extLst>
              <a:ext uri="{FF2B5EF4-FFF2-40B4-BE49-F238E27FC236}">
                <a16:creationId xmlns:a16="http://schemas.microsoft.com/office/drawing/2014/main" id="{00510044-8E71-4F16-B089-90EF9C8F2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08" y="3147814"/>
            <a:ext cx="78488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的积分形式，以便求解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4057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027C2258-EDD1-4EFB-ACB9-3BCC73760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496714"/>
            <a:ext cx="71437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C737F4F7-C0FE-4EBE-8745-579F5F0519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664" y="280690"/>
          <a:ext cx="16256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97" name="Equation" r:id="rId3" imgW="1625400" imgH="850680" progId="Equation.DSMT4">
                  <p:embed/>
                </p:oleObj>
              </mc:Choice>
              <mc:Fallback>
                <p:oleObj name="Equation" r:id="rId3" imgW="1625400" imgH="8506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C737F4F7-C0FE-4EBE-8745-579F5F0519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280690"/>
                        <a:ext cx="16256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组合 10">
            <a:extLst>
              <a:ext uri="{FF2B5EF4-FFF2-40B4-BE49-F238E27FC236}">
                <a16:creationId xmlns:a16="http://schemas.microsoft.com/office/drawing/2014/main" id="{08F5DE2E-D591-40F3-8CAF-6743DF9131DE}"/>
              </a:ext>
            </a:extLst>
          </p:cNvPr>
          <p:cNvGrpSpPr/>
          <p:nvPr/>
        </p:nvGrpSpPr>
        <p:grpSpPr>
          <a:xfrm>
            <a:off x="539552" y="1275606"/>
            <a:ext cx="8604448" cy="461665"/>
            <a:chOff x="539552" y="1275606"/>
            <a:chExt cx="8604448" cy="461665"/>
          </a:xfrm>
        </p:grpSpPr>
        <p:sp>
          <p:nvSpPr>
            <p:cNvPr id="4" name="Rectangle 71">
              <a:extLst>
                <a:ext uri="{FF2B5EF4-FFF2-40B4-BE49-F238E27FC236}">
                  <a16:creationId xmlns:a16="http://schemas.microsoft.com/office/drawing/2014/main" id="{2F48FBB0-72D6-415F-BF63-B971E751B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9552" y="1275606"/>
              <a:ext cx="8604448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/>
              <a:r>
                <a:rPr lang="zh-CN" altLang="en-US" sz="2400" b="1" dirty="0">
                  <a:solidFill>
                    <a:srgbClr val="0064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解  </a:t>
              </a:r>
              <a:r>
                <a:rPr lang="zh-CN" altLang="en-US" sz="2400" b="1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令                  则                  故</a:t>
              </a: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BCE214A8-8456-4B1C-A0A9-ABD278D3AC1D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1591815" y="1341338"/>
            <a:ext cx="109220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098" name="Equation" r:id="rId5" imgW="1091880" imgH="330120" progId="Equation.DSMT4">
                    <p:embed/>
                  </p:oleObj>
                </mc:Choice>
                <mc:Fallback>
                  <p:oleObj name="Equation" r:id="rId5" imgW="1091880" imgH="3301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BCE214A8-8456-4B1C-A0A9-ABD278D3AC1D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591815" y="1341338"/>
                          <a:ext cx="109220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对象 5">
              <a:extLst>
                <a:ext uri="{FF2B5EF4-FFF2-40B4-BE49-F238E27FC236}">
                  <a16:creationId xmlns:a16="http://schemas.microsoft.com/office/drawing/2014/main" id="{6125D238-DF91-4271-B3EA-F6FE2CD6E8F3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3275856" y="1322008"/>
            <a:ext cx="1104900" cy="279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2099" name="Equation" r:id="rId7" imgW="1104840" imgH="279360" progId="Equation.DSMT4">
                    <p:embed/>
                  </p:oleObj>
                </mc:Choice>
                <mc:Fallback>
                  <p:oleObj name="Equation" r:id="rId7" imgW="1104840" imgH="279360" progId="Equation.DSMT4">
                    <p:embed/>
                    <p:pic>
                      <p:nvPicPr>
                        <p:cNvPr id="6" name="对象 5">
                          <a:extLst>
                            <a:ext uri="{FF2B5EF4-FFF2-40B4-BE49-F238E27FC236}">
                              <a16:creationId xmlns:a16="http://schemas.microsoft.com/office/drawing/2014/main" id="{6125D238-DF91-4271-B3EA-F6FE2CD6E8F3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75856" y="1322008"/>
                          <a:ext cx="1104900" cy="279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A141F50-219A-498B-A538-0F1276A114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1007" y="1737270"/>
          <a:ext cx="32004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00" name="Equation" r:id="rId9" imgW="3200400" imgH="850680" progId="Equation.DSMT4">
                  <p:embed/>
                </p:oleObj>
              </mc:Choice>
              <mc:Fallback>
                <p:oleObj name="Equation" r:id="rId9" imgW="3200400" imgH="8506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A141F50-219A-498B-A538-0F1276A114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911007" y="1737270"/>
                        <a:ext cx="3200400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EE2B0F7-5C7A-4B9E-9491-9A6AA65731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1960" y="1762670"/>
          <a:ext cx="2705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01" name="Equation" r:id="rId11" imgW="2705040" imgH="799920" progId="Equation.DSMT4">
                  <p:embed/>
                </p:oleObj>
              </mc:Choice>
              <mc:Fallback>
                <p:oleObj name="Equation" r:id="rId11" imgW="2705040" imgH="7999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1EE2B0F7-5C7A-4B9E-9491-9A6AA65731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211960" y="1762670"/>
                        <a:ext cx="2705100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84B04A5-6592-4E60-8630-D6774E3814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7120" y="2787774"/>
          <a:ext cx="36830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02" name="Equation" r:id="rId13" imgW="3682800" imgH="812520" progId="Equation.DSMT4">
                  <p:embed/>
                </p:oleObj>
              </mc:Choice>
              <mc:Fallback>
                <p:oleObj name="Equation" r:id="rId13" imgW="3682800" imgH="8125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B84B04A5-6592-4E60-8630-D6774E3814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7120" y="2787774"/>
                        <a:ext cx="36830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395EBE1D-437F-46D7-A9A5-4535DBABDA7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727120" y="3867894"/>
          <a:ext cx="7086601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103" name="Equation" r:id="rId15" imgW="7086600" imgH="799920" progId="Equation.DSMT4">
                  <p:embed/>
                </p:oleObj>
              </mc:Choice>
              <mc:Fallback>
                <p:oleObj name="Equation" r:id="rId15" imgW="7086600" imgH="79992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395EBE1D-437F-46D7-A9A5-4535DBABDA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7120" y="3867894"/>
                        <a:ext cx="7086601" cy="800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3230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1">
            <a:extLst>
              <a:ext uri="{FF2B5EF4-FFF2-40B4-BE49-F238E27FC236}">
                <a16:creationId xmlns:a16="http://schemas.microsoft.com/office/drawing/2014/main" id="{FC6C2661-D609-4358-B4C4-F63814A4E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496714"/>
            <a:ext cx="714371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练</a:t>
            </a:r>
            <a:r>
              <a:rPr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D4ED578-895E-4BB7-8A8A-3608951C01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664" y="308446"/>
          <a:ext cx="1816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90" name="Equation" r:id="rId3" imgW="1815840" imgH="838080" progId="Equation.DSMT4">
                  <p:embed/>
                </p:oleObj>
              </mc:Choice>
              <mc:Fallback>
                <p:oleObj name="Equation" r:id="rId3" imgW="1815840" imgH="83808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137D7C2-7E11-47F5-AF02-91D9319DE9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47664" y="308446"/>
                        <a:ext cx="1816100" cy="838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71">
            <a:extLst>
              <a:ext uri="{FF2B5EF4-FFF2-40B4-BE49-F238E27FC236}">
                <a16:creationId xmlns:a16="http://schemas.microsoft.com/office/drawing/2014/main" id="{0748965A-D10C-4349-8ACF-9C2D26363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530" y="1419622"/>
            <a:ext cx="244029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解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原式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8EFA760-75F8-4BBF-A6DE-7493DB083B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13073" y="1373441"/>
          <a:ext cx="23495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91" name="Equation" r:id="rId5" imgW="2349360" imgH="558720" progId="Equation.DSMT4">
                  <p:embed/>
                </p:oleObj>
              </mc:Choice>
              <mc:Fallback>
                <p:oleObj name="Equation" r:id="rId5" imgW="2349360" imgH="5587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B7201E8C-F521-4388-9610-3AF330C707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13073" y="1373441"/>
                        <a:ext cx="2349500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71">
            <a:extLst>
              <a:ext uri="{FF2B5EF4-FFF2-40B4-BE49-F238E27FC236}">
                <a16:creationId xmlns:a16="http://schemas.microsoft.com/office/drawing/2014/main" id="{8D7EF442-0534-4F26-9CBF-D83F325C9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1045" y="1419622"/>
            <a:ext cx="2232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分母有理化</a:t>
            </a:r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62AA53A-F5EE-49EE-8BEE-2A7BA9C19A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0725" y="2209800"/>
          <a:ext cx="3543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92" name="Equation" r:id="rId7" imgW="3543120" imgH="723600" progId="Equation.DSMT4">
                  <p:embed/>
                </p:oleObj>
              </mc:Choice>
              <mc:Fallback>
                <p:oleObj name="Equation" r:id="rId7" imgW="3543120" imgH="7236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4BF851ED-E520-4525-A489-DFB76DDAA3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30725" y="2209800"/>
                        <a:ext cx="3543300" cy="72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17FD8E79-2E63-40F5-92BF-73A5E84C4F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8399" y="3132708"/>
          <a:ext cx="28067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3093" name="Equation" r:id="rId9" imgW="2806560" imgH="825480" progId="Equation.DSMT4">
                  <p:embed/>
                </p:oleObj>
              </mc:Choice>
              <mc:Fallback>
                <p:oleObj name="Equation" r:id="rId9" imgW="2806560" imgH="82548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58C0557-AAE6-49DF-BD2C-FB41E0BD1C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88399" y="3132708"/>
                        <a:ext cx="2806700" cy="825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71">
            <a:extLst>
              <a:ext uri="{FF2B5EF4-FFF2-40B4-BE49-F238E27FC236}">
                <a16:creationId xmlns:a16="http://schemas.microsoft.com/office/drawing/2014/main" id="{BCEEA514-7E5B-4EA6-8677-B247334E2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179" y="4011910"/>
            <a:ext cx="862682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  </a:t>
            </a: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本题关键是分母有理化，若用三角代换，会很繁琐</a:t>
            </a:r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sz="2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42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A8BCA304-3DE1-402A-A7F4-5BF7D684803C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481013"/>
            <a:ext cx="164976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练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6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171A048-36C2-4691-87E2-8F7D27F6C53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79712" y="379413"/>
          <a:ext cx="17907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4" name="Equation" r:id="rId3" imgW="1790640" imgH="812520" progId="Equation.DSMT4">
                  <p:embed/>
                </p:oleObj>
              </mc:Choice>
              <mc:Fallback>
                <p:oleObj name="Equation" r:id="rId3" imgW="1790640" imgH="8125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F171A048-36C2-4691-87E2-8F7D27F6C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79712" y="379413"/>
                        <a:ext cx="17907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BB37226-C03A-47AC-BA8E-4004B4CB80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69380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85D3C71E-93F2-46B0-9F30-FF3262A7C7D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54213" y="1355725"/>
          <a:ext cx="39624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5" name="Equation" r:id="rId5" imgW="3962160" imgH="812520" progId="Equation.DSMT4">
                  <p:embed/>
                </p:oleObj>
              </mc:Choice>
              <mc:Fallback>
                <p:oleObj name="Equation" r:id="rId5" imgW="3962160" imgH="8125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85D3C71E-93F2-46B0-9F30-FF3262A7C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4213" y="1355725"/>
                        <a:ext cx="39624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4F0DD54-3277-4644-A66A-272ECC1B91D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66913" y="2433638"/>
          <a:ext cx="4965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6" name="Equation" r:id="rId7" imgW="4965480" imgH="914400" progId="Equation.DSMT4">
                  <p:embed/>
                </p:oleObj>
              </mc:Choice>
              <mc:Fallback>
                <p:oleObj name="Equation" r:id="rId7" imgW="4965480" imgH="91440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F4F0DD54-3277-4644-A66A-272ECC1B91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66913" y="2433638"/>
                        <a:ext cx="49657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7BB5F9FC-D4A2-4472-BC1E-24159B40B88F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66913" y="3878263"/>
          <a:ext cx="36830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117" name="Equation" r:id="rId9" imgW="3682800" imgH="736560" progId="Equation.DSMT4">
                  <p:embed/>
                </p:oleObj>
              </mc:Choice>
              <mc:Fallback>
                <p:oleObj name="Equation" r:id="rId9" imgW="3682800" imgH="7365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7BB5F9FC-D4A2-4472-BC1E-24159B40B8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66913" y="3878263"/>
                        <a:ext cx="3683000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17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C38CF7A9-1DD8-49E6-91AE-685DE7A09F4F}"/>
              </a:ext>
            </a:extLst>
          </p:cNvPr>
          <p:cNvSpPr txBox="1">
            <a:spLocks noChangeArrowheads="1"/>
          </p:cNvSpPr>
          <p:nvPr/>
        </p:nvSpPr>
        <p:spPr>
          <a:xfrm>
            <a:off x="762000" y="481013"/>
            <a:ext cx="164976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练</a:t>
            </a:r>
            <a:r>
              <a:rPr lang="en-US" altLang="zh-CN" sz="2400" b="1" dirty="0">
                <a:solidFill>
                  <a:srgbClr val="0066FF"/>
                </a:solidFill>
                <a:latin typeface="+mj-ea"/>
                <a:ea typeface="+mj-ea"/>
              </a:rPr>
              <a:t>7 </a:t>
            </a:r>
            <a:r>
              <a:rPr lang="zh-CN" altLang="en-US" sz="2400" b="1" dirty="0">
                <a:latin typeface="+mj-ea"/>
                <a:ea typeface="+mj-ea"/>
              </a:rPr>
              <a:t>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038FBE3-E97D-497C-804C-6CE9656A33C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907704" y="379413"/>
          <a:ext cx="198120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30" name="Equation" r:id="rId3" imgW="1981080" imgH="812520" progId="Equation.DSMT4">
                  <p:embed/>
                </p:oleObj>
              </mc:Choice>
              <mc:Fallback>
                <p:oleObj name="Equation" r:id="rId3" imgW="1981080" imgH="81252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1038FBE3-E97D-497C-804C-6CE9656A33C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7704" y="379413"/>
                        <a:ext cx="1981200" cy="812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9DF97A6C-49AC-4DD5-8772-905E0860B4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469380"/>
            <a:ext cx="1752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0066FF"/>
                </a:solidFill>
                <a:latin typeface="+mj-ea"/>
                <a:ea typeface="+mj-ea"/>
              </a:rPr>
              <a:t>解 </a:t>
            </a:r>
            <a:r>
              <a:rPr lang="zh-CN" altLang="en-US" sz="2400" b="1" dirty="0">
                <a:latin typeface="+mj-ea"/>
                <a:ea typeface="+mj-ea"/>
              </a:rPr>
              <a:t>原式</a:t>
            </a:r>
            <a:r>
              <a:rPr lang="en-US" altLang="zh-CN" sz="2400" b="1" dirty="0">
                <a:latin typeface="+mj-ea"/>
                <a:ea typeface="+mj-ea"/>
              </a:rPr>
              <a:t> </a:t>
            </a:r>
            <a:endParaRPr lang="zh-CN" altLang="en-US" sz="2400" b="1" dirty="0">
              <a:latin typeface="+mj-ea"/>
              <a:ea typeface="+mj-ea"/>
            </a:endParaRP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DC58E0D8-C36D-47BC-8434-15F26589219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19300" y="1316038"/>
          <a:ext cx="2247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31" name="Equation" r:id="rId5" imgW="2247840" imgH="914400" progId="Equation.DSMT4">
                  <p:embed/>
                </p:oleObj>
              </mc:Choice>
              <mc:Fallback>
                <p:oleObj name="Equation" r:id="rId5" imgW="2247840" imgH="9144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DC58E0D8-C36D-47BC-8434-15F2658921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19300" y="1316038"/>
                        <a:ext cx="2247900" cy="914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AEB649B3-0D96-41F7-884C-7DF9F820DFD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2025650" y="2709863"/>
          <a:ext cx="22733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132" name="Equation" r:id="rId7" imgW="2273040" imgH="406080" progId="Equation.DSMT4">
                  <p:embed/>
                </p:oleObj>
              </mc:Choice>
              <mc:Fallback>
                <p:oleObj name="Equation" r:id="rId7" imgW="2273040" imgH="40608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AEB649B3-0D96-41F7-884C-7DF9F820DF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025650" y="2709863"/>
                        <a:ext cx="2273300" cy="40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155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:a16="http://schemas.microsoft.com/office/drawing/2014/main" id="{12817488-A6C3-407D-8E85-3FD617C17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555526"/>
            <a:ext cx="15121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0066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作业</a:t>
            </a:r>
            <a:endParaRPr kumimoji="1"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6F5CAD0-FF96-44DC-AA49-02BBEF25F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591" y="1347614"/>
            <a:ext cx="612068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练习册  第三章  分部积分法</a:t>
            </a:r>
            <a:endParaRPr kumimoji="1" lang="en-US" altLang="zh-CN" sz="2400" b="1" dirty="0">
              <a:solidFill>
                <a:srgbClr val="0064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2B6952CE-E683-446C-8C84-F4A44D881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600" y="2156265"/>
            <a:ext cx="33123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课后习题 习题</a:t>
            </a:r>
            <a:r>
              <a:rPr kumimoji="1" lang="en-US" altLang="zh-CN" sz="2400" b="1" dirty="0">
                <a:solidFill>
                  <a:srgbClr val="0064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4-4</a:t>
            </a:r>
          </a:p>
        </p:txBody>
      </p:sp>
    </p:spTree>
    <p:extLst>
      <p:ext uri="{BB962C8B-B14F-4D97-AF65-F5344CB8AC3E}">
        <p14:creationId xmlns:p14="http://schemas.microsoft.com/office/powerpoint/2010/main" val="206588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6975CBED-E5BB-4C11-9A0D-DBD4695FCB36}"/>
              </a:ext>
            </a:extLst>
          </p:cNvPr>
          <p:cNvSpPr txBox="1">
            <a:spLocks/>
          </p:cNvSpPr>
          <p:nvPr/>
        </p:nvSpPr>
        <p:spPr>
          <a:xfrm>
            <a:off x="4860032" y="2643758"/>
            <a:ext cx="3933258" cy="11354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CC0099">
                        <a:gamma/>
                        <a:shade val="46275"/>
                        <a:invGamma/>
                      </a:srgbClr>
                    </a:gs>
                    <a:gs pos="50000">
                      <a:srgbClr val="CC0099"/>
                    </a:gs>
                    <a:gs pos="100000">
                      <a:srgbClr val="CC0099">
                        <a:gamma/>
                        <a:shade val="46275"/>
                        <a:invGamma/>
                      </a:srgbClr>
                    </a:gs>
                  </a:gsLst>
                  <a:lin ang="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uLnTx/>
                <a:uFillTx/>
                <a:latin typeface="隶书"/>
                <a:ea typeface="隶书"/>
                <a:cs typeface="+mn-cs"/>
              </a:rPr>
              <a:t>谢  谢 ！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BB916B-80D8-4C4A-98EC-9866619C0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43" y="627534"/>
            <a:ext cx="3742857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2188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5358</TotalTime>
  <Words>516</Words>
  <Application>Microsoft Office PowerPoint</Application>
  <PresentationFormat>全屏显示(16:9)</PresentationFormat>
  <Paragraphs>149</Paragraphs>
  <Slides>44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44</vt:i4>
      </vt:variant>
    </vt:vector>
  </HeadingPairs>
  <TitlesOfParts>
    <vt:vector size="55" baseType="lpstr">
      <vt:lpstr>楷体</vt:lpstr>
      <vt:lpstr>楷体_GB2312</vt:lpstr>
      <vt:lpstr>隶书</vt:lpstr>
      <vt:lpstr>宋体</vt:lpstr>
      <vt:lpstr>微软雅黑</vt:lpstr>
      <vt:lpstr>Arial</vt:lpstr>
      <vt:lpstr>Calibri</vt:lpstr>
      <vt:lpstr>Times New Roman</vt:lpstr>
      <vt:lpstr>Office 主题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郭 晓峰</cp:lastModifiedBy>
  <cp:revision>403</cp:revision>
  <dcterms:created xsi:type="dcterms:W3CDTF">2018-09-27T06:48:14Z</dcterms:created>
  <dcterms:modified xsi:type="dcterms:W3CDTF">2023-11-19T13:53:31Z</dcterms:modified>
</cp:coreProperties>
</file>