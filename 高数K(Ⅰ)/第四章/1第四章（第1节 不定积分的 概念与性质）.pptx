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89" r:id="rId2"/>
    <p:sldId id="461" r:id="rId3"/>
    <p:sldId id="462" r:id="rId4"/>
    <p:sldId id="481" r:id="rId5"/>
    <p:sldId id="468" r:id="rId6"/>
    <p:sldId id="469" r:id="rId7"/>
    <p:sldId id="470" r:id="rId8"/>
    <p:sldId id="471" r:id="rId9"/>
    <p:sldId id="472" r:id="rId10"/>
    <p:sldId id="473" r:id="rId11"/>
    <p:sldId id="474" r:id="rId12"/>
    <p:sldId id="480" r:id="rId13"/>
    <p:sldId id="477" r:id="rId14"/>
    <p:sldId id="482" r:id="rId15"/>
    <p:sldId id="451" r:id="rId16"/>
    <p:sldId id="483" r:id="rId17"/>
    <p:sldId id="311" r:id="rId18"/>
    <p:sldId id="452" r:id="rId19"/>
    <p:sldId id="453" r:id="rId20"/>
    <p:sldId id="454" r:id="rId21"/>
    <p:sldId id="485" r:id="rId22"/>
    <p:sldId id="498" r:id="rId23"/>
    <p:sldId id="326" r:id="rId24"/>
    <p:sldId id="493" r:id="rId25"/>
    <p:sldId id="488" r:id="rId26"/>
    <p:sldId id="320" r:id="rId27"/>
    <p:sldId id="486" r:id="rId28"/>
    <p:sldId id="328" r:id="rId29"/>
    <p:sldId id="503" r:id="rId30"/>
    <p:sldId id="324" r:id="rId31"/>
    <p:sldId id="323" r:id="rId32"/>
    <p:sldId id="497" r:id="rId33"/>
    <p:sldId id="487" r:id="rId34"/>
    <p:sldId id="310" r:id="rId35"/>
    <p:sldId id="330" r:id="rId36"/>
    <p:sldId id="504" r:id="rId37"/>
    <p:sldId id="507" r:id="rId38"/>
    <p:sldId id="512" r:id="rId39"/>
    <p:sldId id="513" r:id="rId40"/>
    <p:sldId id="514" r:id="rId41"/>
    <p:sldId id="299" r:id="rId4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9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FF"/>
    <a:srgbClr val="2F42FB"/>
    <a:srgbClr val="70EEF4"/>
    <a:srgbClr val="4DE9F1"/>
    <a:srgbClr val="31E6EF"/>
    <a:srgbClr val="CCFFFF"/>
    <a:srgbClr val="CCFFCC"/>
    <a:srgbClr val="FFFFCC"/>
    <a:srgbClr val="4234FE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357" autoAdjust="0"/>
  </p:normalViewPr>
  <p:slideViewPr>
    <p:cSldViewPr>
      <p:cViewPr varScale="1">
        <p:scale>
          <a:sx n="131" d="100"/>
          <a:sy n="131" d="100"/>
        </p:scale>
        <p:origin x="126" y="366"/>
      </p:cViewPr>
      <p:guideLst>
        <p:guide orient="horz" pos="1529"/>
        <p:guide pos="9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12" Type="http://schemas.openxmlformats.org/officeDocument/2006/relationships/image" Target="../media/image39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0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7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5" Type="http://schemas.openxmlformats.org/officeDocument/2006/relationships/image" Target="../media/image5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Relationship Id="rId14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emf"/><Relationship Id="rId7" Type="http://schemas.openxmlformats.org/officeDocument/2006/relationships/image" Target="../media/image81.w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image" Target="../media/image95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12" Type="http://schemas.openxmlformats.org/officeDocument/2006/relationships/image" Target="../media/image94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11" Type="http://schemas.openxmlformats.org/officeDocument/2006/relationships/image" Target="../media/image93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Relationship Id="rId14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9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12" Type="http://schemas.openxmlformats.org/officeDocument/2006/relationships/image" Target="../media/image108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0" Type="http://schemas.openxmlformats.org/officeDocument/2006/relationships/image" Target="../media/image106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9.wmf"/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12" Type="http://schemas.openxmlformats.org/officeDocument/2006/relationships/image" Target="../media/image128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11" Type="http://schemas.openxmlformats.org/officeDocument/2006/relationships/image" Target="../media/image127.wmf"/><Relationship Id="rId5" Type="http://schemas.openxmlformats.org/officeDocument/2006/relationships/image" Target="../media/image121.wmf"/><Relationship Id="rId15" Type="http://schemas.openxmlformats.org/officeDocument/2006/relationships/image" Target="../media/image131.wmf"/><Relationship Id="rId10" Type="http://schemas.openxmlformats.org/officeDocument/2006/relationships/image" Target="../media/image126.wmf"/><Relationship Id="rId4" Type="http://schemas.openxmlformats.org/officeDocument/2006/relationships/image" Target="../media/image120.wmf"/><Relationship Id="rId9" Type="http://schemas.openxmlformats.org/officeDocument/2006/relationships/image" Target="../media/image125.wmf"/><Relationship Id="rId14" Type="http://schemas.openxmlformats.org/officeDocument/2006/relationships/image" Target="../media/image13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image" Target="../media/image144.wmf"/><Relationship Id="rId18" Type="http://schemas.openxmlformats.org/officeDocument/2006/relationships/image" Target="../media/image14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12" Type="http://schemas.openxmlformats.org/officeDocument/2006/relationships/image" Target="../media/image143.wmf"/><Relationship Id="rId17" Type="http://schemas.openxmlformats.org/officeDocument/2006/relationships/image" Target="../media/image148.wmf"/><Relationship Id="rId2" Type="http://schemas.openxmlformats.org/officeDocument/2006/relationships/image" Target="../media/image133.wmf"/><Relationship Id="rId16" Type="http://schemas.openxmlformats.org/officeDocument/2006/relationships/image" Target="../media/image147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11" Type="http://schemas.openxmlformats.org/officeDocument/2006/relationships/image" Target="../media/image142.wmf"/><Relationship Id="rId5" Type="http://schemas.openxmlformats.org/officeDocument/2006/relationships/image" Target="../media/image136.wmf"/><Relationship Id="rId15" Type="http://schemas.openxmlformats.org/officeDocument/2006/relationships/image" Target="../media/image146.wmf"/><Relationship Id="rId10" Type="http://schemas.openxmlformats.org/officeDocument/2006/relationships/image" Target="../media/image141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Relationship Id="rId14" Type="http://schemas.openxmlformats.org/officeDocument/2006/relationships/image" Target="../media/image14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2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1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11" Type="http://schemas.openxmlformats.org/officeDocument/2006/relationships/image" Target="../media/image160.wmf"/><Relationship Id="rId5" Type="http://schemas.openxmlformats.org/officeDocument/2006/relationships/image" Target="../media/image154.wmf"/><Relationship Id="rId10" Type="http://schemas.openxmlformats.org/officeDocument/2006/relationships/image" Target="../media/image159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Relationship Id="rId14" Type="http://schemas.openxmlformats.org/officeDocument/2006/relationships/image" Target="../media/image16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4" Type="http://schemas.openxmlformats.org/officeDocument/2006/relationships/image" Target="../media/image17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5" Type="http://schemas.openxmlformats.org/officeDocument/2006/relationships/image" Target="../media/image178.wmf"/><Relationship Id="rId4" Type="http://schemas.openxmlformats.org/officeDocument/2006/relationships/image" Target="../media/image17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4" Type="http://schemas.openxmlformats.org/officeDocument/2006/relationships/image" Target="../media/image18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5" Type="http://schemas.openxmlformats.org/officeDocument/2006/relationships/image" Target="../media/image204.wmf"/><Relationship Id="rId4" Type="http://schemas.openxmlformats.org/officeDocument/2006/relationships/image" Target="../media/image20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4" Type="http://schemas.openxmlformats.org/officeDocument/2006/relationships/image" Target="../media/image21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wmf"/><Relationship Id="rId2" Type="http://schemas.openxmlformats.org/officeDocument/2006/relationships/image" Target="../media/image228.wmf"/><Relationship Id="rId1" Type="http://schemas.openxmlformats.org/officeDocument/2006/relationships/image" Target="../media/image227.wmf"/><Relationship Id="rId6" Type="http://schemas.openxmlformats.org/officeDocument/2006/relationships/image" Target="../media/image232.wmf"/><Relationship Id="rId5" Type="http://schemas.openxmlformats.org/officeDocument/2006/relationships/image" Target="../media/image231.wmf"/><Relationship Id="rId4" Type="http://schemas.openxmlformats.org/officeDocument/2006/relationships/image" Target="../media/image230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7" Type="http://schemas.openxmlformats.org/officeDocument/2006/relationships/image" Target="../media/image239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image" Target="../media/image241.wmf"/><Relationship Id="rId1" Type="http://schemas.openxmlformats.org/officeDocument/2006/relationships/image" Target="../media/image240.wmf"/><Relationship Id="rId5" Type="http://schemas.openxmlformats.org/officeDocument/2006/relationships/image" Target="../media/image244.wmf"/><Relationship Id="rId4" Type="http://schemas.openxmlformats.org/officeDocument/2006/relationships/image" Target="../media/image243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3" Type="http://schemas.openxmlformats.org/officeDocument/2006/relationships/image" Target="../media/image254.wmf"/><Relationship Id="rId7" Type="http://schemas.openxmlformats.org/officeDocument/2006/relationships/image" Target="../media/image258.wmf"/><Relationship Id="rId12" Type="http://schemas.openxmlformats.org/officeDocument/2006/relationships/image" Target="../media/image263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6" Type="http://schemas.openxmlformats.org/officeDocument/2006/relationships/image" Target="../media/image257.wmf"/><Relationship Id="rId11" Type="http://schemas.openxmlformats.org/officeDocument/2006/relationships/image" Target="../media/image262.wmf"/><Relationship Id="rId5" Type="http://schemas.openxmlformats.org/officeDocument/2006/relationships/image" Target="../media/image256.wmf"/><Relationship Id="rId10" Type="http://schemas.openxmlformats.org/officeDocument/2006/relationships/image" Target="../media/image261.wmf"/><Relationship Id="rId4" Type="http://schemas.openxmlformats.org/officeDocument/2006/relationships/image" Target="../media/image255.wmf"/><Relationship Id="rId9" Type="http://schemas.openxmlformats.org/officeDocument/2006/relationships/image" Target="../media/image260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3" Type="http://schemas.openxmlformats.org/officeDocument/2006/relationships/image" Target="../media/image266.wmf"/><Relationship Id="rId7" Type="http://schemas.openxmlformats.org/officeDocument/2006/relationships/image" Target="../media/image270.wmf"/><Relationship Id="rId2" Type="http://schemas.openxmlformats.org/officeDocument/2006/relationships/image" Target="../media/image265.wmf"/><Relationship Id="rId1" Type="http://schemas.openxmlformats.org/officeDocument/2006/relationships/image" Target="../media/image264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image" Target="../media/image274.wmf"/><Relationship Id="rId7" Type="http://schemas.openxmlformats.org/officeDocument/2006/relationships/image" Target="../media/image278.wmf"/><Relationship Id="rId2" Type="http://schemas.openxmlformats.org/officeDocument/2006/relationships/image" Target="../media/image273.wmf"/><Relationship Id="rId1" Type="http://schemas.openxmlformats.org/officeDocument/2006/relationships/image" Target="../media/image272.wmf"/><Relationship Id="rId6" Type="http://schemas.openxmlformats.org/officeDocument/2006/relationships/image" Target="../media/image277.wmf"/><Relationship Id="rId5" Type="http://schemas.openxmlformats.org/officeDocument/2006/relationships/image" Target="../media/image276.wmf"/><Relationship Id="rId4" Type="http://schemas.openxmlformats.org/officeDocument/2006/relationships/image" Target="../media/image27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F61F6FD-4709-4DA6-A2BE-6D4BF7ED9C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52D9F5-2C9B-4A06-89F8-11F227805A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DEF3C-238F-4103-89F0-177915FB913F}" type="datetimeFigureOut">
              <a:rPr lang="zh-CN" altLang="en-US" smtClean="0"/>
              <a:pPr/>
              <a:t>2023/11/14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052BBC-2612-4D29-A66F-10EB5E8D86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ED6D8D-64CD-4E5D-93E5-E3F89C3A27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D49A1-8686-4A9F-BA2D-B0FA51C127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390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6DEB6-ADB5-492D-8664-0E255DBAE304}" type="datetimeFigureOut">
              <a:rPr lang="zh-CN" altLang="en-US" smtClean="0"/>
              <a:pPr/>
              <a:t>2023/11/14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BD092-B330-49BD-80ED-08A478E3731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295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11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82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925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9554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149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30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865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760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7768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597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4C84-DF70-4EE4-82A3-E578339432AD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4FBA4-6FC2-4831-B93D-36621A567826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AC8A-86E8-44DD-832B-D0DCDCA26219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571FB-A096-4985-9B29-0125CE8A547C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FFE0E-C536-4B11-A300-C73048E53AEC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E802-E1A4-4C1D-82AB-2BC70D5033D4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3E9C-4EAE-4AD4-8BA5-914B7AE83AB0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C575-794F-4081-A9CA-7C256D6E2E0F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723F3-9753-46D3-8B0A-7B3B31B70C53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484BB-242D-4932-BF43-BB7EE94E6104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31F1-DDDF-47DD-A21A-D610A6BDF70B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16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4E59-83F3-4B39-A754-DCA603692682}" type="datetime1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4.wmf"/><Relationship Id="rId22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5.wmf"/><Relationship Id="rId26" Type="http://schemas.openxmlformats.org/officeDocument/2006/relationships/image" Target="../media/image39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38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2.w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oleObject" Target="../embeddings/oleObject58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55.wmf"/><Relationship Id="rId32" Type="http://schemas.openxmlformats.org/officeDocument/2006/relationships/image" Target="../media/image59.w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28" Type="http://schemas.openxmlformats.org/officeDocument/2006/relationships/image" Target="../media/image57.wmf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3.bin"/><Relationship Id="rId31" Type="http://schemas.openxmlformats.org/officeDocument/2006/relationships/oleObject" Target="../embeddings/oleObject59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57.bin"/><Relationship Id="rId30" Type="http://schemas.openxmlformats.org/officeDocument/2006/relationships/image" Target="../media/image5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oleObject" Target="../embeddings/oleObject65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1.wmf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1.bin"/><Relationship Id="rId11" Type="http://schemas.openxmlformats.org/officeDocument/2006/relationships/oleObject" Target="../embeddings/oleObject64.bin"/><Relationship Id="rId5" Type="http://schemas.openxmlformats.org/officeDocument/2006/relationships/image" Target="../media/image60.wmf"/><Relationship Id="rId10" Type="http://schemas.openxmlformats.org/officeDocument/2006/relationships/image" Target="../media/image62.wmf"/><Relationship Id="rId4" Type="http://schemas.openxmlformats.org/officeDocument/2006/relationships/oleObject" Target="../embeddings/oleObject60.bin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3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82.wmf"/><Relationship Id="rId7" Type="http://schemas.openxmlformats.org/officeDocument/2006/relationships/image" Target="../media/image76.e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8.emf"/><Relationship Id="rId5" Type="http://schemas.openxmlformats.org/officeDocument/2006/relationships/image" Target="../media/image75.emf"/><Relationship Id="rId15" Type="http://schemas.openxmlformats.org/officeDocument/2006/relationships/image" Target="../media/image80.wmf"/><Relationship Id="rId10" Type="http://schemas.openxmlformats.org/officeDocument/2006/relationships/oleObject" Target="../embeddings/oleObject79.bin"/><Relationship Id="rId19" Type="http://schemas.openxmlformats.org/officeDocument/2006/relationships/oleObject" Target="../embeddings/oleObject84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7.emf"/><Relationship Id="rId14" Type="http://schemas.openxmlformats.org/officeDocument/2006/relationships/oleObject" Target="../embeddings/oleObject8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91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89.wmf"/><Relationship Id="rId25" Type="http://schemas.openxmlformats.org/officeDocument/2006/relationships/image" Target="../media/image9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95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6.wmf"/><Relationship Id="rId24" Type="http://schemas.openxmlformats.org/officeDocument/2006/relationships/oleObject" Target="../embeddings/oleObject96.bin"/><Relationship Id="rId5" Type="http://schemas.openxmlformats.org/officeDocument/2006/relationships/image" Target="../media/image83.wmf"/><Relationship Id="rId15" Type="http://schemas.openxmlformats.org/officeDocument/2006/relationships/image" Target="../media/image88.wmf"/><Relationship Id="rId23" Type="http://schemas.openxmlformats.org/officeDocument/2006/relationships/image" Target="../media/image92.wmf"/><Relationship Id="rId28" Type="http://schemas.openxmlformats.org/officeDocument/2006/relationships/oleObject" Target="../embeddings/oleObject98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90.wmf"/><Relationship Id="rId31" Type="http://schemas.openxmlformats.org/officeDocument/2006/relationships/image" Target="../media/image96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94.wmf"/><Relationship Id="rId30" Type="http://schemas.openxmlformats.org/officeDocument/2006/relationships/oleObject" Target="../embeddings/oleObject9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4.wmf"/><Relationship Id="rId26" Type="http://schemas.openxmlformats.org/officeDocument/2006/relationships/image" Target="../media/image108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07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09.wmf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2.wmf"/><Relationship Id="rId22" Type="http://schemas.openxmlformats.org/officeDocument/2006/relationships/image" Target="../media/image106.wmf"/><Relationship Id="rId27" Type="http://schemas.openxmlformats.org/officeDocument/2006/relationships/oleObject" Target="../embeddings/oleObject11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4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8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wmf"/><Relationship Id="rId18" Type="http://schemas.openxmlformats.org/officeDocument/2006/relationships/oleObject" Target="../embeddings/oleObject127.bin"/><Relationship Id="rId26" Type="http://schemas.openxmlformats.org/officeDocument/2006/relationships/oleObject" Target="../embeddings/oleObject131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125.wmf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3.wmf"/><Relationship Id="rId25" Type="http://schemas.openxmlformats.org/officeDocument/2006/relationships/image" Target="../media/image127.wmf"/><Relationship Id="rId33" Type="http://schemas.openxmlformats.org/officeDocument/2006/relationships/image" Target="../media/image13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29" Type="http://schemas.openxmlformats.org/officeDocument/2006/relationships/image" Target="../media/image129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0.wmf"/><Relationship Id="rId24" Type="http://schemas.openxmlformats.org/officeDocument/2006/relationships/oleObject" Target="../embeddings/oleObject130.bin"/><Relationship Id="rId32" Type="http://schemas.openxmlformats.org/officeDocument/2006/relationships/oleObject" Target="../embeddings/oleObject134.bin"/><Relationship Id="rId5" Type="http://schemas.openxmlformats.org/officeDocument/2006/relationships/image" Target="../media/image117.wmf"/><Relationship Id="rId15" Type="http://schemas.openxmlformats.org/officeDocument/2006/relationships/image" Target="../media/image122.wmf"/><Relationship Id="rId23" Type="http://schemas.openxmlformats.org/officeDocument/2006/relationships/image" Target="../media/image126.wmf"/><Relationship Id="rId28" Type="http://schemas.openxmlformats.org/officeDocument/2006/relationships/oleObject" Target="../embeddings/oleObject132.bin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24.wmf"/><Relationship Id="rId31" Type="http://schemas.openxmlformats.org/officeDocument/2006/relationships/image" Target="../media/image130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Relationship Id="rId27" Type="http://schemas.openxmlformats.org/officeDocument/2006/relationships/image" Target="../media/image128.wmf"/><Relationship Id="rId30" Type="http://schemas.openxmlformats.org/officeDocument/2006/relationships/oleObject" Target="../embeddings/oleObject133.bin"/><Relationship Id="rId8" Type="http://schemas.openxmlformats.org/officeDocument/2006/relationships/oleObject" Target="../embeddings/oleObject122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w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9" Type="http://schemas.openxmlformats.org/officeDocument/2006/relationships/image" Target="../media/image149.wmf"/><Relationship Id="rId21" Type="http://schemas.openxmlformats.org/officeDocument/2006/relationships/image" Target="../media/image140.wmf"/><Relationship Id="rId34" Type="http://schemas.openxmlformats.org/officeDocument/2006/relationships/oleObject" Target="../embeddings/oleObject150.bin"/><Relationship Id="rId7" Type="http://schemas.openxmlformats.org/officeDocument/2006/relationships/image" Target="../media/image133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38.wmf"/><Relationship Id="rId25" Type="http://schemas.openxmlformats.org/officeDocument/2006/relationships/image" Target="../media/image142.wmf"/><Relationship Id="rId33" Type="http://schemas.openxmlformats.org/officeDocument/2006/relationships/image" Target="../media/image146.wmf"/><Relationship Id="rId38" Type="http://schemas.openxmlformats.org/officeDocument/2006/relationships/oleObject" Target="../embeddings/oleObject15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29" Type="http://schemas.openxmlformats.org/officeDocument/2006/relationships/image" Target="../media/image144.wmf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5.wmf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49.bin"/><Relationship Id="rId37" Type="http://schemas.openxmlformats.org/officeDocument/2006/relationships/image" Target="../media/image148.wmf"/><Relationship Id="rId5" Type="http://schemas.openxmlformats.org/officeDocument/2006/relationships/image" Target="../media/image132.wmf"/><Relationship Id="rId15" Type="http://schemas.openxmlformats.org/officeDocument/2006/relationships/image" Target="../media/image137.wmf"/><Relationship Id="rId23" Type="http://schemas.openxmlformats.org/officeDocument/2006/relationships/image" Target="../media/image141.wmf"/><Relationship Id="rId28" Type="http://schemas.openxmlformats.org/officeDocument/2006/relationships/oleObject" Target="../embeddings/oleObject147.bin"/><Relationship Id="rId36" Type="http://schemas.openxmlformats.org/officeDocument/2006/relationships/oleObject" Target="../embeddings/oleObject151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39.wmf"/><Relationship Id="rId31" Type="http://schemas.openxmlformats.org/officeDocument/2006/relationships/image" Target="../media/image145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4.w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143.wmf"/><Relationship Id="rId30" Type="http://schemas.openxmlformats.org/officeDocument/2006/relationships/oleObject" Target="../embeddings/oleObject148.bin"/><Relationship Id="rId35" Type="http://schemas.openxmlformats.org/officeDocument/2006/relationships/image" Target="../media/image147.wmf"/><Relationship Id="rId8" Type="http://schemas.openxmlformats.org/officeDocument/2006/relationships/oleObject" Target="../embeddings/oleObject137.bin"/><Relationship Id="rId3" Type="http://schemas.openxmlformats.org/officeDocument/2006/relationships/notesSlide" Target="../notesSlides/notesSlide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60.bin"/><Relationship Id="rId26" Type="http://schemas.openxmlformats.org/officeDocument/2006/relationships/oleObject" Target="../embeddings/oleObject164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58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56.wmf"/><Relationship Id="rId25" Type="http://schemas.openxmlformats.org/officeDocument/2006/relationships/image" Target="../media/image16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9.bin"/><Relationship Id="rId20" Type="http://schemas.openxmlformats.org/officeDocument/2006/relationships/oleObject" Target="../embeddings/oleObject161.bin"/><Relationship Id="rId29" Type="http://schemas.openxmlformats.org/officeDocument/2006/relationships/image" Target="../media/image162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3.wmf"/><Relationship Id="rId24" Type="http://schemas.openxmlformats.org/officeDocument/2006/relationships/oleObject" Target="../embeddings/oleObject163.bin"/><Relationship Id="rId5" Type="http://schemas.openxmlformats.org/officeDocument/2006/relationships/image" Target="../media/image150.wmf"/><Relationship Id="rId15" Type="http://schemas.openxmlformats.org/officeDocument/2006/relationships/image" Target="../media/image155.wmf"/><Relationship Id="rId23" Type="http://schemas.openxmlformats.org/officeDocument/2006/relationships/image" Target="../media/image159.wmf"/><Relationship Id="rId28" Type="http://schemas.openxmlformats.org/officeDocument/2006/relationships/oleObject" Target="../embeddings/oleObject165.bin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57.wmf"/><Relationship Id="rId31" Type="http://schemas.openxmlformats.org/officeDocument/2006/relationships/image" Target="../media/image163.w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58.bin"/><Relationship Id="rId22" Type="http://schemas.openxmlformats.org/officeDocument/2006/relationships/oleObject" Target="../embeddings/oleObject162.bin"/><Relationship Id="rId27" Type="http://schemas.openxmlformats.org/officeDocument/2006/relationships/image" Target="../media/image161.wmf"/><Relationship Id="rId30" Type="http://schemas.openxmlformats.org/officeDocument/2006/relationships/oleObject" Target="../embeddings/oleObject16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72.bin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6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73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7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78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75.wmf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8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3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77.wmf"/><Relationship Id="rId5" Type="http://schemas.openxmlformats.org/officeDocument/2006/relationships/image" Target="../media/image174.wmf"/><Relationship Id="rId15" Type="http://schemas.openxmlformats.org/officeDocument/2006/relationships/image" Target="../media/image179.wmf"/><Relationship Id="rId10" Type="http://schemas.openxmlformats.org/officeDocument/2006/relationships/oleObject" Target="../embeddings/oleObject180.bin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76.wmf"/><Relationship Id="rId14" Type="http://schemas.openxmlformats.org/officeDocument/2006/relationships/oleObject" Target="../embeddings/oleObject18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8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88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9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92.wmf"/><Relationship Id="rId18" Type="http://schemas.openxmlformats.org/officeDocument/2006/relationships/oleObject" Target="../embeddings/oleObject198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196.wmf"/><Relationship Id="rId7" Type="http://schemas.openxmlformats.org/officeDocument/2006/relationships/image" Target="../media/image189.w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19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7.bin"/><Relationship Id="rId20" Type="http://schemas.openxmlformats.org/officeDocument/2006/relationships/oleObject" Target="../embeddings/oleObject199.bin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91.wmf"/><Relationship Id="rId5" Type="http://schemas.openxmlformats.org/officeDocument/2006/relationships/image" Target="../media/image188.wmf"/><Relationship Id="rId15" Type="http://schemas.openxmlformats.org/officeDocument/2006/relationships/image" Target="../media/image193.wmf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195.w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90.wmf"/><Relationship Id="rId14" Type="http://schemas.openxmlformats.org/officeDocument/2006/relationships/oleObject" Target="../embeddings/oleObject19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9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204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01.wmf"/><Relationship Id="rId12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203.wmf"/><Relationship Id="rId5" Type="http://schemas.openxmlformats.org/officeDocument/2006/relationships/image" Target="../media/image200.wmf"/><Relationship Id="rId15" Type="http://schemas.openxmlformats.org/officeDocument/2006/relationships/image" Target="../media/image205.wmf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02.wmf"/><Relationship Id="rId14" Type="http://schemas.openxmlformats.org/officeDocument/2006/relationships/oleObject" Target="../embeddings/oleObject20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205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07.wmf"/><Relationship Id="rId12" Type="http://schemas.openxmlformats.org/officeDocument/2006/relationships/oleObject" Target="../embeddings/oleObject20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209.wmf"/><Relationship Id="rId5" Type="http://schemas.openxmlformats.org/officeDocument/2006/relationships/image" Target="../media/image206.wmf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0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213.wmf"/><Relationship Id="rId5" Type="http://schemas.openxmlformats.org/officeDocument/2006/relationships/image" Target="../media/image210.wmf"/><Relationship Id="rId10" Type="http://schemas.openxmlformats.org/officeDocument/2006/relationships/oleObject" Target="../embeddings/oleObject216.bin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1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13" Type="http://schemas.openxmlformats.org/officeDocument/2006/relationships/image" Target="../media/image218.wmf"/><Relationship Id="rId18" Type="http://schemas.openxmlformats.org/officeDocument/2006/relationships/oleObject" Target="../embeddings/oleObject224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15.wmf"/><Relationship Id="rId12" Type="http://schemas.openxmlformats.org/officeDocument/2006/relationships/oleObject" Target="../embeddings/oleObject221.bin"/><Relationship Id="rId17" Type="http://schemas.openxmlformats.org/officeDocument/2006/relationships/image" Target="../media/image22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3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18.bin"/><Relationship Id="rId11" Type="http://schemas.openxmlformats.org/officeDocument/2006/relationships/image" Target="../media/image217.wmf"/><Relationship Id="rId5" Type="http://schemas.openxmlformats.org/officeDocument/2006/relationships/image" Target="../media/image214.wmf"/><Relationship Id="rId15" Type="http://schemas.openxmlformats.org/officeDocument/2006/relationships/image" Target="../media/image219.wmf"/><Relationship Id="rId10" Type="http://schemas.openxmlformats.org/officeDocument/2006/relationships/oleObject" Target="../embeddings/oleObject220.bin"/><Relationship Id="rId19" Type="http://schemas.openxmlformats.org/officeDocument/2006/relationships/image" Target="../media/image221.wmf"/><Relationship Id="rId4" Type="http://schemas.openxmlformats.org/officeDocument/2006/relationships/oleObject" Target="../embeddings/oleObject217.bin"/><Relationship Id="rId9" Type="http://schemas.openxmlformats.org/officeDocument/2006/relationships/image" Target="../media/image216.wmf"/><Relationship Id="rId14" Type="http://schemas.openxmlformats.org/officeDocument/2006/relationships/oleObject" Target="../embeddings/oleObject22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0" Type="http://schemas.openxmlformats.org/officeDocument/2006/relationships/image" Target="../media/image225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2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oleObject" Target="../embeddings/oleObject235.bin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8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30.wmf"/><Relationship Id="rId4" Type="http://schemas.openxmlformats.org/officeDocument/2006/relationships/image" Target="../media/image227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3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37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34.wmf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3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42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36.wmf"/><Relationship Id="rId5" Type="http://schemas.openxmlformats.org/officeDocument/2006/relationships/image" Target="../media/image233.wmf"/><Relationship Id="rId15" Type="http://schemas.openxmlformats.org/officeDocument/2006/relationships/image" Target="../media/image238.wmf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35.wmf"/><Relationship Id="rId14" Type="http://schemas.openxmlformats.org/officeDocument/2006/relationships/oleObject" Target="../embeddings/oleObject24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44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41.wmf"/><Relationship Id="rId12" Type="http://schemas.openxmlformats.org/officeDocument/2006/relationships/oleObject" Target="../embeddings/oleObject2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43.wmf"/><Relationship Id="rId5" Type="http://schemas.openxmlformats.org/officeDocument/2006/relationships/image" Target="../media/image240.w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4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53.bin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1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48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5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13" Type="http://schemas.openxmlformats.org/officeDocument/2006/relationships/image" Target="../media/image256.wmf"/><Relationship Id="rId18" Type="http://schemas.openxmlformats.org/officeDocument/2006/relationships/oleObject" Target="../embeddings/oleObject263.bin"/><Relationship Id="rId26" Type="http://schemas.openxmlformats.org/officeDocument/2006/relationships/oleObject" Target="../embeddings/oleObject267.bin"/><Relationship Id="rId3" Type="http://schemas.openxmlformats.org/officeDocument/2006/relationships/oleObject" Target="../embeddings/oleObject255.bin"/><Relationship Id="rId21" Type="http://schemas.openxmlformats.org/officeDocument/2006/relationships/image" Target="../media/image260.wmf"/><Relationship Id="rId7" Type="http://schemas.openxmlformats.org/officeDocument/2006/relationships/oleObject" Target="../embeddings/oleObject257.bin"/><Relationship Id="rId12" Type="http://schemas.openxmlformats.org/officeDocument/2006/relationships/oleObject" Target="../embeddings/oleObject260.bin"/><Relationship Id="rId17" Type="http://schemas.openxmlformats.org/officeDocument/2006/relationships/image" Target="../media/image258.wmf"/><Relationship Id="rId25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2.bin"/><Relationship Id="rId20" Type="http://schemas.openxmlformats.org/officeDocument/2006/relationships/oleObject" Target="../embeddings/oleObject264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3.wmf"/><Relationship Id="rId11" Type="http://schemas.openxmlformats.org/officeDocument/2006/relationships/image" Target="../media/image255.wmf"/><Relationship Id="rId24" Type="http://schemas.openxmlformats.org/officeDocument/2006/relationships/oleObject" Target="../embeddings/oleObject266.bin"/><Relationship Id="rId5" Type="http://schemas.openxmlformats.org/officeDocument/2006/relationships/oleObject" Target="../embeddings/oleObject256.bin"/><Relationship Id="rId15" Type="http://schemas.openxmlformats.org/officeDocument/2006/relationships/image" Target="../media/image257.wmf"/><Relationship Id="rId23" Type="http://schemas.openxmlformats.org/officeDocument/2006/relationships/image" Target="../media/image261.wmf"/><Relationship Id="rId10" Type="http://schemas.openxmlformats.org/officeDocument/2006/relationships/oleObject" Target="../embeddings/oleObject259.bin"/><Relationship Id="rId19" Type="http://schemas.openxmlformats.org/officeDocument/2006/relationships/image" Target="../media/image259.wmf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258.bin"/><Relationship Id="rId14" Type="http://schemas.openxmlformats.org/officeDocument/2006/relationships/oleObject" Target="../embeddings/oleObject261.bin"/><Relationship Id="rId22" Type="http://schemas.openxmlformats.org/officeDocument/2006/relationships/oleObject" Target="../embeddings/oleObject265.bin"/><Relationship Id="rId27" Type="http://schemas.openxmlformats.org/officeDocument/2006/relationships/image" Target="../media/image26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71.wmf"/><Relationship Id="rId3" Type="http://schemas.openxmlformats.org/officeDocument/2006/relationships/oleObject" Target="../embeddings/oleObject268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68.wmf"/><Relationship Id="rId17" Type="http://schemas.openxmlformats.org/officeDocument/2006/relationships/oleObject" Target="../embeddings/oleObject2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0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65.w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267.wmf"/><Relationship Id="rId4" Type="http://schemas.openxmlformats.org/officeDocument/2006/relationships/image" Target="../media/image264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6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oleObject" Target="../embeddings/oleObject281.bin"/><Relationship Id="rId18" Type="http://schemas.openxmlformats.org/officeDocument/2006/relationships/image" Target="../media/image279.wmf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78.bin"/><Relationship Id="rId12" Type="http://schemas.openxmlformats.org/officeDocument/2006/relationships/image" Target="../media/image276.wmf"/><Relationship Id="rId17" Type="http://schemas.openxmlformats.org/officeDocument/2006/relationships/oleObject" Target="../embeddings/oleObject2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8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7.bin"/><Relationship Id="rId15" Type="http://schemas.openxmlformats.org/officeDocument/2006/relationships/oleObject" Target="../embeddings/oleObject282.bin"/><Relationship Id="rId10" Type="http://schemas.openxmlformats.org/officeDocument/2006/relationships/image" Target="../media/image275.wmf"/><Relationship Id="rId4" Type="http://schemas.openxmlformats.org/officeDocument/2006/relationships/image" Target="../media/image272.wmf"/><Relationship Id="rId9" Type="http://schemas.openxmlformats.org/officeDocument/2006/relationships/oleObject" Target="../embeddings/oleObject279.bin"/><Relationship Id="rId14" Type="http://schemas.openxmlformats.org/officeDocument/2006/relationships/image" Target="../media/image277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56015" y="2571750"/>
            <a:ext cx="4459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不定积分的概念与性质</a:t>
            </a:r>
            <a:endParaRPr 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7" name="Text Box 10"/>
          <p:cNvSpPr txBox="1">
            <a:spLocks noChangeArrowheads="1"/>
          </p:cNvSpPr>
          <p:nvPr/>
        </p:nvSpPr>
        <p:spPr bwMode="auto">
          <a:xfrm>
            <a:off x="2123728" y="1059582"/>
            <a:ext cx="51244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第四章   </a:t>
            </a:r>
            <a:r>
              <a:rPr lang="zh-CN" altLang="zh-CN" sz="3600" b="1" dirty="0">
                <a:latin typeface="微软雅黑" pitchFamily="34" charset="-122"/>
                <a:ea typeface="微软雅黑" pitchFamily="34" charset="-122"/>
              </a:rPr>
              <a:t>不定积分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C10F2A-FEA5-4BDB-866B-3C9E2581C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730" y="1409750"/>
            <a:ext cx="1276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微分法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A3F8E0F-8476-4E6C-A013-30C0DC7A43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5205418"/>
              </p:ext>
            </p:extLst>
          </p:nvPr>
        </p:nvGraphicFramePr>
        <p:xfrm>
          <a:off x="3652838" y="1454150"/>
          <a:ext cx="16208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4" name="Equation" r:id="rId3" imgW="1473120" imgH="355320" progId="Equation.DSMT4">
                  <p:embed/>
                </p:oleObj>
              </mc:Choice>
              <mc:Fallback>
                <p:oleObj name="Equation" r:id="rId3" imgW="1473120" imgH="355320" progId="Equation.DSMT4">
                  <p:embed/>
                  <p:pic>
                    <p:nvPicPr>
                      <p:cNvPr id="46086" name="对象 46085">
                        <a:extLst>
                          <a:ext uri="{FF2B5EF4-FFF2-40B4-BE49-F238E27FC236}">
                            <a16:creationId xmlns:a16="http://schemas.microsoft.com/office/drawing/2014/main" id="{AD0A4CAA-6185-4E04-A6E5-F1F9B7E4A3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1454150"/>
                        <a:ext cx="16208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E11B6B1-079E-4067-A9A6-2BD9D2915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730" y="2315915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积分法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A88CA5-6387-4D03-AA48-32EF7CB6F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4488002"/>
              </p:ext>
            </p:extLst>
          </p:nvPr>
        </p:nvGraphicFramePr>
        <p:xfrm>
          <a:off x="3627438" y="2359025"/>
          <a:ext cx="15922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5" name="Equation" r:id="rId5" imgW="1447560" imgH="355320" progId="Equation.DSMT4">
                  <p:embed/>
                </p:oleObj>
              </mc:Choice>
              <mc:Fallback>
                <p:oleObj name="Equation" r:id="rId5" imgW="1447560" imgH="355320" progId="Equation.DSMT4">
                  <p:embed/>
                  <p:pic>
                    <p:nvPicPr>
                      <p:cNvPr id="46088" name="对象 46087">
                        <a:extLst>
                          <a:ext uri="{FF2B5EF4-FFF2-40B4-BE49-F238E27FC236}">
                            <a16:creationId xmlns:a16="http://schemas.microsoft.com/office/drawing/2014/main" id="{C0339BA2-AEE2-4143-A811-FA9D6C31D0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2359025"/>
                        <a:ext cx="15922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6089">
            <a:extLst>
              <a:ext uri="{FF2B5EF4-FFF2-40B4-BE49-F238E27FC236}">
                <a16:creationId xmlns:a16="http://schemas.microsoft.com/office/drawing/2014/main" id="{AF6BD8B3-29EA-4C61-B04F-AEEB497482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99471"/>
              </p:ext>
            </p:extLst>
          </p:nvPr>
        </p:nvGraphicFramePr>
        <p:xfrm>
          <a:off x="5384180" y="1260872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6" r:id="rId7" imgW="114102" imgH="215526" progId="Equation.3">
                  <p:embed/>
                </p:oleObj>
              </mc:Choice>
              <mc:Fallback>
                <p:oleObj r:id="rId7" imgW="114102" imgH="215526" progId="Equation.3">
                  <p:embed/>
                  <p:pic>
                    <p:nvPicPr>
                      <p:cNvPr id="4103" name="对象 46089">
                        <a:extLst>
                          <a:ext uri="{FF2B5EF4-FFF2-40B4-BE49-F238E27FC236}">
                            <a16:creationId xmlns:a16="http://schemas.microsoft.com/office/drawing/2014/main" id="{F97A470A-FFF3-4FD0-BC1E-377D192128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180" y="1260872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118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8129">
            <a:extLst>
              <a:ext uri="{FF2B5EF4-FFF2-40B4-BE49-F238E27FC236}">
                <a16:creationId xmlns:a16="http://schemas.microsoft.com/office/drawing/2014/main" id="{0F851BC6-B9EC-4027-9E9C-B75D8E25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411510"/>
            <a:ext cx="586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 原函数与不定积分的概念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F06B23-8D96-425B-ABD4-CED9F0FF4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1205706"/>
            <a:ext cx="4610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引例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一个质量为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的质点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B669810-60D6-42FD-9EA9-D642D983B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0643998"/>
              </p:ext>
            </p:extLst>
          </p:nvPr>
        </p:nvGraphicFramePr>
        <p:xfrm>
          <a:off x="5708650" y="1291207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0" name="Equation" r:id="rId3" imgW="1384200" imgH="342720" progId="Equation.DSMT4">
                  <p:embed/>
                </p:oleObj>
              </mc:Choice>
              <mc:Fallback>
                <p:oleObj name="Equation" r:id="rId3" imgW="1384200" imgH="342720" progId="Equation.DSMT4">
                  <p:embed/>
                  <p:pic>
                    <p:nvPicPr>
                      <p:cNvPr id="48132" name="对象 48131">
                        <a:extLst>
                          <a:ext uri="{FF2B5EF4-FFF2-40B4-BE49-F238E27FC236}">
                            <a16:creationId xmlns:a16="http://schemas.microsoft.com/office/drawing/2014/main" id="{3351D5B0-CD41-4BF7-8677-8B5326D91C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1291207"/>
                        <a:ext cx="1346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BCB201C-4951-42BC-9AF4-E4FFBF973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76621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直线运动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E2A67D4-57D0-4794-BBDE-F68EEAD0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147482"/>
              </p:ext>
            </p:extLst>
          </p:nvPr>
        </p:nvGraphicFramePr>
        <p:xfrm>
          <a:off x="4673600" y="1801171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1" name="Equation" r:id="rId5" imgW="545760" imgH="342720" progId="Equation.DSMT4">
                  <p:embed/>
                </p:oleObj>
              </mc:Choice>
              <mc:Fallback>
                <p:oleObj name="Equation" r:id="rId5" imgW="545760" imgH="342720" progId="Equation.DSMT4">
                  <p:embed/>
                  <p:pic>
                    <p:nvPicPr>
                      <p:cNvPr id="48134" name="对象 48133">
                        <a:extLst>
                          <a:ext uri="{FF2B5EF4-FFF2-40B4-BE49-F238E27FC236}">
                            <a16:creationId xmlns:a16="http://schemas.microsoft.com/office/drawing/2014/main" id="{B5A0200E-2E48-4E34-B073-BF474CBFAD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1801171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672C06D-DA4B-4BDA-8153-81EAB52E0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462" y="1182317"/>
            <a:ext cx="45491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在变力         的作用下沿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5AC3E3-45A1-41DC-8C0C-3A19BD4F2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6" y="1736525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试求质点的运动速度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FC6C3C-5B1D-49B3-A05B-1C9B0547A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1773" y="2453956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根据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牛顿第二定律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7EE2A2-536B-4200-9F59-5922592F0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2453955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加速度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13056E9-368C-4B81-905F-B4AE17B358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783018"/>
              </p:ext>
            </p:extLst>
          </p:nvPr>
        </p:nvGraphicFramePr>
        <p:xfrm>
          <a:off x="5374469" y="2335537"/>
          <a:ext cx="21447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2" name="Equation" r:id="rId7" imgW="2260440" imgH="736560" progId="Equation.DSMT4">
                  <p:embed/>
                </p:oleObj>
              </mc:Choice>
              <mc:Fallback>
                <p:oleObj name="Equation" r:id="rId7" imgW="2260440" imgH="736560" progId="Equation.DSMT4">
                  <p:embed/>
                  <p:pic>
                    <p:nvPicPr>
                      <p:cNvPr id="48144" name="对象 48143">
                        <a:extLst>
                          <a:ext uri="{FF2B5EF4-FFF2-40B4-BE49-F238E27FC236}">
                            <a16:creationId xmlns:a16="http://schemas.microsoft.com/office/drawing/2014/main" id="{CE947889-48A8-4F3F-ADE6-294F8C9426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4469" y="2335537"/>
                        <a:ext cx="21447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551822AA-C936-4EAA-95A1-54C23B3D7AE1}"/>
              </a:ext>
            </a:extLst>
          </p:cNvPr>
          <p:cNvSpPr/>
          <p:nvPr/>
        </p:nvSpPr>
        <p:spPr>
          <a:xfrm>
            <a:off x="702020" y="248237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5BE2DE-E406-4D93-BAA6-62526AEE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23" y="3165111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因此问题转化为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A8713E-B432-4417-83A5-495D8ABC8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223" y="3168956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已知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F54EC5F-73F3-4C0B-AB5D-C7B120091A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071862"/>
              </p:ext>
            </p:extLst>
          </p:nvPr>
        </p:nvGraphicFramePr>
        <p:xfrm>
          <a:off x="3397717" y="3081141"/>
          <a:ext cx="17970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3" name="Equation" r:id="rId9" imgW="1790640" imgH="736560" progId="Equation.DSMT4">
                  <p:embed/>
                </p:oleObj>
              </mc:Choice>
              <mc:Fallback>
                <p:oleObj name="Equation" r:id="rId9" imgW="1790640" imgH="736560" progId="Equation.DSMT4">
                  <p:embed/>
                  <p:pic>
                    <p:nvPicPr>
                      <p:cNvPr id="48137" name="对象 48136">
                        <a:extLst>
                          <a:ext uri="{FF2B5EF4-FFF2-40B4-BE49-F238E27FC236}">
                            <a16:creationId xmlns:a16="http://schemas.microsoft.com/office/drawing/2014/main" id="{D73177CB-1B7C-4D3A-833A-A37478FB604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717" y="3081141"/>
                        <a:ext cx="17970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B126AA6D-6032-45D2-9552-38850D65B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461" y="3165111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83AC146-0D8B-4030-84FA-585BD0F1F2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007894"/>
              </p:ext>
            </p:extLst>
          </p:nvPr>
        </p:nvGraphicFramePr>
        <p:xfrm>
          <a:off x="5768459" y="3277197"/>
          <a:ext cx="549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84" name="Equation" r:id="rId11" imgW="545760" imgH="342720" progId="Equation.DSMT4">
                  <p:embed/>
                </p:oleObj>
              </mc:Choice>
              <mc:Fallback>
                <p:oleObj name="Equation" r:id="rId11" imgW="545760" imgH="342720" progId="Equation.DSMT4">
                  <p:embed/>
                  <p:pic>
                    <p:nvPicPr>
                      <p:cNvPr id="48139" name="对象 48138">
                        <a:extLst>
                          <a:ext uri="{FF2B5EF4-FFF2-40B4-BE49-F238E27FC236}">
                            <a16:creationId xmlns:a16="http://schemas.microsoft.com/office/drawing/2014/main" id="{33D3A06B-C4FF-40BF-98A6-A2062E740E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459" y="3277197"/>
                        <a:ext cx="5492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017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0" grpId="0"/>
      <p:bldP spid="11" grpId="0"/>
      <p:bldP spid="14" grpId="0"/>
      <p:bldP spid="15" grpId="0"/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74E11B73-F8AB-468D-AE17-AA644C535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511" y="565724"/>
            <a:ext cx="20050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112">
            <a:extLst>
              <a:ext uri="{FF2B5EF4-FFF2-40B4-BE49-F238E27FC236}">
                <a16:creationId xmlns:a16="http://schemas.microsoft.com/office/drawing/2014/main" id="{D4B1D33F-5D95-4E15-A13D-8C226CC5629C}"/>
              </a:ext>
            </a:extLst>
          </p:cNvPr>
          <p:cNvGrpSpPr>
            <a:grpSpLocks/>
          </p:cNvGrpSpPr>
          <p:nvPr/>
        </p:nvGrpSpPr>
        <p:grpSpPr bwMode="auto">
          <a:xfrm>
            <a:off x="1921687" y="559602"/>
            <a:ext cx="2660651" cy="461962"/>
            <a:chOff x="1766" y="769"/>
            <a:chExt cx="1676" cy="388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C6AD722E-9B32-4EA3-824D-D144DFCE0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769"/>
              <a:ext cx="167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Angsana New" pitchFamily="18" charset="-34"/>
                </a:rPr>
                <a:t>如果在区间  上，</a:t>
              </a:r>
            </a:p>
          </p:txBody>
        </p:sp>
        <p:graphicFrame>
          <p:nvGraphicFramePr>
            <p:cNvPr id="5" name="Object 39">
              <a:extLst>
                <a:ext uri="{FF2B5EF4-FFF2-40B4-BE49-F238E27FC236}">
                  <a16:creationId xmlns:a16="http://schemas.microsoft.com/office/drawing/2014/main" id="{9AFA6F1D-64C6-49F5-AC47-EE00583E01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1201453"/>
                </p:ext>
              </p:extLst>
            </p:nvPr>
          </p:nvGraphicFramePr>
          <p:xfrm>
            <a:off x="2834" y="863"/>
            <a:ext cx="16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26" name="Equation" r:id="rId3" imgW="190440" imgH="266400" progId="Equation.DSMT4">
                    <p:embed/>
                  </p:oleObj>
                </mc:Choice>
                <mc:Fallback>
                  <p:oleObj name="Equation" r:id="rId3" imgW="190440" imgH="266400" progId="Equation.DSMT4">
                    <p:embed/>
                    <p:pic>
                      <p:nvPicPr>
                        <p:cNvPr id="6207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4" y="863"/>
                          <a:ext cx="161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ctangle 42">
            <a:extLst>
              <a:ext uri="{FF2B5EF4-FFF2-40B4-BE49-F238E27FC236}">
                <a16:creationId xmlns:a16="http://schemas.microsoft.com/office/drawing/2014/main" id="{9AD0B8CF-CCFC-4ACA-B206-00AB07AE5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855" y="557394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Angsana New" pitchFamily="18" charset="-34"/>
              </a:rPr>
              <a:t>都有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AD5013C-8D35-416C-9601-DCB995279E32}"/>
              </a:ext>
            </a:extLst>
          </p:cNvPr>
          <p:cNvGrpSpPr/>
          <p:nvPr/>
        </p:nvGrpSpPr>
        <p:grpSpPr>
          <a:xfrm>
            <a:off x="4337816" y="555526"/>
            <a:ext cx="1914791" cy="461665"/>
            <a:chOff x="4725863" y="1224907"/>
            <a:chExt cx="1914791" cy="461665"/>
          </a:xfrm>
        </p:grpSpPr>
        <p:sp>
          <p:nvSpPr>
            <p:cNvPr id="8" name="Rectangle 42">
              <a:extLst>
                <a:ext uri="{FF2B5EF4-FFF2-40B4-BE49-F238E27FC236}">
                  <a16:creationId xmlns:a16="http://schemas.microsoft.com/office/drawing/2014/main" id="{1C9CBDBF-88B2-45DC-83FE-FB06717EE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863" y="1224907"/>
              <a:ext cx="191479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Angsana New" pitchFamily="18" charset="-34"/>
                </a:rPr>
                <a:t>对任一     ，</a:t>
              </a:r>
            </a:p>
          </p:txBody>
        </p:sp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280A3519-E248-4C7B-AE00-A46AD1EA9B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8186495"/>
                </p:ext>
              </p:extLst>
            </p:nvPr>
          </p:nvGraphicFramePr>
          <p:xfrm>
            <a:off x="5856213" y="1323712"/>
            <a:ext cx="635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27" name="Equation" r:id="rId5" imgW="634680" imgH="279360" progId="Equation.DSMT4">
                    <p:embed/>
                  </p:oleObj>
                </mc:Choice>
                <mc:Fallback>
                  <p:oleObj name="Equation" r:id="rId5" imgW="634680" imgH="279360" progId="Equation.DSMT4">
                    <p:embed/>
                    <p:pic>
                      <p:nvPicPr>
                        <p:cNvPr id="5223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6213" y="1323712"/>
                          <a:ext cx="635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0A107723-FB21-4DB9-9591-72FC3F476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099380"/>
              </p:ext>
            </p:extLst>
          </p:nvPr>
        </p:nvGraphicFramePr>
        <p:xfrm>
          <a:off x="2560158" y="1145835"/>
          <a:ext cx="160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28" name="Equation" r:id="rId7" imgW="38404800" imgH="8534400" progId="Equation.DSMT4">
                  <p:embed/>
                </p:oleObj>
              </mc:Choice>
              <mc:Fallback>
                <p:oleObj name="Equation" r:id="rId7" imgW="38404800" imgH="8534400" progId="Equation.DSMT4">
                  <p:embed/>
                  <p:pic>
                    <p:nvPicPr>
                      <p:cNvPr id="522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158" y="1145835"/>
                        <a:ext cx="1600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E7183ADD-F8A5-4CA5-8CD8-EFEB91AD2A35}"/>
              </a:ext>
            </a:extLst>
          </p:cNvPr>
          <p:cNvSpPr/>
          <p:nvPr/>
        </p:nvSpPr>
        <p:spPr>
          <a:xfrm>
            <a:off x="4217556" y="10604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</a:rPr>
              <a:t>或</a:t>
            </a: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17865D6D-D6A5-4352-A2B5-2F22C39BF7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023995"/>
              </p:ext>
            </p:extLst>
          </p:nvPr>
        </p:nvGraphicFramePr>
        <p:xfrm>
          <a:off x="4788024" y="1152185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29" name="Equation" r:id="rId9" imgW="48768000" imgH="8229600" progId="Equation.DSMT4">
                  <p:embed/>
                </p:oleObj>
              </mc:Choice>
              <mc:Fallback>
                <p:oleObj name="Equation" r:id="rId9" imgW="48768000" imgH="8229600" progId="Equation.DSMT4">
                  <p:embed/>
                  <p:pic>
                    <p:nvPicPr>
                      <p:cNvPr id="522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1152185"/>
                        <a:ext cx="2032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9C0B73BF-0E7B-46C6-B5ED-ABC6DD49B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40898"/>
              </p:ext>
            </p:extLst>
          </p:nvPr>
        </p:nvGraphicFramePr>
        <p:xfrm>
          <a:off x="5854457" y="2803686"/>
          <a:ext cx="2298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30" name="Equation" r:id="rId11" imgW="2298600" imgH="355320" progId="Equation.DSMT4">
                  <p:embed/>
                </p:oleObj>
              </mc:Choice>
              <mc:Fallback>
                <p:oleObj name="Equation" r:id="rId11" imgW="2298600" imgH="355320" progId="Equation.DSMT4">
                  <p:embed/>
                  <p:pic>
                    <p:nvPicPr>
                      <p:cNvPr id="22" name="Object 11">
                        <a:extLst>
                          <a:ext uri="{FF2B5EF4-FFF2-40B4-BE49-F238E27FC236}">
                            <a16:creationId xmlns:a16="http://schemas.microsoft.com/office/drawing/2014/main" id="{4D1C4858-4158-418A-8C78-541339F19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457" y="2803686"/>
                        <a:ext cx="2298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1">
            <a:extLst>
              <a:ext uri="{FF2B5EF4-FFF2-40B4-BE49-F238E27FC236}">
                <a16:creationId xmlns:a16="http://schemas.microsoft.com/office/drawing/2014/main" id="{DA23A7F4-0A0A-49CF-B63F-38D036F26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457" y="3494149"/>
            <a:ext cx="29128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(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</a:rPr>
              <a:t>为任意常数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</a:rPr>
              <a:t>)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B19469-3B0B-42C5-92CE-D3176AF12139}"/>
              </a:ext>
            </a:extLst>
          </p:cNvPr>
          <p:cNvGrpSpPr/>
          <p:nvPr/>
        </p:nvGrpSpPr>
        <p:grpSpPr>
          <a:xfrm>
            <a:off x="2025665" y="2685734"/>
            <a:ext cx="522588" cy="1529712"/>
            <a:chOff x="3477440" y="3786327"/>
            <a:chExt cx="522588" cy="1529712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8296D7E-634C-417B-8046-080036B44022}"/>
                </a:ext>
              </a:extLst>
            </p:cNvPr>
            <p:cNvGrpSpPr/>
            <p:nvPr/>
          </p:nvGrpSpPr>
          <p:grpSpPr>
            <a:xfrm>
              <a:off x="3495972" y="4314980"/>
              <a:ext cx="472852" cy="1001059"/>
              <a:chOff x="1664470" y="4320405"/>
              <a:chExt cx="472852" cy="1001059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AD0488F-FD63-4260-BC8D-0CA840B14C83}"/>
                  </a:ext>
                </a:extLst>
              </p:cNvPr>
              <p:cNvSpPr/>
              <p:nvPr/>
            </p:nvSpPr>
            <p:spPr>
              <a:xfrm>
                <a:off x="1664470" y="4320405"/>
                <a:ext cx="472852" cy="1001059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文本框 31">
                <a:extLst>
                  <a:ext uri="{FF2B5EF4-FFF2-40B4-BE49-F238E27FC236}">
                    <a16:creationId xmlns:a16="http://schemas.microsoft.com/office/drawing/2014/main" id="{03A76F7A-13CD-4C6E-9666-F3FAEB607621}"/>
                  </a:ext>
                </a:extLst>
              </p:cNvPr>
              <p:cNvSpPr txBox="1"/>
              <p:nvPr/>
            </p:nvSpPr>
            <p:spPr>
              <a:xfrm>
                <a:off x="1664470" y="4422501"/>
                <a:ext cx="461665" cy="82695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原函数</a:t>
                </a:r>
              </a:p>
            </p:txBody>
          </p:sp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302D1CE-CA28-4E16-AA7A-7623F5A43E7F}"/>
                </a:ext>
              </a:extLst>
            </p:cNvPr>
            <p:cNvCxnSpPr/>
            <p:nvPr/>
          </p:nvCxnSpPr>
          <p:spPr>
            <a:xfrm>
              <a:off x="3477440" y="3789041"/>
              <a:ext cx="522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DD5A66B7-2C40-4614-A3F1-6DF9668E0D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2398" y="3786327"/>
              <a:ext cx="0" cy="5286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97D829C-D80D-46BF-8E92-0467FD5AE700}"/>
              </a:ext>
            </a:extLst>
          </p:cNvPr>
          <p:cNvGrpSpPr/>
          <p:nvPr/>
        </p:nvGrpSpPr>
        <p:grpSpPr>
          <a:xfrm>
            <a:off x="3076117" y="2677995"/>
            <a:ext cx="522588" cy="1529712"/>
            <a:chOff x="3477440" y="3786327"/>
            <a:chExt cx="522588" cy="152971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7BB5619D-06D0-42F6-B7D6-83B1457C373F}"/>
                </a:ext>
              </a:extLst>
            </p:cNvPr>
            <p:cNvGrpSpPr/>
            <p:nvPr/>
          </p:nvGrpSpPr>
          <p:grpSpPr>
            <a:xfrm>
              <a:off x="3495972" y="4314980"/>
              <a:ext cx="472852" cy="1001059"/>
              <a:chOff x="1664470" y="4320405"/>
              <a:chExt cx="472852" cy="1001059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D57C64BD-5EF0-4C89-A327-58AABD704045}"/>
                  </a:ext>
                </a:extLst>
              </p:cNvPr>
              <p:cNvSpPr/>
              <p:nvPr/>
            </p:nvSpPr>
            <p:spPr>
              <a:xfrm>
                <a:off x="1664470" y="4320405"/>
                <a:ext cx="472852" cy="1001059"/>
              </a:xfrm>
              <a:prstGeom prst="rect">
                <a:avLst/>
              </a:prstGeom>
              <a:ln>
                <a:solidFill>
                  <a:srgbClr val="0064FF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1">
                <a:extLst>
                  <a:ext uri="{FF2B5EF4-FFF2-40B4-BE49-F238E27FC236}">
                    <a16:creationId xmlns:a16="http://schemas.microsoft.com/office/drawing/2014/main" id="{A1BBAAFE-A994-42ED-B4B9-4D7C17C6E308}"/>
                  </a:ext>
                </a:extLst>
              </p:cNvPr>
              <p:cNvSpPr txBox="1"/>
              <p:nvPr/>
            </p:nvSpPr>
            <p:spPr>
              <a:xfrm>
                <a:off x="1664470" y="4422501"/>
                <a:ext cx="461665" cy="82695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导函数</a:t>
                </a:r>
              </a:p>
            </p:txBody>
          </p:sp>
        </p:grp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3C8782E-3A7B-4F12-99A3-3D14FB02FF9B}"/>
                </a:ext>
              </a:extLst>
            </p:cNvPr>
            <p:cNvCxnSpPr/>
            <p:nvPr/>
          </p:nvCxnSpPr>
          <p:spPr>
            <a:xfrm>
              <a:off x="3477440" y="3789041"/>
              <a:ext cx="522588" cy="0"/>
            </a:xfrm>
            <a:prstGeom prst="line">
              <a:avLst/>
            </a:prstGeom>
            <a:ln w="1905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6F4AE39-C309-4C6D-873D-29582B264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2398" y="3786327"/>
              <a:ext cx="0" cy="528653"/>
            </a:xfrm>
            <a:prstGeom prst="straightConnector1">
              <a:avLst/>
            </a:prstGeom>
            <a:ln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 Box 8">
            <a:extLst>
              <a:ext uri="{FF2B5EF4-FFF2-40B4-BE49-F238E27FC236}">
                <a16:creationId xmlns:a16="http://schemas.microsoft.com/office/drawing/2014/main" id="{9EF955C9-6600-4496-AD2C-34C1EB59A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531" y="2227622"/>
            <a:ext cx="20050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例如</a:t>
            </a: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10419EA-4B97-47C1-A068-4034B2864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500298"/>
              </p:ext>
            </p:extLst>
          </p:nvPr>
        </p:nvGraphicFramePr>
        <p:xfrm>
          <a:off x="1905017" y="2190529"/>
          <a:ext cx="349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31" name="Equation" r:id="rId13" imgW="3492360" imgH="469800" progId="Equation.DSMT4">
                  <p:embed/>
                </p:oleObj>
              </mc:Choice>
              <mc:Fallback>
                <p:oleObj name="Equation" r:id="rId13" imgW="3492360" imgH="4698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17" y="2190529"/>
                        <a:ext cx="3492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65FDC17B-CAF1-4091-B2F9-756FB4DBC15B}"/>
              </a:ext>
            </a:extLst>
          </p:cNvPr>
          <p:cNvGrpSpPr/>
          <p:nvPr/>
        </p:nvGrpSpPr>
        <p:grpSpPr>
          <a:xfrm>
            <a:off x="520847" y="1654661"/>
            <a:ext cx="8216993" cy="408002"/>
            <a:chOff x="520847" y="1654661"/>
            <a:chExt cx="8216993" cy="408002"/>
          </a:xfrm>
        </p:grpSpPr>
        <p:sp>
          <p:nvSpPr>
            <p:cNvPr id="14" name="Rectangle 34">
              <a:extLst>
                <a:ext uri="{FF2B5EF4-FFF2-40B4-BE49-F238E27FC236}">
                  <a16:creationId xmlns:a16="http://schemas.microsoft.com/office/drawing/2014/main" id="{AB6A48F6-3545-4485-94B8-65C8B116D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47" y="1654661"/>
              <a:ext cx="821699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则称函数     为               在区间  </a:t>
              </a:r>
              <a:r>
                <a:rPr lang="zh-CN" altLang="en-US" sz="24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上的一个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原函数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5" name="Object 10">
              <a:extLst>
                <a:ext uri="{FF2B5EF4-FFF2-40B4-BE49-F238E27FC236}">
                  <a16:creationId xmlns:a16="http://schemas.microsoft.com/office/drawing/2014/main" id="{8078496E-8903-4C1F-A7B8-20DB8085F8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4654773"/>
                </p:ext>
              </p:extLst>
            </p:nvPr>
          </p:nvGraphicFramePr>
          <p:xfrm>
            <a:off x="1816991" y="1706828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32" name="Equation" r:id="rId15" imgW="15240000" imgH="8229600" progId="Equation.DSMT4">
                    <p:embed/>
                  </p:oleObj>
                </mc:Choice>
                <mc:Fallback>
                  <p:oleObj name="Equation" r:id="rId15" imgW="15240000" imgH="8229600" progId="Equation.DSMT4">
                    <p:embed/>
                    <p:pic>
                      <p:nvPicPr>
                        <p:cNvPr id="5223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6991" y="1706828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791E70F3-0CC1-4081-AC21-4B2C9915C4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9925662"/>
                </p:ext>
              </p:extLst>
            </p:nvPr>
          </p:nvGraphicFramePr>
          <p:xfrm>
            <a:off x="2783499" y="170977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33" name="Equation" r:id="rId17" imgW="14935200" imgH="8229600" progId="Equation.DSMT4">
                    <p:embed/>
                  </p:oleObj>
                </mc:Choice>
                <mc:Fallback>
                  <p:oleObj name="Equation" r:id="rId17" imgW="14935200" imgH="8229600" progId="Equation.DSMT4">
                    <p:embed/>
                    <p:pic>
                      <p:nvPicPr>
                        <p:cNvPr id="522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3499" y="170977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9">
              <a:extLst>
                <a:ext uri="{FF2B5EF4-FFF2-40B4-BE49-F238E27FC236}">
                  <a16:creationId xmlns:a16="http://schemas.microsoft.com/office/drawing/2014/main" id="{3B4D7306-B430-4C9A-A524-17465D3BEF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0765343"/>
                </p:ext>
              </p:extLst>
            </p:nvPr>
          </p:nvGraphicFramePr>
          <p:xfrm>
            <a:off x="6161061" y="1704191"/>
            <a:ext cx="255588" cy="270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34" name="Equation" r:id="rId19" imgW="190440" imgH="266400" progId="Equation.DSMT4">
                    <p:embed/>
                  </p:oleObj>
                </mc:Choice>
                <mc:Fallback>
                  <p:oleObj name="Equation" r:id="rId19" imgW="190440" imgH="266400" progId="Equation.DSMT4">
                    <p:embed/>
                    <p:pic>
                      <p:nvPicPr>
                        <p:cNvPr id="27" name="Object 39">
                          <a:extLst>
                            <a:ext uri="{FF2B5EF4-FFF2-40B4-BE49-F238E27FC236}">
                              <a16:creationId xmlns:a16="http://schemas.microsoft.com/office/drawing/2014/main" id="{AF9D6F8B-7777-4AC8-93C1-2E6E1634D5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1061" y="1704191"/>
                          <a:ext cx="255588" cy="270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5654E96B-296B-4E6B-A343-8F1FC2DCF3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1619965"/>
                </p:ext>
              </p:extLst>
            </p:nvPr>
          </p:nvGraphicFramePr>
          <p:xfrm>
            <a:off x="3519741" y="1681663"/>
            <a:ext cx="1371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35" name="Equation" r:id="rId21" imgW="1371600" imgH="380880" progId="Equation.DSMT4">
                    <p:embed/>
                  </p:oleObj>
                </mc:Choice>
                <mc:Fallback>
                  <p:oleObj name="Equation" r:id="rId21" imgW="1371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519741" y="1681663"/>
                          <a:ext cx="1371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4255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1" grpId="0"/>
      <p:bldP spid="19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50178">
            <a:extLst>
              <a:ext uri="{FF2B5EF4-FFF2-40B4-BE49-F238E27FC236}">
                <a16:creationId xmlns:a16="http://schemas.microsoft.com/office/drawing/2014/main" id="{2DE65577-E59F-4C1F-8AD3-5FB25E87F1E4}"/>
              </a:ext>
            </a:extLst>
          </p:cNvPr>
          <p:cNvSpPr txBox="1">
            <a:spLocks noChangeArrowheads="1"/>
          </p:cNvSpPr>
          <p:nvPr/>
        </p:nvSpPr>
        <p:spPr>
          <a:xfrm>
            <a:off x="1187624" y="856879"/>
            <a:ext cx="1295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问题</a:t>
            </a:r>
            <a:endParaRPr lang="en-US" altLang="zh-CN" sz="2400" b="1" dirty="0">
              <a:solidFill>
                <a:srgbClr val="0066FF"/>
              </a:solidFill>
              <a:latin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CAD167-CDE4-44D6-AAA3-D3FEB6D8C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560389"/>
            <a:ext cx="6775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在什么条件下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函数的原函数存在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2A1D5B-1AF5-4172-ADAC-6F3D0A5BB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2326109"/>
            <a:ext cx="5099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若原函数存在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它如何表示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0471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5DD7B515-25EB-48F6-8044-02C66AF2E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83518"/>
            <a:ext cx="350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原函数存在定理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13931A1-0FAD-42D1-A496-9A2F0F011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349" y="3203613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连续函数一定有原函数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5E7061B-C102-47C2-B982-8719721859F5}"/>
              </a:ext>
            </a:extLst>
          </p:cNvPr>
          <p:cNvGrpSpPr/>
          <p:nvPr/>
        </p:nvGrpSpPr>
        <p:grpSpPr>
          <a:xfrm>
            <a:off x="579340" y="1775373"/>
            <a:ext cx="1890261" cy="461665"/>
            <a:chOff x="286860" y="3429006"/>
            <a:chExt cx="1890261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CA1BAD4-DF17-48CB-A7BD-4175586277E8}"/>
                </a:ext>
              </a:extLst>
            </p:cNvPr>
            <p:cNvSpPr/>
            <p:nvPr/>
          </p:nvSpPr>
          <p:spPr>
            <a:xfrm>
              <a:off x="286860" y="3429006"/>
              <a:ext cx="189026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itchFamily="18" charset="0"/>
                </a:rPr>
                <a:t>函</a:t>
              </a:r>
              <a:r>
                <a:rPr lang="zh-CN" altLang="en-US" sz="2400" b="1" dirty="0">
                  <a:solidFill>
                    <a:prstClr val="black"/>
                  </a:solidFill>
                  <a:latin typeface="+mn-ea"/>
                  <a:cs typeface="Times New Roman" pitchFamily="18" charset="0"/>
                </a:rPr>
                <a:t>数     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711AF339-BB95-41FF-9751-27D5646DF0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5806432"/>
                </p:ext>
              </p:extLst>
            </p:nvPr>
          </p:nvGraphicFramePr>
          <p:xfrm>
            <a:off x="1056680" y="3521669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178" name="Equation" r:id="rId3" imgW="15240000" imgH="8229600" progId="Equation.DSMT4">
                    <p:embed/>
                  </p:oleObj>
                </mc:Choice>
                <mc:Fallback>
                  <p:oleObj name="Equation" r:id="rId3" imgW="15240000" imgH="8229600" progId="Equation.DSMT4">
                    <p:embed/>
                    <p:pic>
                      <p:nvPicPr>
                        <p:cNvPr id="5427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680" y="3521669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9D5E42A-D9F9-4624-8FDE-D1F3FDA4FACE}"/>
              </a:ext>
            </a:extLst>
          </p:cNvPr>
          <p:cNvGrpSpPr/>
          <p:nvPr/>
        </p:nvGrpSpPr>
        <p:grpSpPr>
          <a:xfrm>
            <a:off x="1329705" y="984012"/>
            <a:ext cx="4506912" cy="496966"/>
            <a:chOff x="928721" y="2732490"/>
            <a:chExt cx="4506912" cy="496966"/>
          </a:xfrm>
        </p:grpSpPr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F881AC44-7DD1-4B93-8F2C-D249F9B5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721" y="2732490"/>
              <a:ext cx="4506912" cy="483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如果函数        在区间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</a:p>
          </p:txBody>
        </p:sp>
        <p:graphicFrame>
          <p:nvGraphicFramePr>
            <p:cNvPr id="9" name="Object 6">
              <a:extLst>
                <a:ext uri="{FF2B5EF4-FFF2-40B4-BE49-F238E27FC236}">
                  <a16:creationId xmlns:a16="http://schemas.microsoft.com/office/drawing/2014/main" id="{9510BB9A-3F9C-4E79-9AAA-D8CCE0CD85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920097"/>
                </p:ext>
              </p:extLst>
            </p:nvPr>
          </p:nvGraphicFramePr>
          <p:xfrm>
            <a:off x="2109772" y="288655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179" name="Equation" r:id="rId5" imgW="14935200" imgH="8229600" progId="Equation.DSMT4">
                    <p:embed/>
                  </p:oleObj>
                </mc:Choice>
                <mc:Fallback>
                  <p:oleObj name="Equation" r:id="rId5" imgW="14935200" imgH="8229600" progId="Equation.DSMT4">
                    <p:embed/>
                    <p:pic>
                      <p:nvPicPr>
                        <p:cNvPr id="5427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772" y="288655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C4F5FE2A-8615-48D9-954F-578AF8BA7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727998"/>
              </p:ext>
            </p:extLst>
          </p:nvPr>
        </p:nvGraphicFramePr>
        <p:xfrm>
          <a:off x="3692972" y="2434502"/>
          <a:ext cx="165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0" name="Equation" r:id="rId7" imgW="1650960" imgH="355320" progId="Equation.DSMT4">
                  <p:embed/>
                </p:oleObj>
              </mc:Choice>
              <mc:Fallback>
                <p:oleObj name="Equation" r:id="rId7" imgW="1650960" imgH="355320" progId="Equation.DSMT4">
                  <p:embed/>
                  <p:pic>
                    <p:nvPicPr>
                      <p:cNvPr id="542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972" y="2434502"/>
                        <a:ext cx="165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2">
            <a:extLst>
              <a:ext uri="{FF2B5EF4-FFF2-40B4-BE49-F238E27FC236}">
                <a16:creationId xmlns:a16="http://schemas.microsoft.com/office/drawing/2014/main" id="{50626D26-3C76-43D1-9BA8-486FC087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760" y="1746012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Angsana New" pitchFamily="18" charset="-34"/>
              </a:rPr>
              <a:t>都有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55F8166-B670-4535-94F5-3BA9F30F5238}"/>
              </a:ext>
            </a:extLst>
          </p:cNvPr>
          <p:cNvGrpSpPr/>
          <p:nvPr/>
        </p:nvGrpSpPr>
        <p:grpSpPr>
          <a:xfrm>
            <a:off x="2172544" y="1759233"/>
            <a:ext cx="2284189" cy="461665"/>
            <a:chOff x="1917551" y="3435846"/>
            <a:chExt cx="2284189" cy="461665"/>
          </a:xfrm>
        </p:grpSpPr>
        <p:sp>
          <p:nvSpPr>
            <p:cNvPr id="13" name="Rectangle 42">
              <a:extLst>
                <a:ext uri="{FF2B5EF4-FFF2-40B4-BE49-F238E27FC236}">
                  <a16:creationId xmlns:a16="http://schemas.microsoft.com/office/drawing/2014/main" id="{F583DC85-A535-4898-A32F-4D75E7B4B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551" y="3435846"/>
              <a:ext cx="22841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对任一           ，</a:t>
              </a:r>
            </a:p>
          </p:txBody>
        </p:sp>
        <p:graphicFrame>
          <p:nvGraphicFramePr>
            <p:cNvPr id="14" name="Object 7">
              <a:extLst>
                <a:ext uri="{FF2B5EF4-FFF2-40B4-BE49-F238E27FC236}">
                  <a16:creationId xmlns:a16="http://schemas.microsoft.com/office/drawing/2014/main" id="{C316A6B4-9D84-48D0-9590-4CCC878DEE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1828223"/>
                </p:ext>
              </p:extLst>
            </p:nvPr>
          </p:nvGraphicFramePr>
          <p:xfrm>
            <a:off x="3059645" y="3539885"/>
            <a:ext cx="635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181" name="Equation" r:id="rId9" imgW="634680" imgH="279360" progId="Equation.DSMT4">
                    <p:embed/>
                  </p:oleObj>
                </mc:Choice>
                <mc:Fallback>
                  <p:oleObj name="Equation" r:id="rId9" imgW="634680" imgH="279360" progId="Equation.DSMT4">
                    <p:embed/>
                    <p:pic>
                      <p:nvPicPr>
                        <p:cNvPr id="20" name="Object 7">
                          <a:extLst>
                            <a:ext uri="{FF2B5EF4-FFF2-40B4-BE49-F238E27FC236}">
                              <a16:creationId xmlns:a16="http://schemas.microsoft.com/office/drawing/2014/main" id="{A838E0DF-BD8B-4222-B739-BA617D4E5A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645" y="3539885"/>
                          <a:ext cx="635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16">
            <a:extLst>
              <a:ext uri="{FF2B5EF4-FFF2-40B4-BE49-F238E27FC236}">
                <a16:creationId xmlns:a16="http://schemas.microsoft.com/office/drawing/2014/main" id="{FC4A290C-0107-450F-9A21-2C95C26FA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2904" y="984011"/>
            <a:ext cx="3306936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则在区间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上存在可导</a:t>
            </a: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748223F1-07C3-442D-9FB0-E6F7E796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25" y="3205321"/>
            <a:ext cx="1123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31881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86AF47A-D0AD-4EFF-9A17-967CE4CE8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501688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3A211732-1FDD-4F8D-89D5-537D2344E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63353"/>
            <a:ext cx="8527717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初等函数</a:t>
            </a:r>
            <a:r>
              <a:rPr lang="zh-CN" altLang="en-US" sz="2400" b="1" dirty="0">
                <a:latin typeface="+mn-ea"/>
              </a:rPr>
              <a:t>在其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定义区间</a:t>
            </a:r>
            <a:r>
              <a:rPr lang="zh-CN" altLang="en-US" sz="2400" b="1" dirty="0">
                <a:latin typeface="+mn-ea"/>
              </a:rPr>
              <a:t>上连续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故初等函数在其定义区间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9EEE3D2-767F-469C-8C1A-F6325108B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41" y="1563638"/>
            <a:ext cx="8527717" cy="4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+mn-ea"/>
              </a:rPr>
              <a:t>上存在原函数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DF2760DD-7A46-4B69-BC78-15CF7D18D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2211710"/>
            <a:ext cx="8527717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+mn-ea"/>
              </a:rPr>
              <a:t>并非每一个定义在区间上的函数都有原函数</a:t>
            </a:r>
            <a:r>
              <a:rPr lang="en-US" altLang="zh-CN" sz="2400" b="1" dirty="0">
                <a:latin typeface="+mn-ea"/>
              </a:rPr>
              <a:t>.</a:t>
            </a:r>
            <a:r>
              <a:rPr lang="zh-CN" altLang="en-US" sz="2400" b="1" dirty="0">
                <a:latin typeface="+mn-ea"/>
              </a:rPr>
              <a:t>例如，函数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F31BE5-DACE-4505-86DD-F675F8D6F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43419"/>
              </p:ext>
            </p:extLst>
          </p:nvPr>
        </p:nvGraphicFramePr>
        <p:xfrm>
          <a:off x="3240584" y="2870236"/>
          <a:ext cx="2184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82" name="Equation" r:id="rId3" imgW="2184120" imgH="863280" progId="Equation.DSMT4">
                  <p:embed/>
                </p:oleObj>
              </mc:Choice>
              <mc:Fallback>
                <p:oleObj name="Equation" r:id="rId3" imgW="218412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40584" y="2870236"/>
                        <a:ext cx="21844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6">
            <a:extLst>
              <a:ext uri="{FF2B5EF4-FFF2-40B4-BE49-F238E27FC236}">
                <a16:creationId xmlns:a16="http://schemas.microsoft.com/office/drawing/2014/main" id="{B953B797-0C44-4382-ACE4-4B3D73AC8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40" y="3867894"/>
            <a:ext cx="8527717" cy="4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+mn-ea"/>
              </a:rPr>
              <a:t>在任何含有原点为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内点</a:t>
            </a:r>
            <a:r>
              <a:rPr lang="zh-CN" altLang="en-US" sz="2400" b="1" dirty="0">
                <a:latin typeface="+mn-ea"/>
              </a:rPr>
              <a:t>的区间上不存在原函数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284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20A08A92-E726-4F8A-B062-4D2777AC0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555526"/>
            <a:ext cx="8527717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“连续”</a:t>
            </a:r>
            <a:r>
              <a:rPr lang="zh-CN" altLang="en-US" sz="2400" b="1" dirty="0">
                <a:latin typeface="+mn-ea"/>
              </a:rPr>
              <a:t>为函数在区间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+mn-ea"/>
              </a:rPr>
              <a:t>上存在原函数的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充分条件</a:t>
            </a:r>
            <a:r>
              <a:rPr lang="zh-CN" altLang="en-US" sz="2400" b="1" dirty="0">
                <a:latin typeface="+mn-ea"/>
              </a:rPr>
              <a:t>，而非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9EF145A9-6067-4CEB-BB32-D488DDE1B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73" y="1437316"/>
            <a:ext cx="8527717" cy="4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+mn-ea"/>
              </a:rPr>
              <a:t>必要条件</a:t>
            </a:r>
            <a:r>
              <a:rPr lang="en-US" altLang="zh-CN" sz="2400" b="1" dirty="0">
                <a:latin typeface="+mn-ea"/>
              </a:rPr>
              <a:t>.</a:t>
            </a:r>
            <a:r>
              <a:rPr lang="zh-CN" altLang="en-US" sz="2400" b="1" dirty="0">
                <a:latin typeface="+mn-ea"/>
              </a:rPr>
              <a:t>例如，函数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568BC83-3EE0-4737-9D5E-3764D1C61082}"/>
              </a:ext>
            </a:extLst>
          </p:cNvPr>
          <p:cNvGrpSpPr/>
          <p:nvPr/>
        </p:nvGrpSpPr>
        <p:grpSpPr>
          <a:xfrm>
            <a:off x="3125070" y="1099575"/>
            <a:ext cx="5911427" cy="1244600"/>
            <a:chOff x="3125070" y="1099575"/>
            <a:chExt cx="5911427" cy="1244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39AE06B-C608-4CB8-8D67-F747EB23C314}"/>
                </a:ext>
              </a:extLst>
            </p:cNvPr>
            <p:cNvGrpSpPr/>
            <p:nvPr/>
          </p:nvGrpSpPr>
          <p:grpSpPr>
            <a:xfrm>
              <a:off x="3125070" y="1099575"/>
              <a:ext cx="5911427" cy="1244600"/>
              <a:chOff x="3125070" y="1099575"/>
              <a:chExt cx="5911427" cy="1244600"/>
            </a:xfrm>
          </p:grpSpPr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E3A32A41-5AFC-45AD-B649-5CCE49D5EC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2601991"/>
                  </p:ext>
                </p:extLst>
              </p:nvPr>
            </p:nvGraphicFramePr>
            <p:xfrm>
              <a:off x="3125070" y="1099575"/>
              <a:ext cx="2959100" cy="1244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4222" name="Equation" r:id="rId3" imgW="2958840" imgH="1244520" progId="Equation.DSMT4">
                      <p:embed/>
                    </p:oleObj>
                  </mc:Choice>
                  <mc:Fallback>
                    <p:oleObj name="Equation" r:id="rId3" imgW="2958840" imgH="1244520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CAF31BE5-DACE-4505-86DD-F675F8D6F42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125070" y="1099575"/>
                            <a:ext cx="2959100" cy="1244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" name="Rectangle 16">
                <a:extLst>
                  <a:ext uri="{FF2B5EF4-FFF2-40B4-BE49-F238E27FC236}">
                    <a16:creationId xmlns:a16="http://schemas.microsoft.com/office/drawing/2014/main" id="{2D80997E-63C6-4923-A41D-4C686DA91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8185" y="1488157"/>
                <a:ext cx="2808312" cy="467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b="1" dirty="0">
                    <a:latin typeface="+mn-ea"/>
                  </a:rPr>
                  <a:t>在        上可导，</a:t>
                </a:r>
              </a:p>
            </p:txBody>
          </p:sp>
        </p:grp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90603C1-94B4-4348-89BE-4E878FF1FD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241369"/>
                </p:ext>
              </p:extLst>
            </p:nvPr>
          </p:nvGraphicFramePr>
          <p:xfrm>
            <a:off x="6516216" y="1641642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223" name="Equation" r:id="rId5" imgW="1130040" imgH="342720" progId="Equation.DSMT4">
                    <p:embed/>
                  </p:oleObj>
                </mc:Choice>
                <mc:Fallback>
                  <p:oleObj name="Equation" r:id="rId5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16216" y="1641642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2C8C27D-34E1-46C3-A4CB-BA060F89A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431825"/>
              </p:ext>
            </p:extLst>
          </p:nvPr>
        </p:nvGraphicFramePr>
        <p:xfrm>
          <a:off x="2240385" y="2771658"/>
          <a:ext cx="3987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24" name="Equation" r:id="rId7" imgW="3987720" imgH="1244520" progId="Equation.DSMT4">
                  <p:embed/>
                </p:oleObj>
              </mc:Choice>
              <mc:Fallback>
                <p:oleObj name="Equation" r:id="rId7" imgW="398772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3A32A41-5AFC-45AD-B649-5CCE49D5E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40385" y="2771658"/>
                        <a:ext cx="39878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1B0DFE9-60E9-4071-92F8-09893AB577CB}"/>
              </a:ext>
            </a:extLst>
          </p:cNvPr>
          <p:cNvSpPr/>
          <p:nvPr/>
        </p:nvSpPr>
        <p:spPr>
          <a:xfrm>
            <a:off x="210573" y="3075806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但导函数</a:t>
            </a:r>
            <a:endParaRPr lang="zh-CN" altLang="en-US" sz="24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BAB1225-0CE5-4F5E-AC05-BC28240FC8D3}"/>
              </a:ext>
            </a:extLst>
          </p:cNvPr>
          <p:cNvGrpSpPr/>
          <p:nvPr/>
        </p:nvGrpSpPr>
        <p:grpSpPr>
          <a:xfrm>
            <a:off x="228842" y="4144428"/>
            <a:ext cx="7295486" cy="461665"/>
            <a:chOff x="228842" y="4144428"/>
            <a:chExt cx="7295486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55BE5FE-EA38-42BE-B09F-A76134E7070C}"/>
                </a:ext>
              </a:extLst>
            </p:cNvPr>
            <p:cNvSpPr/>
            <p:nvPr/>
          </p:nvSpPr>
          <p:spPr>
            <a:xfrm>
              <a:off x="228842" y="4144428"/>
              <a:ext cx="729548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在      处不连续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FDF9F3C-D174-4990-BA13-139B09CBBB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2139748"/>
                </p:ext>
              </p:extLst>
            </p:nvPr>
          </p:nvGraphicFramePr>
          <p:xfrm>
            <a:off x="796523" y="423556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225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96523" y="423556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286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ACE38583-BD34-4320-864C-6B69A369C03C}"/>
              </a:ext>
            </a:extLst>
          </p:cNvPr>
          <p:cNvGrpSpPr/>
          <p:nvPr/>
        </p:nvGrpSpPr>
        <p:grpSpPr>
          <a:xfrm>
            <a:off x="1043608" y="555884"/>
            <a:ext cx="8527717" cy="501808"/>
            <a:chOff x="1043608" y="555884"/>
            <a:chExt cx="8527717" cy="501808"/>
          </a:xfrm>
        </p:grpSpPr>
        <p:sp>
          <p:nvSpPr>
            <p:cNvPr id="2" name="Rectangle 16">
              <a:extLst>
                <a:ext uri="{FF2B5EF4-FFF2-40B4-BE49-F238E27FC236}">
                  <a16:creationId xmlns:a16="http://schemas.microsoft.com/office/drawing/2014/main" id="{0AA2DDCB-0BF3-41B9-A523-B59380104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8" y="555884"/>
              <a:ext cx="8527717" cy="483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2400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</a:t>
              </a:r>
              <a:r>
                <a:rPr lang="en-US" altLang="zh-CN" sz="2400" b="1" dirty="0"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如果函数    在区间  上存在原函数，但    为一个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688C066-AA12-4CEB-B1B4-A5380A04A8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9566753"/>
                </p:ext>
              </p:extLst>
            </p:nvPr>
          </p:nvGraphicFramePr>
          <p:xfrm>
            <a:off x="2708218" y="7147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89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08218" y="7147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F13096C-E8FC-4094-956C-10C5E48127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8366465"/>
                </p:ext>
              </p:extLst>
            </p:nvPr>
          </p:nvGraphicFramePr>
          <p:xfrm>
            <a:off x="4353233" y="719467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0" name="Equation" r:id="rId5" imgW="190440" imgH="266400" progId="Equation.DSMT4">
                    <p:embed/>
                  </p:oleObj>
                </mc:Choice>
                <mc:Fallback>
                  <p:oleObj name="Equation" r:id="rId5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53233" y="719467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76CFD41-B67F-4AED-A08D-01AF4B9F25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9297102"/>
                </p:ext>
              </p:extLst>
            </p:nvPr>
          </p:nvGraphicFramePr>
          <p:xfrm>
            <a:off x="7091810" y="65879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1" name="Equation" r:id="rId7" imgW="279360" imgH="380880" progId="Equation.DSMT4">
                    <p:embed/>
                  </p:oleObj>
                </mc:Choice>
                <mc:Fallback>
                  <p:oleObj name="Equation" r:id="rId7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91810" y="658799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F2152525-040D-45C9-9DE3-1A8194F7B650}"/>
              </a:ext>
            </a:extLst>
          </p:cNvPr>
          <p:cNvSpPr/>
          <p:nvPr/>
        </p:nvSpPr>
        <p:spPr>
          <a:xfrm>
            <a:off x="176769" y="1851670"/>
            <a:ext cx="28110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一定不存在原函数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E898090-DF33-4B5F-A387-E8F36746CADD}"/>
              </a:ext>
            </a:extLst>
          </p:cNvPr>
          <p:cNvGrpSpPr/>
          <p:nvPr/>
        </p:nvGrpSpPr>
        <p:grpSpPr>
          <a:xfrm>
            <a:off x="395536" y="1171670"/>
            <a:ext cx="8612606" cy="553998"/>
            <a:chOff x="395536" y="1171670"/>
            <a:chExt cx="8612606" cy="553998"/>
          </a:xfrm>
        </p:grpSpPr>
        <p:sp>
          <p:nvSpPr>
            <p:cNvPr id="6" name="Rectangle 16">
              <a:extLst>
                <a:ext uri="{FF2B5EF4-FFF2-40B4-BE49-F238E27FC236}">
                  <a16:creationId xmlns:a16="http://schemas.microsoft.com/office/drawing/2014/main" id="{26B79E9C-DD3C-4AF0-B4FF-718F8C479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536" y="1171670"/>
              <a:ext cx="8612606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间断点，</a:t>
              </a:r>
              <a:r>
                <a:rPr lang="zh-CN" altLang="en-US" sz="2400" b="1" dirty="0">
                  <a:latin typeface="+mn-ea"/>
                </a:rPr>
                <a:t>则一定为第二类间断点</a:t>
              </a:r>
              <a:r>
                <a:rPr lang="en-US" altLang="zh-CN" sz="2400" b="1" dirty="0">
                  <a:latin typeface="+mn-ea"/>
                </a:rPr>
                <a:t>. </a:t>
              </a:r>
              <a:r>
                <a:rPr lang="zh-CN" altLang="en-US" sz="2400" b="1" dirty="0">
                  <a:latin typeface="+mn-ea"/>
                </a:rPr>
                <a:t>如果   为第一类间断点，则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6CDAB411-AA43-4755-B087-342D45058C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3353273"/>
                </p:ext>
              </p:extLst>
            </p:nvPr>
          </p:nvGraphicFramePr>
          <p:xfrm>
            <a:off x="5652120" y="130416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2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76CFD41-B67F-4AED-A08D-01AF4B9F25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652120" y="130416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">
            <a:extLst>
              <a:ext uri="{FF2B5EF4-FFF2-40B4-BE49-F238E27FC236}">
                <a16:creationId xmlns:a16="http://schemas.microsoft.com/office/drawing/2014/main" id="{A289490D-0B6C-4558-B3E1-D64F0405B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220" y="2333497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4956AB1-1C1E-4AA1-8FBC-FBEDD728BA27}"/>
              </a:ext>
            </a:extLst>
          </p:cNvPr>
          <p:cNvGrpSpPr/>
          <p:nvPr/>
        </p:nvGrpSpPr>
        <p:grpSpPr>
          <a:xfrm>
            <a:off x="1403648" y="2368500"/>
            <a:ext cx="7488832" cy="461665"/>
            <a:chOff x="1403648" y="2368500"/>
            <a:chExt cx="7488832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5A0A49F-4225-4D4B-B8C3-D177CCEF920E}"/>
                </a:ext>
              </a:extLst>
            </p:cNvPr>
            <p:cNvSpPr/>
            <p:nvPr/>
          </p:nvSpPr>
          <p:spPr>
            <a:xfrm>
              <a:off x="1403648" y="2368500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   为     的第一类间断点，即      和     存在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          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2752F7B-4125-4ED0-93DF-2121204407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1745667"/>
                </p:ext>
              </p:extLst>
            </p:nvPr>
          </p:nvGraphicFramePr>
          <p:xfrm>
            <a:off x="1844328" y="238125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3" name="Equation" r:id="rId11" imgW="279360" imgH="380880" progId="Equation.DSMT4">
                    <p:embed/>
                  </p:oleObj>
                </mc:Choice>
                <mc:Fallback>
                  <p:oleObj name="Equation" r:id="rId11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44328" y="2381250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DDDCC67-DEF6-45A5-8410-FF7538609E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1579134"/>
                </p:ext>
              </p:extLst>
            </p:nvPr>
          </p:nvGraphicFramePr>
          <p:xfrm>
            <a:off x="2627784" y="245226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4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27784" y="245226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D3DFA66-3AD1-4424-BB29-B9CB377A40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2057551"/>
                </p:ext>
              </p:extLst>
            </p:nvPr>
          </p:nvGraphicFramePr>
          <p:xfrm>
            <a:off x="6156176" y="2381250"/>
            <a:ext cx="762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5" name="Equation" r:id="rId15" imgW="761760" imgH="419040" progId="Equation.DSMT4">
                    <p:embed/>
                  </p:oleObj>
                </mc:Choice>
                <mc:Fallback>
                  <p:oleObj name="Equation" r:id="rId15" imgW="76176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156176" y="2381250"/>
                          <a:ext cx="762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2CF4905-C3CE-4E6F-A749-D8BB3C2483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7788629"/>
                </p:ext>
              </p:extLst>
            </p:nvPr>
          </p:nvGraphicFramePr>
          <p:xfrm>
            <a:off x="7353002" y="2389782"/>
            <a:ext cx="774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6" name="Equation" r:id="rId17" imgW="774360" imgH="419040" progId="Equation.DSMT4">
                    <p:embed/>
                  </p:oleObj>
                </mc:Choice>
                <mc:Fallback>
                  <p:oleObj name="Equation" r:id="rId17" imgW="774360" imgH="41904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4D3DFA66-3AD1-4424-BB29-B9CB377A40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353002" y="2389782"/>
                          <a:ext cx="774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CF5990C-DEDB-47C1-AE37-461C2092F45D}"/>
              </a:ext>
            </a:extLst>
          </p:cNvPr>
          <p:cNvGrpSpPr/>
          <p:nvPr/>
        </p:nvGrpSpPr>
        <p:grpSpPr>
          <a:xfrm>
            <a:off x="251520" y="3024513"/>
            <a:ext cx="8640960" cy="461665"/>
            <a:chOff x="251520" y="3024513"/>
            <a:chExt cx="8640960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91077DA-FB2A-450C-8539-361AC292ADBD}"/>
                </a:ext>
              </a:extLst>
            </p:cNvPr>
            <p:cNvSpPr/>
            <p:nvPr/>
          </p:nvSpPr>
          <p:spPr>
            <a:xfrm>
              <a:off x="251520" y="3024513"/>
              <a:ext cx="86409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设     为函数     在区间  上的一个原函数，则   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9AA9597-614E-4F25-9D3A-24EBC6677E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5220645"/>
                </p:ext>
              </p:extLst>
            </p:nvPr>
          </p:nvGraphicFramePr>
          <p:xfrm>
            <a:off x="726108" y="3143278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7" name="Equation" r:id="rId19" imgW="634680" imgH="342720" progId="Equation.DSMT4">
                    <p:embed/>
                  </p:oleObj>
                </mc:Choice>
                <mc:Fallback>
                  <p:oleObj name="Equation" r:id="rId19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26108" y="3143278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B1CF0E7-EFAA-4F0E-95ED-9CCE62BAC2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8274674"/>
                </p:ext>
              </p:extLst>
            </p:nvPr>
          </p:nvGraphicFramePr>
          <p:xfrm>
            <a:off x="2365524" y="312615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8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365524" y="312615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EAB113D-C022-40E7-ADC5-B1CB97347E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527401"/>
                </p:ext>
              </p:extLst>
            </p:nvPr>
          </p:nvGraphicFramePr>
          <p:xfrm>
            <a:off x="4119095" y="31219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99" name="Equation" r:id="rId23" imgW="190440" imgH="266400" progId="Equation.DSMT4">
                    <p:embed/>
                  </p:oleObj>
                </mc:Choice>
                <mc:Fallback>
                  <p:oleObj name="Equation" r:id="rId23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119095" y="3121995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10EF00D-ADFA-4FCA-9307-1775A5036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308513"/>
              </p:ext>
            </p:extLst>
          </p:nvPr>
        </p:nvGraphicFramePr>
        <p:xfrm>
          <a:off x="1234834" y="3702241"/>
          <a:ext cx="53340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600" name="Equation" r:id="rId25" imgW="5333760" imgH="812520" progId="Equation.DSMT4">
                  <p:embed/>
                </p:oleObj>
              </mc:Choice>
              <mc:Fallback>
                <p:oleObj name="Equation" r:id="rId25" imgW="53337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34834" y="3702241"/>
                        <a:ext cx="53340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407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5E12FF3-E27C-42A8-A2B7-43F6E2CBB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09143"/>
              </p:ext>
            </p:extLst>
          </p:nvPr>
        </p:nvGraphicFramePr>
        <p:xfrm>
          <a:off x="1403648" y="699542"/>
          <a:ext cx="53340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299" name="Equation" r:id="rId3" imgW="5333760" imgH="812520" progId="Equation.DSMT4">
                  <p:embed/>
                </p:oleObj>
              </mc:Choice>
              <mc:Fallback>
                <p:oleObj name="Equation" r:id="rId3" imgW="5333760" imgH="8125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910EF00D-ADFA-4FCA-9307-1775A5036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699542"/>
                        <a:ext cx="5334001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8D74F06-D791-4F10-9B64-E3C953469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439068"/>
              </p:ext>
            </p:extLst>
          </p:nvPr>
        </p:nvGraphicFramePr>
        <p:xfrm>
          <a:off x="2123728" y="1707654"/>
          <a:ext cx="5359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00" name="Equation" r:id="rId5" imgW="5359320" imgH="571320" progId="Equation.DSMT4">
                  <p:embed/>
                </p:oleObj>
              </mc:Choice>
              <mc:Fallback>
                <p:oleObj name="Equation" r:id="rId5" imgW="5359320" imgH="571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910EF00D-ADFA-4FCA-9307-1775A5036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3728" y="1707654"/>
                        <a:ext cx="53594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560A5C7-42D0-43AF-878A-09C7071544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388969"/>
              </p:ext>
            </p:extLst>
          </p:nvPr>
        </p:nvGraphicFramePr>
        <p:xfrm>
          <a:off x="1979712" y="2258060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01" name="Equation" r:id="rId7" imgW="1447560" imgH="380880" progId="Equation.DSMT4">
                  <p:embed/>
                </p:oleObj>
              </mc:Choice>
              <mc:Fallback>
                <p:oleObj name="Equation" r:id="rId7" imgW="1447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712" y="2258060"/>
                        <a:ext cx="1447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C099D5E0-4B83-41C5-8DBB-DB37D862569F}"/>
              </a:ext>
            </a:extLst>
          </p:cNvPr>
          <p:cNvGrpSpPr/>
          <p:nvPr/>
        </p:nvGrpSpPr>
        <p:grpSpPr>
          <a:xfrm>
            <a:off x="574184" y="2884186"/>
            <a:ext cx="2811055" cy="500592"/>
            <a:chOff x="574184" y="2884186"/>
            <a:chExt cx="2811055" cy="50059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5BCE2E5-A777-4674-8A9A-43A9BDFD8994}"/>
                </a:ext>
              </a:extLst>
            </p:cNvPr>
            <p:cNvSpPr/>
            <p:nvPr/>
          </p:nvSpPr>
          <p:spPr>
            <a:xfrm>
              <a:off x="574184" y="2923113"/>
              <a:ext cx="28110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同理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0E0C9CE-6C39-453E-BA22-82EB4C963B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8792382"/>
                </p:ext>
              </p:extLst>
            </p:nvPr>
          </p:nvGraphicFramePr>
          <p:xfrm>
            <a:off x="1403648" y="2884186"/>
            <a:ext cx="1841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302" name="Equation" r:id="rId9" imgW="1841400" imgH="419040" progId="Equation.DSMT4">
                    <p:embed/>
                  </p:oleObj>
                </mc:Choice>
                <mc:Fallback>
                  <p:oleObj name="Equation" r:id="rId9" imgW="184140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03648" y="2884186"/>
                          <a:ext cx="18415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2C328A31-FE84-4B14-ABF4-A1694CB6BAAE}"/>
              </a:ext>
            </a:extLst>
          </p:cNvPr>
          <p:cNvSpPr/>
          <p:nvPr/>
        </p:nvSpPr>
        <p:spPr>
          <a:xfrm>
            <a:off x="605356" y="3743706"/>
            <a:ext cx="28110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故连续，矛盾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A9502EA-692F-497B-B126-552400A02873}"/>
              </a:ext>
            </a:extLst>
          </p:cNvPr>
          <p:cNvGrpSpPr/>
          <p:nvPr/>
        </p:nvGrpSpPr>
        <p:grpSpPr>
          <a:xfrm>
            <a:off x="3245148" y="2896014"/>
            <a:ext cx="3765004" cy="461665"/>
            <a:chOff x="3245148" y="2896014"/>
            <a:chExt cx="3765004" cy="461665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024F3F9-B0D5-4035-A2F2-CFD14E9474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0215485"/>
                </p:ext>
              </p:extLst>
            </p:nvPr>
          </p:nvGraphicFramePr>
          <p:xfrm>
            <a:off x="4139952" y="2911644"/>
            <a:ext cx="2870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6303" name="Equation" r:id="rId11" imgW="2869920" imgH="419040" progId="Equation.DSMT4">
                    <p:embed/>
                  </p:oleObj>
                </mc:Choice>
                <mc:Fallback>
                  <p:oleObj name="Equation" r:id="rId11" imgW="2869920" imgH="4190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70E0C9CE-6C39-453E-BA22-82EB4C963B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39952" y="2911644"/>
                          <a:ext cx="28702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5AEEC25-3B68-482C-A9E5-1218F6833F88}"/>
                </a:ext>
              </a:extLst>
            </p:cNvPr>
            <p:cNvSpPr/>
            <p:nvPr/>
          </p:nvSpPr>
          <p:spPr>
            <a:xfrm>
              <a:off x="3245148" y="2896014"/>
              <a:ext cx="28110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从而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228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1202">
            <a:extLst>
              <a:ext uri="{FF2B5EF4-FFF2-40B4-BE49-F238E27FC236}">
                <a16:creationId xmlns:a16="http://schemas.microsoft.com/office/drawing/2014/main" id="{60993F8F-2605-47F8-90E9-992B133B43CE}"/>
              </a:ext>
            </a:extLst>
          </p:cNvPr>
          <p:cNvSpPr txBox="1">
            <a:spLocks noChangeArrowheads="1"/>
          </p:cNvSpPr>
          <p:nvPr/>
        </p:nvSpPr>
        <p:spPr>
          <a:xfrm>
            <a:off x="723900" y="476250"/>
            <a:ext cx="1905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定理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038B9F-0EC8-46E3-8AD9-166817914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01772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原函数</a:t>
            </a:r>
            <a:r>
              <a:rPr lang="zh-CN" altLang="en-US" sz="2400" b="1" dirty="0">
                <a:latin typeface="+mj-ea"/>
                <a:ea typeface="+mj-ea"/>
              </a:rPr>
              <a:t>全体可表示为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F19EF6B-2B87-456C-B60E-174B553AB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8151165"/>
              </p:ext>
            </p:extLst>
          </p:nvPr>
        </p:nvGraphicFramePr>
        <p:xfrm>
          <a:off x="3203848" y="1319101"/>
          <a:ext cx="11318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1" name="Equation" r:id="rId3" imgW="1130040" imgH="342720" progId="Equation.DSMT4">
                  <p:embed/>
                </p:oleObj>
              </mc:Choice>
              <mc:Fallback>
                <p:oleObj name="Equation" r:id="rId3" imgW="1130040" imgH="342720" progId="Equation.DSMT4">
                  <p:embed/>
                  <p:pic>
                    <p:nvPicPr>
                      <p:cNvPr id="51206" name="对象 51205">
                        <a:extLst>
                          <a:ext uri="{FF2B5EF4-FFF2-40B4-BE49-F238E27FC236}">
                            <a16:creationId xmlns:a16="http://schemas.microsoft.com/office/drawing/2014/main" id="{0252FBAC-F18B-4549-B24A-9275166ECC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319101"/>
                        <a:ext cx="11318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DC9911A-583F-465F-BAAF-DC8D50742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9110" y="1200336"/>
            <a:ext cx="342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为任意常数 </a:t>
            </a:r>
            <a:r>
              <a:rPr lang="en-US" altLang="zh-CN" sz="2400" b="1" dirty="0">
                <a:latin typeface="+mj-ea"/>
                <a:ea typeface="+mj-ea"/>
              </a:rPr>
              <a:t>) 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348B0C-634E-476D-BE99-34A6EE596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93321"/>
            <a:ext cx="731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若     在区间  上存在一个原函数      则    的   </a:t>
            </a:r>
            <a:endParaRPr lang="zh-CN" altLang="en-US" sz="2400" b="1" dirty="0">
              <a:solidFill>
                <a:srgbClr val="F2340E"/>
              </a:solidFill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2925107-5269-4D87-A16C-935C47533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776274"/>
              </p:ext>
            </p:extLst>
          </p:nvPr>
        </p:nvGraphicFramePr>
        <p:xfrm>
          <a:off x="2292350" y="60357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2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92350" y="60357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A4EAD4B-A1CA-4A9D-9A24-E4A2B7BC8C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927462"/>
              </p:ext>
            </p:extLst>
          </p:nvPr>
        </p:nvGraphicFramePr>
        <p:xfrm>
          <a:off x="4019550" y="60357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3" name="Equation" r:id="rId7" imgW="190440" imgH="266400" progId="Equation.DSMT4">
                  <p:embed/>
                </p:oleObj>
              </mc:Choice>
              <mc:Fallback>
                <p:oleObj name="Equation" r:id="rId7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19550" y="603570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2769A9A-0F9E-4196-9812-3B87506A9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876585"/>
              </p:ext>
            </p:extLst>
          </p:nvPr>
        </p:nvGraphicFramePr>
        <p:xfrm>
          <a:off x="6755110" y="600792"/>
          <a:ext cx="71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4" name="Equation" r:id="rId9" imgW="711000" imgH="342720" progId="Equation.DSMT4">
                  <p:embed/>
                </p:oleObj>
              </mc:Choice>
              <mc:Fallback>
                <p:oleObj name="Equation" r:id="rId9" imgW="711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55110" y="600792"/>
                        <a:ext cx="711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B9BC993-8CE6-48EF-B737-0286DE982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549365"/>
              </p:ext>
            </p:extLst>
          </p:nvPr>
        </p:nvGraphicFramePr>
        <p:xfrm>
          <a:off x="7898110" y="60079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5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2925107-5269-4D87-A16C-935C475334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8110" y="60079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A475A78-0AF3-4EC0-9808-DD859739B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777923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 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3531392-BA58-41AB-81A3-497B766A8C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2619255"/>
              </p:ext>
            </p:extLst>
          </p:nvPr>
        </p:nvGraphicFramePr>
        <p:xfrm>
          <a:off x="1709008" y="1861414"/>
          <a:ext cx="1397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6" name="Equation" r:id="rId13" imgW="1396800" imgH="355320" progId="Equation.DSMT4">
                  <p:embed/>
                </p:oleObj>
              </mc:Choice>
              <mc:Fallback>
                <p:oleObj name="Equation" r:id="rId13" imgW="1396800" imgH="355320" progId="Equation.DSMT4">
                  <p:embed/>
                  <p:pic>
                    <p:nvPicPr>
                      <p:cNvPr id="51210" name="对象 51209">
                        <a:extLst>
                          <a:ext uri="{FF2B5EF4-FFF2-40B4-BE49-F238E27FC236}">
                            <a16:creationId xmlns:a16="http://schemas.microsoft.com/office/drawing/2014/main" id="{821C3DE0-AE99-412E-8A00-BB593EF3E9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008" y="1861414"/>
                        <a:ext cx="1397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1088AE1-DF5A-4132-84A9-CB3E73F0F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297235"/>
              </p:ext>
            </p:extLst>
          </p:nvPr>
        </p:nvGraphicFramePr>
        <p:xfrm>
          <a:off x="3106008" y="1875333"/>
          <a:ext cx="939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7" name="Equation" r:id="rId15" imgW="939600" imgH="355320" progId="Equation.DSMT4">
                  <p:embed/>
                </p:oleObj>
              </mc:Choice>
              <mc:Fallback>
                <p:oleObj name="Equation" r:id="rId15" imgW="939600" imgH="355320" progId="Equation.DSMT4">
                  <p:embed/>
                  <p:pic>
                    <p:nvPicPr>
                      <p:cNvPr id="51211" name="对象 51210">
                        <a:extLst>
                          <a:ext uri="{FF2B5EF4-FFF2-40B4-BE49-F238E27FC236}">
                            <a16:creationId xmlns:a16="http://schemas.microsoft.com/office/drawing/2014/main" id="{167E0728-689D-4636-82F2-A7B7F60362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008" y="1875333"/>
                        <a:ext cx="939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DEC7CA4-BA2A-4E1B-A761-9516C3C6D1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2402861"/>
              </p:ext>
            </p:extLst>
          </p:nvPr>
        </p:nvGraphicFramePr>
        <p:xfrm>
          <a:off x="4062990" y="1888033"/>
          <a:ext cx="9413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88" name="Equation" r:id="rId17" imgW="939600" imgH="342720" progId="Equation.DSMT4">
                  <p:embed/>
                </p:oleObj>
              </mc:Choice>
              <mc:Fallback>
                <p:oleObj name="Equation" r:id="rId17" imgW="939600" imgH="342720" progId="Equation.DSMT4">
                  <p:embed/>
                  <p:pic>
                    <p:nvPicPr>
                      <p:cNvPr id="51212" name="对象 51211">
                        <a:extLst>
                          <a:ext uri="{FF2B5EF4-FFF2-40B4-BE49-F238E27FC236}">
                            <a16:creationId xmlns:a16="http://schemas.microsoft.com/office/drawing/2014/main" id="{9F995F56-D8BD-407B-83F8-B99E7B600B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990" y="1888033"/>
                        <a:ext cx="9413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4D2DAA2C-9BAA-4659-812F-5662F26F0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512" y="2389521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2)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468FB7-6000-45CD-923B-3E5FB7CCD477}"/>
              </a:ext>
            </a:extLst>
          </p:cNvPr>
          <p:cNvGrpSpPr/>
          <p:nvPr/>
        </p:nvGrpSpPr>
        <p:grpSpPr>
          <a:xfrm>
            <a:off x="1547664" y="2380348"/>
            <a:ext cx="7437040" cy="461665"/>
            <a:chOff x="1527448" y="2379153"/>
            <a:chExt cx="7437040" cy="46166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58D6145-01AD-4F68-96C8-941A60804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7448" y="2379153"/>
              <a:ext cx="74370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设     为    在区间  上异于    的任一原函数，则    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88A9926-B974-43D4-ABA7-4C0C58EE73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9229648"/>
                </p:ext>
              </p:extLst>
            </p:nvPr>
          </p:nvGraphicFramePr>
          <p:xfrm>
            <a:off x="2006600" y="2481263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689" name="Equation" r:id="rId19" imgW="596880" imgH="342720" progId="Equation.DSMT4">
                    <p:embed/>
                  </p:oleObj>
                </mc:Choice>
                <mc:Fallback>
                  <p:oleObj name="Equation" r:id="rId19" imgW="596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06600" y="2481263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7D3C6EC4-98C9-47BC-8C91-960A490C64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1694325"/>
                </p:ext>
              </p:extLst>
            </p:nvPr>
          </p:nvGraphicFramePr>
          <p:xfrm>
            <a:off x="3026048" y="249441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690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2925107-5269-4D87-A16C-935C475334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26048" y="249441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821635B9-9CEB-4CF4-8DF7-C159F96F46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826138"/>
                </p:ext>
              </p:extLst>
            </p:nvPr>
          </p:nvGraphicFramePr>
          <p:xfrm>
            <a:off x="4627414" y="2502508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691" name="Equation" r:id="rId23" imgW="190440" imgH="266400" progId="Equation.DSMT4">
                    <p:embed/>
                  </p:oleObj>
                </mc:Choice>
                <mc:Fallback>
                  <p:oleObj name="Equation" r:id="rId23" imgW="190440" imgH="2664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A4EAD4B-A1CA-4A9D-9A24-E4A2B7BC8C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627414" y="2502508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0F045B4C-A25F-4649-BFF8-00C3913E99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0899003"/>
                </p:ext>
              </p:extLst>
            </p:nvPr>
          </p:nvGraphicFramePr>
          <p:xfrm>
            <a:off x="5754688" y="2493963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692" name="Equation" r:id="rId25" imgW="634680" imgH="342720" progId="Equation.DSMT4">
                    <p:embed/>
                  </p:oleObj>
                </mc:Choice>
                <mc:Fallback>
                  <p:oleObj name="Equation" r:id="rId25" imgW="6346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E2925107-5269-4D87-A16C-935C475334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754688" y="2493963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CAAFB1D-2351-4DDC-9D2F-16A9728A7C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2156420"/>
              </p:ext>
            </p:extLst>
          </p:nvPr>
        </p:nvGraphicFramePr>
        <p:xfrm>
          <a:off x="2354263" y="3086100"/>
          <a:ext cx="39814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93" name="Equation" r:id="rId27" imgW="3974760" imgH="355320" progId="Equation.DSMT4">
                  <p:embed/>
                </p:oleObj>
              </mc:Choice>
              <mc:Fallback>
                <p:oleObj name="Equation" r:id="rId27" imgW="397476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F19EF6B-2B87-456C-B60E-174B553ABF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3" y="3086100"/>
                        <a:ext cx="39814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FCA4EC81-5D6B-4A26-B3FB-282D0809DFCB}"/>
              </a:ext>
            </a:extLst>
          </p:cNvPr>
          <p:cNvGrpSpPr/>
          <p:nvPr/>
        </p:nvGrpSpPr>
        <p:grpSpPr>
          <a:xfrm>
            <a:off x="206288" y="3579862"/>
            <a:ext cx="2727412" cy="461665"/>
            <a:chOff x="206288" y="3579862"/>
            <a:chExt cx="2727412" cy="46166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9229C7A-6890-4121-A649-2A804BB3CA8E}"/>
                </a:ext>
              </a:extLst>
            </p:cNvPr>
            <p:cNvSpPr/>
            <p:nvPr/>
          </p:nvSpPr>
          <p:spPr>
            <a:xfrm>
              <a:off x="206288" y="3579862"/>
              <a:ext cx="10352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故</a:t>
              </a:r>
              <a:endParaRPr lang="zh-CN" altLang="en-US" sz="2400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37320C6-1219-472B-8DFB-372263CB2CA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03849314"/>
                </p:ext>
              </p:extLst>
            </p:nvPr>
          </p:nvGraphicFramePr>
          <p:xfrm>
            <a:off x="885825" y="3654425"/>
            <a:ext cx="2047875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694" name="Equation" r:id="rId29" imgW="2044440" imgH="368280" progId="Equation.DSMT4">
                    <p:embed/>
                  </p:oleObj>
                </mc:Choice>
                <mc:Fallback>
                  <p:oleObj name="Equation" r:id="rId29" imgW="2044440" imgH="3682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CAAFB1D-2351-4DDC-9D2F-16A9728A7C0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825" y="3654425"/>
                          <a:ext cx="2047875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CA95184-0C02-4A4E-BBCA-D3DA8E4A8B89}"/>
              </a:ext>
            </a:extLst>
          </p:cNvPr>
          <p:cNvGrpSpPr/>
          <p:nvPr/>
        </p:nvGrpSpPr>
        <p:grpSpPr>
          <a:xfrm>
            <a:off x="2984326" y="3608018"/>
            <a:ext cx="2770362" cy="461665"/>
            <a:chOff x="2984326" y="3608018"/>
            <a:chExt cx="2770362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25855F0-C6DB-4F40-96FD-42A974F8C0C2}"/>
                </a:ext>
              </a:extLst>
            </p:cNvPr>
            <p:cNvSpPr/>
            <p:nvPr/>
          </p:nvSpPr>
          <p:spPr>
            <a:xfrm>
              <a:off x="2984326" y="3608018"/>
              <a:ext cx="277036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即</a:t>
              </a:r>
              <a:endParaRPr lang="zh-CN" altLang="en-US" sz="2400" dirty="0"/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0EE9A83C-12B7-4AFA-8E9B-30488E029CF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85524826"/>
                </p:ext>
              </p:extLst>
            </p:nvPr>
          </p:nvGraphicFramePr>
          <p:xfrm>
            <a:off x="3516095" y="3626544"/>
            <a:ext cx="2035175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695" name="Equation" r:id="rId31" imgW="2031840" imgH="368280" progId="Equation.DSMT4">
                    <p:embed/>
                  </p:oleObj>
                </mc:Choice>
                <mc:Fallback>
                  <p:oleObj name="Equation" r:id="rId31" imgW="2031840" imgH="36828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E37320C6-1219-472B-8DFB-372263CB2C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6095" y="3626544"/>
                          <a:ext cx="2035175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341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Object 13"/>
          <p:cNvGraphicFramePr>
            <a:graphicFrameLocks noChangeAspect="1"/>
          </p:cNvGraphicFramePr>
          <p:nvPr>
            <p:extLst/>
          </p:nvPr>
        </p:nvGraphicFramePr>
        <p:xfrm>
          <a:off x="3143240" y="2311400"/>
          <a:ext cx="12287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08" name="Equation" r:id="rId4" imgW="1091880" imgH="507960" progId="Equation.DSMT4">
                  <p:embed/>
                </p:oleObj>
              </mc:Choice>
              <mc:Fallback>
                <p:oleObj name="Equation" r:id="rId4" imgW="1091880" imgH="507960" progId="Equation.DSMT4">
                  <p:embed/>
                  <p:pic>
                    <p:nvPicPr>
                      <p:cNvPr id="5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2311400"/>
                        <a:ext cx="12287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AutoShape 65"/>
          <p:cNvSpPr>
            <a:spLocks noChangeAspect="1" noChangeArrowheads="1" noTextEdit="1"/>
          </p:cNvSpPr>
          <p:nvPr/>
        </p:nvSpPr>
        <p:spPr bwMode="auto">
          <a:xfrm>
            <a:off x="1604963" y="1173084"/>
            <a:ext cx="3916362" cy="74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 sz="240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82199" y="539926"/>
            <a:ext cx="4684395" cy="461665"/>
            <a:chOff x="3482199" y="942357"/>
            <a:chExt cx="4684395" cy="461665"/>
          </a:xfrm>
        </p:grpSpPr>
        <p:sp>
          <p:nvSpPr>
            <p:cNvPr id="39" name="矩形 38"/>
            <p:cNvSpPr/>
            <p:nvPr/>
          </p:nvSpPr>
          <p:spPr>
            <a:xfrm>
              <a:off x="3482199" y="942357"/>
              <a:ext cx="468439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rgbClr val="000000"/>
                  </a:solidFill>
                  <a:latin typeface="宋体"/>
                  <a:cs typeface="Times New Roman" pitchFamily="18" charset="0"/>
                </a:rPr>
                <a:t>函数     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/>
                </a:rPr>
                <a:t>的带有任意常数项的原</a:t>
              </a:r>
              <a:endParaRPr lang="zh-CN" altLang="en-US" sz="2400" dirty="0">
                <a:solidFill>
                  <a:prstClr val="black"/>
                </a:solidFill>
                <a:latin typeface="宋体"/>
              </a:endParaRPr>
            </a:p>
          </p:txBody>
        </p:sp>
        <p:graphicFrame>
          <p:nvGraphicFramePr>
            <p:cNvPr id="5632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686559"/>
                </p:ext>
              </p:extLst>
            </p:nvPr>
          </p:nvGraphicFramePr>
          <p:xfrm>
            <a:off x="4316388" y="104596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09" name="Equation" r:id="rId6" imgW="14935200" imgH="8229600" progId="Equation.DSMT4">
                    <p:embed/>
                  </p:oleObj>
                </mc:Choice>
                <mc:Fallback>
                  <p:oleObj name="Equation" r:id="rId6" imgW="14935200" imgH="8229600" progId="Equation.DSMT4">
                    <p:embed/>
                    <p:pic>
                      <p:nvPicPr>
                        <p:cNvPr id="5632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6388" y="104596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8">
            <a:extLst>
              <a:ext uri="{FF2B5EF4-FFF2-40B4-BE49-F238E27FC236}">
                <a16:creationId xmlns:a16="http://schemas.microsoft.com/office/drawing/2014/main" id="{49A50C0C-44DD-4ED9-9A1A-A429AC159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929" y="540096"/>
            <a:ext cx="1212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lang="en-US" altLang="zh-CN" sz="2400" dirty="0">
                <a:solidFill>
                  <a:srgbClr val="0064FF"/>
                </a:solidFill>
                <a:latin typeface="+mn-ea"/>
              </a:rPr>
              <a:t>2</a:t>
            </a:r>
            <a:endParaRPr lang="zh-CN" altLang="en-US" sz="2400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363169" y="126512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记作</a:t>
            </a:r>
            <a:endParaRPr lang="zh-CN" altLang="en-US" sz="2400" dirty="0">
              <a:solidFill>
                <a:prstClr val="black"/>
              </a:solidFill>
              <a:latin typeface="宋体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82924" y="570010"/>
            <a:ext cx="2006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  <a:latin typeface="宋体"/>
              </a:rPr>
              <a:t>在区间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en-US" sz="2400" b="1" dirty="0">
                <a:solidFill>
                  <a:srgbClr val="000000"/>
                </a:solidFill>
                <a:latin typeface="宋体"/>
                <a:cs typeface="Times New Roman" pitchFamily="18" charset="0"/>
              </a:rPr>
              <a:t>上，</a:t>
            </a:r>
            <a:endParaRPr lang="zh-CN" altLang="en-US" sz="2400" dirty="0">
              <a:solidFill>
                <a:prstClr val="black"/>
              </a:solidFill>
              <a:latin typeface="宋体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3897" y="1311291"/>
            <a:ext cx="7032399" cy="461665"/>
            <a:chOff x="319653" y="1894061"/>
            <a:chExt cx="7032399" cy="461665"/>
          </a:xfrm>
        </p:grpSpPr>
        <p:sp>
          <p:nvSpPr>
            <p:cNvPr id="44" name="矩形 43"/>
            <p:cNvSpPr/>
            <p:nvPr/>
          </p:nvSpPr>
          <p:spPr>
            <a:xfrm>
              <a:off x="319653" y="1894061"/>
              <a:ext cx="70323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rgbClr val="000000"/>
                  </a:solidFill>
                  <a:latin typeface="宋体"/>
                </a:rPr>
                <a:t>函数称为     或        在区间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I 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/>
                  <a:cs typeface="Times New Roman" pitchFamily="18" charset="0"/>
                </a:rPr>
                <a:t>上的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/>
                  <a:cs typeface="Times New Roman" pitchFamily="18" charset="0"/>
                </a:rPr>
                <a:t>不定积分</a:t>
              </a:r>
              <a:r>
                <a:rPr lang="zh-CN" altLang="en-US" sz="2400" b="1" dirty="0">
                  <a:solidFill>
                    <a:srgbClr val="000000"/>
                  </a:solidFill>
                  <a:latin typeface="宋体"/>
                  <a:cs typeface="Times New Roman" pitchFamily="18" charset="0"/>
                </a:rPr>
                <a:t>，</a:t>
              </a:r>
              <a:endParaRPr lang="zh-CN" altLang="en-US" sz="2400" dirty="0">
                <a:solidFill>
                  <a:prstClr val="black"/>
                </a:solidFill>
                <a:latin typeface="宋体"/>
              </a:endParaRPr>
            </a:p>
          </p:txBody>
        </p:sp>
        <p:graphicFrame>
          <p:nvGraphicFramePr>
            <p:cNvPr id="5633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8085241"/>
                </p:ext>
              </p:extLst>
            </p:nvPr>
          </p:nvGraphicFramePr>
          <p:xfrm>
            <a:off x="1691680" y="195705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10" name="Equation" r:id="rId8" imgW="14935200" imgH="8229600" progId="Equation.DSMT4">
                    <p:embed/>
                  </p:oleObj>
                </mc:Choice>
                <mc:Fallback>
                  <p:oleObj name="Equation" r:id="rId8" imgW="14935200" imgH="8229600" progId="Equation.DSMT4">
                    <p:embed/>
                    <p:pic>
                      <p:nvPicPr>
                        <p:cNvPr id="5633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1957052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F3BE403-78D9-4CCF-9DB9-2D17442C4ABB}"/>
              </a:ext>
            </a:extLst>
          </p:cNvPr>
          <p:cNvGrpSpPr/>
          <p:nvPr/>
        </p:nvGrpSpPr>
        <p:grpSpPr>
          <a:xfrm>
            <a:off x="2627784" y="2865208"/>
            <a:ext cx="559594" cy="1656183"/>
            <a:chOff x="2561604" y="4029076"/>
            <a:chExt cx="559594" cy="1656183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C628689-BB0C-4FED-958D-04BC8380CD8A}"/>
                </a:ext>
              </a:extLst>
            </p:cNvPr>
            <p:cNvGrpSpPr/>
            <p:nvPr/>
          </p:nvGrpSpPr>
          <p:grpSpPr>
            <a:xfrm>
              <a:off x="2561604" y="4476692"/>
              <a:ext cx="472852" cy="1208567"/>
              <a:chOff x="1878087" y="4476692"/>
              <a:chExt cx="472852" cy="1208567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11686B39-79DD-47DE-9DDC-6328113227E3}"/>
                  </a:ext>
                </a:extLst>
              </p:cNvPr>
              <p:cNvSpPr/>
              <p:nvPr/>
            </p:nvSpPr>
            <p:spPr>
              <a:xfrm>
                <a:off x="1878087" y="4476692"/>
                <a:ext cx="472852" cy="1208567"/>
              </a:xfrm>
              <a:prstGeom prst="rect">
                <a:avLst/>
              </a:prstGeom>
              <a:ln w="15875">
                <a:solidFill>
                  <a:srgbClr val="0064FF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文本框 27">
                <a:extLst>
                  <a:ext uri="{FF2B5EF4-FFF2-40B4-BE49-F238E27FC236}">
                    <a16:creationId xmlns:a16="http://schemas.microsoft.com/office/drawing/2014/main" id="{FC606CD5-791A-4AA4-85AC-D1D44A8A5C97}"/>
                  </a:ext>
                </a:extLst>
              </p:cNvPr>
              <p:cNvSpPr txBox="1"/>
              <p:nvPr/>
            </p:nvSpPr>
            <p:spPr>
              <a:xfrm>
                <a:off x="1878087" y="4677147"/>
                <a:ext cx="461665" cy="97458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积分号</a:t>
                </a:r>
              </a:p>
            </p:txBody>
          </p:sp>
        </p:grp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FB9BFE14-8D59-4715-A5F7-ED252E83D55D}"/>
                </a:ext>
              </a:extLst>
            </p:cNvPr>
            <p:cNvCxnSpPr>
              <a:stCxn id="38" idx="0"/>
            </p:cNvCxnSpPr>
            <p:nvPr/>
          </p:nvCxnSpPr>
          <p:spPr>
            <a:xfrm flipV="1">
              <a:off x="2798030" y="4029076"/>
              <a:ext cx="323168" cy="447616"/>
            </a:xfrm>
            <a:prstGeom prst="straightConnector1">
              <a:avLst/>
            </a:prstGeom>
            <a:ln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F3BE403-78D9-4CCF-9DB9-2D17442C4ABB}"/>
              </a:ext>
            </a:extLst>
          </p:cNvPr>
          <p:cNvGrpSpPr/>
          <p:nvPr/>
        </p:nvGrpSpPr>
        <p:grpSpPr>
          <a:xfrm>
            <a:off x="4027140" y="2704640"/>
            <a:ext cx="472852" cy="1816751"/>
            <a:chOff x="2592808" y="3868508"/>
            <a:chExt cx="472852" cy="1816751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C628689-BB0C-4FED-958D-04BC8380CD8A}"/>
                </a:ext>
              </a:extLst>
            </p:cNvPr>
            <p:cNvGrpSpPr/>
            <p:nvPr/>
          </p:nvGrpSpPr>
          <p:grpSpPr>
            <a:xfrm>
              <a:off x="2592808" y="4476692"/>
              <a:ext cx="472852" cy="1208567"/>
              <a:chOff x="1909291" y="4476692"/>
              <a:chExt cx="472852" cy="1208567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1686B39-79DD-47DE-9DDC-6328113227E3}"/>
                  </a:ext>
                </a:extLst>
              </p:cNvPr>
              <p:cNvSpPr/>
              <p:nvPr/>
            </p:nvSpPr>
            <p:spPr>
              <a:xfrm>
                <a:off x="1909291" y="4476692"/>
                <a:ext cx="472852" cy="1208567"/>
              </a:xfrm>
              <a:prstGeom prst="rect">
                <a:avLst/>
              </a:prstGeom>
              <a:ln w="15875">
                <a:solidFill>
                  <a:srgbClr val="0064FF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文本框 27">
                <a:extLst>
                  <a:ext uri="{FF2B5EF4-FFF2-40B4-BE49-F238E27FC236}">
                    <a16:creationId xmlns:a16="http://schemas.microsoft.com/office/drawing/2014/main" id="{FC606CD5-791A-4AA4-85AC-D1D44A8A5C97}"/>
                  </a:ext>
                </a:extLst>
              </p:cNvPr>
              <p:cNvSpPr txBox="1"/>
              <p:nvPr/>
            </p:nvSpPr>
            <p:spPr>
              <a:xfrm>
                <a:off x="1920478" y="4566663"/>
                <a:ext cx="461665" cy="1118596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积分变量</a:t>
                </a:r>
              </a:p>
            </p:txBody>
          </p:sp>
        </p:grp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FB9BFE14-8D59-4715-A5F7-ED252E83D55D}"/>
                </a:ext>
              </a:extLst>
            </p:cNvPr>
            <p:cNvCxnSpPr>
              <a:stCxn id="46" idx="0"/>
            </p:cNvCxnSpPr>
            <p:nvPr/>
          </p:nvCxnSpPr>
          <p:spPr>
            <a:xfrm flipH="1" flipV="1">
              <a:off x="2826437" y="3868508"/>
              <a:ext cx="2797" cy="608184"/>
            </a:xfrm>
            <a:prstGeom prst="straightConnector1">
              <a:avLst/>
            </a:prstGeom>
            <a:ln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A3F64E9-562F-493F-B2E9-9A75ABC695DE}"/>
              </a:ext>
            </a:extLst>
          </p:cNvPr>
          <p:cNvGrpSpPr/>
          <p:nvPr/>
        </p:nvGrpSpPr>
        <p:grpSpPr>
          <a:xfrm>
            <a:off x="3331394" y="2289143"/>
            <a:ext cx="1985020" cy="2376264"/>
            <a:chOff x="3495972" y="3063875"/>
            <a:chExt cx="1985020" cy="2376264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EEDDB5E-549A-47A5-86C2-F119B822E70D}"/>
                </a:ext>
              </a:extLst>
            </p:cNvPr>
            <p:cNvGrpSpPr/>
            <p:nvPr/>
          </p:nvGrpSpPr>
          <p:grpSpPr>
            <a:xfrm>
              <a:off x="5008140" y="4071987"/>
              <a:ext cx="472852" cy="1368152"/>
              <a:chOff x="1220143" y="4077412"/>
              <a:chExt cx="472852" cy="1368152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E71AC03C-5BDD-415F-9B30-8DB4D11E0B89}"/>
                  </a:ext>
                </a:extLst>
              </p:cNvPr>
              <p:cNvSpPr/>
              <p:nvPr/>
            </p:nvSpPr>
            <p:spPr>
              <a:xfrm>
                <a:off x="1220143" y="4077412"/>
                <a:ext cx="472852" cy="1368152"/>
              </a:xfrm>
              <a:prstGeom prst="rect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文本框 40">
                <a:extLst>
                  <a:ext uri="{FF2B5EF4-FFF2-40B4-BE49-F238E27FC236}">
                    <a16:creationId xmlns:a16="http://schemas.microsoft.com/office/drawing/2014/main" id="{78E635F2-F425-4CF1-806E-13CF862571B3}"/>
                  </a:ext>
                </a:extLst>
              </p:cNvPr>
              <p:cNvSpPr txBox="1"/>
              <p:nvPr/>
            </p:nvSpPr>
            <p:spPr>
              <a:xfrm>
                <a:off x="1225736" y="4149420"/>
                <a:ext cx="461665" cy="1239086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被积表达式</a:t>
                </a:r>
              </a:p>
            </p:txBody>
          </p:sp>
        </p:grpSp>
        <p:sp>
          <p:nvSpPr>
            <p:cNvPr id="64" name="矩形: 圆角 53">
              <a:extLst>
                <a:ext uri="{FF2B5EF4-FFF2-40B4-BE49-F238E27FC236}">
                  <a16:creationId xmlns:a16="http://schemas.microsoft.com/office/drawing/2014/main" id="{B2FAF9AE-BCA7-4D53-8C07-849C6061F9CC}"/>
                </a:ext>
              </a:extLst>
            </p:cNvPr>
            <p:cNvSpPr/>
            <p:nvPr/>
          </p:nvSpPr>
          <p:spPr>
            <a:xfrm>
              <a:off x="3495972" y="3063875"/>
              <a:ext cx="1080120" cy="576065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756566A9-FF58-42ED-9A45-31D5F5831A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6092" y="3567931"/>
              <a:ext cx="432049" cy="52868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5E6F8C6F-A906-4200-AB3C-DAA35E04095C}"/>
              </a:ext>
            </a:extLst>
          </p:cNvPr>
          <p:cNvGrpSpPr/>
          <p:nvPr/>
        </p:nvGrpSpPr>
        <p:grpSpPr>
          <a:xfrm>
            <a:off x="3403402" y="2793199"/>
            <a:ext cx="572189" cy="1728192"/>
            <a:chOff x="3495972" y="3783615"/>
            <a:chExt cx="572189" cy="1728192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A5534DDD-BF61-452B-91E2-5131B03FC7C5}"/>
                </a:ext>
              </a:extLst>
            </p:cNvPr>
            <p:cNvGrpSpPr/>
            <p:nvPr/>
          </p:nvGrpSpPr>
          <p:grpSpPr>
            <a:xfrm>
              <a:off x="3495972" y="4314980"/>
              <a:ext cx="472852" cy="1196827"/>
              <a:chOff x="1664470" y="4320405"/>
              <a:chExt cx="472852" cy="1196827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0EE1B6D5-A139-4A53-918E-73B57BC26D72}"/>
                  </a:ext>
                </a:extLst>
              </p:cNvPr>
              <p:cNvSpPr/>
              <p:nvPr/>
            </p:nvSpPr>
            <p:spPr>
              <a:xfrm>
                <a:off x="1664470" y="4320405"/>
                <a:ext cx="472852" cy="1196827"/>
              </a:xfrm>
              <a:prstGeom prst="rect">
                <a:avLst/>
              </a:prstGeom>
              <a:ln w="15875">
                <a:solidFill>
                  <a:srgbClr val="0064FF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文本框 31">
                <a:extLst>
                  <a:ext uri="{FF2B5EF4-FFF2-40B4-BE49-F238E27FC236}">
                    <a16:creationId xmlns:a16="http://schemas.microsoft.com/office/drawing/2014/main" id="{A36D48BA-B204-45A6-B4AB-2E018E380FC8}"/>
                  </a:ext>
                </a:extLst>
              </p:cNvPr>
              <p:cNvSpPr txBox="1"/>
              <p:nvPr/>
            </p:nvSpPr>
            <p:spPr>
              <a:xfrm>
                <a:off x="1664470" y="4401687"/>
                <a:ext cx="461665" cy="109473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被积函数</a:t>
                </a:r>
              </a:p>
            </p:txBody>
          </p:sp>
        </p:grp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E4DB963-E717-4CF3-8E0E-FC678592CC33}"/>
                </a:ext>
              </a:extLst>
            </p:cNvPr>
            <p:cNvCxnSpPr/>
            <p:nvPr/>
          </p:nvCxnSpPr>
          <p:spPr>
            <a:xfrm flipV="1">
              <a:off x="3495972" y="3783615"/>
              <a:ext cx="572189" cy="5425"/>
            </a:xfrm>
            <a:prstGeom prst="line">
              <a:avLst/>
            </a:prstGeom>
            <a:ln w="9525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146F0F15-782D-488E-8B7A-1D14268B90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2398" y="3786327"/>
              <a:ext cx="0" cy="528653"/>
            </a:xfrm>
            <a:prstGeom prst="straightConnector1">
              <a:avLst/>
            </a:prstGeom>
            <a:ln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5E6F8C6F-A906-4200-AB3C-DAA35E04095C}"/>
              </a:ext>
            </a:extLst>
          </p:cNvPr>
          <p:cNvGrpSpPr/>
          <p:nvPr/>
        </p:nvGrpSpPr>
        <p:grpSpPr>
          <a:xfrm>
            <a:off x="5593565" y="2770230"/>
            <a:ext cx="472852" cy="1751160"/>
            <a:chOff x="3495972" y="3786327"/>
            <a:chExt cx="472852" cy="175116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A5534DDD-BF61-452B-91E2-5131B03FC7C5}"/>
                </a:ext>
              </a:extLst>
            </p:cNvPr>
            <p:cNvGrpSpPr/>
            <p:nvPr/>
          </p:nvGrpSpPr>
          <p:grpSpPr>
            <a:xfrm>
              <a:off x="3495972" y="4314980"/>
              <a:ext cx="472852" cy="1222507"/>
              <a:chOff x="1664470" y="4320405"/>
              <a:chExt cx="472852" cy="1222507"/>
            </a:xfrm>
          </p:grpSpPr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0EE1B6D5-A139-4A53-918E-73B57BC26D72}"/>
                  </a:ext>
                </a:extLst>
              </p:cNvPr>
              <p:cNvSpPr/>
              <p:nvPr/>
            </p:nvSpPr>
            <p:spPr>
              <a:xfrm>
                <a:off x="1664470" y="4320405"/>
                <a:ext cx="472852" cy="1196827"/>
              </a:xfrm>
              <a:prstGeom prst="rect">
                <a:avLst/>
              </a:prstGeom>
              <a:ln w="15875">
                <a:solidFill>
                  <a:srgbClr val="0064FF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5" name="文本框 31">
                <a:extLst>
                  <a:ext uri="{FF2B5EF4-FFF2-40B4-BE49-F238E27FC236}">
                    <a16:creationId xmlns:a16="http://schemas.microsoft.com/office/drawing/2014/main" id="{A36D48BA-B204-45A6-B4AB-2E018E380FC8}"/>
                  </a:ext>
                </a:extLst>
              </p:cNvPr>
              <p:cNvSpPr txBox="1"/>
              <p:nvPr/>
            </p:nvSpPr>
            <p:spPr>
              <a:xfrm>
                <a:off x="1664470" y="4422501"/>
                <a:ext cx="461665" cy="112041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宋体"/>
                    <a:cs typeface="Times New Roman" pitchFamily="18" charset="0"/>
                  </a:rPr>
                  <a:t>积分常数</a:t>
                </a:r>
              </a:p>
            </p:txBody>
          </p:sp>
        </p:grp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EE4DB963-E717-4CF3-8E0E-FC678592CC33}"/>
                </a:ext>
              </a:extLst>
            </p:cNvPr>
            <p:cNvCxnSpPr/>
            <p:nvPr/>
          </p:nvCxnSpPr>
          <p:spPr>
            <a:xfrm flipV="1">
              <a:off x="3567980" y="3789040"/>
              <a:ext cx="330117" cy="1"/>
            </a:xfrm>
            <a:prstGeom prst="line">
              <a:avLst/>
            </a:prstGeom>
            <a:ln w="1905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146F0F15-782D-488E-8B7A-1D14268B90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2398" y="3786327"/>
              <a:ext cx="0" cy="528653"/>
            </a:xfrm>
            <a:prstGeom prst="straightConnector1">
              <a:avLst/>
            </a:prstGeom>
            <a:ln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6919" name="Object 599"/>
          <p:cNvGraphicFramePr>
            <a:graphicFrameLocks noChangeAspect="1"/>
          </p:cNvGraphicFramePr>
          <p:nvPr/>
        </p:nvGraphicFramePr>
        <p:xfrm>
          <a:off x="4560898" y="2443164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11" name="Equation" r:id="rId9" imgW="1511280" imgH="342720" progId="Equation.DSMT4">
                  <p:embed/>
                </p:oleObj>
              </mc:Choice>
              <mc:Fallback>
                <p:oleObj name="Equation" r:id="rId9" imgW="1511280" imgH="342720" progId="Equation.DSMT4">
                  <p:embed/>
                  <p:pic>
                    <p:nvPicPr>
                      <p:cNvPr id="56919" name="Object 5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98" y="2443164"/>
                        <a:ext cx="1511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4">
            <a:extLst>
              <a:ext uri="{FF2B5EF4-FFF2-40B4-BE49-F238E27FC236}">
                <a16:creationId xmlns:a16="http://schemas.microsoft.com/office/drawing/2014/main" id="{8DA22751-C9FB-46DB-BFCF-8CFBFCA9A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310637"/>
              </p:ext>
            </p:extLst>
          </p:nvPr>
        </p:nvGraphicFramePr>
        <p:xfrm>
          <a:off x="6876256" y="2407022"/>
          <a:ext cx="1600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12" name="Equation" r:id="rId11" imgW="1600200" imgH="812520" progId="Equation.DSMT4">
                  <p:embed/>
                </p:oleObj>
              </mc:Choice>
              <mc:Fallback>
                <p:oleObj name="Equation" r:id="rId11" imgW="1600200" imgH="812520" progId="Equation.DSMT4">
                  <p:embed/>
                  <p:pic>
                    <p:nvPicPr>
                      <p:cNvPr id="48" name="Object 14">
                        <a:extLst>
                          <a:ext uri="{FF2B5EF4-FFF2-40B4-BE49-F238E27FC236}">
                            <a16:creationId xmlns:a16="http://schemas.microsoft.com/office/drawing/2014/main" id="{8DA22751-C9FB-46DB-BFCF-8CFBFCA9A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2407022"/>
                        <a:ext cx="1600200" cy="812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4">
            <a:extLst>
              <a:ext uri="{FF2B5EF4-FFF2-40B4-BE49-F238E27FC236}">
                <a16:creationId xmlns:a16="http://schemas.microsoft.com/office/drawing/2014/main" id="{FB7E1ABB-7DEF-4443-9F20-C260241CA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338877"/>
              </p:ext>
            </p:extLst>
          </p:nvPr>
        </p:nvGraphicFramePr>
        <p:xfrm>
          <a:off x="2711098" y="1374462"/>
          <a:ext cx="9144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13" name="Equation" r:id="rId13" imgW="914400" imgH="342720" progId="Equation.DSMT4">
                  <p:embed/>
                </p:oleObj>
              </mc:Choice>
              <mc:Fallback>
                <p:oleObj name="Equation" r:id="rId13" imgW="914400" imgH="342720" progId="Equation.DSMT4">
                  <p:embed/>
                  <p:pic>
                    <p:nvPicPr>
                      <p:cNvPr id="563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098" y="1374462"/>
                        <a:ext cx="9144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6573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54273">
            <a:extLst>
              <a:ext uri="{FF2B5EF4-FFF2-40B4-BE49-F238E27FC236}">
                <a16:creationId xmlns:a16="http://schemas.microsoft.com/office/drawing/2014/main" id="{B7899F5E-6378-4E22-8F48-C54DCFB575F8}"/>
              </a:ext>
            </a:extLst>
          </p:cNvPr>
          <p:cNvSpPr txBox="1">
            <a:spLocks noChangeArrowheads="1"/>
          </p:cNvSpPr>
          <p:nvPr/>
        </p:nvSpPr>
        <p:spPr>
          <a:xfrm>
            <a:off x="920750" y="573109"/>
            <a:ext cx="4565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设曲线通过点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( 1 , 2 ) ,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4BD2B2-FFC3-4769-BE27-1E71E8550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74040"/>
            <a:ext cx="4565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且其上任一点处的切线斜率等于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3C860B-1542-4188-8C75-C6895139D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19200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该点横坐标的两倍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求此曲线的方程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55EF8B-4EB0-46D8-A118-127041B54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31975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5051CB-7A48-4080-8E77-927EEE603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888523"/>
              </p:ext>
            </p:extLst>
          </p:nvPr>
        </p:nvGraphicFramePr>
        <p:xfrm>
          <a:off x="1724025" y="1910427"/>
          <a:ext cx="180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4" name="Equation" r:id="rId3" imgW="1803240" imgH="380880" progId="Equation.DSMT4">
                  <p:embed/>
                </p:oleObj>
              </mc:Choice>
              <mc:Fallback>
                <p:oleObj name="Equation" r:id="rId3" imgW="1803240" imgH="380880" progId="Equation.DSMT4">
                  <p:embed/>
                  <p:pic>
                    <p:nvPicPr>
                      <p:cNvPr id="54278" name="对象 54277">
                        <a:extLst>
                          <a:ext uri="{FF2B5EF4-FFF2-40B4-BE49-F238E27FC236}">
                            <a16:creationId xmlns:a16="http://schemas.microsoft.com/office/drawing/2014/main" id="{0821243F-9483-4612-B2E9-60B69606DD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1910427"/>
                        <a:ext cx="1803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5CD3BF3-81D0-4BC4-BA95-C38893F3B6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5634714"/>
              </p:ext>
            </p:extLst>
          </p:nvPr>
        </p:nvGraphicFramePr>
        <p:xfrm>
          <a:off x="425054" y="2526416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5" name="Equation" r:id="rId5" imgW="2158920" imgH="507960" progId="Equation.DSMT4">
                  <p:embed/>
                </p:oleObj>
              </mc:Choice>
              <mc:Fallback>
                <p:oleObj name="Equation" r:id="rId5" imgW="2158920" imgH="507960" progId="Equation.DSMT4">
                  <p:embed/>
                  <p:pic>
                    <p:nvPicPr>
                      <p:cNvPr id="54279" name="对象 54278">
                        <a:extLst>
                          <a:ext uri="{FF2B5EF4-FFF2-40B4-BE49-F238E27FC236}">
                            <a16:creationId xmlns:a16="http://schemas.microsoft.com/office/drawing/2014/main" id="{8A26C2CE-A1F0-4D3C-8433-68F95BBD45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54" y="2526416"/>
                        <a:ext cx="2159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F31802F-30CB-4BFD-B779-D5A1D79390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277352"/>
              </p:ext>
            </p:extLst>
          </p:nvPr>
        </p:nvGraphicFramePr>
        <p:xfrm>
          <a:off x="2727960" y="2563813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6" name="Equation" r:id="rId7" imgW="1091880" imgH="342720" progId="Equation.DSMT4">
                  <p:embed/>
                </p:oleObj>
              </mc:Choice>
              <mc:Fallback>
                <p:oleObj name="Equation" r:id="rId7" imgW="1091880" imgH="342720" progId="Equation.DSMT4">
                  <p:embed/>
                  <p:pic>
                    <p:nvPicPr>
                      <p:cNvPr id="54280" name="对象 54279">
                        <a:extLst>
                          <a:ext uri="{FF2B5EF4-FFF2-40B4-BE49-F238E27FC236}">
                            <a16:creationId xmlns:a16="http://schemas.microsoft.com/office/drawing/2014/main" id="{435B4459-8623-4B77-8EFB-CCA4781677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960" y="2563813"/>
                        <a:ext cx="1092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8905881-0A6E-4E25-A461-DBAD0A085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915" y="3087155"/>
            <a:ext cx="381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所求曲线过点 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( 1 , 2 )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C63893-6D60-4E47-A9B8-75C782DA5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448" y="3083223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故有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A4C2416-6FE1-4853-A8E4-1DDBB0C177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676931"/>
              </p:ext>
            </p:extLst>
          </p:nvPr>
        </p:nvGraphicFramePr>
        <p:xfrm>
          <a:off x="1898650" y="3652838"/>
          <a:ext cx="1270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7" name="Equation" r:id="rId9" imgW="1269720" imgH="355320" progId="Equation.DSMT4">
                  <p:embed/>
                </p:oleObj>
              </mc:Choice>
              <mc:Fallback>
                <p:oleObj name="Equation" r:id="rId9" imgW="1269720" imgH="355320" progId="Equation.DSMT4">
                  <p:embed/>
                  <p:pic>
                    <p:nvPicPr>
                      <p:cNvPr id="54283" name="对象 54282">
                        <a:extLst>
                          <a:ext uri="{FF2B5EF4-FFF2-40B4-BE49-F238E27FC236}">
                            <a16:creationId xmlns:a16="http://schemas.microsoft.com/office/drawing/2014/main" id="{A8A36AA5-9436-4560-927B-37A2C25588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3652838"/>
                        <a:ext cx="1270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F247F5B-9B05-404B-8A4B-7670F1C19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3527055"/>
              </p:ext>
            </p:extLst>
          </p:nvPr>
        </p:nvGraphicFramePr>
        <p:xfrm>
          <a:off x="292100" y="4183063"/>
          <a:ext cx="161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8" name="Equation" r:id="rId11" imgW="1612800" imgH="380880" progId="Equation.DSMT4">
                  <p:embed/>
                </p:oleObj>
              </mc:Choice>
              <mc:Fallback>
                <p:oleObj name="Equation" r:id="rId11" imgW="1612800" imgH="380880" progId="Equation.DSMT4">
                  <p:embed/>
                  <p:pic>
                    <p:nvPicPr>
                      <p:cNvPr id="54284" name="对象 54283">
                        <a:extLst>
                          <a:ext uri="{FF2B5EF4-FFF2-40B4-BE49-F238E27FC236}">
                            <a16:creationId xmlns:a16="http://schemas.microsoft.com/office/drawing/2014/main" id="{DA7D3302-13F7-42C5-A5E6-9F7FC66E78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4183063"/>
                        <a:ext cx="161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5B503615-F10E-464B-A3D4-DD927194E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170" y="4138910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因此所求曲线为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24F72F0-B010-4227-A2A1-8EA12E1BD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206561"/>
              </p:ext>
            </p:extLst>
          </p:nvPr>
        </p:nvGraphicFramePr>
        <p:xfrm>
          <a:off x="4204335" y="4127993"/>
          <a:ext cx="125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69" name="Equation" r:id="rId13" imgW="1257120" imgH="406080" progId="Equation.DSMT4">
                  <p:embed/>
                </p:oleObj>
              </mc:Choice>
              <mc:Fallback>
                <p:oleObj name="Equation" r:id="rId13" imgW="1257120" imgH="406080" progId="Equation.DSMT4">
                  <p:embed/>
                  <p:pic>
                    <p:nvPicPr>
                      <p:cNvPr id="54286" name="对象 54285">
                        <a:extLst>
                          <a:ext uri="{FF2B5EF4-FFF2-40B4-BE49-F238E27FC236}">
                            <a16:creationId xmlns:a16="http://schemas.microsoft.com/office/drawing/2014/main" id="{401C59DE-D186-42F7-94B3-DFF2111977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4335" y="4127993"/>
                        <a:ext cx="1257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任意多边形 54286">
            <a:extLst>
              <a:ext uri="{FF2B5EF4-FFF2-40B4-BE49-F238E27FC236}">
                <a16:creationId xmlns:a16="http://schemas.microsoft.com/office/drawing/2014/main" id="{DCE77B8A-152D-4A52-B883-8DC323179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3" y="2759075"/>
            <a:ext cx="1463675" cy="1096963"/>
          </a:xfrm>
          <a:custGeom>
            <a:avLst/>
            <a:gdLst>
              <a:gd name="T0" fmla="*/ 0 w 1152"/>
              <a:gd name="T1" fmla="*/ 0 h 864"/>
              <a:gd name="T2" fmla="*/ 576 w 1152"/>
              <a:gd name="T3" fmla="*/ 864 h 864"/>
              <a:gd name="T4" fmla="*/ 1152 w 1152"/>
              <a:gd name="T5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2" h="864">
                <a:moveTo>
                  <a:pt x="0" y="0"/>
                </a:moveTo>
                <a:cubicBezTo>
                  <a:pt x="192" y="432"/>
                  <a:pt x="384" y="864"/>
                  <a:pt x="576" y="864"/>
                </a:cubicBezTo>
                <a:cubicBezTo>
                  <a:pt x="768" y="864"/>
                  <a:pt x="960" y="432"/>
                  <a:pt x="1152" y="0"/>
                </a:cubicBezTo>
              </a:path>
            </a:pathLst>
          </a:custGeom>
          <a:noFill/>
          <a:ln w="25400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EB73CF5-8CA6-4A4E-9D13-8DAE85086B84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2514600"/>
            <a:ext cx="2951163" cy="2060575"/>
            <a:chOff x="1693" y="2630"/>
            <a:chExt cx="1859" cy="1298"/>
          </a:xfrm>
          <a:solidFill>
            <a:srgbClr val="FF0000"/>
          </a:solidFill>
        </p:grpSpPr>
        <p:graphicFrame>
          <p:nvGraphicFramePr>
            <p:cNvPr id="17" name="对象 54288">
              <a:extLst>
                <a:ext uri="{FF2B5EF4-FFF2-40B4-BE49-F238E27FC236}">
                  <a16:creationId xmlns:a16="http://schemas.microsoft.com/office/drawing/2014/main" id="{EA3BAD09-65CF-4B17-82E8-634B8BBEC84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8881551"/>
                </p:ext>
              </p:extLst>
            </p:nvPr>
          </p:nvGraphicFramePr>
          <p:xfrm>
            <a:off x="2272" y="266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70" name="Equation" r:id="rId15" imgW="190440" imgH="241200" progId="Equation.DSMT4">
                    <p:embed/>
                  </p:oleObj>
                </mc:Choice>
                <mc:Fallback>
                  <p:oleObj name="Equation" r:id="rId15" imgW="190440" imgH="241200" progId="Equation.DSMT4">
                    <p:embed/>
                    <p:pic>
                      <p:nvPicPr>
                        <p:cNvPr id="11280" name="对象 54288">
                          <a:extLst>
                            <a:ext uri="{FF2B5EF4-FFF2-40B4-BE49-F238E27FC236}">
                              <a16:creationId xmlns:a16="http://schemas.microsoft.com/office/drawing/2014/main" id="{B5E8E58D-CB7D-4DD4-AAC6-1B14F2EFAB2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2" y="266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54289">
              <a:extLst>
                <a:ext uri="{FF2B5EF4-FFF2-40B4-BE49-F238E27FC236}">
                  <a16:creationId xmlns:a16="http://schemas.microsoft.com/office/drawing/2014/main" id="{43829290-47EE-4F21-A028-BD6B2DAC9DE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78954276"/>
                </p:ext>
              </p:extLst>
            </p:nvPr>
          </p:nvGraphicFramePr>
          <p:xfrm>
            <a:off x="3424" y="3808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71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11281" name="对象 54289">
                          <a:extLst>
                            <a:ext uri="{FF2B5EF4-FFF2-40B4-BE49-F238E27FC236}">
                              <a16:creationId xmlns:a16="http://schemas.microsoft.com/office/drawing/2014/main" id="{46FC248D-F942-46F1-9586-EBA8A5BF72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3808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54290">
              <a:extLst>
                <a:ext uri="{FF2B5EF4-FFF2-40B4-BE49-F238E27FC236}">
                  <a16:creationId xmlns:a16="http://schemas.microsoft.com/office/drawing/2014/main" id="{97C28EE3-D697-4C23-8C67-B146B02A4A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211269"/>
                </p:ext>
              </p:extLst>
            </p:nvPr>
          </p:nvGraphicFramePr>
          <p:xfrm>
            <a:off x="2396" y="3763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72" name="Equation" r:id="rId19" imgW="228600" imgH="241200" progId="Equation.DSMT4">
                    <p:embed/>
                  </p:oleObj>
                </mc:Choice>
                <mc:Fallback>
                  <p:oleObj name="Equation" r:id="rId19" imgW="228600" imgH="241200" progId="Equation.DSMT4">
                    <p:embed/>
                    <p:pic>
                      <p:nvPicPr>
                        <p:cNvPr id="11282" name="对象 54290">
                          <a:extLst>
                            <a:ext uri="{FF2B5EF4-FFF2-40B4-BE49-F238E27FC236}">
                              <a16:creationId xmlns:a16="http://schemas.microsoft.com/office/drawing/2014/main" id="{5E60857C-89D0-4B67-B0EC-E68C742DE75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6" y="3763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直接连接符 54291">
              <a:extLst>
                <a:ext uri="{FF2B5EF4-FFF2-40B4-BE49-F238E27FC236}">
                  <a16:creationId xmlns:a16="http://schemas.microsoft.com/office/drawing/2014/main" id="{A53CE85F-1364-457D-B0C2-0A35BDC1F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" y="3744"/>
              <a:ext cx="1859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/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1" name="直接连接符 54292">
              <a:extLst>
                <a:ext uri="{FF2B5EF4-FFF2-40B4-BE49-F238E27FC236}">
                  <a16:creationId xmlns:a16="http://schemas.microsoft.com/office/drawing/2014/main" id="{916CEC5A-F78D-4D89-B599-126B16E30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3" y="3130"/>
              <a:ext cx="0" cy="61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/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2" name="直接连接符 54293">
              <a:extLst>
                <a:ext uri="{FF2B5EF4-FFF2-40B4-BE49-F238E27FC236}">
                  <a16:creationId xmlns:a16="http://schemas.microsoft.com/office/drawing/2014/main" id="{471D687E-DB44-4A1E-B174-39A149C26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2630"/>
              <a:ext cx="0" cy="1114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/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3" name="直接连接符 54294">
              <a:extLst>
                <a:ext uri="{FF2B5EF4-FFF2-40B4-BE49-F238E27FC236}">
                  <a16:creationId xmlns:a16="http://schemas.microsoft.com/office/drawing/2014/main" id="{2F5B62A4-248B-46C7-B233-877FC1DA0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3130"/>
              <a:ext cx="308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/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" name="椭圆 54295">
              <a:extLst>
                <a:ext uri="{FF2B5EF4-FFF2-40B4-BE49-F238E27FC236}">
                  <a16:creationId xmlns:a16="http://schemas.microsoft.com/office/drawing/2014/main" id="{EF365237-5952-495A-9987-085F71C84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113"/>
              <a:ext cx="33" cy="33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latin typeface="+mj-ea"/>
                <a:ea typeface="+mj-ea"/>
              </a:endParaRPr>
            </a:p>
          </p:txBody>
        </p:sp>
        <p:graphicFrame>
          <p:nvGraphicFramePr>
            <p:cNvPr id="25" name="对象 54296">
              <a:extLst>
                <a:ext uri="{FF2B5EF4-FFF2-40B4-BE49-F238E27FC236}">
                  <a16:creationId xmlns:a16="http://schemas.microsoft.com/office/drawing/2014/main" id="{AB767D29-A64E-48BB-9AE3-D68E7C53165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60538748"/>
                </p:ext>
              </p:extLst>
            </p:nvPr>
          </p:nvGraphicFramePr>
          <p:xfrm>
            <a:off x="2965" y="3052"/>
            <a:ext cx="32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73" name="Equation" r:id="rId21" imgW="507960" imgH="304560" progId="Equation.DSMT4">
                    <p:embed/>
                  </p:oleObj>
                </mc:Choice>
                <mc:Fallback>
                  <p:oleObj name="Equation" r:id="rId21" imgW="507960" imgH="304560" progId="Equation.DSMT4">
                    <p:embed/>
                    <p:pic>
                      <p:nvPicPr>
                        <p:cNvPr id="11288" name="对象 54296">
                          <a:extLst>
                            <a:ext uri="{FF2B5EF4-FFF2-40B4-BE49-F238E27FC236}">
                              <a16:creationId xmlns:a16="http://schemas.microsoft.com/office/drawing/2014/main" id="{60802507-714C-4FBE-8DFD-C0B3901DEE3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5" y="3052"/>
                          <a:ext cx="32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0970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2267744" y="1203598"/>
            <a:ext cx="4594088" cy="2555287"/>
            <a:chOff x="1296" y="1745"/>
            <a:chExt cx="3216" cy="1790"/>
          </a:xfrm>
        </p:grpSpPr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296" y="3336"/>
              <a:ext cx="3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 flipV="1">
              <a:off x="1936" y="1745"/>
              <a:ext cx="0" cy="17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" name="Object 21"/>
            <p:cNvGraphicFramePr>
              <a:graphicFrameLocks noChangeAspect="1"/>
            </p:cNvGraphicFramePr>
            <p:nvPr/>
          </p:nvGraphicFramePr>
          <p:xfrm>
            <a:off x="1771" y="1766"/>
            <a:ext cx="134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88" name="Equation" r:id="rId4" imgW="4562545" imgH="5781780" progId="Equation.DSMT4">
                    <p:embed/>
                  </p:oleObj>
                </mc:Choice>
                <mc:Fallback>
                  <p:oleObj name="Equation" r:id="rId4" imgW="4562545" imgH="5781780" progId="Equation.DSMT4">
                    <p:embed/>
                    <p:pic>
                      <p:nvPicPr>
                        <p:cNvPr id="24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1" y="1766"/>
                          <a:ext cx="134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2"/>
            <p:cNvGraphicFramePr>
              <a:graphicFrameLocks noChangeAspect="1"/>
            </p:cNvGraphicFramePr>
            <p:nvPr/>
          </p:nvGraphicFramePr>
          <p:xfrm>
            <a:off x="4328" y="3353"/>
            <a:ext cx="123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89" name="Equation" r:id="rId6" imgW="4257565" imgH="4562460" progId="Equation.DSMT4">
                    <p:embed/>
                  </p:oleObj>
                </mc:Choice>
                <mc:Fallback>
                  <p:oleObj name="Equation" r:id="rId6" imgW="4257565" imgH="4562460" progId="Equation.DSMT4">
                    <p:embed/>
                    <p:pic>
                      <p:nvPicPr>
                        <p:cNvPr id="25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3353"/>
                          <a:ext cx="123" cy="1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3"/>
            <p:cNvGraphicFramePr>
              <a:graphicFrameLocks noChangeAspect="1"/>
            </p:cNvGraphicFramePr>
            <p:nvPr/>
          </p:nvGraphicFramePr>
          <p:xfrm>
            <a:off x="1836" y="3336"/>
            <a:ext cx="114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90" name="Equation" r:id="rId8" imgW="3952855" imgH="4562460" progId="Equation.DSMT4">
                    <p:embed/>
                  </p:oleObj>
                </mc:Choice>
                <mc:Fallback>
                  <p:oleObj name="Equation" r:id="rId8" imgW="3952855" imgH="4562460" progId="Equation.DSMT4">
                    <p:embed/>
                    <p:pic>
                      <p:nvPicPr>
                        <p:cNvPr id="2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" y="3336"/>
                          <a:ext cx="114" cy="1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4"/>
          <p:cNvGrpSpPr>
            <a:grpSpLocks/>
          </p:cNvGrpSpPr>
          <p:nvPr/>
        </p:nvGrpSpPr>
        <p:grpSpPr bwMode="auto">
          <a:xfrm>
            <a:off x="4184207" y="1259517"/>
            <a:ext cx="304432" cy="2491020"/>
            <a:chOff x="3291" y="1872"/>
            <a:chExt cx="213" cy="1745"/>
          </a:xfrm>
        </p:grpSpPr>
        <p:graphicFrame>
          <p:nvGraphicFramePr>
            <p:cNvPr id="28" name="Object 25"/>
            <p:cNvGraphicFramePr>
              <a:graphicFrameLocks noChangeAspect="1"/>
            </p:cNvGraphicFramePr>
            <p:nvPr/>
          </p:nvGraphicFramePr>
          <p:xfrm>
            <a:off x="3291" y="3386"/>
            <a:ext cx="169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91" name="Equation" r:id="rId10" imgW="5781655" imgH="7915320" progId="Equation.DSMT4">
                    <p:embed/>
                  </p:oleObj>
                </mc:Choice>
                <mc:Fallback>
                  <p:oleObj name="Equation" r:id="rId10" imgW="5781655" imgH="7915320" progId="Equation.DSMT4">
                    <p:embed/>
                    <p:pic>
                      <p:nvPicPr>
                        <p:cNvPr id="28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3386"/>
                          <a:ext cx="169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26"/>
            <p:cNvSpPr>
              <a:spLocks noChangeShapeType="1"/>
            </p:cNvSpPr>
            <p:nvPr/>
          </p:nvSpPr>
          <p:spPr bwMode="auto">
            <a:xfrm flipV="1">
              <a:off x="3504" y="187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517265" y="3867894"/>
            <a:ext cx="7375215" cy="531212"/>
            <a:chOff x="327329" y="1681457"/>
            <a:chExt cx="7375215" cy="531212"/>
          </a:xfrm>
        </p:grpSpPr>
        <p:graphicFrame>
          <p:nvGraphicFramePr>
            <p:cNvPr id="8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327329" y="1704709"/>
            <a:ext cx="2514600" cy="507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92" name="Equation" r:id="rId12" imgW="2514600" imgH="507960" progId="Equation.DSMT4">
                    <p:embed/>
                  </p:oleObj>
                </mc:Choice>
                <mc:Fallback>
                  <p:oleObj name="Equation" r:id="rId12" imgW="2514600" imgH="507960" progId="Equation.DSMT4">
                    <p:embed/>
                    <p:pic>
                      <p:nvPicPr>
                        <p:cNvPr id="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29" y="1704709"/>
                          <a:ext cx="2514600" cy="5079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94253" y="1681457"/>
              <a:ext cx="253202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在几何上表示  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5355988" y="1681457"/>
              <a:ext cx="23465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的全体积分曲线</a:t>
              </a:r>
            </a:p>
          </p:txBody>
        </p:sp>
        <p:graphicFrame>
          <p:nvGraphicFramePr>
            <p:cNvPr id="60428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4775988" y="178593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93" name="Equation" r:id="rId14" imgW="14935200" imgH="8229600" progId="Equation.DSMT4">
                    <p:embed/>
                  </p:oleObj>
                </mc:Choice>
                <mc:Fallback>
                  <p:oleObj name="Equation" r:id="rId14" imgW="14935200" imgH="8229600" progId="Equation.DSMT4">
                    <p:embed/>
                    <p:pic>
                      <p:nvPicPr>
                        <p:cNvPr id="6042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5988" y="1785932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任意多边形 38"/>
          <p:cNvSpPr/>
          <p:nvPr/>
        </p:nvSpPr>
        <p:spPr>
          <a:xfrm>
            <a:off x="2416937" y="2493123"/>
            <a:ext cx="4429156" cy="714395"/>
          </a:xfrm>
          <a:custGeom>
            <a:avLst/>
            <a:gdLst>
              <a:gd name="connsiteX0" fmla="*/ 0 w 3048000"/>
              <a:gd name="connsiteY0" fmla="*/ 762000 h 762000"/>
              <a:gd name="connsiteX1" fmla="*/ 736600 w 3048000"/>
              <a:gd name="connsiteY1" fmla="*/ 38100 h 762000"/>
              <a:gd name="connsiteX2" fmla="*/ 2171700 w 3048000"/>
              <a:gd name="connsiteY2" fmla="*/ 533400 h 762000"/>
              <a:gd name="connsiteX3" fmla="*/ 3048000 w 3048000"/>
              <a:gd name="connsiteY3" fmla="*/ 38100 h 762000"/>
              <a:gd name="connsiteX4" fmla="*/ 3048000 w 3048000"/>
              <a:gd name="connsiteY4" fmla="*/ 38100 h 762000"/>
              <a:gd name="connsiteX0" fmla="*/ 0 w 3048000"/>
              <a:gd name="connsiteY0" fmla="*/ 1219236 h 1219236"/>
              <a:gd name="connsiteX1" fmla="*/ 736600 w 3048000"/>
              <a:gd name="connsiteY1" fmla="*/ 38099 h 1219236"/>
              <a:gd name="connsiteX2" fmla="*/ 2171700 w 3048000"/>
              <a:gd name="connsiteY2" fmla="*/ 990636 h 1219236"/>
              <a:gd name="connsiteX3" fmla="*/ 3048000 w 3048000"/>
              <a:gd name="connsiteY3" fmla="*/ 495336 h 1219236"/>
              <a:gd name="connsiteX4" fmla="*/ 3048000 w 3048000"/>
              <a:gd name="connsiteY4" fmla="*/ 495336 h 1219236"/>
              <a:gd name="connsiteX0" fmla="*/ 0 w 3048000"/>
              <a:gd name="connsiteY0" fmla="*/ 1219232 h 1524000"/>
              <a:gd name="connsiteX1" fmla="*/ 736600 w 3048000"/>
              <a:gd name="connsiteY1" fmla="*/ 38095 h 1524000"/>
              <a:gd name="connsiteX2" fmla="*/ 2171700 w 3048000"/>
              <a:gd name="connsiteY2" fmla="*/ 1447794 h 1524000"/>
              <a:gd name="connsiteX3" fmla="*/ 3048000 w 3048000"/>
              <a:gd name="connsiteY3" fmla="*/ 495332 h 1524000"/>
              <a:gd name="connsiteX4" fmla="*/ 3048000 w 3048000"/>
              <a:gd name="connsiteY4" fmla="*/ 495332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524000">
                <a:moveTo>
                  <a:pt x="0" y="1219232"/>
                </a:moveTo>
                <a:cubicBezTo>
                  <a:pt x="187325" y="876332"/>
                  <a:pt x="374650" y="1"/>
                  <a:pt x="736600" y="38095"/>
                </a:cubicBezTo>
                <a:cubicBezTo>
                  <a:pt x="1098550" y="76189"/>
                  <a:pt x="1786467" y="1371588"/>
                  <a:pt x="2171700" y="1447794"/>
                </a:cubicBezTo>
                <a:cubicBezTo>
                  <a:pt x="2556933" y="1524000"/>
                  <a:pt x="2901950" y="654076"/>
                  <a:pt x="3048000" y="495332"/>
                </a:cubicBezTo>
                <a:lnTo>
                  <a:pt x="3048000" y="495332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2416937" y="2064480"/>
            <a:ext cx="4429156" cy="714395"/>
          </a:xfrm>
          <a:custGeom>
            <a:avLst/>
            <a:gdLst>
              <a:gd name="connsiteX0" fmla="*/ 0 w 3048000"/>
              <a:gd name="connsiteY0" fmla="*/ 762000 h 762000"/>
              <a:gd name="connsiteX1" fmla="*/ 736600 w 3048000"/>
              <a:gd name="connsiteY1" fmla="*/ 38100 h 762000"/>
              <a:gd name="connsiteX2" fmla="*/ 2171700 w 3048000"/>
              <a:gd name="connsiteY2" fmla="*/ 533400 h 762000"/>
              <a:gd name="connsiteX3" fmla="*/ 3048000 w 3048000"/>
              <a:gd name="connsiteY3" fmla="*/ 38100 h 762000"/>
              <a:gd name="connsiteX4" fmla="*/ 3048000 w 3048000"/>
              <a:gd name="connsiteY4" fmla="*/ 38100 h 762000"/>
              <a:gd name="connsiteX0" fmla="*/ 0 w 3048000"/>
              <a:gd name="connsiteY0" fmla="*/ 1219236 h 1219236"/>
              <a:gd name="connsiteX1" fmla="*/ 736600 w 3048000"/>
              <a:gd name="connsiteY1" fmla="*/ 38099 h 1219236"/>
              <a:gd name="connsiteX2" fmla="*/ 2171700 w 3048000"/>
              <a:gd name="connsiteY2" fmla="*/ 990636 h 1219236"/>
              <a:gd name="connsiteX3" fmla="*/ 3048000 w 3048000"/>
              <a:gd name="connsiteY3" fmla="*/ 495336 h 1219236"/>
              <a:gd name="connsiteX4" fmla="*/ 3048000 w 3048000"/>
              <a:gd name="connsiteY4" fmla="*/ 495336 h 1219236"/>
              <a:gd name="connsiteX0" fmla="*/ 0 w 3048000"/>
              <a:gd name="connsiteY0" fmla="*/ 1219232 h 1524000"/>
              <a:gd name="connsiteX1" fmla="*/ 736600 w 3048000"/>
              <a:gd name="connsiteY1" fmla="*/ 38095 h 1524000"/>
              <a:gd name="connsiteX2" fmla="*/ 2171700 w 3048000"/>
              <a:gd name="connsiteY2" fmla="*/ 1447794 h 1524000"/>
              <a:gd name="connsiteX3" fmla="*/ 3048000 w 3048000"/>
              <a:gd name="connsiteY3" fmla="*/ 495332 h 1524000"/>
              <a:gd name="connsiteX4" fmla="*/ 3048000 w 3048000"/>
              <a:gd name="connsiteY4" fmla="*/ 495332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524000">
                <a:moveTo>
                  <a:pt x="0" y="1219232"/>
                </a:moveTo>
                <a:cubicBezTo>
                  <a:pt x="187325" y="876332"/>
                  <a:pt x="374650" y="1"/>
                  <a:pt x="736600" y="38095"/>
                </a:cubicBezTo>
                <a:cubicBezTo>
                  <a:pt x="1098550" y="76189"/>
                  <a:pt x="1786467" y="1371588"/>
                  <a:pt x="2171700" y="1447794"/>
                </a:cubicBezTo>
                <a:cubicBezTo>
                  <a:pt x="2556933" y="1524000"/>
                  <a:pt x="2901950" y="654076"/>
                  <a:pt x="3048000" y="495332"/>
                </a:cubicBezTo>
                <a:lnTo>
                  <a:pt x="3048000" y="495332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2416937" y="1973882"/>
            <a:ext cx="4429156" cy="714395"/>
          </a:xfrm>
          <a:custGeom>
            <a:avLst/>
            <a:gdLst>
              <a:gd name="connsiteX0" fmla="*/ 0 w 3048000"/>
              <a:gd name="connsiteY0" fmla="*/ 762000 h 762000"/>
              <a:gd name="connsiteX1" fmla="*/ 736600 w 3048000"/>
              <a:gd name="connsiteY1" fmla="*/ 38100 h 762000"/>
              <a:gd name="connsiteX2" fmla="*/ 2171700 w 3048000"/>
              <a:gd name="connsiteY2" fmla="*/ 533400 h 762000"/>
              <a:gd name="connsiteX3" fmla="*/ 3048000 w 3048000"/>
              <a:gd name="connsiteY3" fmla="*/ 38100 h 762000"/>
              <a:gd name="connsiteX4" fmla="*/ 3048000 w 3048000"/>
              <a:gd name="connsiteY4" fmla="*/ 38100 h 762000"/>
              <a:gd name="connsiteX0" fmla="*/ 0 w 3048000"/>
              <a:gd name="connsiteY0" fmla="*/ 1219236 h 1219236"/>
              <a:gd name="connsiteX1" fmla="*/ 736600 w 3048000"/>
              <a:gd name="connsiteY1" fmla="*/ 38099 h 1219236"/>
              <a:gd name="connsiteX2" fmla="*/ 2171700 w 3048000"/>
              <a:gd name="connsiteY2" fmla="*/ 990636 h 1219236"/>
              <a:gd name="connsiteX3" fmla="*/ 3048000 w 3048000"/>
              <a:gd name="connsiteY3" fmla="*/ 495336 h 1219236"/>
              <a:gd name="connsiteX4" fmla="*/ 3048000 w 3048000"/>
              <a:gd name="connsiteY4" fmla="*/ 495336 h 1219236"/>
              <a:gd name="connsiteX0" fmla="*/ 0 w 3048000"/>
              <a:gd name="connsiteY0" fmla="*/ 1219232 h 1524000"/>
              <a:gd name="connsiteX1" fmla="*/ 736600 w 3048000"/>
              <a:gd name="connsiteY1" fmla="*/ 38095 h 1524000"/>
              <a:gd name="connsiteX2" fmla="*/ 2171700 w 3048000"/>
              <a:gd name="connsiteY2" fmla="*/ 1447794 h 1524000"/>
              <a:gd name="connsiteX3" fmla="*/ 3048000 w 3048000"/>
              <a:gd name="connsiteY3" fmla="*/ 495332 h 1524000"/>
              <a:gd name="connsiteX4" fmla="*/ 3048000 w 3048000"/>
              <a:gd name="connsiteY4" fmla="*/ 495332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524000">
                <a:moveTo>
                  <a:pt x="0" y="1219232"/>
                </a:moveTo>
                <a:cubicBezTo>
                  <a:pt x="187325" y="876332"/>
                  <a:pt x="374650" y="1"/>
                  <a:pt x="736600" y="38095"/>
                </a:cubicBezTo>
                <a:cubicBezTo>
                  <a:pt x="1098550" y="76189"/>
                  <a:pt x="1786467" y="1371588"/>
                  <a:pt x="2171700" y="1447794"/>
                </a:cubicBezTo>
                <a:cubicBezTo>
                  <a:pt x="2556933" y="1524000"/>
                  <a:pt x="2901950" y="654076"/>
                  <a:pt x="3048000" y="495332"/>
                </a:cubicBezTo>
                <a:lnTo>
                  <a:pt x="3048000" y="495332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2416937" y="1921619"/>
            <a:ext cx="4429156" cy="714395"/>
          </a:xfrm>
          <a:custGeom>
            <a:avLst/>
            <a:gdLst>
              <a:gd name="connsiteX0" fmla="*/ 0 w 3048000"/>
              <a:gd name="connsiteY0" fmla="*/ 762000 h 762000"/>
              <a:gd name="connsiteX1" fmla="*/ 736600 w 3048000"/>
              <a:gd name="connsiteY1" fmla="*/ 38100 h 762000"/>
              <a:gd name="connsiteX2" fmla="*/ 2171700 w 3048000"/>
              <a:gd name="connsiteY2" fmla="*/ 533400 h 762000"/>
              <a:gd name="connsiteX3" fmla="*/ 3048000 w 3048000"/>
              <a:gd name="connsiteY3" fmla="*/ 38100 h 762000"/>
              <a:gd name="connsiteX4" fmla="*/ 3048000 w 3048000"/>
              <a:gd name="connsiteY4" fmla="*/ 38100 h 762000"/>
              <a:gd name="connsiteX0" fmla="*/ 0 w 3048000"/>
              <a:gd name="connsiteY0" fmla="*/ 1219236 h 1219236"/>
              <a:gd name="connsiteX1" fmla="*/ 736600 w 3048000"/>
              <a:gd name="connsiteY1" fmla="*/ 38099 h 1219236"/>
              <a:gd name="connsiteX2" fmla="*/ 2171700 w 3048000"/>
              <a:gd name="connsiteY2" fmla="*/ 990636 h 1219236"/>
              <a:gd name="connsiteX3" fmla="*/ 3048000 w 3048000"/>
              <a:gd name="connsiteY3" fmla="*/ 495336 h 1219236"/>
              <a:gd name="connsiteX4" fmla="*/ 3048000 w 3048000"/>
              <a:gd name="connsiteY4" fmla="*/ 495336 h 1219236"/>
              <a:gd name="connsiteX0" fmla="*/ 0 w 3048000"/>
              <a:gd name="connsiteY0" fmla="*/ 1219232 h 1524000"/>
              <a:gd name="connsiteX1" fmla="*/ 736600 w 3048000"/>
              <a:gd name="connsiteY1" fmla="*/ 38095 h 1524000"/>
              <a:gd name="connsiteX2" fmla="*/ 2171700 w 3048000"/>
              <a:gd name="connsiteY2" fmla="*/ 1447794 h 1524000"/>
              <a:gd name="connsiteX3" fmla="*/ 3048000 w 3048000"/>
              <a:gd name="connsiteY3" fmla="*/ 495332 h 1524000"/>
              <a:gd name="connsiteX4" fmla="*/ 3048000 w 3048000"/>
              <a:gd name="connsiteY4" fmla="*/ 495332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524000">
                <a:moveTo>
                  <a:pt x="0" y="1219232"/>
                </a:moveTo>
                <a:cubicBezTo>
                  <a:pt x="187325" y="876332"/>
                  <a:pt x="374650" y="1"/>
                  <a:pt x="736600" y="38095"/>
                </a:cubicBezTo>
                <a:cubicBezTo>
                  <a:pt x="1098550" y="76189"/>
                  <a:pt x="1786467" y="1371588"/>
                  <a:pt x="2171700" y="1447794"/>
                </a:cubicBezTo>
                <a:cubicBezTo>
                  <a:pt x="2556933" y="1524000"/>
                  <a:pt x="2901950" y="654076"/>
                  <a:pt x="3048000" y="495332"/>
                </a:cubicBezTo>
                <a:lnTo>
                  <a:pt x="3048000" y="495332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Line 30"/>
          <p:cNvSpPr>
            <a:spLocks noChangeShapeType="1"/>
          </p:cNvSpPr>
          <p:nvPr/>
        </p:nvSpPr>
        <p:spPr bwMode="auto">
          <a:xfrm>
            <a:off x="3727019" y="2493123"/>
            <a:ext cx="1476000" cy="64294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30"/>
          <p:cNvSpPr>
            <a:spLocks noChangeShapeType="1"/>
          </p:cNvSpPr>
          <p:nvPr/>
        </p:nvSpPr>
        <p:spPr bwMode="auto">
          <a:xfrm>
            <a:off x="3727019" y="1973897"/>
            <a:ext cx="1476000" cy="64294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8">
            <a:extLst>
              <a:ext uri="{FF2B5EF4-FFF2-40B4-BE49-F238E27FC236}">
                <a16:creationId xmlns:a16="http://schemas.microsoft.com/office/drawing/2014/main" id="{38D0037F-01AA-4B8E-A0BA-F8861A4C2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803" y="560435"/>
            <a:ext cx="1212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定义</a:t>
            </a: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6991952" y="1988179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94" name="Equation" r:id="rId16" imgW="1117115" imgH="342751" progId="Equation.DSMT4">
                  <p:embed/>
                </p:oleObj>
              </mc:Choice>
              <mc:Fallback>
                <p:oleObj name="Equation" r:id="rId16" imgW="1117115" imgH="342751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1952" y="1988179"/>
                        <a:ext cx="1117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1999727" y="555526"/>
            <a:ext cx="6748737" cy="469030"/>
            <a:chOff x="1999727" y="771550"/>
            <a:chExt cx="6748737" cy="469030"/>
          </a:xfrm>
        </p:grpSpPr>
        <p:grpSp>
          <p:nvGrpSpPr>
            <p:cNvPr id="58" name="组合 57"/>
            <p:cNvGrpSpPr/>
            <p:nvPr/>
          </p:nvGrpSpPr>
          <p:grpSpPr>
            <a:xfrm>
              <a:off x="1999727" y="771550"/>
              <a:ext cx="6748737" cy="469030"/>
              <a:chOff x="285720" y="1054673"/>
              <a:chExt cx="6748737" cy="469030"/>
            </a:xfrm>
          </p:grpSpPr>
          <p:sp>
            <p:nvSpPr>
              <p:cNvPr id="6" name="Text Box 4"/>
              <p:cNvSpPr txBox="1">
                <a:spLocks noChangeArrowheads="1"/>
              </p:cNvSpPr>
              <p:nvPr/>
            </p:nvSpPr>
            <p:spPr bwMode="auto">
              <a:xfrm>
                <a:off x="866771" y="1062038"/>
                <a:ext cx="400744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</a:rPr>
                  <a:t>的原函数     的图形称为 </a:t>
                </a:r>
              </a:p>
            </p:txBody>
          </p:sp>
          <p:sp>
            <p:nvSpPr>
              <p:cNvPr id="14" name="Text Box 39"/>
              <p:cNvSpPr txBox="1">
                <a:spLocks noChangeArrowheads="1"/>
              </p:cNvSpPr>
              <p:nvPr/>
            </p:nvSpPr>
            <p:spPr bwMode="auto">
              <a:xfrm>
                <a:off x="4991910" y="1054673"/>
                <a:ext cx="204254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</a:rPr>
                  <a:t>的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</a:rPr>
                  <a:t>积分曲线</a:t>
                </a:r>
                <a:r>
                  <a:rPr kumimoji="1" lang="en-US" altLang="zh-CN" sz="2400" b="1" dirty="0">
                    <a:latin typeface="+mn-ea"/>
                  </a:rPr>
                  <a:t>. </a:t>
                </a:r>
              </a:p>
            </p:txBody>
          </p:sp>
          <p:graphicFrame>
            <p:nvGraphicFramePr>
              <p:cNvPr id="60426" name="Object 1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85720" y="1142990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595" name="Equation" r:id="rId18" imgW="14935200" imgH="8229600" progId="Equation.DSMT4">
                      <p:embed/>
                    </p:oleObj>
                  </mc:Choice>
                  <mc:Fallback>
                    <p:oleObj name="Equation" r:id="rId18" imgW="14935200" imgH="8229600" progId="Equation.DSMT4">
                      <p:embed/>
                      <p:pic>
                        <p:nvPicPr>
                          <p:cNvPr id="60426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5720" y="1142990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427" name="Object 11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67941" y="1157771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596" name="Equation" r:id="rId19" imgW="14935200" imgH="8229600" progId="Equation.DSMT4">
                      <p:embed/>
                    </p:oleObj>
                  </mc:Choice>
                  <mc:Fallback>
                    <p:oleObj name="Equation" r:id="rId19" imgW="14935200" imgH="8229600" progId="Equation.DSMT4">
                      <p:embed/>
                      <p:pic>
                        <p:nvPicPr>
                          <p:cNvPr id="60427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7941" y="1157771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8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3937000" y="897680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97" name="Equation" r:id="rId20" imgW="634680" imgH="342720" progId="Equation.DSMT4">
                    <p:embed/>
                  </p:oleObj>
                </mc:Choice>
                <mc:Fallback>
                  <p:oleObj name="Equation" r:id="rId20" imgW="634680" imgH="342720" progId="Equation.DSMT4">
                    <p:embed/>
                    <p:pic>
                      <p:nvPicPr>
                        <p:cNvPr id="3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7000" y="897680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任意多边形 45"/>
          <p:cNvSpPr/>
          <p:nvPr/>
        </p:nvSpPr>
        <p:spPr>
          <a:xfrm>
            <a:off x="2416937" y="1421553"/>
            <a:ext cx="4429156" cy="714395"/>
          </a:xfrm>
          <a:custGeom>
            <a:avLst/>
            <a:gdLst>
              <a:gd name="connsiteX0" fmla="*/ 0 w 3048000"/>
              <a:gd name="connsiteY0" fmla="*/ 762000 h 762000"/>
              <a:gd name="connsiteX1" fmla="*/ 736600 w 3048000"/>
              <a:gd name="connsiteY1" fmla="*/ 38100 h 762000"/>
              <a:gd name="connsiteX2" fmla="*/ 2171700 w 3048000"/>
              <a:gd name="connsiteY2" fmla="*/ 533400 h 762000"/>
              <a:gd name="connsiteX3" fmla="*/ 3048000 w 3048000"/>
              <a:gd name="connsiteY3" fmla="*/ 38100 h 762000"/>
              <a:gd name="connsiteX4" fmla="*/ 3048000 w 3048000"/>
              <a:gd name="connsiteY4" fmla="*/ 38100 h 762000"/>
              <a:gd name="connsiteX0" fmla="*/ 0 w 3048000"/>
              <a:gd name="connsiteY0" fmla="*/ 1219236 h 1219236"/>
              <a:gd name="connsiteX1" fmla="*/ 736600 w 3048000"/>
              <a:gd name="connsiteY1" fmla="*/ 38099 h 1219236"/>
              <a:gd name="connsiteX2" fmla="*/ 2171700 w 3048000"/>
              <a:gd name="connsiteY2" fmla="*/ 990636 h 1219236"/>
              <a:gd name="connsiteX3" fmla="*/ 3048000 w 3048000"/>
              <a:gd name="connsiteY3" fmla="*/ 495336 h 1219236"/>
              <a:gd name="connsiteX4" fmla="*/ 3048000 w 3048000"/>
              <a:gd name="connsiteY4" fmla="*/ 495336 h 1219236"/>
              <a:gd name="connsiteX0" fmla="*/ 0 w 3048000"/>
              <a:gd name="connsiteY0" fmla="*/ 1219232 h 1524000"/>
              <a:gd name="connsiteX1" fmla="*/ 736600 w 3048000"/>
              <a:gd name="connsiteY1" fmla="*/ 38095 h 1524000"/>
              <a:gd name="connsiteX2" fmla="*/ 2171700 w 3048000"/>
              <a:gd name="connsiteY2" fmla="*/ 1447794 h 1524000"/>
              <a:gd name="connsiteX3" fmla="*/ 3048000 w 3048000"/>
              <a:gd name="connsiteY3" fmla="*/ 495332 h 1524000"/>
              <a:gd name="connsiteX4" fmla="*/ 3048000 w 3048000"/>
              <a:gd name="connsiteY4" fmla="*/ 495332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524000">
                <a:moveTo>
                  <a:pt x="0" y="1219232"/>
                </a:moveTo>
                <a:cubicBezTo>
                  <a:pt x="187325" y="876332"/>
                  <a:pt x="374650" y="1"/>
                  <a:pt x="736600" y="38095"/>
                </a:cubicBezTo>
                <a:cubicBezTo>
                  <a:pt x="1098550" y="76189"/>
                  <a:pt x="1786467" y="1371588"/>
                  <a:pt x="2171700" y="1447794"/>
                </a:cubicBezTo>
                <a:cubicBezTo>
                  <a:pt x="2556933" y="1524000"/>
                  <a:pt x="2901950" y="654076"/>
                  <a:pt x="3048000" y="495332"/>
                </a:cubicBezTo>
                <a:lnTo>
                  <a:pt x="3048000" y="495332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>
            <a:off x="3727019" y="1421553"/>
            <a:ext cx="1476000" cy="64294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E913D463-92FF-4690-83A5-CAFC5C38D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803" y="3891868"/>
            <a:ext cx="1212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251520" y="4443958"/>
            <a:ext cx="3858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所组成的积分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曲线族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 L 0.00278 -0.0839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4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22222E-6 L 0.00139 0.0703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3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75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1" grpId="1" animBg="1"/>
      <p:bldP spid="41" grpId="2" animBg="1"/>
      <p:bldP spid="43" grpId="0" animBg="1"/>
      <p:bldP spid="45" grpId="0" animBg="1"/>
      <p:bldP spid="45" grpId="1" animBg="1"/>
      <p:bldP spid="45" grpId="2" animBg="1"/>
      <p:bldP spid="50" grpId="0" animBg="1"/>
      <p:bldP spid="54" grpId="0" animBg="1"/>
      <p:bldP spid="34" grpId="0"/>
      <p:bldP spid="46" grpId="0" animBg="1"/>
      <p:bldP spid="47" grpId="0" animBg="1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03414" y="290662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03414" y="98077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graphicFrame>
        <p:nvGraphicFramePr>
          <p:cNvPr id="798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167169"/>
              </p:ext>
            </p:extLst>
          </p:nvPr>
        </p:nvGraphicFramePr>
        <p:xfrm>
          <a:off x="2051720" y="267494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0" name="Equation" r:id="rId4" imgW="1143000" imgH="507960" progId="Equation.DSMT4">
                  <p:embed/>
                </p:oleObj>
              </mc:Choice>
              <mc:Fallback>
                <p:oleObj name="Equation" r:id="rId4" imgW="1143000" imgH="507960" progId="Equation.DSMT4">
                  <p:embed/>
                  <p:pic>
                    <p:nvPicPr>
                      <p:cNvPr id="798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67494"/>
                        <a:ext cx="114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20145"/>
              </p:ext>
            </p:extLst>
          </p:nvPr>
        </p:nvGraphicFramePr>
        <p:xfrm>
          <a:off x="1646364" y="970656"/>
          <a:ext cx="1333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1" name="Equation" r:id="rId6" imgW="1333500" imgH="508000" progId="Equation.DSMT4">
                  <p:embed/>
                </p:oleObj>
              </mc:Choice>
              <mc:Fallback>
                <p:oleObj name="Equation" r:id="rId6" imgW="1333500" imgH="508000" progId="Equation.DSMT4">
                  <p:embed/>
                  <p:pic>
                    <p:nvPicPr>
                      <p:cNvPr id="283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364" y="970656"/>
                        <a:ext cx="13335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005869"/>
              </p:ext>
            </p:extLst>
          </p:nvPr>
        </p:nvGraphicFramePr>
        <p:xfrm>
          <a:off x="3035119" y="1078586"/>
          <a:ext cx="58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2" name="Equation" r:id="rId8" imgW="583920" imgH="279360" progId="Equation.DSMT4">
                  <p:embed/>
                </p:oleObj>
              </mc:Choice>
              <mc:Fallback>
                <p:oleObj name="Equation" r:id="rId8" imgW="583920" imgH="279360" progId="Equation.DSMT4">
                  <p:embed/>
                  <p:pic>
                    <p:nvPicPr>
                      <p:cNvPr id="2836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119" y="1078586"/>
                        <a:ext cx="584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604787"/>
              </p:ext>
            </p:extLst>
          </p:nvPr>
        </p:nvGraphicFramePr>
        <p:xfrm>
          <a:off x="3674574" y="1078626"/>
          <a:ext cx="4824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3" name="Equation" r:id="rId10" imgW="482400" imgH="279360" progId="Equation.DSMT4">
                  <p:embed/>
                </p:oleObj>
              </mc:Choice>
              <mc:Fallback>
                <p:oleObj name="Equation" r:id="rId10" imgW="482400" imgH="2793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4574" y="1078626"/>
                        <a:ext cx="48240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>
            <a:extLst>
              <a:ext uri="{FF2B5EF4-FFF2-40B4-BE49-F238E27FC236}">
                <a16:creationId xmlns:a16="http://schemas.microsoft.com/office/drawing/2014/main" id="{2FCD5E56-5895-43A2-8F2F-5C2C3A9DB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76" y="1834006"/>
            <a:ext cx="14524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BD79117E-00F7-442E-9E53-AAF557385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66" y="2504793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285C4BB2-A293-4087-B86D-79DF9D9B1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842560"/>
              </p:ext>
            </p:extLst>
          </p:nvPr>
        </p:nvGraphicFramePr>
        <p:xfrm>
          <a:off x="2006600" y="1679425"/>
          <a:ext cx="81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4" name="Equation" r:id="rId12" imgW="812520" imgH="736560" progId="Equation.DSMT4">
                  <p:embed/>
                </p:oleObj>
              </mc:Choice>
              <mc:Fallback>
                <p:oleObj name="Equation" r:id="rId12" imgW="812520" imgH="736560" progId="Equation.DSMT4">
                  <p:embed/>
                  <p:pic>
                    <p:nvPicPr>
                      <p:cNvPr id="798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1679425"/>
                        <a:ext cx="812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048F0564-F1D7-4EE2-A34E-B2A62C86C8E1}"/>
              </a:ext>
            </a:extLst>
          </p:cNvPr>
          <p:cNvGrpSpPr/>
          <p:nvPr/>
        </p:nvGrpSpPr>
        <p:grpSpPr>
          <a:xfrm>
            <a:off x="1360614" y="2517587"/>
            <a:ext cx="1643074" cy="461665"/>
            <a:chOff x="1214414" y="2071684"/>
            <a:chExt cx="1643074" cy="461665"/>
          </a:xfrm>
        </p:grpSpPr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1A23E6B2-7BB3-4E58-BCA7-A1AD23ADA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414" y="2071684"/>
              <a:ext cx="16430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当     时，</a:t>
              </a:r>
            </a:p>
          </p:txBody>
        </p:sp>
        <p:graphicFrame>
          <p:nvGraphicFramePr>
            <p:cNvPr id="13" name="Object 11">
              <a:extLst>
                <a:ext uri="{FF2B5EF4-FFF2-40B4-BE49-F238E27FC236}">
                  <a16:creationId xmlns:a16="http://schemas.microsoft.com/office/drawing/2014/main" id="{D53D0790-D467-4E17-BD02-8C2536ABD5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864835"/>
                </p:ext>
              </p:extLst>
            </p:nvPr>
          </p:nvGraphicFramePr>
          <p:xfrm>
            <a:off x="1674292" y="219242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795" name="Equation" r:id="rId14" imgW="647640" imgH="279360" progId="Equation.DSMT4">
                    <p:embed/>
                  </p:oleObj>
                </mc:Choice>
                <mc:Fallback>
                  <p:oleObj name="Equation" r:id="rId14" imgW="647640" imgH="279360" progId="Equation.DSMT4">
                    <p:embed/>
                    <p:pic>
                      <p:nvPicPr>
                        <p:cNvPr id="2826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292" y="2192422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E7B68E41-CFC5-4618-8D0A-C169506B5C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614688"/>
              </p:ext>
            </p:extLst>
          </p:nvPr>
        </p:nvGraphicFramePr>
        <p:xfrm>
          <a:off x="3186635" y="2367325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6" name="Equation" r:id="rId16" imgW="1257120" imgH="736560" progId="Equation.DSMT4">
                  <p:embed/>
                </p:oleObj>
              </mc:Choice>
              <mc:Fallback>
                <p:oleObj name="Equation" r:id="rId16" imgW="1257120" imgH="736560" progId="Equation.DSMT4">
                  <p:embed/>
                  <p:pic>
                    <p:nvPicPr>
                      <p:cNvPr id="2826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635" y="2367325"/>
                        <a:ext cx="125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E7AE0F-CB11-45EB-9D34-08B5BF2F5232}"/>
              </a:ext>
            </a:extLst>
          </p:cNvPr>
          <p:cNvGrpSpPr/>
          <p:nvPr/>
        </p:nvGrpSpPr>
        <p:grpSpPr>
          <a:xfrm>
            <a:off x="4400262" y="2352525"/>
            <a:ext cx="2846676" cy="736600"/>
            <a:chOff x="4657732" y="1266820"/>
            <a:chExt cx="2846676" cy="736600"/>
          </a:xfrm>
        </p:grpSpPr>
        <p:sp>
          <p:nvSpPr>
            <p:cNvPr id="16" name="Text Box 3">
              <a:extLst>
                <a:ext uri="{FF2B5EF4-FFF2-40B4-BE49-F238E27FC236}">
                  <a16:creationId xmlns:a16="http://schemas.microsoft.com/office/drawing/2014/main" id="{43BEC416-0276-4D4C-8149-1194A063E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7732" y="1379524"/>
              <a:ext cx="914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，故</a:t>
              </a:r>
            </a:p>
          </p:txBody>
        </p:sp>
        <p:graphicFrame>
          <p:nvGraphicFramePr>
            <p:cNvPr id="17" name="Object 13">
              <a:extLst>
                <a:ext uri="{FF2B5EF4-FFF2-40B4-BE49-F238E27FC236}">
                  <a16:creationId xmlns:a16="http://schemas.microsoft.com/office/drawing/2014/main" id="{2E2CE0E6-6C54-4941-AC3A-4536D46AB2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0302869"/>
                </p:ext>
              </p:extLst>
            </p:nvPr>
          </p:nvGraphicFramePr>
          <p:xfrm>
            <a:off x="5447008" y="1266820"/>
            <a:ext cx="2057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797" name="Equation" r:id="rId18" imgW="2057400" imgH="736560" progId="Equation.DSMT4">
                    <p:embed/>
                  </p:oleObj>
                </mc:Choice>
                <mc:Fallback>
                  <p:oleObj name="Equation" r:id="rId18" imgW="2057400" imgH="736560" progId="Equation.DSMT4">
                    <p:embed/>
                    <p:pic>
                      <p:nvPicPr>
                        <p:cNvPr id="28263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7008" y="1266820"/>
                          <a:ext cx="20574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FF37FFE-DA2B-425F-BED7-E69C0B71B476}"/>
              </a:ext>
            </a:extLst>
          </p:cNvPr>
          <p:cNvGrpSpPr/>
          <p:nvPr/>
        </p:nvGrpSpPr>
        <p:grpSpPr>
          <a:xfrm>
            <a:off x="1331440" y="3201168"/>
            <a:ext cx="1643074" cy="461665"/>
            <a:chOff x="1214414" y="2071684"/>
            <a:chExt cx="1643074" cy="461665"/>
          </a:xfrm>
        </p:grpSpPr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59DA2FA9-740A-4177-92EC-1F6664B61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414" y="2071684"/>
              <a:ext cx="16430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当     时，</a:t>
              </a:r>
            </a:p>
          </p:txBody>
        </p:sp>
        <p:graphicFrame>
          <p:nvGraphicFramePr>
            <p:cNvPr id="20" name="Object 11">
              <a:extLst>
                <a:ext uri="{FF2B5EF4-FFF2-40B4-BE49-F238E27FC236}">
                  <a16:creationId xmlns:a16="http://schemas.microsoft.com/office/drawing/2014/main" id="{68FF7BFB-893B-4D1E-9848-67F9CC37E5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9575417"/>
                </p:ext>
              </p:extLst>
            </p:nvPr>
          </p:nvGraphicFramePr>
          <p:xfrm>
            <a:off x="1705732" y="219869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798" name="Equation" r:id="rId20" imgW="647640" imgH="279360" progId="Equation.DSMT4">
                    <p:embed/>
                  </p:oleObj>
                </mc:Choice>
                <mc:Fallback>
                  <p:oleObj name="Equation" r:id="rId20" imgW="647640" imgH="279360" progId="Equation.DSMT4">
                    <p:embed/>
                    <p:pic>
                      <p:nvPicPr>
                        <p:cNvPr id="2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5732" y="2198692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12">
            <a:extLst>
              <a:ext uri="{FF2B5EF4-FFF2-40B4-BE49-F238E27FC236}">
                <a16:creationId xmlns:a16="http://schemas.microsoft.com/office/drawing/2014/main" id="{E125A0FE-84D9-4E22-95C8-6ABA67DB0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898991"/>
              </p:ext>
            </p:extLst>
          </p:nvPr>
        </p:nvGraphicFramePr>
        <p:xfrm>
          <a:off x="3190538" y="3319933"/>
          <a:ext cx="81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9" name="Equation" r:id="rId22" imgW="812520" imgH="342720" progId="Equation.DSMT4">
                  <p:embed/>
                </p:oleObj>
              </mc:Choice>
              <mc:Fallback>
                <p:oleObj name="Equation" r:id="rId22" imgW="812520" imgH="342720" progId="Equation.DSMT4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538" y="3319933"/>
                        <a:ext cx="812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">
            <a:extLst>
              <a:ext uri="{FF2B5EF4-FFF2-40B4-BE49-F238E27FC236}">
                <a16:creationId xmlns:a16="http://schemas.microsoft.com/office/drawing/2014/main" id="{A27BBEAA-413F-46EA-B7D4-6BF15CECC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340" y="319683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，故</a:t>
            </a:r>
          </a:p>
        </p:txBody>
      </p:sp>
      <p:graphicFrame>
        <p:nvGraphicFramePr>
          <p:cNvPr id="23" name="Object 13">
            <a:extLst>
              <a:ext uri="{FF2B5EF4-FFF2-40B4-BE49-F238E27FC236}">
                <a16:creationId xmlns:a16="http://schemas.microsoft.com/office/drawing/2014/main" id="{155D1500-8C28-47B4-B3ED-1E5D07B54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487021"/>
              </p:ext>
            </p:extLst>
          </p:nvPr>
        </p:nvGraphicFramePr>
        <p:xfrm>
          <a:off x="6669088" y="3087538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00" name="Equation" r:id="rId24" imgW="2374560" imgH="736560" progId="Equation.DSMT4">
                  <p:embed/>
                </p:oleObj>
              </mc:Choice>
              <mc:Fallback>
                <p:oleObj name="Equation" r:id="rId24" imgW="2374560" imgH="736560" progId="Equation.DSMT4">
                  <p:embed/>
                  <p:pic>
                    <p:nvPicPr>
                      <p:cNvPr id="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088" y="3087538"/>
                        <a:ext cx="2374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>
            <a:extLst>
              <a:ext uri="{FF2B5EF4-FFF2-40B4-BE49-F238E27FC236}">
                <a16:creationId xmlns:a16="http://schemas.microsoft.com/office/drawing/2014/main" id="{8834BC06-1205-4221-ACDE-B974C19478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04851"/>
              </p:ext>
            </p:extLst>
          </p:nvPr>
        </p:nvGraphicFramePr>
        <p:xfrm>
          <a:off x="5479712" y="3087000"/>
          <a:ext cx="48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01" name="Equation" r:id="rId26" imgW="482400" imgH="736560" progId="Equation.DSMT4">
                  <p:embed/>
                </p:oleObj>
              </mc:Choice>
              <mc:Fallback>
                <p:oleObj name="Equation" r:id="rId26" imgW="482400" imgH="736560" progId="Equation.DSMT4">
                  <p:embed/>
                  <p:pic>
                    <p:nvPicPr>
                      <p:cNvPr id="28264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9712" y="3087000"/>
                        <a:ext cx="482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208813B-A5A6-46CC-A9C1-F5FA48103D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683417"/>
              </p:ext>
            </p:extLst>
          </p:nvPr>
        </p:nvGraphicFramePr>
        <p:xfrm>
          <a:off x="3118530" y="3087000"/>
          <a:ext cx="228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02" name="Equation" r:id="rId28" imgW="2286000" imgH="736560" progId="Equation.DSMT4">
                  <p:embed/>
                </p:oleObj>
              </mc:Choice>
              <mc:Fallback>
                <p:oleObj name="Equation" r:id="rId28" imgW="2286000" imgH="73656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118530" y="3087000"/>
                        <a:ext cx="2286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">
            <a:extLst>
              <a:ext uri="{FF2B5EF4-FFF2-40B4-BE49-F238E27FC236}">
                <a16:creationId xmlns:a16="http://schemas.microsoft.com/office/drawing/2014/main" id="{17AD822A-59AE-496F-AAF3-83930A24F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10" y="4012105"/>
            <a:ext cx="15001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综上，有</a:t>
            </a:r>
          </a:p>
        </p:txBody>
      </p:sp>
      <p:graphicFrame>
        <p:nvGraphicFramePr>
          <p:cNvPr id="27" name="Object 17">
            <a:extLst>
              <a:ext uri="{FF2B5EF4-FFF2-40B4-BE49-F238E27FC236}">
                <a16:creationId xmlns:a16="http://schemas.microsoft.com/office/drawing/2014/main" id="{B5CEEED8-44B0-45A1-AE85-53CF1234C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174634"/>
              </p:ext>
            </p:extLst>
          </p:nvPr>
        </p:nvGraphicFramePr>
        <p:xfrm>
          <a:off x="2685762" y="3919308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03" name="Equation" r:id="rId30" imgW="2171520" imgH="736560" progId="Equation.DSMT4">
                  <p:embed/>
                </p:oleObj>
              </mc:Choice>
              <mc:Fallback>
                <p:oleObj name="Equation" r:id="rId30" imgW="2171520" imgH="736560" progId="Equation.DSMT4">
                  <p:embed/>
                  <p:pic>
                    <p:nvPicPr>
                      <p:cNvPr id="28264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762" y="3919308"/>
                        <a:ext cx="21717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91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22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66691C5-1A8D-461F-B0F2-2957DDC159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681596"/>
              </p:ext>
            </p:extLst>
          </p:nvPr>
        </p:nvGraphicFramePr>
        <p:xfrm>
          <a:off x="692150" y="843558"/>
          <a:ext cx="1244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35" name="Equation" r:id="rId3" imgW="1244520" imgH="799920" progId="Equation.DSMT4">
                  <p:embed/>
                </p:oleObj>
              </mc:Choice>
              <mc:Fallback>
                <p:oleObj name="Equation" r:id="rId3" imgW="1244520" imgH="799920" progId="Equation.DSMT4">
                  <p:embed/>
                  <p:pic>
                    <p:nvPicPr>
                      <p:cNvPr id="57346" name="对象 57345">
                        <a:extLst>
                          <a:ext uri="{FF2B5EF4-FFF2-40B4-BE49-F238E27FC236}">
                            <a16:creationId xmlns:a16="http://schemas.microsoft.com/office/drawing/2014/main" id="{FAFFFC24-2200-4AD4-9837-245C3D8BA7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843558"/>
                        <a:ext cx="1244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BFCB240-C25F-4FDE-A356-B64AF495E8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861909"/>
              </p:ext>
            </p:extLst>
          </p:nvPr>
        </p:nvGraphicFramePr>
        <p:xfrm>
          <a:off x="1816100" y="957858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36" name="Equation" r:id="rId5" imgW="1143000" imgH="507960" progId="Equation.DSMT4">
                  <p:embed/>
                </p:oleObj>
              </mc:Choice>
              <mc:Fallback>
                <p:oleObj name="Equation" r:id="rId5" imgW="1143000" imgH="507960" progId="Equation.DSMT4">
                  <p:embed/>
                  <p:pic>
                    <p:nvPicPr>
                      <p:cNvPr id="57347" name="对象 57346">
                        <a:extLst>
                          <a:ext uri="{FF2B5EF4-FFF2-40B4-BE49-F238E27FC236}">
                            <a16:creationId xmlns:a16="http://schemas.microsoft.com/office/drawing/2014/main" id="{A4818088-A23B-4C8F-8AA6-9C05AF52FB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957858"/>
                        <a:ext cx="114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5EEAAB2-1703-448A-9EAA-9ABA21F0E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9286986"/>
              </p:ext>
            </p:extLst>
          </p:nvPr>
        </p:nvGraphicFramePr>
        <p:xfrm>
          <a:off x="2857500" y="995958"/>
          <a:ext cx="114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37" name="Equation" r:id="rId7" imgW="1143000" imgH="431640" progId="Equation.DSMT4">
                  <p:embed/>
                </p:oleObj>
              </mc:Choice>
              <mc:Fallback>
                <p:oleObj name="Equation" r:id="rId7" imgW="1143000" imgH="431640" progId="Equation.DSMT4">
                  <p:embed/>
                  <p:pic>
                    <p:nvPicPr>
                      <p:cNvPr id="57348" name="对象 57347">
                        <a:extLst>
                          <a:ext uri="{FF2B5EF4-FFF2-40B4-BE49-F238E27FC236}">
                            <a16:creationId xmlns:a16="http://schemas.microsoft.com/office/drawing/2014/main" id="{69C2A6DA-C0CB-408D-B12D-49A5782166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995958"/>
                        <a:ext cx="1143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57349">
            <a:extLst>
              <a:ext uri="{FF2B5EF4-FFF2-40B4-BE49-F238E27FC236}">
                <a16:creationId xmlns:a16="http://schemas.microsoft.com/office/drawing/2014/main" id="{F7D26D4D-0CBC-4448-B19A-0DA3C28C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79" y="252722"/>
            <a:ext cx="32889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从不定积分定义可知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: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68C8B94-9024-4300-A9E6-2226E02E6432}"/>
              </a:ext>
            </a:extLst>
          </p:cNvPr>
          <p:cNvGrpSpPr>
            <a:grpSpLocks/>
          </p:cNvGrpSpPr>
          <p:nvPr/>
        </p:nvGrpSpPr>
        <p:grpSpPr bwMode="auto">
          <a:xfrm>
            <a:off x="4775200" y="976908"/>
            <a:ext cx="2682875" cy="508000"/>
            <a:chOff x="3292" y="664"/>
            <a:chExt cx="1690" cy="320"/>
          </a:xfrm>
        </p:grpSpPr>
        <p:graphicFrame>
          <p:nvGraphicFramePr>
            <p:cNvPr id="9" name="对象 57351">
              <a:extLst>
                <a:ext uri="{FF2B5EF4-FFF2-40B4-BE49-F238E27FC236}">
                  <a16:creationId xmlns:a16="http://schemas.microsoft.com/office/drawing/2014/main" id="{FD0C519E-BC31-4F1D-B3DA-E129AD7F8FE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86022068"/>
                </p:ext>
              </p:extLst>
            </p:nvPr>
          </p:nvGraphicFramePr>
          <p:xfrm>
            <a:off x="3292" y="687"/>
            <a:ext cx="21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38" name="Equation" r:id="rId9" imgW="342720" imgH="431640" progId="Equation.DSMT4">
                    <p:embed/>
                  </p:oleObj>
                </mc:Choice>
                <mc:Fallback>
                  <p:oleObj name="Equation" r:id="rId9" imgW="342720" imgH="431640" progId="Equation.DSMT4">
                    <p:embed/>
                    <p:pic>
                      <p:nvPicPr>
                        <p:cNvPr id="14343" name="对象 57351">
                          <a:extLst>
                            <a:ext uri="{FF2B5EF4-FFF2-40B4-BE49-F238E27FC236}">
                              <a16:creationId xmlns:a16="http://schemas.microsoft.com/office/drawing/2014/main" id="{4C7447CB-6094-4F60-B3EF-E75277B193F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2" y="687"/>
                          <a:ext cx="21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57352">
              <a:extLst>
                <a:ext uri="{FF2B5EF4-FFF2-40B4-BE49-F238E27FC236}">
                  <a16:creationId xmlns:a16="http://schemas.microsoft.com/office/drawing/2014/main" id="{F09645A2-BC8C-4745-AD0E-BFF00578A0E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53076009"/>
                </p:ext>
              </p:extLst>
            </p:nvPr>
          </p:nvGraphicFramePr>
          <p:xfrm>
            <a:off x="3448" y="664"/>
            <a:ext cx="68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39" name="Equation" r:id="rId11" imgW="1091880" imgH="507960" progId="Equation.DSMT4">
                    <p:embed/>
                  </p:oleObj>
                </mc:Choice>
                <mc:Fallback>
                  <p:oleObj name="Equation" r:id="rId11" imgW="1091880" imgH="507960" progId="Equation.DSMT4">
                    <p:embed/>
                    <p:pic>
                      <p:nvPicPr>
                        <p:cNvPr id="14344" name="对象 57352">
                          <a:extLst>
                            <a:ext uri="{FF2B5EF4-FFF2-40B4-BE49-F238E27FC236}">
                              <a16:creationId xmlns:a16="http://schemas.microsoft.com/office/drawing/2014/main" id="{35C8EF42-6527-47EF-AAC0-7CD8FAB0534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8" y="664"/>
                          <a:ext cx="68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57353">
              <a:extLst>
                <a:ext uri="{FF2B5EF4-FFF2-40B4-BE49-F238E27FC236}">
                  <a16:creationId xmlns:a16="http://schemas.microsoft.com/office/drawing/2014/main" id="{3C4E69C2-9DF2-49B6-A071-A94FF551829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81969928"/>
                </p:ext>
              </p:extLst>
            </p:nvPr>
          </p:nvGraphicFramePr>
          <p:xfrm>
            <a:off x="4046" y="679"/>
            <a:ext cx="9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0" name="Equation" r:id="rId13" imgW="1485720" imgH="431640" progId="Equation.DSMT4">
                    <p:embed/>
                  </p:oleObj>
                </mc:Choice>
                <mc:Fallback>
                  <p:oleObj name="Equation" r:id="rId13" imgW="1485720" imgH="431640" progId="Equation.DSMT4">
                    <p:embed/>
                    <p:pic>
                      <p:nvPicPr>
                        <p:cNvPr id="14345" name="对象 57353">
                          <a:extLst>
                            <a:ext uri="{FF2B5EF4-FFF2-40B4-BE49-F238E27FC236}">
                              <a16:creationId xmlns:a16="http://schemas.microsoft.com/office/drawing/2014/main" id="{71ADBED2-6FC7-4F0C-A303-02BA50CFE79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6" y="679"/>
                          <a:ext cx="9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4DC8B6F-A4E6-4486-8C12-624B12A79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952778"/>
            <a:ext cx="622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或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82A4419-0056-473A-AD57-6F7262F3B7B8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1911946"/>
            <a:ext cx="3149600" cy="508000"/>
            <a:chOff x="472" y="1241"/>
            <a:chExt cx="1984" cy="320"/>
          </a:xfrm>
        </p:grpSpPr>
        <p:graphicFrame>
          <p:nvGraphicFramePr>
            <p:cNvPr id="14" name="对象 57356">
              <a:extLst>
                <a:ext uri="{FF2B5EF4-FFF2-40B4-BE49-F238E27FC236}">
                  <a16:creationId xmlns:a16="http://schemas.microsoft.com/office/drawing/2014/main" id="{8A1CA24B-75CE-42AD-88EE-A8BF03CC844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81290758"/>
                </p:ext>
              </p:extLst>
            </p:nvPr>
          </p:nvGraphicFramePr>
          <p:xfrm>
            <a:off x="472" y="1241"/>
            <a:ext cx="198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1" name="Equation" r:id="rId15" imgW="3149280" imgH="507960" progId="Equation.DSMT4">
                    <p:embed/>
                  </p:oleObj>
                </mc:Choice>
                <mc:Fallback>
                  <p:oleObj name="Equation" r:id="rId15" imgW="3149280" imgH="507960" progId="Equation.DSMT4">
                    <p:embed/>
                    <p:pic>
                      <p:nvPicPr>
                        <p:cNvPr id="14348" name="对象 57356">
                          <a:extLst>
                            <a:ext uri="{FF2B5EF4-FFF2-40B4-BE49-F238E27FC236}">
                              <a16:creationId xmlns:a16="http://schemas.microsoft.com/office/drawing/2014/main" id="{6FB08C85-163D-4F31-9FE6-109D02DE377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" y="1241"/>
                          <a:ext cx="1984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57357">
              <a:extLst>
                <a:ext uri="{FF2B5EF4-FFF2-40B4-BE49-F238E27FC236}">
                  <a16:creationId xmlns:a16="http://schemas.microsoft.com/office/drawing/2014/main" id="{30F53ED6-9832-47E1-B98A-30D5B3E55BB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21428231"/>
                </p:ext>
              </p:extLst>
            </p:nvPr>
          </p:nvGraphicFramePr>
          <p:xfrm>
            <a:off x="920" y="1290"/>
            <a:ext cx="44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2" name="Equation" r:id="rId17" imgW="711000" imgH="355320" progId="Equation.DSMT4">
                    <p:embed/>
                  </p:oleObj>
                </mc:Choice>
                <mc:Fallback>
                  <p:oleObj name="Equation" r:id="rId17" imgW="711000" imgH="355320" progId="Equation.DSMT4">
                    <p:embed/>
                    <p:pic>
                      <p:nvPicPr>
                        <p:cNvPr id="14349" name="对象 57357">
                          <a:extLst>
                            <a:ext uri="{FF2B5EF4-FFF2-40B4-BE49-F238E27FC236}">
                              <a16:creationId xmlns:a16="http://schemas.microsoft.com/office/drawing/2014/main" id="{DFE8C98A-A15C-4E9C-AC7D-DFCC00AA2A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1290"/>
                          <a:ext cx="448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57358">
              <a:extLst>
                <a:ext uri="{FF2B5EF4-FFF2-40B4-BE49-F238E27FC236}">
                  <a16:creationId xmlns:a16="http://schemas.microsoft.com/office/drawing/2014/main" id="{154FD3DA-74AC-4A35-8703-A86899E2A19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84114139"/>
                </p:ext>
              </p:extLst>
            </p:nvPr>
          </p:nvGraphicFramePr>
          <p:xfrm>
            <a:off x="1724" y="129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3" name="Equation" r:id="rId19" imgW="634680" imgH="342720" progId="Equation.DSMT4">
                    <p:embed/>
                  </p:oleObj>
                </mc:Choice>
                <mc:Fallback>
                  <p:oleObj name="Equation" r:id="rId19" imgW="634680" imgH="342720" progId="Equation.DSMT4">
                    <p:embed/>
                    <p:pic>
                      <p:nvPicPr>
                        <p:cNvPr id="14350" name="对象 57358">
                          <a:extLst>
                            <a:ext uri="{FF2B5EF4-FFF2-40B4-BE49-F238E27FC236}">
                              <a16:creationId xmlns:a16="http://schemas.microsoft.com/office/drawing/2014/main" id="{609FF49F-394E-4AE4-AFB9-A9E41B819C5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4" y="1290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6BC709CC-EE86-45D8-A3D6-3755F5EC2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570" y="1883669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或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AF96353-A2CA-4DFA-A7EA-805E3C39FC0C}"/>
              </a:ext>
            </a:extLst>
          </p:cNvPr>
          <p:cNvGrpSpPr>
            <a:grpSpLocks/>
          </p:cNvGrpSpPr>
          <p:nvPr/>
        </p:nvGrpSpPr>
        <p:grpSpPr bwMode="auto">
          <a:xfrm>
            <a:off x="4783936" y="1860501"/>
            <a:ext cx="2338388" cy="508000"/>
            <a:chOff x="3479" y="1423"/>
            <a:chExt cx="1473" cy="320"/>
          </a:xfrm>
        </p:grpSpPr>
        <p:graphicFrame>
          <p:nvGraphicFramePr>
            <p:cNvPr id="19" name="对象 57361">
              <a:extLst>
                <a:ext uri="{FF2B5EF4-FFF2-40B4-BE49-F238E27FC236}">
                  <a16:creationId xmlns:a16="http://schemas.microsoft.com/office/drawing/2014/main" id="{D0F4FD3C-2E66-4D89-82FE-04ADD7D8532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34751621"/>
                </p:ext>
              </p:extLst>
            </p:nvPr>
          </p:nvGraphicFramePr>
          <p:xfrm>
            <a:off x="3479" y="1423"/>
            <a:ext cx="147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4" name="Equation" r:id="rId21" imgW="2336760" imgH="507960" progId="Equation.DSMT4">
                    <p:embed/>
                  </p:oleObj>
                </mc:Choice>
                <mc:Fallback>
                  <p:oleObj name="Equation" r:id="rId21" imgW="2336760" imgH="507960" progId="Equation.DSMT4">
                    <p:embed/>
                    <p:pic>
                      <p:nvPicPr>
                        <p:cNvPr id="14353" name="对象 57361">
                          <a:extLst>
                            <a:ext uri="{FF2B5EF4-FFF2-40B4-BE49-F238E27FC236}">
                              <a16:creationId xmlns:a16="http://schemas.microsoft.com/office/drawing/2014/main" id="{19E10FD2-4B8F-4EC5-819C-BF560DEF53B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" y="1423"/>
                          <a:ext cx="147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57362">
              <a:extLst>
                <a:ext uri="{FF2B5EF4-FFF2-40B4-BE49-F238E27FC236}">
                  <a16:creationId xmlns:a16="http://schemas.microsoft.com/office/drawing/2014/main" id="{074BE3E0-D1C2-4E26-8015-000057C0666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83007686"/>
                </p:ext>
              </p:extLst>
            </p:nvPr>
          </p:nvGraphicFramePr>
          <p:xfrm>
            <a:off x="3698" y="148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5" name="Equation" r:id="rId23" imgW="634680" imgH="342720" progId="Equation.DSMT4">
                    <p:embed/>
                  </p:oleObj>
                </mc:Choice>
                <mc:Fallback>
                  <p:oleObj name="Equation" r:id="rId23" imgW="634680" imgH="342720" progId="Equation.DSMT4">
                    <p:embed/>
                    <p:pic>
                      <p:nvPicPr>
                        <p:cNvPr id="14354" name="对象 57362">
                          <a:extLst>
                            <a:ext uri="{FF2B5EF4-FFF2-40B4-BE49-F238E27FC236}">
                              <a16:creationId xmlns:a16="http://schemas.microsoft.com/office/drawing/2014/main" id="{3A5586E1-1378-48E4-8CAB-ED0A0647292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8" y="1480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57363">
              <a:extLst>
                <a:ext uri="{FF2B5EF4-FFF2-40B4-BE49-F238E27FC236}">
                  <a16:creationId xmlns:a16="http://schemas.microsoft.com/office/drawing/2014/main" id="{CC903598-2621-4AB0-AECB-E619016607E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308449"/>
                </p:ext>
              </p:extLst>
            </p:nvPr>
          </p:nvGraphicFramePr>
          <p:xfrm>
            <a:off x="4242" y="147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6" name="Equation" r:id="rId25" imgW="634680" imgH="342720" progId="Equation.DSMT4">
                    <p:embed/>
                  </p:oleObj>
                </mc:Choice>
                <mc:Fallback>
                  <p:oleObj name="Equation" r:id="rId25" imgW="634680" imgH="342720" progId="Equation.DSMT4">
                    <p:embed/>
                    <p:pic>
                      <p:nvPicPr>
                        <p:cNvPr id="14355" name="对象 57363">
                          <a:extLst>
                            <a:ext uri="{FF2B5EF4-FFF2-40B4-BE49-F238E27FC236}">
                              <a16:creationId xmlns:a16="http://schemas.microsoft.com/office/drawing/2014/main" id="{A0470D8C-A0F4-449F-9579-6220A196594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2" y="1472"/>
                          <a:ext cx="40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57349">
            <a:extLst>
              <a:ext uri="{FF2B5EF4-FFF2-40B4-BE49-F238E27FC236}">
                <a16:creationId xmlns:a16="http://schemas.microsoft.com/office/drawing/2014/main" id="{89EE87AF-8BDC-4F72-B56F-01662889F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2635201"/>
            <a:ext cx="879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注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C97004F1-73EC-40F5-A751-A915F541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412" y="2635201"/>
            <a:ext cx="72390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对一个函数先积分再微分，结果相抵消；</a:t>
            </a: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AE93E82A-EBC9-43FB-ABAA-92C4D10B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451" y="3238748"/>
            <a:ext cx="72390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对一个函数先微分再积分，结果相差一个常数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A0B7860-E41A-4A4E-ABE7-311A64E1A231}"/>
              </a:ext>
            </a:extLst>
          </p:cNvPr>
          <p:cNvGrpSpPr/>
          <p:nvPr/>
        </p:nvGrpSpPr>
        <p:grpSpPr>
          <a:xfrm>
            <a:off x="1209511" y="3787105"/>
            <a:ext cx="7239020" cy="584845"/>
            <a:chOff x="1209511" y="3787105"/>
            <a:chExt cx="7239020" cy="584845"/>
          </a:xfrm>
        </p:grpSpPr>
        <p:sp>
          <p:nvSpPr>
            <p:cNvPr id="25" name="Text Box 3">
              <a:extLst>
                <a:ext uri="{FF2B5EF4-FFF2-40B4-BE49-F238E27FC236}">
                  <a16:creationId xmlns:a16="http://schemas.microsoft.com/office/drawing/2014/main" id="{047B9027-73F4-4B07-AE97-B07A301CF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511" y="3787105"/>
              <a:ext cx="72390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       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相连，结果抵消或者相差一个常数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725B781A-3696-4569-AD86-6E424868B8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094879"/>
                </p:ext>
              </p:extLst>
            </p:nvPr>
          </p:nvGraphicFramePr>
          <p:xfrm>
            <a:off x="1682750" y="3863950"/>
            <a:ext cx="8636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747" name="Equation" r:id="rId27" imgW="863280" imgH="507960" progId="Equation.DSMT4">
                    <p:embed/>
                  </p:oleObj>
                </mc:Choice>
                <mc:Fallback>
                  <p:oleObj name="Equation" r:id="rId27" imgW="86328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682750" y="3863950"/>
                          <a:ext cx="8636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3">
            <a:extLst>
              <a:ext uri="{FF2B5EF4-FFF2-40B4-BE49-F238E27FC236}">
                <a16:creationId xmlns:a16="http://schemas.microsoft.com/office/drawing/2014/main" id="{439F5CAE-03DA-49B3-961D-709F12999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412" y="4397227"/>
            <a:ext cx="72390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微分运算和积分运算互为逆运算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22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7" grpId="0" build="p"/>
      <p:bldP spid="22" grpId="0"/>
      <p:bldP spid="23" grpId="0"/>
      <p:bldP spid="24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16556" y="152787"/>
            <a:ext cx="35237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二、 不定积分的性质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2" name="Object 20">
            <a:extLst>
              <a:ext uri="{FF2B5EF4-FFF2-40B4-BE49-F238E27FC236}">
                <a16:creationId xmlns:a16="http://schemas.microsoft.com/office/drawing/2014/main" id="{F88DD617-09FE-4E1E-B101-187245668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080079"/>
              </p:ext>
            </p:extLst>
          </p:nvPr>
        </p:nvGraphicFramePr>
        <p:xfrm>
          <a:off x="1620838" y="3570288"/>
          <a:ext cx="31242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16" name="Equation" r:id="rId4" imgW="3340080" imgH="698400" progId="Equation.DSMT4">
                  <p:embed/>
                </p:oleObj>
              </mc:Choice>
              <mc:Fallback>
                <p:oleObj name="Equation" r:id="rId4" imgW="3340080" imgH="698400" progId="Equation.DSMT4">
                  <p:embed/>
                  <p:pic>
                    <p:nvPicPr>
                      <p:cNvPr id="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570288"/>
                        <a:ext cx="3124200" cy="652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5">
            <a:extLst>
              <a:ext uri="{FF2B5EF4-FFF2-40B4-BE49-F238E27FC236}">
                <a16:creationId xmlns:a16="http://schemas.microsoft.com/office/drawing/2014/main" id="{6A4DEE4C-FD9B-4F19-A3FD-BEFB5E074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56" y="834936"/>
            <a:ext cx="25074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性质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线性性质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9D8D54-5378-401F-9293-111A9740F5B5}"/>
              </a:ext>
            </a:extLst>
          </p:cNvPr>
          <p:cNvGrpSpPr/>
          <p:nvPr/>
        </p:nvGrpSpPr>
        <p:grpSpPr>
          <a:xfrm>
            <a:off x="845508" y="1497361"/>
            <a:ext cx="5452134" cy="461665"/>
            <a:chOff x="1475656" y="1131590"/>
            <a:chExt cx="5452134" cy="46166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76115B4-4C1B-46BA-BACC-F64A6D457CEA}"/>
                </a:ext>
              </a:extLst>
            </p:cNvPr>
            <p:cNvGrpSpPr/>
            <p:nvPr/>
          </p:nvGrpSpPr>
          <p:grpSpPr>
            <a:xfrm>
              <a:off x="1475656" y="1131590"/>
              <a:ext cx="5452134" cy="461665"/>
              <a:chOff x="1853718" y="1809279"/>
              <a:chExt cx="5452134" cy="461665"/>
            </a:xfrm>
          </p:grpSpPr>
          <p:sp>
            <p:nvSpPr>
              <p:cNvPr id="31" name="Text Box 3">
                <a:extLst>
                  <a:ext uri="{FF2B5EF4-FFF2-40B4-BE49-F238E27FC236}">
                    <a16:creationId xmlns:a16="http://schemas.microsoft.com/office/drawing/2014/main" id="{A7A42B58-8CDA-440F-AFDA-32B476B8B4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3718" y="1809279"/>
                <a:ext cx="545213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400" b="1" dirty="0">
                    <a:latin typeface="+mn-ea"/>
                  </a:rPr>
                  <a:t>设函数     及     的原函数存在，则</a:t>
                </a:r>
                <a:endParaRPr lang="zh-CN" altLang="en-US" sz="2400" dirty="0">
                  <a:latin typeface="+mn-ea"/>
                </a:endParaRPr>
              </a:p>
            </p:txBody>
          </p:sp>
          <p:graphicFrame>
            <p:nvGraphicFramePr>
              <p:cNvPr id="32" name="Object 11">
                <a:extLst>
                  <a:ext uri="{FF2B5EF4-FFF2-40B4-BE49-F238E27FC236}">
                    <a16:creationId xmlns:a16="http://schemas.microsoft.com/office/drawing/2014/main" id="{1ACAA162-9D68-4821-90A2-A4A06BE70B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4303740"/>
                  </p:ext>
                </p:extLst>
              </p:nvPr>
            </p:nvGraphicFramePr>
            <p:xfrm>
              <a:off x="2933838" y="1912846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917" name="Equation" r:id="rId6" imgW="622080" imgH="342720" progId="Equation.DSMT4">
                      <p:embed/>
                    </p:oleObj>
                  </mc:Choice>
                  <mc:Fallback>
                    <p:oleObj name="Equation" r:id="rId6" imgW="622080" imgH="342720" progId="Equation.DSMT4">
                      <p:embed/>
                      <p:pic>
                        <p:nvPicPr>
                          <p:cNvPr id="18" name="Object 11">
                            <a:extLst>
                              <a:ext uri="{FF2B5EF4-FFF2-40B4-BE49-F238E27FC236}">
                                <a16:creationId xmlns:a16="http://schemas.microsoft.com/office/drawing/2014/main" id="{485D658A-5B91-41D2-A91B-704E66A21E6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3838" y="1912846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" name="Object 11">
              <a:extLst>
                <a:ext uri="{FF2B5EF4-FFF2-40B4-BE49-F238E27FC236}">
                  <a16:creationId xmlns:a16="http://schemas.microsoft.com/office/drawing/2014/main" id="{D522A50E-E8FA-4383-97E0-0B1AD3B93D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5848915"/>
                </p:ext>
              </p:extLst>
            </p:nvPr>
          </p:nvGraphicFramePr>
          <p:xfrm>
            <a:off x="3615060" y="1222278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918" name="Equation" r:id="rId8" imgW="596880" imgH="342720" progId="Equation.DSMT4">
                    <p:embed/>
                  </p:oleObj>
                </mc:Choice>
                <mc:Fallback>
                  <p:oleObj name="Equation" r:id="rId8" imgW="596880" imgH="342720" progId="Equation.DSMT4">
                    <p:embed/>
                    <p:pic>
                      <p:nvPicPr>
                        <p:cNvPr id="19" name="Object 11">
                          <a:extLst>
                            <a:ext uri="{FF2B5EF4-FFF2-40B4-BE49-F238E27FC236}">
                              <a16:creationId xmlns:a16="http://schemas.microsoft.com/office/drawing/2014/main" id="{485D658A-5B91-41D2-A91B-704E66A21E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5060" y="1222278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19">
            <a:extLst>
              <a:ext uri="{FF2B5EF4-FFF2-40B4-BE49-F238E27FC236}">
                <a16:creationId xmlns:a16="http://schemas.microsoft.com/office/drawing/2014/main" id="{DAE13625-B7E4-4AD9-831E-B024CBD7C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56" y="3710235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21">
            <a:extLst>
              <a:ext uri="{FF2B5EF4-FFF2-40B4-BE49-F238E27FC236}">
                <a16:creationId xmlns:a16="http://schemas.microsoft.com/office/drawing/2014/main" id="{84A32493-3EBC-48B1-BE3E-F489ED740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52742"/>
              </p:ext>
            </p:extLst>
          </p:nvPr>
        </p:nvGraphicFramePr>
        <p:xfrm>
          <a:off x="4745038" y="3543598"/>
          <a:ext cx="3746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19" name="Equation" r:id="rId10" imgW="3746160" imgH="698400" progId="Equation.DSMT4">
                  <p:embed/>
                </p:oleObj>
              </mc:Choice>
              <mc:Fallback>
                <p:oleObj name="Equation" r:id="rId10" imgW="3746160" imgH="698400" progId="Equation.DSMT4">
                  <p:embed/>
                  <p:pic>
                    <p:nvPicPr>
                      <p:cNvPr id="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3543598"/>
                        <a:ext cx="37465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2">
            <a:extLst>
              <a:ext uri="{FF2B5EF4-FFF2-40B4-BE49-F238E27FC236}">
                <a16:creationId xmlns:a16="http://schemas.microsoft.com/office/drawing/2014/main" id="{2CE8445A-FCD8-4502-AD2E-88077A4FE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557826"/>
              </p:ext>
            </p:extLst>
          </p:nvPr>
        </p:nvGraphicFramePr>
        <p:xfrm>
          <a:off x="4745038" y="4528253"/>
          <a:ext cx="21589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20" name="Equation" r:id="rId12" imgW="2158920" imgH="342720" progId="Equation.DSMT4">
                  <p:embed/>
                </p:oleObj>
              </mc:Choice>
              <mc:Fallback>
                <p:oleObj name="Equation" r:id="rId12" imgW="2158920" imgH="342720" progId="Equation.DSMT4">
                  <p:embed/>
                  <p:pic>
                    <p:nvPicPr>
                      <p:cNvPr id="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4528253"/>
                        <a:ext cx="21589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">
            <a:extLst>
              <a:ext uri="{FF2B5EF4-FFF2-40B4-BE49-F238E27FC236}">
                <a16:creationId xmlns:a16="http://schemas.microsoft.com/office/drawing/2014/main" id="{0BC4F944-16D5-4A5F-A91E-E8B8489DF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970581"/>
              </p:ext>
            </p:extLst>
          </p:nvPr>
        </p:nvGraphicFramePr>
        <p:xfrm>
          <a:off x="1403648" y="2169296"/>
          <a:ext cx="53895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21" name="Equation" r:id="rId14" imgW="5613120" imgH="507960" progId="Equation.DSMT4">
                  <p:embed/>
                </p:oleObj>
              </mc:Choice>
              <mc:Fallback>
                <p:oleObj name="Equation" r:id="rId14" imgW="5613120" imgH="507960" progId="Equation.DSMT4">
                  <p:embed/>
                  <p:pic>
                    <p:nvPicPr>
                      <p:cNvPr id="30" name="Object 3">
                        <a:extLst>
                          <a:ext uri="{FF2B5EF4-FFF2-40B4-BE49-F238E27FC236}">
                            <a16:creationId xmlns:a16="http://schemas.microsoft.com/office/drawing/2014/main" id="{5267E0CF-C7A5-4601-99CE-D6CA2A296A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169296"/>
                        <a:ext cx="538956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>
            <a:extLst>
              <a:ext uri="{FF2B5EF4-FFF2-40B4-BE49-F238E27FC236}">
                <a16:creationId xmlns:a16="http://schemas.microsoft.com/office/drawing/2014/main" id="{855831A3-E452-47EB-BCD4-A6EB7B14B110}"/>
              </a:ext>
            </a:extLst>
          </p:cNvPr>
          <p:cNvGrpSpPr/>
          <p:nvPr/>
        </p:nvGrpSpPr>
        <p:grpSpPr>
          <a:xfrm>
            <a:off x="2045488" y="2826176"/>
            <a:ext cx="3816424" cy="461665"/>
            <a:chOff x="5553371" y="2931790"/>
            <a:chExt cx="3816424" cy="461665"/>
          </a:xfrm>
        </p:grpSpPr>
        <p:sp>
          <p:nvSpPr>
            <p:cNvPr id="41" name="Text Box 11">
              <a:extLst>
                <a:ext uri="{FF2B5EF4-FFF2-40B4-BE49-F238E27FC236}">
                  <a16:creationId xmlns:a16="http://schemas.microsoft.com/office/drawing/2014/main" id="{B3CA1D3F-2BF2-4960-92AF-79208081D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3371" y="2931790"/>
              <a:ext cx="381642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prstClr val="black"/>
                  </a:solidFill>
                  <a:latin typeface="宋体"/>
                </a:rPr>
                <a:t>(     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/>
                </a:rPr>
                <a:t>为不全为零的常数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/>
                </a:rPr>
                <a:t>)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596B899F-F2FF-4244-A6E5-E1BACBEC493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814962" y="3039061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922" name="Equation" r:id="rId16" imgW="723600" imgH="330120" progId="Equation.DSMT4">
                    <p:embed/>
                  </p:oleObj>
                </mc:Choice>
                <mc:Fallback>
                  <p:oleObj name="Equation" r:id="rId16" imgW="723600" imgH="33012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D640BFA5-62D1-4838-8198-D9ECD84718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4962" y="3039061"/>
                          <a:ext cx="7239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368144"/>
              </p:ext>
            </p:extLst>
          </p:nvPr>
        </p:nvGraphicFramePr>
        <p:xfrm>
          <a:off x="5940152" y="555044"/>
          <a:ext cx="1104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58" name="Equation" r:id="rId4" imgW="1104840" imgH="558720" progId="Equation.DSMT4">
                  <p:embed/>
                </p:oleObj>
              </mc:Choice>
              <mc:Fallback>
                <p:oleObj name="Equation" r:id="rId4" imgW="1104840" imgH="558720" progId="Equation.DSMT4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555044"/>
                        <a:ext cx="11049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393714"/>
              </p:ext>
            </p:extLst>
          </p:nvPr>
        </p:nvGraphicFramePr>
        <p:xfrm>
          <a:off x="5940152" y="1058861"/>
          <a:ext cx="1638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59" name="Equation" r:id="rId6" imgW="1638000" imgH="1015920" progId="Equation.DSMT4">
                  <p:embed/>
                </p:oleObj>
              </mc:Choice>
              <mc:Fallback>
                <p:oleObj name="Equation" r:id="rId6" imgW="1638000" imgH="1015920" progId="Equation.DSMT4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058861"/>
                        <a:ext cx="1638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779587"/>
              </p:ext>
            </p:extLst>
          </p:nvPr>
        </p:nvGraphicFramePr>
        <p:xfrm>
          <a:off x="5940152" y="3706876"/>
          <a:ext cx="153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0" name="Equation" r:id="rId8" imgW="1536480" imgH="736560" progId="Equation.DSMT4">
                  <p:embed/>
                </p:oleObj>
              </mc:Choice>
              <mc:Fallback>
                <p:oleObj name="Equation" r:id="rId8" imgW="1536480" imgH="736560" progId="Equation.DSMT4">
                  <p:embed/>
                  <p:pic>
                    <p:nvPicPr>
                      <p:cNvPr id="2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3706876"/>
                        <a:ext cx="1536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145268"/>
              </p:ext>
            </p:extLst>
          </p:nvPr>
        </p:nvGraphicFramePr>
        <p:xfrm>
          <a:off x="916583" y="832857"/>
          <a:ext cx="3594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1" name="Equation" r:id="rId10" imgW="3593880" imgH="507960" progId="Equation.DSMT4">
                  <p:embed/>
                </p:oleObj>
              </mc:Choice>
              <mc:Fallback>
                <p:oleObj name="Equation" r:id="rId10" imgW="3593880" imgH="507960" progId="Equation.DSMT4">
                  <p:embed/>
                  <p:pic>
                    <p:nvPicPr>
                      <p:cNvPr id="2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83" y="832857"/>
                        <a:ext cx="35941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28167"/>
              </p:ext>
            </p:extLst>
          </p:nvPr>
        </p:nvGraphicFramePr>
        <p:xfrm>
          <a:off x="581174" y="1522552"/>
          <a:ext cx="158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2" name="Equation" r:id="rId12" imgW="1587240" imgH="507960" progId="Equation.DSMT4">
                  <p:embed/>
                </p:oleObj>
              </mc:Choice>
              <mc:Fallback>
                <p:oleObj name="Equation" r:id="rId12" imgW="1587240" imgH="507960" progId="Equation.DSMT4">
                  <p:embed/>
                  <p:pic>
                    <p:nvPicPr>
                      <p:cNvPr id="2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74" y="1522552"/>
                        <a:ext cx="1587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243720"/>
              </p:ext>
            </p:extLst>
          </p:nvPr>
        </p:nvGraphicFramePr>
        <p:xfrm>
          <a:off x="601663" y="3856102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3" name="Equation" r:id="rId14" imgW="1523880" imgH="736560" progId="Equation.DSMT4">
                  <p:embed/>
                </p:oleObj>
              </mc:Choice>
              <mc:Fallback>
                <p:oleObj name="Equation" r:id="rId14" imgW="1523880" imgH="736560" progId="Equation.DSMT4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3856102"/>
                        <a:ext cx="1524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732705"/>
              </p:ext>
            </p:extLst>
          </p:nvPr>
        </p:nvGraphicFramePr>
        <p:xfrm>
          <a:off x="2185045" y="1334803"/>
          <a:ext cx="1384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4" name="Equation" r:id="rId16" imgW="1384200" imgH="799920" progId="Equation.DSMT4">
                  <p:embed/>
                </p:oleObj>
              </mc:Choice>
              <mc:Fallback>
                <p:oleObj name="Equation" r:id="rId16" imgW="1384200" imgH="799920" progId="Equation.DSMT4">
                  <p:embed/>
                  <p:pic>
                    <p:nvPicPr>
                      <p:cNvPr id="2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045" y="1334803"/>
                        <a:ext cx="1384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245515"/>
              </p:ext>
            </p:extLst>
          </p:nvPr>
        </p:nvGraphicFramePr>
        <p:xfrm>
          <a:off x="2140595" y="4073738"/>
          <a:ext cx="147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5" name="Equation" r:id="rId18" imgW="1473120" imgH="330120" progId="Equation.DSMT4">
                  <p:embed/>
                </p:oleObj>
              </mc:Choice>
              <mc:Fallback>
                <p:oleObj name="Equation" r:id="rId18" imgW="1473120" imgH="330120" progId="Equation.DSMT4">
                  <p:embed/>
                  <p:pic>
                    <p:nvPicPr>
                      <p:cNvPr id="3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595" y="4073738"/>
                        <a:ext cx="1473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5">
            <a:extLst>
              <a:ext uri="{FF2B5EF4-FFF2-40B4-BE49-F238E27FC236}">
                <a16:creationId xmlns:a16="http://schemas.microsoft.com/office/drawing/2014/main" id="{AA355193-8424-4385-9195-4FC34410D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350321"/>
              </p:ext>
            </p:extLst>
          </p:nvPr>
        </p:nvGraphicFramePr>
        <p:xfrm>
          <a:off x="3633044" y="1592707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6" name="Equation" r:id="rId20" imgW="1130040" imgH="342720" progId="Equation.DSMT4">
                  <p:embed/>
                </p:oleObj>
              </mc:Choice>
              <mc:Fallback>
                <p:oleObj name="Equation" r:id="rId20" imgW="1130040" imgH="342720" progId="Equation.DSMT4">
                  <p:embed/>
                  <p:pic>
                    <p:nvPicPr>
                      <p:cNvPr id="33" name="Object 15">
                        <a:extLst>
                          <a:ext uri="{FF2B5EF4-FFF2-40B4-BE49-F238E27FC236}">
                            <a16:creationId xmlns:a16="http://schemas.microsoft.com/office/drawing/2014/main" id="{AA355193-8424-4385-9195-4FC34410D4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044" y="1592707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899592" y="195486"/>
            <a:ext cx="28055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三、 基本积分表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EE82F5B-50D4-4708-AB6A-F25E9B489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705724"/>
              </p:ext>
            </p:extLst>
          </p:nvPr>
        </p:nvGraphicFramePr>
        <p:xfrm>
          <a:off x="6009308" y="2643276"/>
          <a:ext cx="1485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7" name="Equation" r:id="rId22" imgW="1485900" imgH="1016000" progId="Equation.DSMT4">
                  <p:embed/>
                </p:oleObj>
              </mc:Choice>
              <mc:Fallback>
                <p:oleObj name="Equation" r:id="rId22" imgW="1485900" imgH="10160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9308" y="2643276"/>
                        <a:ext cx="1485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CA0D0CFF-8156-4FA4-9381-E68DA3CCB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713203"/>
              </p:ext>
            </p:extLst>
          </p:nvPr>
        </p:nvGraphicFramePr>
        <p:xfrm>
          <a:off x="2194521" y="2950582"/>
          <a:ext cx="1308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8" name="Equation" r:id="rId24" imgW="1307880" imgH="799920" progId="Equation.DSMT4">
                  <p:embed/>
                </p:oleObj>
              </mc:Choice>
              <mc:Fallback>
                <p:oleObj name="Equation" r:id="rId24" imgW="1307880" imgH="79992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521" y="2950582"/>
                        <a:ext cx="13081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8F9E730E-1F9E-4310-93DF-E0606C04C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344172"/>
              </p:ext>
            </p:extLst>
          </p:nvPr>
        </p:nvGraphicFramePr>
        <p:xfrm>
          <a:off x="2177058" y="2336220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69" name="Equation" r:id="rId26" imgW="1104840" imgH="380880" progId="Equation.DSMT4">
                  <p:embed/>
                </p:oleObj>
              </mc:Choice>
              <mc:Fallback>
                <p:oleObj name="Equation" r:id="rId26" imgW="1104840" imgH="38088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7058" y="2336220"/>
                        <a:ext cx="1104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47F72E3D-950B-482C-BBEA-E59FE68756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321477"/>
              </p:ext>
            </p:extLst>
          </p:nvPr>
        </p:nvGraphicFramePr>
        <p:xfrm>
          <a:off x="5957746" y="2165871"/>
          <a:ext cx="1117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70" name="Equation" r:id="rId28" imgW="1117115" imgH="406224" progId="Equation.DSMT4">
                  <p:embed/>
                </p:oleObj>
              </mc:Choice>
              <mc:Fallback>
                <p:oleObj name="Equation" r:id="rId28" imgW="1117115" imgH="406224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746" y="2165871"/>
                        <a:ext cx="1117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07DD8F5D-13FF-4D00-B4C6-7A343B6C1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116888"/>
              </p:ext>
            </p:extLst>
          </p:nvPr>
        </p:nvGraphicFramePr>
        <p:xfrm>
          <a:off x="917322" y="2307154"/>
          <a:ext cx="120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71" name="Equation" r:id="rId30" imgW="1206360" imgH="507960" progId="Equation.DSMT4">
                  <p:embed/>
                </p:oleObj>
              </mc:Choice>
              <mc:Fallback>
                <p:oleObj name="Equation" r:id="rId30" imgW="1206360" imgH="50796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322" y="2307154"/>
                        <a:ext cx="1206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F2F05BA-BBF1-4D38-A69F-430E14821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040869"/>
              </p:ext>
            </p:extLst>
          </p:nvPr>
        </p:nvGraphicFramePr>
        <p:xfrm>
          <a:off x="914698" y="3133217"/>
          <a:ext cx="125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72" name="Equation" r:id="rId32" imgW="1257120" imgH="507960" progId="Equation.DSMT4">
                  <p:embed/>
                </p:oleObj>
              </mc:Choice>
              <mc:Fallback>
                <p:oleObj name="Equation" r:id="rId32" imgW="1257120" imgH="50796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698" y="3133217"/>
                        <a:ext cx="1257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823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370335"/>
              </p:ext>
            </p:extLst>
          </p:nvPr>
        </p:nvGraphicFramePr>
        <p:xfrm>
          <a:off x="5734248" y="1847180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66" name="Equation" r:id="rId4" imgW="1892160" imgH="406080" progId="Equation.DSMT4">
                  <p:embed/>
                </p:oleObj>
              </mc:Choice>
              <mc:Fallback>
                <p:oleObj name="Equation" r:id="rId4" imgW="1892160" imgH="406080" progId="Equation.DSMT4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248" y="1847180"/>
                        <a:ext cx="1892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031786"/>
              </p:ext>
            </p:extLst>
          </p:nvPr>
        </p:nvGraphicFramePr>
        <p:xfrm>
          <a:off x="5734248" y="2567260"/>
          <a:ext cx="210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67" name="Equation" r:id="rId6" imgW="2108160" imgH="406080" progId="Equation.DSMT4">
                  <p:embed/>
                </p:oleObj>
              </mc:Choice>
              <mc:Fallback>
                <p:oleObj name="Equation" r:id="rId6" imgW="2108160" imgH="406080" progId="Equation.DSMT4">
                  <p:embed/>
                  <p:pic>
                    <p:nvPicPr>
                      <p:cNvPr id="624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248" y="2567260"/>
                        <a:ext cx="210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392063"/>
              </p:ext>
            </p:extLst>
          </p:nvPr>
        </p:nvGraphicFramePr>
        <p:xfrm>
          <a:off x="934111" y="1858863"/>
          <a:ext cx="189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68" name="Equation" r:id="rId8" imgW="1892160" imgH="507960" progId="Equation.DSMT4">
                  <p:embed/>
                </p:oleObj>
              </mc:Choice>
              <mc:Fallback>
                <p:oleObj name="Equation" r:id="rId8" imgW="1892160" imgH="507960" progId="Equation.DSMT4">
                  <p:embed/>
                  <p:pic>
                    <p:nvPicPr>
                      <p:cNvPr id="624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111" y="1858863"/>
                        <a:ext cx="1892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874281"/>
              </p:ext>
            </p:extLst>
          </p:nvPr>
        </p:nvGraphicFramePr>
        <p:xfrm>
          <a:off x="2838475" y="1984276"/>
          <a:ext cx="11684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69" name="Equation" r:id="rId10" imgW="1168200" imgH="291960" progId="Equation.DSMT4">
                  <p:embed/>
                </p:oleObj>
              </mc:Choice>
              <mc:Fallback>
                <p:oleObj name="Equation" r:id="rId10" imgW="1168200" imgH="291960" progId="Equation.DSMT4">
                  <p:embed/>
                  <p:pic>
                    <p:nvPicPr>
                      <p:cNvPr id="624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75" y="1984276"/>
                        <a:ext cx="1168400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926915"/>
              </p:ext>
            </p:extLst>
          </p:nvPr>
        </p:nvGraphicFramePr>
        <p:xfrm>
          <a:off x="927761" y="2572875"/>
          <a:ext cx="1905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70" name="Equation" r:id="rId12" imgW="1904760" imgH="507960" progId="Equation.DSMT4">
                  <p:embed/>
                </p:oleObj>
              </mc:Choice>
              <mc:Fallback>
                <p:oleObj name="Equation" r:id="rId12" imgW="1904760" imgH="507960" progId="Equation.DSMT4">
                  <p:embed/>
                  <p:pic>
                    <p:nvPicPr>
                      <p:cNvPr id="62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761" y="2572875"/>
                        <a:ext cx="1905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372364"/>
              </p:ext>
            </p:extLst>
          </p:nvPr>
        </p:nvGraphicFramePr>
        <p:xfrm>
          <a:off x="2917850" y="2662138"/>
          <a:ext cx="1358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71" name="Equation" r:id="rId14" imgW="1358640" imgH="291960" progId="Equation.DSMT4">
                  <p:embed/>
                </p:oleObj>
              </mc:Choice>
              <mc:Fallback>
                <p:oleObj name="Equation" r:id="rId14" imgW="1358640" imgH="291960" progId="Equation.DSMT4">
                  <p:embed/>
                  <p:pic>
                    <p:nvPicPr>
                      <p:cNvPr id="62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50" y="2662138"/>
                        <a:ext cx="13589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768101"/>
              </p:ext>
            </p:extLst>
          </p:nvPr>
        </p:nvGraphicFramePr>
        <p:xfrm>
          <a:off x="5736604" y="1234068"/>
          <a:ext cx="19685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4" name="Equation" r:id="rId16" imgW="1968480" imgH="355320" progId="Equation.DSMT4">
                  <p:embed/>
                </p:oleObj>
              </mc:Choice>
              <mc:Fallback>
                <p:oleObj name="Equation" r:id="rId16" imgW="1968480" imgH="355320" progId="Equation.DSMT4">
                  <p:embed/>
                  <p:pic>
                    <p:nvPicPr>
                      <p:cNvPr id="624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6604" y="1234068"/>
                        <a:ext cx="19685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235144"/>
              </p:ext>
            </p:extLst>
          </p:nvPr>
        </p:nvGraphicFramePr>
        <p:xfrm>
          <a:off x="5727267" y="515689"/>
          <a:ext cx="1765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5" name="Equation" r:id="rId18" imgW="1765080" imgH="355320" progId="Equation.DSMT4">
                  <p:embed/>
                </p:oleObj>
              </mc:Choice>
              <mc:Fallback>
                <p:oleObj name="Equation" r:id="rId18" imgW="1765080" imgH="355320" progId="Equation.DSMT4">
                  <p:embed/>
                  <p:pic>
                    <p:nvPicPr>
                      <p:cNvPr id="624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267" y="515689"/>
                        <a:ext cx="1765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258887"/>
              </p:ext>
            </p:extLst>
          </p:nvPr>
        </p:nvGraphicFramePr>
        <p:xfrm>
          <a:off x="931937" y="453926"/>
          <a:ext cx="17907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6" name="Equation" r:id="rId20" imgW="1790640" imgH="507960" progId="Equation.DSMT4">
                  <p:embed/>
                </p:oleObj>
              </mc:Choice>
              <mc:Fallback>
                <p:oleObj name="Equation" r:id="rId20" imgW="1790640" imgH="507960" progId="Equation.DSMT4">
                  <p:embed/>
                  <p:pic>
                    <p:nvPicPr>
                      <p:cNvPr id="62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937" y="453926"/>
                        <a:ext cx="17907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989467"/>
              </p:ext>
            </p:extLst>
          </p:nvPr>
        </p:nvGraphicFramePr>
        <p:xfrm>
          <a:off x="2771800" y="555526"/>
          <a:ext cx="1143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7" name="Equation" r:id="rId22" imgW="1143000" imgH="291960" progId="Equation.DSMT4">
                  <p:embed/>
                </p:oleObj>
              </mc:Choice>
              <mc:Fallback>
                <p:oleObj name="Equation" r:id="rId22" imgW="1143000" imgH="291960" progId="Equation.DSMT4">
                  <p:embed/>
                  <p:pic>
                    <p:nvPicPr>
                      <p:cNvPr id="624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55526"/>
                        <a:ext cx="11430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18712"/>
              </p:ext>
            </p:extLst>
          </p:nvPr>
        </p:nvGraphicFramePr>
        <p:xfrm>
          <a:off x="934111" y="1166350"/>
          <a:ext cx="1752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8" name="Equation" r:id="rId24" imgW="1752480" imgH="507960" progId="Equation.DSMT4">
                  <p:embed/>
                </p:oleObj>
              </mc:Choice>
              <mc:Fallback>
                <p:oleObj name="Equation" r:id="rId24" imgW="1752480" imgH="507960" progId="Equation.DSMT4">
                  <p:embed/>
                  <p:pic>
                    <p:nvPicPr>
                      <p:cNvPr id="624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111" y="1166350"/>
                        <a:ext cx="17526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65846"/>
              </p:ext>
            </p:extLst>
          </p:nvPr>
        </p:nvGraphicFramePr>
        <p:xfrm>
          <a:off x="2700362" y="1263551"/>
          <a:ext cx="13843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9" name="Equation" r:id="rId26" imgW="1384200" imgH="291960" progId="Equation.DSMT4">
                  <p:embed/>
                </p:oleObj>
              </mc:Choice>
              <mc:Fallback>
                <p:oleObj name="Equation" r:id="rId26" imgW="1384200" imgH="291960" progId="Equation.DSMT4">
                  <p:embed/>
                  <p:pic>
                    <p:nvPicPr>
                      <p:cNvPr id="624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62" y="1263551"/>
                        <a:ext cx="1384300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302254"/>
              </p:ext>
            </p:extLst>
          </p:nvPr>
        </p:nvGraphicFramePr>
        <p:xfrm>
          <a:off x="772046" y="3981351"/>
          <a:ext cx="2540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0" name="Equation" r:id="rId28" imgW="2539800" imgH="507960" progId="Equation.DSMT4">
                  <p:embed/>
                </p:oleObj>
              </mc:Choice>
              <mc:Fallback>
                <p:oleObj name="Equation" r:id="rId28" imgW="2539800" imgH="507960" progId="Equation.DSMT4">
                  <p:embed/>
                  <p:pic>
                    <p:nvPicPr>
                      <p:cNvPr id="624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046" y="3981351"/>
                        <a:ext cx="25400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09473"/>
              </p:ext>
            </p:extLst>
          </p:nvPr>
        </p:nvGraphicFramePr>
        <p:xfrm>
          <a:off x="3311550" y="4097238"/>
          <a:ext cx="1371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1" name="Equation" r:id="rId30" imgW="1371600" imgH="291960" progId="Equation.DSMT4">
                  <p:embed/>
                </p:oleObj>
              </mc:Choice>
              <mc:Fallback>
                <p:oleObj name="Equation" r:id="rId30" imgW="1371600" imgH="291960" progId="Equation.DSMT4">
                  <p:embed/>
                  <p:pic>
                    <p:nvPicPr>
                      <p:cNvPr id="624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50" y="4097238"/>
                        <a:ext cx="13716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175232"/>
              </p:ext>
            </p:extLst>
          </p:nvPr>
        </p:nvGraphicFramePr>
        <p:xfrm>
          <a:off x="5734248" y="3339727"/>
          <a:ext cx="23749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2" name="Equation" r:id="rId32" imgW="2374560" imgH="355320" progId="Equation.DSMT4">
                  <p:embed/>
                </p:oleObj>
              </mc:Choice>
              <mc:Fallback>
                <p:oleObj name="Equation" r:id="rId32" imgW="2374560" imgH="355320" progId="Equation.DSMT4">
                  <p:embed/>
                  <p:pic>
                    <p:nvPicPr>
                      <p:cNvPr id="624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248" y="3339727"/>
                        <a:ext cx="23749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477339"/>
              </p:ext>
            </p:extLst>
          </p:nvPr>
        </p:nvGraphicFramePr>
        <p:xfrm>
          <a:off x="5735612" y="3981772"/>
          <a:ext cx="25781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3" name="Equation" r:id="rId34" imgW="2577960" imgH="355320" progId="Equation.DSMT4">
                  <p:embed/>
                </p:oleObj>
              </mc:Choice>
              <mc:Fallback>
                <p:oleObj name="Equation" r:id="rId34" imgW="2577960" imgH="355320" progId="Equation.DSMT4">
                  <p:embed/>
                  <p:pic>
                    <p:nvPicPr>
                      <p:cNvPr id="624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12" y="3981772"/>
                        <a:ext cx="25781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961310"/>
              </p:ext>
            </p:extLst>
          </p:nvPr>
        </p:nvGraphicFramePr>
        <p:xfrm>
          <a:off x="765696" y="3262213"/>
          <a:ext cx="25781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4" name="Equation" r:id="rId36" imgW="2577960" imgH="507960" progId="Equation.DSMT4">
                  <p:embed/>
                </p:oleObj>
              </mc:Choice>
              <mc:Fallback>
                <p:oleObj name="Equation" r:id="rId36" imgW="2577960" imgH="507960" progId="Equation.DSMT4">
                  <p:embed/>
                  <p:pic>
                    <p:nvPicPr>
                      <p:cNvPr id="624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696" y="3262213"/>
                        <a:ext cx="25781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003264"/>
              </p:ext>
            </p:extLst>
          </p:nvPr>
        </p:nvGraphicFramePr>
        <p:xfrm>
          <a:off x="3398862" y="3352701"/>
          <a:ext cx="11557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5" name="Equation" r:id="rId38" imgW="1155600" imgH="291960" progId="Equation.DSMT4">
                  <p:embed/>
                </p:oleObj>
              </mc:Choice>
              <mc:Fallback>
                <p:oleObj name="Equation" r:id="rId38" imgW="1155600" imgH="291960" progId="Equation.DSMT4">
                  <p:embed/>
                  <p:pic>
                    <p:nvPicPr>
                      <p:cNvPr id="6248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62" y="3352701"/>
                        <a:ext cx="1155700" cy="29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0771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984447"/>
              </p:ext>
            </p:extLst>
          </p:nvPr>
        </p:nvGraphicFramePr>
        <p:xfrm>
          <a:off x="976313" y="2355863"/>
          <a:ext cx="17907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2" name="Equation" r:id="rId4" imgW="1790640" imgH="507960" progId="Equation.DSMT4">
                  <p:embed/>
                </p:oleObj>
              </mc:Choice>
              <mc:Fallback>
                <p:oleObj name="Equation" r:id="rId4" imgW="1790640" imgH="50796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2355863"/>
                        <a:ext cx="17907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77876"/>
              </p:ext>
            </p:extLst>
          </p:nvPr>
        </p:nvGraphicFramePr>
        <p:xfrm>
          <a:off x="940118" y="3160977"/>
          <a:ext cx="18145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3" name="Equation" r:id="rId6" imgW="1815840" imgH="507960" progId="Equation.DSMT4">
                  <p:embed/>
                </p:oleObj>
              </mc:Choice>
              <mc:Fallback>
                <p:oleObj name="Equation" r:id="rId6" imgW="1815840" imgH="5079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118" y="3160977"/>
                        <a:ext cx="18145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660988"/>
              </p:ext>
            </p:extLst>
          </p:nvPr>
        </p:nvGraphicFramePr>
        <p:xfrm>
          <a:off x="2852738" y="2447938"/>
          <a:ext cx="10906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4" name="Equation" r:id="rId8" imgW="1091880" imgH="342720" progId="Equation.DSMT4">
                  <p:embed/>
                </p:oleObj>
              </mc:Choice>
              <mc:Fallback>
                <p:oleObj name="Equation" r:id="rId8" imgW="1091880" imgH="3427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2447938"/>
                        <a:ext cx="10906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449190"/>
              </p:ext>
            </p:extLst>
          </p:nvPr>
        </p:nvGraphicFramePr>
        <p:xfrm>
          <a:off x="2863003" y="3230282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5" name="Equation" r:id="rId10" imgW="1028520" imgH="342720" progId="Equation.DSMT4">
                  <p:embed/>
                </p:oleObj>
              </mc:Choice>
              <mc:Fallback>
                <p:oleObj name="Equation" r:id="rId10" imgW="1028520" imgH="34272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003" y="3230282"/>
                        <a:ext cx="1028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885728"/>
              </p:ext>
            </p:extLst>
          </p:nvPr>
        </p:nvGraphicFramePr>
        <p:xfrm>
          <a:off x="5836711" y="2273716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6" name="Equation" r:id="rId12" imgW="1587240" imgH="469800" progId="Equation.DSMT4">
                  <p:embed/>
                </p:oleObj>
              </mc:Choice>
              <mc:Fallback>
                <p:oleObj name="Equation" r:id="rId12" imgW="1587240" imgH="469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6711" y="2273716"/>
                        <a:ext cx="158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181061"/>
              </p:ext>
            </p:extLst>
          </p:nvPr>
        </p:nvGraphicFramePr>
        <p:xfrm>
          <a:off x="5836711" y="3106308"/>
          <a:ext cx="160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7" name="Equation" r:id="rId14" imgW="1600200" imgH="469800" progId="Equation.DSMT4">
                  <p:embed/>
                </p:oleObj>
              </mc:Choice>
              <mc:Fallback>
                <p:oleObj name="Equation" r:id="rId14" imgW="1600200" imgH="469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6711" y="3106308"/>
                        <a:ext cx="1600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3D4385D-A3AD-495F-ADB0-D00FDF0A2D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299801"/>
              </p:ext>
            </p:extLst>
          </p:nvPr>
        </p:nvGraphicFramePr>
        <p:xfrm>
          <a:off x="5724128" y="1314539"/>
          <a:ext cx="21907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8" name="Equation" r:id="rId16" imgW="2463800" imgH="812800" progId="Equation.DSMT4">
                  <p:embed/>
                </p:oleObj>
              </mc:Choice>
              <mc:Fallback>
                <p:oleObj name="Equation" r:id="rId16" imgW="2463800" imgH="8128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1314539"/>
                        <a:ext cx="21907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D3CC09D-9D5A-4994-9FC3-EF0774C5EA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690492"/>
              </p:ext>
            </p:extLst>
          </p:nvPr>
        </p:nvGraphicFramePr>
        <p:xfrm>
          <a:off x="626046" y="1312415"/>
          <a:ext cx="2463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99" name="Equation" r:id="rId18" imgW="2539800" imgH="838080" progId="Equation.DSMT4">
                  <p:embed/>
                </p:oleObj>
              </mc:Choice>
              <mc:Fallback>
                <p:oleObj name="Equation" r:id="rId18" imgW="2539800" imgH="8380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046" y="1312415"/>
                        <a:ext cx="2463800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2BA92A9-5599-46CF-97FD-F3CE4E8ED9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168819"/>
              </p:ext>
            </p:extLst>
          </p:nvPr>
        </p:nvGraphicFramePr>
        <p:xfrm>
          <a:off x="3133725" y="1509265"/>
          <a:ext cx="15113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0" name="Equation" r:id="rId20" imgW="1511280" imgH="291960" progId="Equation.DSMT4">
                  <p:embed/>
                </p:oleObj>
              </mc:Choice>
              <mc:Fallback>
                <p:oleObj name="Equation" r:id="rId20" imgW="1511280" imgH="2919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1509265"/>
                        <a:ext cx="1511300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AE07009-1CB4-41C7-890D-3D852F780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524311"/>
              </p:ext>
            </p:extLst>
          </p:nvPr>
        </p:nvGraphicFramePr>
        <p:xfrm>
          <a:off x="927100" y="411510"/>
          <a:ext cx="1925638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1" name="Equation" r:id="rId22" imgW="2019240" imgH="749160" progId="Equation.DSMT4">
                  <p:embed/>
                </p:oleObj>
              </mc:Choice>
              <mc:Fallback>
                <p:oleObj name="Equation" r:id="rId22" imgW="2019240" imgH="7491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411510"/>
                        <a:ext cx="1925638" cy="74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BC384BF-5B28-4AAA-9880-2FAC4385F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152395"/>
              </p:ext>
            </p:extLst>
          </p:nvPr>
        </p:nvGraphicFramePr>
        <p:xfrm>
          <a:off x="2922588" y="606772"/>
          <a:ext cx="15240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2" name="Equation" r:id="rId24" imgW="1523880" imgH="291960" progId="Equation.DSMT4">
                  <p:embed/>
                </p:oleObj>
              </mc:Choice>
              <mc:Fallback>
                <p:oleObj name="Equation" r:id="rId24" imgW="1523880" imgH="29196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606772"/>
                        <a:ext cx="1524000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6650A15-1E6E-4A67-A182-F2A434049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164732"/>
              </p:ext>
            </p:extLst>
          </p:nvPr>
        </p:nvGraphicFramePr>
        <p:xfrm>
          <a:off x="5724128" y="383728"/>
          <a:ext cx="226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3" name="Equation" r:id="rId26" imgW="2260600" imgH="736600" progId="Equation.DSMT4">
                  <p:embed/>
                </p:oleObj>
              </mc:Choice>
              <mc:Fallback>
                <p:oleObj name="Equation" r:id="rId26" imgW="2260600" imgH="736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383728"/>
                        <a:ext cx="2260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4FB4723-0F4D-4CAB-9204-F2BD6243EA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747988"/>
              </p:ext>
            </p:extLst>
          </p:nvPr>
        </p:nvGraphicFramePr>
        <p:xfrm>
          <a:off x="1482513" y="3941151"/>
          <a:ext cx="18684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4" name="Equation" r:id="rId28" imgW="1866600" imgH="761760" progId="Equation.DSMT4">
                  <p:embed/>
                </p:oleObj>
              </mc:Choice>
              <mc:Fallback>
                <p:oleObj name="Equation" r:id="rId28" imgW="1866600" imgH="761760" progId="Equation.DSMT4">
                  <p:embed/>
                  <p:pic>
                    <p:nvPicPr>
                      <p:cNvPr id="59402" name="对象 59401">
                        <a:extLst>
                          <a:ext uri="{FF2B5EF4-FFF2-40B4-BE49-F238E27FC236}">
                            <a16:creationId xmlns:a16="http://schemas.microsoft.com/office/drawing/2014/main" id="{01A78606-DA69-4B0F-B470-21B8CCD088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513" y="3941151"/>
                        <a:ext cx="1868488" cy="762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103BC2B-E7AD-4522-B88C-E3CFC26619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0992924"/>
              </p:ext>
            </p:extLst>
          </p:nvPr>
        </p:nvGraphicFramePr>
        <p:xfrm>
          <a:off x="3779912" y="3960491"/>
          <a:ext cx="18938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05" name="Equation" r:id="rId30" imgW="1892160" imgH="761760" progId="Equation.DSMT4">
                  <p:embed/>
                </p:oleObj>
              </mc:Choice>
              <mc:Fallback>
                <p:oleObj name="Equation" r:id="rId30" imgW="1892160" imgH="761760" progId="Equation.DSMT4">
                  <p:embed/>
                  <p:pic>
                    <p:nvPicPr>
                      <p:cNvPr id="59407" name="对象 59406">
                        <a:extLst>
                          <a:ext uri="{FF2B5EF4-FFF2-40B4-BE49-F238E27FC236}">
                            <a16:creationId xmlns:a16="http://schemas.microsoft.com/office/drawing/2014/main" id="{2009AC04-D703-4DE1-AF28-587E73BA3E0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960491"/>
                        <a:ext cx="1893888" cy="762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2505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0417">
            <a:extLst>
              <a:ext uri="{FF2B5EF4-FFF2-40B4-BE49-F238E27FC236}">
                <a16:creationId xmlns:a16="http://schemas.microsoft.com/office/drawing/2014/main" id="{3EA85D78-35C8-4029-BA76-57E5BF4BE649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627534"/>
            <a:ext cx="1828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60418">
            <a:extLst>
              <a:ext uri="{FF2B5EF4-FFF2-40B4-BE49-F238E27FC236}">
                <a16:creationId xmlns:a16="http://schemas.microsoft.com/office/drawing/2014/main" id="{84AAB3F8-E89B-4ED4-A55F-159EB8C103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515000"/>
              </p:ext>
            </p:extLst>
          </p:nvPr>
        </p:nvGraphicFramePr>
        <p:xfrm>
          <a:off x="1911276" y="506245"/>
          <a:ext cx="977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40" name="Equation" r:id="rId3" imgW="977760" imgH="825480" progId="Equation.DSMT4">
                  <p:embed/>
                </p:oleObj>
              </mc:Choice>
              <mc:Fallback>
                <p:oleObj name="Equation" r:id="rId3" imgW="977760" imgH="825480" progId="Equation.DSMT4">
                  <p:embed/>
                  <p:pic>
                    <p:nvPicPr>
                      <p:cNvPr id="17410" name="对象 60418">
                        <a:extLst>
                          <a:ext uri="{FF2B5EF4-FFF2-40B4-BE49-F238E27FC236}">
                            <a16:creationId xmlns:a16="http://schemas.microsoft.com/office/drawing/2014/main" id="{4DEB93A4-B09C-42E9-B282-59AB4330AC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276" y="506245"/>
                        <a:ext cx="9779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028A257-68EC-4494-A0CD-65875ED10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426" y="1665901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原式  </a:t>
            </a:r>
            <a:r>
              <a:rPr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E76E4F-DED8-4678-B871-EDDA0D1657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1092278"/>
              </p:ext>
            </p:extLst>
          </p:nvPr>
        </p:nvGraphicFramePr>
        <p:xfrm>
          <a:off x="2578100" y="1557338"/>
          <a:ext cx="952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41" name="Equation" r:id="rId5" imgW="952200" imgH="685800" progId="Equation.DSMT4">
                  <p:embed/>
                </p:oleObj>
              </mc:Choice>
              <mc:Fallback>
                <p:oleObj name="Equation" r:id="rId5" imgW="952200" imgH="685800" progId="Equation.DSMT4">
                  <p:embed/>
                  <p:pic>
                    <p:nvPicPr>
                      <p:cNvPr id="60421" name="对象 60420">
                        <a:extLst>
                          <a:ext uri="{FF2B5EF4-FFF2-40B4-BE49-F238E27FC236}">
                            <a16:creationId xmlns:a16="http://schemas.microsoft.com/office/drawing/2014/main" id="{A4983039-D379-44DE-B30E-F551CA5DDEF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557338"/>
                        <a:ext cx="952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395AAEF-F707-402E-8FB6-679C1768A7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828506"/>
              </p:ext>
            </p:extLst>
          </p:nvPr>
        </p:nvGraphicFramePr>
        <p:xfrm>
          <a:off x="3619500" y="1557338"/>
          <a:ext cx="1092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42" name="Equation" r:id="rId7" imgW="1091880" imgH="1104840" progId="Equation.DSMT4">
                  <p:embed/>
                </p:oleObj>
              </mc:Choice>
              <mc:Fallback>
                <p:oleObj name="Equation" r:id="rId7" imgW="1091880" imgH="1104840" progId="Equation.DSMT4">
                  <p:embed/>
                  <p:pic>
                    <p:nvPicPr>
                      <p:cNvPr id="60422" name="对象 60421">
                        <a:extLst>
                          <a:ext uri="{FF2B5EF4-FFF2-40B4-BE49-F238E27FC236}">
                            <a16:creationId xmlns:a16="http://schemas.microsoft.com/office/drawing/2014/main" id="{F1615A56-6642-4E64-A883-D54DDC6EE9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1557338"/>
                        <a:ext cx="10922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692D56F-1008-48D0-8937-E64177E443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254449"/>
              </p:ext>
            </p:extLst>
          </p:nvPr>
        </p:nvGraphicFramePr>
        <p:xfrm>
          <a:off x="2286000" y="2532063"/>
          <a:ext cx="1536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43" name="Equation" r:id="rId9" imgW="1536480" imgH="545760" progId="Equation.DSMT4">
                  <p:embed/>
                </p:oleObj>
              </mc:Choice>
              <mc:Fallback>
                <p:oleObj name="Equation" r:id="rId9" imgW="1536480" imgH="545760" progId="Equation.DSMT4">
                  <p:embed/>
                  <p:pic>
                    <p:nvPicPr>
                      <p:cNvPr id="60423" name="对象 60422">
                        <a:extLst>
                          <a:ext uri="{FF2B5EF4-FFF2-40B4-BE49-F238E27FC236}">
                            <a16:creationId xmlns:a16="http://schemas.microsoft.com/office/drawing/2014/main" id="{6FFC0E96-B8EF-4887-AD7F-FE44E3DD2B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32063"/>
                        <a:ext cx="1536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5A0A942-9B02-460A-8063-3D155B4925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7102209"/>
              </p:ext>
            </p:extLst>
          </p:nvPr>
        </p:nvGraphicFramePr>
        <p:xfrm>
          <a:off x="4060825" y="1336675"/>
          <a:ext cx="596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44" name="Equation" r:id="rId11" imgW="596880" imgH="545760" progId="Equation.DSMT4">
                  <p:embed/>
                </p:oleObj>
              </mc:Choice>
              <mc:Fallback>
                <p:oleObj name="Equation" r:id="rId11" imgW="596880" imgH="545760" progId="Equation.DSMT4">
                  <p:embed/>
                  <p:pic>
                    <p:nvPicPr>
                      <p:cNvPr id="60429" name="对象 60428">
                        <a:extLst>
                          <a:ext uri="{FF2B5EF4-FFF2-40B4-BE49-F238E27FC236}">
                            <a16:creationId xmlns:a16="http://schemas.microsoft.com/office/drawing/2014/main" id="{840B1D7B-8D3C-4014-8AE4-6BB69547986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1336675"/>
                        <a:ext cx="596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056FAE2-EF31-4300-A337-C18427CE6B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5041279"/>
              </p:ext>
            </p:extLst>
          </p:nvPr>
        </p:nvGraphicFramePr>
        <p:xfrm>
          <a:off x="4826000" y="1775341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545" name="Equation" r:id="rId13" imgW="431640" imgH="279360" progId="Equation.DSMT4">
                  <p:embed/>
                </p:oleObj>
              </mc:Choice>
              <mc:Fallback>
                <p:oleObj name="Equation" r:id="rId13" imgW="431640" imgH="279360" progId="Equation.DSMT4">
                  <p:embed/>
                  <p:pic>
                    <p:nvPicPr>
                      <p:cNvPr id="60430" name="对象 60429">
                        <a:extLst>
                          <a:ext uri="{FF2B5EF4-FFF2-40B4-BE49-F238E27FC236}">
                            <a16:creationId xmlns:a16="http://schemas.microsoft.com/office/drawing/2014/main" id="{B53EC959-0C24-4D67-9145-5A5E72138A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1775341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12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B67A973-4DB1-42DF-94BB-CD870CFDA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489" y="50291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3CEC66C6-DDFD-4828-8B63-94E0B904DD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405130"/>
              </p:ext>
            </p:extLst>
          </p:nvPr>
        </p:nvGraphicFramePr>
        <p:xfrm>
          <a:off x="2195736" y="339502"/>
          <a:ext cx="18653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82" name="Equation" r:id="rId3" imgW="1866600" imgH="787320" progId="Equation.DSMT4">
                  <p:embed/>
                </p:oleObj>
              </mc:Choice>
              <mc:Fallback>
                <p:oleObj name="Equation" r:id="rId3" imgW="1866600" imgH="787320" progId="Equation.DSMT4">
                  <p:embed/>
                  <p:pic>
                    <p:nvPicPr>
                      <p:cNvPr id="860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39502"/>
                        <a:ext cx="18653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DE661CAD-1A93-47A3-B799-9E8243564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46" y="148375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84D92384-3CC5-48A6-A1AF-40996B0B2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964" y="1480418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0C60F8B4-AA7D-4C30-B83C-52348473C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522963"/>
              </p:ext>
            </p:extLst>
          </p:nvPr>
        </p:nvGraphicFramePr>
        <p:xfrm>
          <a:off x="2379886" y="1306289"/>
          <a:ext cx="24384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83" name="Equation" r:id="rId5" imgW="2438280" imgH="812520" progId="Equation.DSMT4">
                  <p:embed/>
                </p:oleObj>
              </mc:Choice>
              <mc:Fallback>
                <p:oleObj name="Equation" r:id="rId5" imgW="2438280" imgH="812520" progId="Equation.DSMT4">
                  <p:embed/>
                  <p:pic>
                    <p:nvPicPr>
                      <p:cNvPr id="3" name="Object 16">
                        <a:extLst>
                          <a:ext uri="{FF2B5EF4-FFF2-40B4-BE49-F238E27FC236}">
                            <a16:creationId xmlns:a16="http://schemas.microsoft.com/office/drawing/2014/main" id="{3CEC66C6-DDFD-4828-8B63-94E0B904D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886" y="1306289"/>
                        <a:ext cx="24384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2EB36716-4095-4AE4-B9CD-A1C774FBF9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431418"/>
              </p:ext>
            </p:extLst>
          </p:nvPr>
        </p:nvGraphicFramePr>
        <p:xfrm>
          <a:off x="2379886" y="2445569"/>
          <a:ext cx="25781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84" name="Equation" r:id="rId7" imgW="2577960" imgH="736560" progId="Equation.DSMT4">
                  <p:embed/>
                </p:oleObj>
              </mc:Choice>
              <mc:Fallback>
                <p:oleObj name="Equation" r:id="rId7" imgW="2577960" imgH="736560" progId="Equation.DSMT4">
                  <p:embed/>
                  <p:pic>
                    <p:nvPicPr>
                      <p:cNvPr id="6" name="Object 16">
                        <a:extLst>
                          <a:ext uri="{FF2B5EF4-FFF2-40B4-BE49-F238E27FC236}">
                            <a16:creationId xmlns:a16="http://schemas.microsoft.com/office/drawing/2014/main" id="{0C60F8B4-AA7D-4C30-B83C-52348473C1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886" y="2445569"/>
                        <a:ext cx="25781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7A70E99D-F0BD-44B7-9EB7-2B03E1F765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265054"/>
              </p:ext>
            </p:extLst>
          </p:nvPr>
        </p:nvGraphicFramePr>
        <p:xfrm>
          <a:off x="2402111" y="3503153"/>
          <a:ext cx="24257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585" name="Equation" r:id="rId9" imgW="2425680" imgH="736560" progId="Equation.DSMT4">
                  <p:embed/>
                </p:oleObj>
              </mc:Choice>
              <mc:Fallback>
                <p:oleObj name="Equation" r:id="rId9" imgW="2425680" imgH="73656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2EB36716-4095-4AE4-B9CD-A1C774FBF9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2111" y="3503153"/>
                        <a:ext cx="24257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67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55589" y="493852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56082" y="1500977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graphicFrame>
        <p:nvGraphicFramePr>
          <p:cNvPr id="86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70405"/>
              </p:ext>
            </p:extLst>
          </p:nvPr>
        </p:nvGraphicFramePr>
        <p:xfrm>
          <a:off x="1979712" y="339502"/>
          <a:ext cx="177768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49" name="Equation" r:id="rId4" imgW="1777680" imgH="825480" progId="Equation.DSMT4">
                  <p:embed/>
                </p:oleObj>
              </mc:Choice>
              <mc:Fallback>
                <p:oleObj name="Equation" r:id="rId4" imgW="1777680" imgH="825480" progId="Equation.DSMT4">
                  <p:embed/>
                  <p:pic>
                    <p:nvPicPr>
                      <p:cNvPr id="860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39502"/>
                        <a:ext cx="1777680" cy="825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953892"/>
              </p:ext>
            </p:extLst>
          </p:nvPr>
        </p:nvGraphicFramePr>
        <p:xfrm>
          <a:off x="2376786" y="1327389"/>
          <a:ext cx="2171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0" name="Equation" r:id="rId6" imgW="2171520" imgH="825480" progId="Equation.DSMT4">
                  <p:embed/>
                </p:oleObj>
              </mc:Choice>
              <mc:Fallback>
                <p:oleObj name="Equation" r:id="rId6" imgW="2171520" imgH="825480" progId="Equation.DSMT4">
                  <p:embed/>
                  <p:pic>
                    <p:nvPicPr>
                      <p:cNvPr id="8603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786" y="1327389"/>
                        <a:ext cx="2171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733938"/>
              </p:ext>
            </p:extLst>
          </p:nvPr>
        </p:nvGraphicFramePr>
        <p:xfrm>
          <a:off x="2391540" y="3181952"/>
          <a:ext cx="153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1" name="Equation" r:id="rId8" imgW="1536480" imgH="736560" progId="Equation.DSMT4">
                  <p:embed/>
                </p:oleObj>
              </mc:Choice>
              <mc:Fallback>
                <p:oleObj name="Equation" r:id="rId8" imgW="1536480" imgH="736560" progId="Equation.DSMT4">
                  <p:embed/>
                  <p:pic>
                    <p:nvPicPr>
                      <p:cNvPr id="8603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540" y="3181952"/>
                        <a:ext cx="1536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720712"/>
              </p:ext>
            </p:extLst>
          </p:nvPr>
        </p:nvGraphicFramePr>
        <p:xfrm>
          <a:off x="3911898" y="3191114"/>
          <a:ext cx="97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2" name="Equation" r:id="rId10" imgW="977760" imgH="736560" progId="Equation.DSMT4">
                  <p:embed/>
                </p:oleObj>
              </mc:Choice>
              <mc:Fallback>
                <p:oleObj name="Equation" r:id="rId10" imgW="977760" imgH="736560" progId="Equation.DSMT4">
                  <p:embed/>
                  <p:pic>
                    <p:nvPicPr>
                      <p:cNvPr id="8603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898" y="3191114"/>
                        <a:ext cx="977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159129"/>
              </p:ext>
            </p:extLst>
          </p:nvPr>
        </p:nvGraphicFramePr>
        <p:xfrm>
          <a:off x="2399202" y="4166300"/>
          <a:ext cx="2603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3" name="Equation" r:id="rId12" imgW="2603160" imgH="330120" progId="Equation.DSMT4">
                  <p:embed/>
                </p:oleObj>
              </mc:Choice>
              <mc:Fallback>
                <p:oleObj name="Equation" r:id="rId12" imgW="2603160" imgH="330120" progId="Equation.DSMT4">
                  <p:embed/>
                  <p:pic>
                    <p:nvPicPr>
                      <p:cNvPr id="8603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202" y="4166300"/>
                        <a:ext cx="2603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528004"/>
              </p:ext>
            </p:extLst>
          </p:nvPr>
        </p:nvGraphicFramePr>
        <p:xfrm>
          <a:off x="4113511" y="4332526"/>
          <a:ext cx="38100" cy="1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4" name="Equation" r:id="rId14" imgW="914400" imgH="330120" progId="Equation.DSMT4">
                  <p:embed/>
                </p:oleObj>
              </mc:Choice>
              <mc:Fallback>
                <p:oleObj name="Equation" r:id="rId14" imgW="914400" imgH="330120" progId="Equation.DSMT4">
                  <p:embed/>
                  <p:pic>
                    <p:nvPicPr>
                      <p:cNvPr id="8603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511" y="4332526"/>
                        <a:ext cx="38100" cy="1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578000" y="1497645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532623"/>
              </p:ext>
            </p:extLst>
          </p:nvPr>
        </p:nvGraphicFramePr>
        <p:xfrm>
          <a:off x="2387898" y="2200514"/>
          <a:ext cx="35036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55" name="Equation" r:id="rId16" imgW="3504960" imgH="888840" progId="Equation.DSMT4">
                  <p:embed/>
                </p:oleObj>
              </mc:Choice>
              <mc:Fallback>
                <p:oleObj name="Equation" r:id="rId16" imgW="3504960" imgH="88884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898" y="2200514"/>
                        <a:ext cx="35036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891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AFC3685-5A7A-4816-B111-0BCFF9AD7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791" y="730151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47E0BA13-3B8F-4D4D-A069-709893132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11352"/>
              </p:ext>
            </p:extLst>
          </p:nvPr>
        </p:nvGraphicFramePr>
        <p:xfrm>
          <a:off x="2005013" y="674688"/>
          <a:ext cx="2197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05" name="Equation" r:id="rId3" imgW="2197080" imgH="774360" progId="Equation.DSMT4">
                  <p:embed/>
                </p:oleObj>
              </mc:Choice>
              <mc:Fallback>
                <p:oleObj name="Equation" r:id="rId3" imgW="2197080" imgH="774360" progId="Equation.DSMT4">
                  <p:embed/>
                  <p:pic>
                    <p:nvPicPr>
                      <p:cNvPr id="860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674688"/>
                        <a:ext cx="2197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8DAAC2FC-1E42-41C7-AE6F-81CA80B7C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791" y="190116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BCC9A11E-E058-4367-810E-AC651FFC8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514" y="1901160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941CA9E-3FAA-41C4-B4B7-2CA91E7E5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758950"/>
            <a:ext cx="4392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假分式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多项式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真分式</a:t>
            </a:r>
          </a:p>
        </p:txBody>
      </p:sp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34E869AE-0263-4852-AC80-E6F28D3E01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194901"/>
              </p:ext>
            </p:extLst>
          </p:nvPr>
        </p:nvGraphicFramePr>
        <p:xfrm>
          <a:off x="2297925" y="1758950"/>
          <a:ext cx="247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06" name="Equation" r:id="rId5" imgW="2476440" imgH="812520" progId="Equation.DSMT4">
                  <p:embed/>
                </p:oleObj>
              </mc:Choice>
              <mc:Fallback>
                <p:oleObj name="Equation" r:id="rId5" imgW="2476440" imgH="812520" progId="Equation.DSMT4">
                  <p:embed/>
                  <p:pic>
                    <p:nvPicPr>
                      <p:cNvPr id="3" name="Object 16">
                        <a:extLst>
                          <a:ext uri="{FF2B5EF4-FFF2-40B4-BE49-F238E27FC236}">
                            <a16:creationId xmlns:a16="http://schemas.microsoft.com/office/drawing/2014/main" id="{47E0BA13-3B8F-4D4D-A069-709893132E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925" y="1758950"/>
                        <a:ext cx="247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>
            <a:extLst>
              <a:ext uri="{FF2B5EF4-FFF2-40B4-BE49-F238E27FC236}">
                <a16:creationId xmlns:a16="http://schemas.microsoft.com/office/drawing/2014/main" id="{76097988-3F25-4216-8A22-0020213FA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898079"/>
              </p:ext>
            </p:extLst>
          </p:nvPr>
        </p:nvGraphicFramePr>
        <p:xfrm>
          <a:off x="2339975" y="3075806"/>
          <a:ext cx="228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07" name="Equation" r:id="rId7" imgW="2286000" imgH="342720" progId="Equation.DSMT4">
                  <p:embed/>
                </p:oleObj>
              </mc:Choice>
              <mc:Fallback>
                <p:oleObj name="Equation" r:id="rId7" imgW="2286000" imgH="342720" progId="Equation.DSMT4">
                  <p:embed/>
                  <p:pic>
                    <p:nvPicPr>
                      <p:cNvPr id="8" name="Object 16">
                        <a:extLst>
                          <a:ext uri="{FF2B5EF4-FFF2-40B4-BE49-F238E27FC236}">
                            <a16:creationId xmlns:a16="http://schemas.microsoft.com/office/drawing/2014/main" id="{34E869AE-0263-4852-AC80-E6F28D3E0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075806"/>
                        <a:ext cx="2286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">
            <a:extLst>
              <a:ext uri="{FF2B5EF4-FFF2-40B4-BE49-F238E27FC236}">
                <a16:creationId xmlns:a16="http://schemas.microsoft.com/office/drawing/2014/main" id="{B8458887-3F20-4DF6-885B-CA9298CD1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1056459"/>
            <a:ext cx="2088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多项式除法</a:t>
            </a:r>
          </a:p>
        </p:txBody>
      </p:sp>
    </p:spTree>
    <p:extLst>
      <p:ext uri="{BB962C8B-B14F-4D97-AF65-F5344CB8AC3E}">
        <p14:creationId xmlns:p14="http://schemas.microsoft.com/office/powerpoint/2010/main" val="180699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4513">
            <a:extLst>
              <a:ext uri="{FF2B5EF4-FFF2-40B4-BE49-F238E27FC236}">
                <a16:creationId xmlns:a16="http://schemas.microsoft.com/office/drawing/2014/main" id="{FEC806FD-9D39-4E9F-828E-F16F2EBAF700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483518"/>
            <a:ext cx="1828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64514">
            <a:extLst>
              <a:ext uri="{FF2B5EF4-FFF2-40B4-BE49-F238E27FC236}">
                <a16:creationId xmlns:a16="http://schemas.microsoft.com/office/drawing/2014/main" id="{BA056B43-E063-4F6D-9769-5FE57D886C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720640"/>
              </p:ext>
            </p:extLst>
          </p:nvPr>
        </p:nvGraphicFramePr>
        <p:xfrm>
          <a:off x="1862841" y="325672"/>
          <a:ext cx="1358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58" name="Equation" r:id="rId3" imgW="1358640" imgH="774360" progId="Equation.DSMT4">
                  <p:embed/>
                </p:oleObj>
              </mc:Choice>
              <mc:Fallback>
                <p:oleObj name="Equation" r:id="rId3" imgW="1358640" imgH="774360" progId="Equation.DSMT4">
                  <p:embed/>
                  <p:pic>
                    <p:nvPicPr>
                      <p:cNvPr id="3" name="对象 64514">
                        <a:extLst>
                          <a:ext uri="{FF2B5EF4-FFF2-40B4-BE49-F238E27FC236}">
                            <a16:creationId xmlns:a16="http://schemas.microsoft.com/office/drawing/2014/main" id="{BA056B43-E063-4F6D-9769-5FE57D886C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841" y="325672"/>
                        <a:ext cx="1358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36C474E-6D16-4804-AA19-328A58FD6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527964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原式 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558B098-401B-458A-93E5-50CC862F8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2071620"/>
              </p:ext>
            </p:extLst>
          </p:nvPr>
        </p:nvGraphicFramePr>
        <p:xfrm>
          <a:off x="2201863" y="2656053"/>
          <a:ext cx="279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59" name="Equation" r:id="rId5" imgW="2793960" imgH="736560" progId="Equation.DSMT4">
                  <p:embed/>
                </p:oleObj>
              </mc:Choice>
              <mc:Fallback>
                <p:oleObj name="Equation" r:id="rId5" imgW="279396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558B098-401B-458A-93E5-50CC862F8F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2656053"/>
                        <a:ext cx="2794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1C4A90A-5764-419B-BF6E-D8239319C5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5611243"/>
              </p:ext>
            </p:extLst>
          </p:nvPr>
        </p:nvGraphicFramePr>
        <p:xfrm>
          <a:off x="2224501" y="3690777"/>
          <a:ext cx="29352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60" name="Equation" r:id="rId7" imgW="2933640" imgH="736560" progId="Equation.DSMT4">
                  <p:embed/>
                </p:oleObj>
              </mc:Choice>
              <mc:Fallback>
                <p:oleObj name="Equation" r:id="rId7" imgW="293364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1C4A90A-5764-419B-BF6E-D8239319C5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501" y="3690777"/>
                        <a:ext cx="293528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3C25F50-F223-4F21-A0F8-F4288B48AA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2221824"/>
              </p:ext>
            </p:extLst>
          </p:nvPr>
        </p:nvGraphicFramePr>
        <p:xfrm>
          <a:off x="2224501" y="1373188"/>
          <a:ext cx="284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61" name="Equation" r:id="rId9" imgW="2844720" imgH="812520" progId="Equation.DSMT4">
                  <p:embed/>
                </p:oleObj>
              </mc:Choice>
              <mc:Fallback>
                <p:oleObj name="Equation" r:id="rId9" imgW="2844720" imgH="8125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558B098-401B-458A-93E5-50CC862F8F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501" y="1373188"/>
                        <a:ext cx="2844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733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787789" y="646100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593326"/>
              </p:ext>
            </p:extLst>
          </p:nvPr>
        </p:nvGraphicFramePr>
        <p:xfrm>
          <a:off x="2051720" y="339502"/>
          <a:ext cx="2654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2" name="Equation" r:id="rId4" imgW="2654280" imgH="965160" progId="Equation.DSMT4">
                  <p:embed/>
                </p:oleObj>
              </mc:Choice>
              <mc:Fallback>
                <p:oleObj name="Equation" r:id="rId4" imgW="2654280" imgH="965160" progId="Equation.DSMT4">
                  <p:embed/>
                  <p:pic>
                    <p:nvPicPr>
                      <p:cNvPr id="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39502"/>
                        <a:ext cx="2654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803837" y="1655478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533262" y="1668388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809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895575"/>
              </p:ext>
            </p:extLst>
          </p:nvPr>
        </p:nvGraphicFramePr>
        <p:xfrm>
          <a:off x="2272382" y="1539652"/>
          <a:ext cx="1422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3" name="Equation" r:id="rId6" imgW="1422360" imgH="825480" progId="Equation.DSMT4">
                  <p:embed/>
                </p:oleObj>
              </mc:Choice>
              <mc:Fallback>
                <p:oleObj name="Equation" r:id="rId6" imgW="1422360" imgH="825480" progId="Equation.DSMT4">
                  <p:embed/>
                  <p:pic>
                    <p:nvPicPr>
                      <p:cNvPr id="809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2382" y="1539652"/>
                        <a:ext cx="1422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37969"/>
              </p:ext>
            </p:extLst>
          </p:nvPr>
        </p:nvGraphicFramePr>
        <p:xfrm>
          <a:off x="2273187" y="2554654"/>
          <a:ext cx="167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4" name="Equation" r:id="rId8" imgW="40233600" imgH="18897600" progId="Equation.DSMT4">
                  <p:embed/>
                </p:oleObj>
              </mc:Choice>
              <mc:Fallback>
                <p:oleObj name="Equation" r:id="rId8" imgW="40233600" imgH="18897600" progId="Equation.DSMT4">
                  <p:embed/>
                  <p:pic>
                    <p:nvPicPr>
                      <p:cNvPr id="809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187" y="2554654"/>
                        <a:ext cx="1676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271690"/>
              </p:ext>
            </p:extLst>
          </p:nvPr>
        </p:nvGraphicFramePr>
        <p:xfrm>
          <a:off x="4017819" y="2554654"/>
          <a:ext cx="1879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5" name="Equation" r:id="rId10" imgW="45110400" imgH="18897600" progId="Equation.DSMT4">
                  <p:embed/>
                </p:oleObj>
              </mc:Choice>
              <mc:Fallback>
                <p:oleObj name="Equation" r:id="rId10" imgW="45110400" imgH="18897600" progId="Equation.DSMT4">
                  <p:embed/>
                  <p:pic>
                    <p:nvPicPr>
                      <p:cNvPr id="8091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819" y="2554654"/>
                        <a:ext cx="1879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312080"/>
              </p:ext>
            </p:extLst>
          </p:nvPr>
        </p:nvGraphicFramePr>
        <p:xfrm>
          <a:off x="2272382" y="3698881"/>
          <a:ext cx="774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6" name="Equation" r:id="rId12" imgW="18592800" imgH="18897600" progId="Equation.DSMT4">
                  <p:embed/>
                </p:oleObj>
              </mc:Choice>
              <mc:Fallback>
                <p:oleObj name="Equation" r:id="rId12" imgW="18592800" imgH="18897600" progId="Equation.DSMT4">
                  <p:embed/>
                  <p:pic>
                    <p:nvPicPr>
                      <p:cNvPr id="8091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2382" y="3698881"/>
                        <a:ext cx="774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942374"/>
              </p:ext>
            </p:extLst>
          </p:nvPr>
        </p:nvGraphicFramePr>
        <p:xfrm>
          <a:off x="3057636" y="3711581"/>
          <a:ext cx="774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7" name="Equation" r:id="rId14" imgW="18592800" imgH="18592800" progId="Equation.DSMT4">
                  <p:embed/>
                </p:oleObj>
              </mc:Choice>
              <mc:Fallback>
                <p:oleObj name="Equation" r:id="rId14" imgW="18592800" imgH="18592800" progId="Equation.DSMT4">
                  <p:embed/>
                  <p:pic>
                    <p:nvPicPr>
                      <p:cNvPr id="809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636" y="3711581"/>
                        <a:ext cx="7747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814853"/>
              </p:ext>
            </p:extLst>
          </p:nvPr>
        </p:nvGraphicFramePr>
        <p:xfrm>
          <a:off x="5965651" y="2842791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8" name="Equation" r:id="rId16" imgW="431613" imgH="279279" progId="Equation.DSMT4">
                  <p:embed/>
                </p:oleObj>
              </mc:Choice>
              <mc:Fallback>
                <p:oleObj name="Equation" r:id="rId16" imgW="431613" imgH="279279" progId="Equation.DSMT4">
                  <p:embed/>
                  <p:pic>
                    <p:nvPicPr>
                      <p:cNvPr id="809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651" y="2842791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697774"/>
              </p:ext>
            </p:extLst>
          </p:nvPr>
        </p:nvGraphicFramePr>
        <p:xfrm>
          <a:off x="3842890" y="3959231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59" name="Equation" r:id="rId18" imgW="482400" imgH="279360" progId="Equation.DSMT4">
                  <p:embed/>
                </p:oleObj>
              </mc:Choice>
              <mc:Fallback>
                <p:oleObj name="Equation" r:id="rId18" imgW="482400" imgH="279360" progId="Equation.DSMT4">
                  <p:embed/>
                  <p:pic>
                    <p:nvPicPr>
                      <p:cNvPr id="809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890" y="3959231"/>
                        <a:ext cx="482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>
            <a:extLst>
              <a:ext uri="{FF2B5EF4-FFF2-40B4-BE49-F238E27FC236}">
                <a16:creationId xmlns:a16="http://schemas.microsoft.com/office/drawing/2014/main" id="{7409A148-FC81-46E6-A564-D62CFFEE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764233"/>
              </p:ext>
            </p:extLst>
          </p:nvPr>
        </p:nvGraphicFramePr>
        <p:xfrm>
          <a:off x="3721770" y="1586778"/>
          <a:ext cx="1968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60" name="Equation" r:id="rId20" imgW="1968480" imgH="685800" progId="Equation.DSMT4">
                  <p:embed/>
                </p:oleObj>
              </mc:Choice>
              <mc:Fallback>
                <p:oleObj name="Equation" r:id="rId20" imgW="1968480" imgH="685800" progId="Equation.DSMT4">
                  <p:embed/>
                  <p:pic>
                    <p:nvPicPr>
                      <p:cNvPr id="18" name="Object 15">
                        <a:extLst>
                          <a:ext uri="{FF2B5EF4-FFF2-40B4-BE49-F238E27FC236}">
                            <a16:creationId xmlns:a16="http://schemas.microsoft.com/office/drawing/2014/main" id="{7409A148-FC81-46E6-A564-D62CFFEE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770" y="1586778"/>
                        <a:ext cx="1968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644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F398AA-E7BA-47F0-B864-4B2C36611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58" y="61865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4DC1496-0853-4DE6-A16A-BA1C282DEB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242357"/>
              </p:ext>
            </p:extLst>
          </p:nvPr>
        </p:nvGraphicFramePr>
        <p:xfrm>
          <a:off x="1754163" y="544685"/>
          <a:ext cx="19319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9" name="Equation" r:id="rId3" imgW="1930320" imgH="609480" progId="Equation.DSMT4">
                  <p:embed/>
                </p:oleObj>
              </mc:Choice>
              <mc:Fallback>
                <p:oleObj name="Equation" r:id="rId3" imgW="1930320" imgH="609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4DC1496-0853-4DE6-A16A-BA1C282DEB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63" y="544685"/>
                        <a:ext cx="19319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1FB3533-6B09-4DE6-9DC3-546297780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63" y="1634009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4364207-C628-47D9-8180-A4135FE91A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358868"/>
              </p:ext>
            </p:extLst>
          </p:nvPr>
        </p:nvGraphicFramePr>
        <p:xfrm>
          <a:off x="2188369" y="1560041"/>
          <a:ext cx="1333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70" name="Equation" r:id="rId5" imgW="1333440" imgH="609480" progId="Equation.DSMT4">
                  <p:embed/>
                </p:oleObj>
              </mc:Choice>
              <mc:Fallback>
                <p:oleObj name="Equation" r:id="rId5" imgW="1333440" imgH="609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4364207-C628-47D9-8180-A4135FE91A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369" y="1560041"/>
                        <a:ext cx="1333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4DD6EDA-F9DD-4D7F-AD7A-4292B490C4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1289203"/>
              </p:ext>
            </p:extLst>
          </p:nvPr>
        </p:nvGraphicFramePr>
        <p:xfrm>
          <a:off x="3650456" y="1560041"/>
          <a:ext cx="1843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71" name="Equation" r:id="rId7" imgW="1841400" imgH="609480" progId="Equation.DSMT4">
                  <p:embed/>
                </p:oleObj>
              </mc:Choice>
              <mc:Fallback>
                <p:oleObj name="Equation" r:id="rId7" imgW="1841400" imgH="609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4DD6EDA-F9DD-4D7F-AD7A-4292B490C48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456" y="1560041"/>
                        <a:ext cx="18430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538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817833"/>
            <a:ext cx="1600200" cy="533400"/>
          </a:xfrm>
        </p:spPr>
        <p:txBody>
          <a:bodyPr/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99790" y="1776807"/>
            <a:ext cx="2057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 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/>
          </p:nvPr>
        </p:nvGraphicFramePr>
        <p:xfrm>
          <a:off x="2555776" y="1776807"/>
          <a:ext cx="1955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92" name="Equation" r:id="rId4" imgW="1955520" imgH="507960" progId="Equation.DSMT4">
                  <p:embed/>
                </p:oleObj>
              </mc:Choice>
              <mc:Fallback>
                <p:oleObj name="Equation" r:id="rId4" imgW="1955520" imgH="50796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776807"/>
                        <a:ext cx="1955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3" name="Object 13"/>
          <p:cNvGraphicFramePr>
            <a:graphicFrameLocks noChangeAspect="1"/>
          </p:cNvGraphicFramePr>
          <p:nvPr>
            <p:extLst/>
          </p:nvPr>
        </p:nvGraphicFramePr>
        <p:xfrm>
          <a:off x="2195736" y="860681"/>
          <a:ext cx="127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93" name="Equation" r:id="rId6" imgW="30480000" imgH="12192000" progId="Equation.DSMT4">
                  <p:embed/>
                </p:oleObj>
              </mc:Choice>
              <mc:Fallback>
                <p:oleObj name="Equation" r:id="rId6" imgW="30480000" imgH="12192000" progId="Equation.DSMT4">
                  <p:embed/>
                  <p:pic>
                    <p:nvPicPr>
                      <p:cNvPr id="870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860681"/>
                        <a:ext cx="1270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14"/>
          <p:cNvGraphicFramePr>
            <a:graphicFrameLocks noChangeAspect="1"/>
          </p:cNvGraphicFramePr>
          <p:nvPr>
            <p:extLst/>
          </p:nvPr>
        </p:nvGraphicFramePr>
        <p:xfrm>
          <a:off x="2540184" y="2711862"/>
          <a:ext cx="22478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94" name="Equation" r:id="rId8" imgW="2247840" imgH="507960" progId="Equation.DSMT4">
                  <p:embed/>
                </p:oleObj>
              </mc:Choice>
              <mc:Fallback>
                <p:oleObj name="Equation" r:id="rId8" imgW="2247840" imgH="507960" progId="Equation.DSMT4">
                  <p:embed/>
                  <p:pic>
                    <p:nvPicPr>
                      <p:cNvPr id="870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184" y="2711862"/>
                        <a:ext cx="224784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>
            <p:extLst/>
          </p:nvPr>
        </p:nvGraphicFramePr>
        <p:xfrm>
          <a:off x="2555776" y="3660502"/>
          <a:ext cx="1816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95" name="Equation" r:id="rId10" imgW="1815840" imgH="279360" progId="Equation.DSMT4">
                  <p:embed/>
                </p:oleObj>
              </mc:Choice>
              <mc:Fallback>
                <p:oleObj name="Equation" r:id="rId10" imgW="1815840" imgH="279360" progId="Equation.DSMT4">
                  <p:embed/>
                  <p:pic>
                    <p:nvPicPr>
                      <p:cNvPr id="870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660502"/>
                        <a:ext cx="1816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32CAAB1B-362A-422B-AB57-6921452E9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451988"/>
              </p:ext>
            </p:extLst>
          </p:nvPr>
        </p:nvGraphicFramePr>
        <p:xfrm>
          <a:off x="5736828" y="1797050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96" name="Equation" r:id="rId12" imgW="2120760" imgH="342720" progId="Equation.DSMT4">
                  <p:embed/>
                </p:oleObj>
              </mc:Choice>
              <mc:Fallback>
                <p:oleObj name="Equation" r:id="rId12" imgW="2120760" imgH="342720" progId="Equation.DSMT4">
                  <p:embed/>
                  <p:pic>
                    <p:nvPicPr>
                      <p:cNvPr id="12" name="Object 17">
                        <a:extLst>
                          <a:ext uri="{FF2B5EF4-FFF2-40B4-BE49-F238E27FC236}">
                            <a16:creationId xmlns:a16="http://schemas.microsoft.com/office/drawing/2014/main" id="{32CAAB1B-362A-422B-AB57-6921452E9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6828" y="1797050"/>
                        <a:ext cx="21209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236980"/>
              </p:ext>
            </p:extLst>
          </p:nvPr>
        </p:nvGraphicFramePr>
        <p:xfrm>
          <a:off x="5749528" y="2733675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797" name="Equation" r:id="rId14" imgW="2108160" imgH="342720" progId="Equation.DSMT4">
                  <p:embed/>
                </p:oleObj>
              </mc:Choice>
              <mc:Fallback>
                <p:oleObj name="Equation" r:id="rId14" imgW="2108160" imgH="34272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528" y="2733675"/>
                        <a:ext cx="2108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318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817833"/>
            <a:ext cx="1600200" cy="533400"/>
          </a:xfrm>
        </p:spPr>
        <p:txBody>
          <a:bodyPr/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99790" y="1776807"/>
            <a:ext cx="2057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 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198449"/>
              </p:ext>
            </p:extLst>
          </p:nvPr>
        </p:nvGraphicFramePr>
        <p:xfrm>
          <a:off x="2555776" y="1776807"/>
          <a:ext cx="1955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2" name="Equation" r:id="rId4" imgW="1955520" imgH="507960" progId="Equation.DSMT4">
                  <p:embed/>
                </p:oleObj>
              </mc:Choice>
              <mc:Fallback>
                <p:oleObj name="Equation" r:id="rId4" imgW="1955520" imgH="50796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776807"/>
                        <a:ext cx="1955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637202"/>
              </p:ext>
            </p:extLst>
          </p:nvPr>
        </p:nvGraphicFramePr>
        <p:xfrm>
          <a:off x="2276556" y="874021"/>
          <a:ext cx="12571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3" name="Equation" r:id="rId6" imgW="1257120" imgH="507960" progId="Equation.DSMT4">
                  <p:embed/>
                </p:oleObj>
              </mc:Choice>
              <mc:Fallback>
                <p:oleObj name="Equation" r:id="rId6" imgW="1257120" imgH="507960" progId="Equation.DSMT4">
                  <p:embed/>
                  <p:pic>
                    <p:nvPicPr>
                      <p:cNvPr id="870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556" y="874021"/>
                        <a:ext cx="125712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911485"/>
              </p:ext>
            </p:extLst>
          </p:nvPr>
        </p:nvGraphicFramePr>
        <p:xfrm>
          <a:off x="2533650" y="2711450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4" name="Equation" r:id="rId8" imgW="2260440" imgH="507960" progId="Equation.DSMT4">
                  <p:embed/>
                </p:oleObj>
              </mc:Choice>
              <mc:Fallback>
                <p:oleObj name="Equation" r:id="rId8" imgW="2260440" imgH="507960" progId="Equation.DSMT4">
                  <p:embed/>
                  <p:pic>
                    <p:nvPicPr>
                      <p:cNvPr id="870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2711450"/>
                        <a:ext cx="2260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683323"/>
              </p:ext>
            </p:extLst>
          </p:nvPr>
        </p:nvGraphicFramePr>
        <p:xfrm>
          <a:off x="2555776" y="3669179"/>
          <a:ext cx="2006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5" name="Equation" r:id="rId10" imgW="2006280" imgH="279360" progId="Equation.DSMT4">
                  <p:embed/>
                </p:oleObj>
              </mc:Choice>
              <mc:Fallback>
                <p:oleObj name="Equation" r:id="rId10" imgW="2006280" imgH="279360" progId="Equation.DSMT4">
                  <p:embed/>
                  <p:pic>
                    <p:nvPicPr>
                      <p:cNvPr id="870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669179"/>
                        <a:ext cx="2006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498200"/>
              </p:ext>
            </p:extLst>
          </p:nvPr>
        </p:nvGraphicFramePr>
        <p:xfrm>
          <a:off x="5508104" y="2711450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6" name="Equation" r:id="rId12" imgW="2108160" imgH="342720" progId="Equation.DSMT4">
                  <p:embed/>
                </p:oleObj>
              </mc:Choice>
              <mc:Fallback>
                <p:oleObj name="Equation" r:id="rId12" imgW="2108160" imgH="34272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2711450"/>
                        <a:ext cx="2108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405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99592" y="935012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900085" y="1966067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graphicFrame>
        <p:nvGraphicFramePr>
          <p:cNvPr id="85004" name="Object 12"/>
          <p:cNvGraphicFramePr>
            <a:graphicFrameLocks noChangeAspect="1"/>
          </p:cNvGraphicFramePr>
          <p:nvPr>
            <p:extLst/>
          </p:nvPr>
        </p:nvGraphicFramePr>
        <p:xfrm>
          <a:off x="2195736" y="797544"/>
          <a:ext cx="1765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0" name="Equation" r:id="rId4" imgW="42367200" imgH="17678400" progId="Equation.DSMT4">
                  <p:embed/>
                </p:oleObj>
              </mc:Choice>
              <mc:Fallback>
                <p:oleObj name="Equation" r:id="rId4" imgW="42367200" imgH="17678400" progId="Equation.DSMT4">
                  <p:embed/>
                  <p:pic>
                    <p:nvPicPr>
                      <p:cNvPr id="850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797544"/>
                        <a:ext cx="1765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14"/>
          <p:cNvGraphicFramePr>
            <a:graphicFrameLocks noChangeAspect="1"/>
          </p:cNvGraphicFramePr>
          <p:nvPr>
            <p:extLst/>
          </p:nvPr>
        </p:nvGraphicFramePr>
        <p:xfrm>
          <a:off x="2498757" y="1840450"/>
          <a:ext cx="180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1" name="Equation" r:id="rId6" imgW="43281600" imgH="17678400" progId="Equation.DSMT4">
                  <p:embed/>
                </p:oleObj>
              </mc:Choice>
              <mc:Fallback>
                <p:oleObj name="Equation" r:id="rId6" imgW="43281600" imgH="17678400" progId="Equation.DSMT4">
                  <p:embed/>
                  <p:pic>
                    <p:nvPicPr>
                      <p:cNvPr id="850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57" y="1840450"/>
                        <a:ext cx="1803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7" name="Object 15"/>
          <p:cNvGraphicFramePr>
            <a:graphicFrameLocks noChangeAspect="1"/>
          </p:cNvGraphicFramePr>
          <p:nvPr>
            <p:extLst/>
          </p:nvPr>
        </p:nvGraphicFramePr>
        <p:xfrm>
          <a:off x="2498757" y="2804061"/>
          <a:ext cx="171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2" name="Equation" r:id="rId8" imgW="41148000" imgH="17373600" progId="Equation.DSMT4">
                  <p:embed/>
                </p:oleObj>
              </mc:Choice>
              <mc:Fallback>
                <p:oleObj name="Equation" r:id="rId8" imgW="41148000" imgH="17373600" progId="Equation.DSMT4">
                  <p:embed/>
                  <p:pic>
                    <p:nvPicPr>
                      <p:cNvPr id="8500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57" y="2804061"/>
                        <a:ext cx="1714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8" name="Object 16"/>
          <p:cNvGraphicFramePr>
            <a:graphicFrameLocks noChangeAspect="1"/>
          </p:cNvGraphicFramePr>
          <p:nvPr>
            <p:extLst/>
          </p:nvPr>
        </p:nvGraphicFramePr>
        <p:xfrm>
          <a:off x="2498757" y="3720058"/>
          <a:ext cx="1638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3" name="Equation" r:id="rId10" imgW="39319200" imgH="17373600" progId="Equation.DSMT4">
                  <p:embed/>
                </p:oleObj>
              </mc:Choice>
              <mc:Fallback>
                <p:oleObj name="Equation" r:id="rId10" imgW="39319200" imgH="17373600" progId="Equation.DSMT4">
                  <p:embed/>
                  <p:pic>
                    <p:nvPicPr>
                      <p:cNvPr id="8500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57" y="3720058"/>
                        <a:ext cx="1638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634661" y="1966068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878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641448" y="410368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641448" y="139349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427275" y="1393492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839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685285"/>
              </p:ext>
            </p:extLst>
          </p:nvPr>
        </p:nvGraphicFramePr>
        <p:xfrm>
          <a:off x="1907704" y="267494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0" name="Equation" r:id="rId4" imgW="53035200" imgH="17678400" progId="Equation.DSMT4">
                  <p:embed/>
                </p:oleObj>
              </mc:Choice>
              <mc:Fallback>
                <p:oleObj name="Equation" r:id="rId4" imgW="53035200" imgH="17678400" progId="Equation.DSMT4">
                  <p:embed/>
                  <p:pic>
                    <p:nvPicPr>
                      <p:cNvPr id="839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67494"/>
                        <a:ext cx="2209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434321"/>
              </p:ext>
            </p:extLst>
          </p:nvPr>
        </p:nvGraphicFramePr>
        <p:xfrm>
          <a:off x="2203548" y="1210493"/>
          <a:ext cx="2514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1" name="Equation" r:id="rId6" imgW="60350400" imgH="18592800" progId="Equation.DSMT4">
                  <p:embed/>
                </p:oleObj>
              </mc:Choice>
              <mc:Fallback>
                <p:oleObj name="Equation" r:id="rId6" imgW="60350400" imgH="18592800" progId="Equation.DSMT4">
                  <p:embed/>
                  <p:pic>
                    <p:nvPicPr>
                      <p:cNvPr id="839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548" y="1210493"/>
                        <a:ext cx="25146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750458"/>
              </p:ext>
            </p:extLst>
          </p:nvPr>
        </p:nvGraphicFramePr>
        <p:xfrm>
          <a:off x="2196271" y="2164324"/>
          <a:ext cx="284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2" name="Equation" r:id="rId8" imgW="2844720" imgH="812520" progId="Equation.DSMT4">
                  <p:embed/>
                </p:oleObj>
              </mc:Choice>
              <mc:Fallback>
                <p:oleObj name="Equation" r:id="rId8" imgW="2844720" imgH="812520" progId="Equation.DSMT4">
                  <p:embed/>
                  <p:pic>
                    <p:nvPicPr>
                      <p:cNvPr id="8398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271" y="2164324"/>
                        <a:ext cx="2844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145655"/>
              </p:ext>
            </p:extLst>
          </p:nvPr>
        </p:nvGraphicFramePr>
        <p:xfrm>
          <a:off x="2230700" y="3265699"/>
          <a:ext cx="29206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3" name="Equation" r:id="rId10" imgW="2920680" imgH="507960" progId="Equation.DSMT4">
                  <p:embed/>
                </p:oleObj>
              </mc:Choice>
              <mc:Fallback>
                <p:oleObj name="Equation" r:id="rId10" imgW="2920680" imgH="507960" progId="Equation.DSMT4">
                  <p:embed/>
                  <p:pic>
                    <p:nvPicPr>
                      <p:cNvPr id="839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700" y="3265699"/>
                        <a:ext cx="292068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267237"/>
              </p:ext>
            </p:extLst>
          </p:nvPr>
        </p:nvGraphicFramePr>
        <p:xfrm>
          <a:off x="2203548" y="4091819"/>
          <a:ext cx="1066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4" name="Equation" r:id="rId12" imgW="25603200" imgH="6096000" progId="Equation.DSMT4">
                  <p:embed/>
                </p:oleObj>
              </mc:Choice>
              <mc:Fallback>
                <p:oleObj name="Equation" r:id="rId12" imgW="25603200" imgH="6096000" progId="Equation.DSMT4">
                  <p:embed/>
                  <p:pic>
                    <p:nvPicPr>
                      <p:cNvPr id="8398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548" y="4091819"/>
                        <a:ext cx="1066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951022"/>
              </p:ext>
            </p:extLst>
          </p:nvPr>
        </p:nvGraphicFramePr>
        <p:xfrm>
          <a:off x="3279304" y="4091819"/>
          <a:ext cx="838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5" name="Equation" r:id="rId14" imgW="20116800" imgH="6096000" progId="Equation.DSMT4">
                  <p:embed/>
                </p:oleObj>
              </mc:Choice>
              <mc:Fallback>
                <p:oleObj name="Equation" r:id="rId14" imgW="20116800" imgH="6096000" progId="Equation.DSMT4">
                  <p:embed/>
                  <p:pic>
                    <p:nvPicPr>
                      <p:cNvPr id="8398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304" y="4091819"/>
                        <a:ext cx="8382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136419"/>
              </p:ext>
            </p:extLst>
          </p:nvPr>
        </p:nvGraphicFramePr>
        <p:xfrm>
          <a:off x="5583428" y="2195190"/>
          <a:ext cx="320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6" name="Equation" r:id="rId16" imgW="76809600" imgH="17678400" progId="Equation.DSMT4">
                  <p:embed/>
                </p:oleObj>
              </mc:Choice>
              <mc:Fallback>
                <p:oleObj name="Equation" r:id="rId16" imgW="76809600" imgH="17678400" progId="Equation.DSMT4">
                  <p:embed/>
                  <p:pic>
                    <p:nvPicPr>
                      <p:cNvPr id="8398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428" y="2195190"/>
                        <a:ext cx="32004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07278"/>
              </p:ext>
            </p:extLst>
          </p:nvPr>
        </p:nvGraphicFramePr>
        <p:xfrm>
          <a:off x="4188499" y="4066419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97" name="Equation" r:id="rId18" imgW="482400" imgH="279360" progId="Equation.DSMT4">
                  <p:embed/>
                </p:oleObj>
              </mc:Choice>
              <mc:Fallback>
                <p:oleObj name="Equation" r:id="rId18" imgW="482400" imgH="279360" progId="Equation.DSMT4">
                  <p:embed/>
                  <p:pic>
                    <p:nvPicPr>
                      <p:cNvPr id="8399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499" y="4066419"/>
                        <a:ext cx="482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318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FCDC0ECC-4EAE-48D0-97D1-05C66DFFC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64" y="476950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3B3B0E01-171D-4CF0-99CB-A01AC20DB6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469395"/>
              </p:ext>
            </p:extLst>
          </p:nvPr>
        </p:nvGraphicFramePr>
        <p:xfrm>
          <a:off x="2267744" y="339502"/>
          <a:ext cx="21841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31" name="Equation" r:id="rId3" imgW="2184120" imgH="736560" progId="Equation.DSMT4">
                  <p:embed/>
                </p:oleObj>
              </mc:Choice>
              <mc:Fallback>
                <p:oleObj name="Equation" r:id="rId3" imgW="2184120" imgH="736560" progId="Equation.DSMT4">
                  <p:embed/>
                  <p:pic>
                    <p:nvPicPr>
                      <p:cNvPr id="8398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39502"/>
                        <a:ext cx="21841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05B6DB11-76D1-49A6-AE66-3213822AD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64" y="142647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B97C7774-5109-443B-AF91-E6511005D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39" y="1460074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64BD5503-2360-4083-9DF0-41607BE94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407033"/>
              </p:ext>
            </p:extLst>
          </p:nvPr>
        </p:nvGraphicFramePr>
        <p:xfrm>
          <a:off x="2179705" y="1304138"/>
          <a:ext cx="2501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32" name="Equation" r:id="rId5" imgW="2501640" imgH="774360" progId="Equation.DSMT4">
                  <p:embed/>
                </p:oleObj>
              </mc:Choice>
              <mc:Fallback>
                <p:oleObj name="Equation" r:id="rId5" imgW="2501640" imgH="774360" progId="Equation.DSMT4">
                  <p:embed/>
                  <p:pic>
                    <p:nvPicPr>
                      <p:cNvPr id="8398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705" y="1304138"/>
                        <a:ext cx="2501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C5CED9C9-516D-4041-8A7D-945994D57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24801"/>
              </p:ext>
            </p:extLst>
          </p:nvPr>
        </p:nvGraphicFramePr>
        <p:xfrm>
          <a:off x="2208756" y="2350300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33" name="Equation" r:id="rId7" imgW="2908080" imgH="736560" progId="Equation.DSMT4">
                  <p:embed/>
                </p:oleObj>
              </mc:Choice>
              <mc:Fallback>
                <p:oleObj name="Equation" r:id="rId7" imgW="2908080" imgH="736560" progId="Equation.DSMT4">
                  <p:embed/>
                  <p:pic>
                    <p:nvPicPr>
                      <p:cNvPr id="6" name="Object 16">
                        <a:extLst>
                          <a:ext uri="{FF2B5EF4-FFF2-40B4-BE49-F238E27FC236}">
                            <a16:creationId xmlns:a16="http://schemas.microsoft.com/office/drawing/2014/main" id="{64BD5503-2360-4083-9DF0-41607BE94E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756" y="2350300"/>
                        <a:ext cx="2908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B562ED77-438E-44FE-8243-97AF247EF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499733"/>
              </p:ext>
            </p:extLst>
          </p:nvPr>
        </p:nvGraphicFramePr>
        <p:xfrm>
          <a:off x="2219393" y="3378461"/>
          <a:ext cx="2679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34" name="Equation" r:id="rId9" imgW="2679480" imgH="507960" progId="Equation.DSMT4">
                  <p:embed/>
                </p:oleObj>
              </mc:Choice>
              <mc:Fallback>
                <p:oleObj name="Equation" r:id="rId9" imgW="2679480" imgH="50796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C5CED9C9-516D-4041-8A7D-945994D57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93" y="3378461"/>
                        <a:ext cx="2679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>
            <a:extLst>
              <a:ext uri="{FF2B5EF4-FFF2-40B4-BE49-F238E27FC236}">
                <a16:creationId xmlns:a16="http://schemas.microsoft.com/office/drawing/2014/main" id="{3D629AEF-454C-4911-B4B9-2DA67A02D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933684"/>
              </p:ext>
            </p:extLst>
          </p:nvPr>
        </p:nvGraphicFramePr>
        <p:xfrm>
          <a:off x="2219393" y="4223650"/>
          <a:ext cx="2209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35" name="Equation" r:id="rId11" imgW="2209680" imgH="279360" progId="Equation.DSMT4">
                  <p:embed/>
                </p:oleObj>
              </mc:Choice>
              <mc:Fallback>
                <p:oleObj name="Equation" r:id="rId11" imgW="2209680" imgH="279360" progId="Equation.DSMT4">
                  <p:embed/>
                  <p:pic>
                    <p:nvPicPr>
                      <p:cNvPr id="8" name="Object 16">
                        <a:extLst>
                          <a:ext uri="{FF2B5EF4-FFF2-40B4-BE49-F238E27FC236}">
                            <a16:creationId xmlns:a16="http://schemas.microsoft.com/office/drawing/2014/main" id="{B562ED77-438E-44FE-8243-97AF247EF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93" y="4223650"/>
                        <a:ext cx="2209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152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2465">
            <a:extLst>
              <a:ext uri="{FF2B5EF4-FFF2-40B4-BE49-F238E27FC236}">
                <a16:creationId xmlns:a16="http://schemas.microsoft.com/office/drawing/2014/main" id="{FC694225-E807-46F9-84D0-AB19D78614E3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483518"/>
            <a:ext cx="1676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400" b="1" dirty="0">
                <a:latin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" name="对象 62466">
            <a:extLst>
              <a:ext uri="{FF2B5EF4-FFF2-40B4-BE49-F238E27FC236}">
                <a16:creationId xmlns:a16="http://schemas.microsoft.com/office/drawing/2014/main" id="{88EF0A01-A1C9-43C4-B5B1-A0ABC48125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3771929"/>
              </p:ext>
            </p:extLst>
          </p:nvPr>
        </p:nvGraphicFramePr>
        <p:xfrm>
          <a:off x="2454275" y="528638"/>
          <a:ext cx="17795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88" name="Equation" r:id="rId3" imgW="1777680" imgH="507960" progId="Equation.DSMT4">
                  <p:embed/>
                </p:oleObj>
              </mc:Choice>
              <mc:Fallback>
                <p:oleObj name="Equation" r:id="rId3" imgW="1777680" imgH="507960" progId="Equation.DSMT4">
                  <p:embed/>
                  <p:pic>
                    <p:nvPicPr>
                      <p:cNvPr id="19458" name="对象 62466">
                        <a:extLst>
                          <a:ext uri="{FF2B5EF4-FFF2-40B4-BE49-F238E27FC236}">
                            <a16:creationId xmlns:a16="http://schemas.microsoft.com/office/drawing/2014/main" id="{375A4761-5C8C-4797-95D4-C68DA788F0E4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528638"/>
                        <a:ext cx="17795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A31D20F-2C6A-4267-A282-504DFDBB2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351881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原式 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=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E5E601C-E712-4A70-B897-08CCA02EBD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431224"/>
              </p:ext>
            </p:extLst>
          </p:nvPr>
        </p:nvGraphicFramePr>
        <p:xfrm>
          <a:off x="2707754" y="1349834"/>
          <a:ext cx="21621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89" name="Equation" r:id="rId5" imgW="2158920" imgH="507960" progId="Equation.DSMT4">
                  <p:embed/>
                </p:oleObj>
              </mc:Choice>
              <mc:Fallback>
                <p:oleObj name="Equation" r:id="rId5" imgW="2158920" imgH="507960" progId="Equation.DSMT4">
                  <p:embed/>
                  <p:pic>
                    <p:nvPicPr>
                      <p:cNvPr id="62469" name="对象 62468">
                        <a:extLst>
                          <a:ext uri="{FF2B5EF4-FFF2-40B4-BE49-F238E27FC236}">
                            <a16:creationId xmlns:a16="http://schemas.microsoft.com/office/drawing/2014/main" id="{0F4C4982-68A4-45C6-A3BB-67C158DD70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7754" y="1349834"/>
                        <a:ext cx="21621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92624E1-0EBB-4AC4-AA91-AE7E3A9DD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500943"/>
              </p:ext>
            </p:extLst>
          </p:nvPr>
        </p:nvGraphicFramePr>
        <p:xfrm>
          <a:off x="2339975" y="2296126"/>
          <a:ext cx="1054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90" name="Equation" r:id="rId7" imgW="1054080" imgH="825480" progId="Equation.DSMT4">
                  <p:embed/>
                </p:oleObj>
              </mc:Choice>
              <mc:Fallback>
                <p:oleObj name="Equation" r:id="rId7" imgW="1054080" imgH="825480" progId="Equation.DSMT4">
                  <p:embed/>
                  <p:pic>
                    <p:nvPicPr>
                      <p:cNvPr id="62470" name="对象 62469">
                        <a:extLst>
                          <a:ext uri="{FF2B5EF4-FFF2-40B4-BE49-F238E27FC236}">
                            <a16:creationId xmlns:a16="http://schemas.microsoft.com/office/drawing/2014/main" id="{49E31495-83CE-4703-AD56-FAA674317E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296126"/>
                        <a:ext cx="1054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1F553D9-F3B1-479C-826C-0678582948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7793713"/>
              </p:ext>
            </p:extLst>
          </p:nvPr>
        </p:nvGraphicFramePr>
        <p:xfrm>
          <a:off x="3489490" y="2305023"/>
          <a:ext cx="863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91" name="Equation" r:id="rId9" imgW="863280" imgH="761760" progId="Equation.DSMT4">
                  <p:embed/>
                </p:oleObj>
              </mc:Choice>
              <mc:Fallback>
                <p:oleObj name="Equation" r:id="rId9" imgW="863280" imgH="761760" progId="Equation.DSMT4">
                  <p:embed/>
                  <p:pic>
                    <p:nvPicPr>
                      <p:cNvPr id="62471" name="对象 62470">
                        <a:extLst>
                          <a:ext uri="{FF2B5EF4-FFF2-40B4-BE49-F238E27FC236}">
                            <a16:creationId xmlns:a16="http://schemas.microsoft.com/office/drawing/2014/main" id="{8D7FBBED-4C5B-414F-966C-8578DF71174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490" y="2305023"/>
                        <a:ext cx="863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642BB03-7334-442A-9A56-EED29307BE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629494"/>
              </p:ext>
            </p:extLst>
          </p:nvPr>
        </p:nvGraphicFramePr>
        <p:xfrm>
          <a:off x="2339975" y="3541931"/>
          <a:ext cx="2984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92" name="Equation" r:id="rId11" imgW="2984400" imgH="888840" progId="Equation.DSMT4">
                  <p:embed/>
                </p:oleObj>
              </mc:Choice>
              <mc:Fallback>
                <p:oleObj name="Equation" r:id="rId11" imgW="2984400" imgH="888840" progId="Equation.DSMT4">
                  <p:embed/>
                  <p:pic>
                    <p:nvPicPr>
                      <p:cNvPr id="62472" name="对象 62471">
                        <a:extLst>
                          <a:ext uri="{FF2B5EF4-FFF2-40B4-BE49-F238E27FC236}">
                            <a16:creationId xmlns:a16="http://schemas.microsoft.com/office/drawing/2014/main" id="{43A27CEE-B5F3-4163-9C5B-A08EE3ABAC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541931"/>
                        <a:ext cx="2984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F3479DA-0B77-4F19-9DF2-AC152CD86D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9682366"/>
              </p:ext>
            </p:extLst>
          </p:nvPr>
        </p:nvGraphicFramePr>
        <p:xfrm>
          <a:off x="4448505" y="2571750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93" name="Equation" r:id="rId13" imgW="431640" imgH="279360" progId="Equation.DSMT4">
                  <p:embed/>
                </p:oleObj>
              </mc:Choice>
              <mc:Fallback>
                <p:oleObj name="Equation" r:id="rId13" imgW="431640" imgH="279360" progId="Equation.DSMT4">
                  <p:embed/>
                  <p:pic>
                    <p:nvPicPr>
                      <p:cNvPr id="62473" name="对象 62472">
                        <a:extLst>
                          <a:ext uri="{FF2B5EF4-FFF2-40B4-BE49-F238E27FC236}">
                            <a16:creationId xmlns:a16="http://schemas.microsoft.com/office/drawing/2014/main" id="{74D666DE-5AD7-4DBE-A3FB-AA6C9973AB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505" y="2571750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739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27584" y="636126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827584" y="1387043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931535"/>
              </p:ext>
            </p:extLst>
          </p:nvPr>
        </p:nvGraphicFramePr>
        <p:xfrm>
          <a:off x="2073799" y="639316"/>
          <a:ext cx="203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89" name="Equation" r:id="rId4" imgW="2031840" imgH="507960" progId="Equation.DSMT4">
                  <p:embed/>
                </p:oleObj>
              </mc:Choice>
              <mc:Fallback>
                <p:oleObj name="Equation" r:id="rId4" imgW="2031840" imgH="50796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799" y="639316"/>
                        <a:ext cx="203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180458"/>
              </p:ext>
            </p:extLst>
          </p:nvPr>
        </p:nvGraphicFramePr>
        <p:xfrm>
          <a:off x="1527699" y="2168323"/>
          <a:ext cx="101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0" name="Equation" r:id="rId6" imgW="1015920" imgH="507960" progId="Equation.DSMT4">
                  <p:embed/>
                </p:oleObj>
              </mc:Choice>
              <mc:Fallback>
                <p:oleObj name="Equation" r:id="rId6" imgW="1015920" imgH="507960" progId="Equation.DSMT4">
                  <p:embed/>
                  <p:pic>
                    <p:nvPicPr>
                      <p:cNvPr id="778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699" y="2168323"/>
                        <a:ext cx="101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833869"/>
              </p:ext>
            </p:extLst>
          </p:nvPr>
        </p:nvGraphicFramePr>
        <p:xfrm>
          <a:off x="2543699" y="2173907"/>
          <a:ext cx="1371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1" name="Equation" r:id="rId8" imgW="1371600" imgH="507960" progId="Equation.DSMT4">
                  <p:embed/>
                </p:oleObj>
              </mc:Choice>
              <mc:Fallback>
                <p:oleObj name="Equation" r:id="rId8" imgW="1371600" imgH="507960" progId="Equation.DSMT4">
                  <p:embed/>
                  <p:pic>
                    <p:nvPicPr>
                      <p:cNvPr id="778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699" y="2173907"/>
                        <a:ext cx="1371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485359"/>
              </p:ext>
            </p:extLst>
          </p:nvPr>
        </p:nvGraphicFramePr>
        <p:xfrm>
          <a:off x="1527699" y="2895604"/>
          <a:ext cx="736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2" name="Equation" r:id="rId10" imgW="736560" imgH="774360" progId="Equation.DSMT4">
                  <p:embed/>
                </p:oleObj>
              </mc:Choice>
              <mc:Fallback>
                <p:oleObj name="Equation" r:id="rId10" imgW="736560" imgH="774360" progId="Equation.DSMT4">
                  <p:embed/>
                  <p:pic>
                    <p:nvPicPr>
                      <p:cNvPr id="7784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699" y="2895604"/>
                        <a:ext cx="7366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743855"/>
              </p:ext>
            </p:extLst>
          </p:nvPr>
        </p:nvGraphicFramePr>
        <p:xfrm>
          <a:off x="2380980" y="3147814"/>
          <a:ext cx="990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3" name="Equation" r:id="rId12" imgW="990360" imgH="279360" progId="Equation.DSMT4">
                  <p:embed/>
                </p:oleObj>
              </mc:Choice>
              <mc:Fallback>
                <p:oleObj name="Equation" r:id="rId12" imgW="990360" imgH="279360" progId="Equation.DSMT4">
                  <p:embed/>
                  <p:pic>
                    <p:nvPicPr>
                      <p:cNvPr id="7784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0980" y="3147814"/>
                        <a:ext cx="990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019284"/>
              </p:ext>
            </p:extLst>
          </p:nvPr>
        </p:nvGraphicFramePr>
        <p:xfrm>
          <a:off x="1745186" y="1416670"/>
          <a:ext cx="1993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4" name="Equation" r:id="rId14" imgW="1993680" imgH="507960" progId="Equation.DSMT4">
                  <p:embed/>
                </p:oleObj>
              </mc:Choice>
              <mc:Fallback>
                <p:oleObj name="Equation" r:id="rId14" imgW="1993680" imgH="507960" progId="Equation.DSMT4">
                  <p:embed/>
                  <p:pic>
                    <p:nvPicPr>
                      <p:cNvPr id="296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186" y="1416670"/>
                        <a:ext cx="1993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782726"/>
              </p:ext>
            </p:extLst>
          </p:nvPr>
        </p:nvGraphicFramePr>
        <p:xfrm>
          <a:off x="3399352" y="3143254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5" name="Equation" r:id="rId16" imgW="482400" imgH="279360" progId="Equation.DSMT4">
                  <p:embed/>
                </p:oleObj>
              </mc:Choice>
              <mc:Fallback>
                <p:oleObj name="Equation" r:id="rId16" imgW="482400" imgH="2793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352" y="3143254"/>
                        <a:ext cx="482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379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917074" y="1121384"/>
            <a:ext cx="1422678" cy="609600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1638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261766"/>
              </p:ext>
            </p:extLst>
          </p:nvPr>
        </p:nvGraphicFramePr>
        <p:xfrm>
          <a:off x="2366888" y="1078508"/>
          <a:ext cx="2997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4" name="Equation" r:id="rId4" imgW="71932800" imgH="17373600" progId="Equation.DSMT4">
                  <p:embed/>
                </p:oleObj>
              </mc:Choice>
              <mc:Fallback>
                <p:oleObj name="Equation" r:id="rId4" imgW="71932800" imgH="17373600" progId="Equation.DSMT4">
                  <p:embed/>
                  <p:pic>
                    <p:nvPicPr>
                      <p:cNvPr id="0" name="Picture 19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888" y="1078508"/>
                        <a:ext cx="2997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917074" y="2050128"/>
            <a:ext cx="2514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1638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51521"/>
              </p:ext>
            </p:extLst>
          </p:nvPr>
        </p:nvGraphicFramePr>
        <p:xfrm>
          <a:off x="1857356" y="2164898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5" name="Equation" r:id="rId6" imgW="863280" imgH="342720" progId="Equation.DSMT4">
                  <p:embed/>
                </p:oleObj>
              </mc:Choice>
              <mc:Fallback>
                <p:oleObj name="Equation" r:id="rId6" imgW="863280" imgH="342720" progId="Equation.DSMT4">
                  <p:embed/>
                  <p:pic>
                    <p:nvPicPr>
                      <p:cNvPr id="0" name="Picture 19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2164898"/>
                        <a:ext cx="863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381570" y="1118408"/>
            <a:ext cx="1134646" cy="609600"/>
            <a:chOff x="5309562" y="682824"/>
            <a:chExt cx="1134646" cy="609600"/>
          </a:xfrm>
        </p:grpSpPr>
        <p:graphicFrame>
          <p:nvGraphicFramePr>
            <p:cNvPr id="16385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4470158"/>
                </p:ext>
              </p:extLst>
            </p:nvPr>
          </p:nvGraphicFramePr>
          <p:xfrm>
            <a:off x="5758408" y="857238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16" name="Equation" r:id="rId8" imgW="16459200" imgH="8229600" progId="Equation.DSMT4">
                    <p:embed/>
                  </p:oleObj>
                </mc:Choice>
                <mc:Fallback>
                  <p:oleObj name="Equation" r:id="rId8" imgW="16459200" imgH="8229600" progId="Equation.DSMT4">
                    <p:embed/>
                    <p:pic>
                      <p:nvPicPr>
                        <p:cNvPr id="0" name="Picture 19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8408" y="857238"/>
                          <a:ext cx="685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2"/>
            <p:cNvSpPr txBox="1">
              <a:spLocks noChangeArrowheads="1"/>
            </p:cNvSpPr>
            <p:nvPr/>
          </p:nvSpPr>
          <p:spPr>
            <a:xfrm>
              <a:off x="5309562" y="682824"/>
              <a:ext cx="558582" cy="6096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</p:grpSp>
      <p:graphicFrame>
        <p:nvGraphicFramePr>
          <p:cNvPr id="240513" name="Object 19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659070"/>
              </p:ext>
            </p:extLst>
          </p:nvPr>
        </p:nvGraphicFramePr>
        <p:xfrm>
          <a:off x="2493963" y="2900363"/>
          <a:ext cx="1397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7" name="Equation" r:id="rId10" imgW="1396800" imgH="723600" progId="Equation.DSMT4">
                  <p:embed/>
                </p:oleObj>
              </mc:Choice>
              <mc:Fallback>
                <p:oleObj name="Equation" r:id="rId10" imgW="1396800" imgH="723600" progId="Equation.DSMT4">
                  <p:embed/>
                  <p:pic>
                    <p:nvPicPr>
                      <p:cNvPr id="0" name="Picture 19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900363"/>
                        <a:ext cx="1397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514" name="Object 19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307540"/>
              </p:ext>
            </p:extLst>
          </p:nvPr>
        </p:nvGraphicFramePr>
        <p:xfrm>
          <a:off x="2797176" y="1775966"/>
          <a:ext cx="1917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8" name="Equation" r:id="rId12" imgW="1917360" imgH="939600" progId="Equation.DSMT4">
                  <p:embed/>
                </p:oleObj>
              </mc:Choice>
              <mc:Fallback>
                <p:oleObj name="Equation" r:id="rId12" imgW="1917360" imgH="939600" progId="Equation.DSMT4">
                  <p:embed/>
                  <p:pic>
                    <p:nvPicPr>
                      <p:cNvPr id="0" name="Picture 19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6" y="1775966"/>
                        <a:ext cx="1917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A86803D-B90A-4E70-A935-2273215B35D4}"/>
              </a:ext>
            </a:extLst>
          </p:cNvPr>
          <p:cNvGrpSpPr/>
          <p:nvPr/>
        </p:nvGrpSpPr>
        <p:grpSpPr>
          <a:xfrm>
            <a:off x="683568" y="267494"/>
            <a:ext cx="5329920" cy="609600"/>
            <a:chOff x="571472" y="2285998"/>
            <a:chExt cx="5329920" cy="609600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8DB9AA3E-7D0C-4C9E-9B25-236421173CB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1472" y="2285998"/>
              <a:ext cx="5329920" cy="6096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+mn-ea"/>
                  <a:ea typeface="+mn-ea"/>
                  <a:cs typeface="+mj-cs"/>
                </a:rPr>
                <a:t>例</a:t>
              </a: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+mn-ea"/>
                  <a:ea typeface="+mn-ea"/>
                  <a:cs typeface="+mj-cs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j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j-cs"/>
                </a:rPr>
                <a:t>设     是     的一个原函数，</a:t>
              </a:r>
            </a:p>
          </p:txBody>
        </p:sp>
        <p:graphicFrame>
          <p:nvGraphicFramePr>
            <p:cNvPr id="6" name="Object 13">
              <a:extLst>
                <a:ext uri="{FF2B5EF4-FFF2-40B4-BE49-F238E27FC236}">
                  <a16:creationId xmlns:a16="http://schemas.microsoft.com/office/drawing/2014/main" id="{5376A1DE-3482-430D-8D4D-B8B2E74CF4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183920"/>
                </p:ext>
              </p:extLst>
            </p:nvPr>
          </p:nvGraphicFramePr>
          <p:xfrm>
            <a:off x="1952696" y="2500312"/>
            <a:ext cx="635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927" name="Equation" r:id="rId3" imgW="15240000" imgH="5181600" progId="Equation.DSMT4">
                    <p:embed/>
                  </p:oleObj>
                </mc:Choice>
                <mc:Fallback>
                  <p:oleObj name="Equation" r:id="rId3" imgW="15240000" imgH="5181600" progId="Equation.DSMT4">
                    <p:embed/>
                    <p:pic>
                      <p:nvPicPr>
                        <p:cNvPr id="6" name="Object 13">
                          <a:extLst>
                            <a:ext uri="{FF2B5EF4-FFF2-40B4-BE49-F238E27FC236}">
                              <a16:creationId xmlns:a16="http://schemas.microsoft.com/office/drawing/2014/main" id="{30A9680B-465A-45DF-A752-45351FCD7A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2696" y="2500312"/>
                          <a:ext cx="635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4">
              <a:extLst>
                <a:ext uri="{FF2B5EF4-FFF2-40B4-BE49-F238E27FC236}">
                  <a16:creationId xmlns:a16="http://schemas.microsoft.com/office/drawing/2014/main" id="{A6315196-E3CB-4F1E-8451-C34F458573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5885625"/>
                </p:ext>
              </p:extLst>
            </p:nvPr>
          </p:nvGraphicFramePr>
          <p:xfrm>
            <a:off x="3045516" y="242887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928" name="Equation" r:id="rId5" imgW="14935200" imgH="8229600" progId="Equation.DSMT4">
                    <p:embed/>
                  </p:oleObj>
                </mc:Choice>
                <mc:Fallback>
                  <p:oleObj name="Equation" r:id="rId5" imgW="14935200" imgH="8229600" progId="Equation.DSMT4">
                    <p:embed/>
                    <p:pic>
                      <p:nvPicPr>
                        <p:cNvPr id="7" name="Object 14">
                          <a:extLst>
                            <a:ext uri="{FF2B5EF4-FFF2-40B4-BE49-F238E27FC236}">
                              <a16:creationId xmlns:a16="http://schemas.microsoft.com/office/drawing/2014/main" id="{6A32D3AB-95C5-407A-9D5D-818D502200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5516" y="242887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4">
            <a:extLst>
              <a:ext uri="{FF2B5EF4-FFF2-40B4-BE49-F238E27FC236}">
                <a16:creationId xmlns:a16="http://schemas.microsoft.com/office/drawing/2014/main" id="{BEAB462A-42B5-4322-A086-ACC3C7190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09" y="1143116"/>
            <a:ext cx="2514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9" name="Object 18">
            <a:extLst>
              <a:ext uri="{FF2B5EF4-FFF2-40B4-BE49-F238E27FC236}">
                <a16:creationId xmlns:a16="http://schemas.microsoft.com/office/drawing/2014/main" id="{CA84612D-B1D5-40D5-B43A-B74F302124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027364"/>
              </p:ext>
            </p:extLst>
          </p:nvPr>
        </p:nvGraphicFramePr>
        <p:xfrm>
          <a:off x="2270045" y="3057162"/>
          <a:ext cx="2755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929" name="Equation" r:id="rId7" imgW="2755800" imgH="507960" progId="Equation.DSMT4">
                  <p:embed/>
                </p:oleObj>
              </mc:Choice>
              <mc:Fallback>
                <p:oleObj name="Equation" r:id="rId7" imgW="2755800" imgH="507960" progId="Equation.DSMT4">
                  <p:embed/>
                  <p:pic>
                    <p:nvPicPr>
                      <p:cNvPr id="9" name="Object 18">
                        <a:extLst>
                          <a:ext uri="{FF2B5EF4-FFF2-40B4-BE49-F238E27FC236}">
                            <a16:creationId xmlns:a16="http://schemas.microsoft.com/office/drawing/2014/main" id="{C155434D-306E-4A8C-8663-F58F16E75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045" y="3057162"/>
                        <a:ext cx="2755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0">
            <a:extLst>
              <a:ext uri="{FF2B5EF4-FFF2-40B4-BE49-F238E27FC236}">
                <a16:creationId xmlns:a16="http://schemas.microsoft.com/office/drawing/2014/main" id="{359B8A8B-840B-41F1-9406-F550FE812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708544"/>
              </p:ext>
            </p:extLst>
          </p:nvPr>
        </p:nvGraphicFramePr>
        <p:xfrm>
          <a:off x="3983858" y="2142597"/>
          <a:ext cx="1092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930" name="Equation" r:id="rId9" imgW="1091880" imgH="279360" progId="Equation.DSMT4">
                  <p:embed/>
                </p:oleObj>
              </mc:Choice>
              <mc:Fallback>
                <p:oleObj name="Equation" r:id="rId9" imgW="1091880" imgH="279360" progId="Equation.DSMT4">
                  <p:embed/>
                  <p:pic>
                    <p:nvPicPr>
                      <p:cNvPr id="10" name="Object 30">
                        <a:extLst>
                          <a:ext uri="{FF2B5EF4-FFF2-40B4-BE49-F238E27FC236}">
                            <a16:creationId xmlns:a16="http://schemas.microsoft.com/office/drawing/2014/main" id="{A3BF0A69-C3E3-42E8-AC0D-7C657F61E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858" y="2142597"/>
                        <a:ext cx="1092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1030F458-2B7F-451A-9482-FDADEE5A61B1}"/>
              </a:ext>
            </a:extLst>
          </p:cNvPr>
          <p:cNvGrpSpPr/>
          <p:nvPr/>
        </p:nvGrpSpPr>
        <p:grpSpPr>
          <a:xfrm>
            <a:off x="5870612" y="249364"/>
            <a:ext cx="1713560" cy="609600"/>
            <a:chOff x="571472" y="2285998"/>
            <a:chExt cx="1713560" cy="609600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EBB9869C-A7FA-42FE-B199-FE8774E5FE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1472" y="2285998"/>
              <a:ext cx="1257954" cy="6096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j-cs"/>
                </a:rPr>
                <a:t>求</a:t>
              </a:r>
            </a:p>
          </p:txBody>
        </p:sp>
        <p:graphicFrame>
          <p:nvGraphicFramePr>
            <p:cNvPr id="13" name="Object 15">
              <a:extLst>
                <a:ext uri="{FF2B5EF4-FFF2-40B4-BE49-F238E27FC236}">
                  <a16:creationId xmlns:a16="http://schemas.microsoft.com/office/drawing/2014/main" id="{5B9FD8E9-9D19-420E-B666-954BBFEABE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3697425"/>
                </p:ext>
              </p:extLst>
            </p:nvPr>
          </p:nvGraphicFramePr>
          <p:xfrm>
            <a:off x="900732" y="2357438"/>
            <a:ext cx="13843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931" name="Equation" r:id="rId11" imgW="33223200" imgH="12192000" progId="Equation.DSMT4">
                    <p:embed/>
                  </p:oleObj>
                </mc:Choice>
                <mc:Fallback>
                  <p:oleObj name="Equation" r:id="rId11" imgW="33223200" imgH="12192000" progId="Equation.DSMT4">
                    <p:embed/>
                    <p:pic>
                      <p:nvPicPr>
                        <p:cNvPr id="13" name="Object 15">
                          <a:extLst>
                            <a:ext uri="{FF2B5EF4-FFF2-40B4-BE49-F238E27FC236}">
                              <a16:creationId xmlns:a16="http://schemas.microsoft.com/office/drawing/2014/main" id="{FC9107F8-129B-4FE5-A3DD-974A6C40DB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732" y="2357438"/>
                          <a:ext cx="13843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8DF3AA4-858E-4C6F-8041-7274CB95192E}"/>
              </a:ext>
            </a:extLst>
          </p:cNvPr>
          <p:cNvGrpSpPr/>
          <p:nvPr/>
        </p:nvGrpSpPr>
        <p:grpSpPr>
          <a:xfrm>
            <a:off x="1620723" y="1148161"/>
            <a:ext cx="3405222" cy="508000"/>
            <a:chOff x="819170" y="3444221"/>
            <a:chExt cx="3405222" cy="508000"/>
          </a:xfrm>
        </p:grpSpPr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D2AD4EA5-8983-4187-80BE-D1C391C441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171812"/>
                </p:ext>
              </p:extLst>
            </p:nvPr>
          </p:nvGraphicFramePr>
          <p:xfrm>
            <a:off x="1608192" y="3444221"/>
            <a:ext cx="26162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932" name="Equation" r:id="rId13" imgW="2616120" imgH="507960" progId="Equation.DSMT4">
                    <p:embed/>
                  </p:oleObj>
                </mc:Choice>
                <mc:Fallback>
                  <p:oleObj name="Equation" r:id="rId13" imgW="2616120" imgH="507960" progId="Equation.DSMT4">
                    <p:embed/>
                    <p:pic>
                      <p:nvPicPr>
                        <p:cNvPr id="15" name="Object 16">
                          <a:extLst>
                            <a:ext uri="{FF2B5EF4-FFF2-40B4-BE49-F238E27FC236}">
                              <a16:creationId xmlns:a16="http://schemas.microsoft.com/office/drawing/2014/main" id="{0C4E2E77-E6CB-496A-A8E5-4170C28F18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8192" y="3444221"/>
                          <a:ext cx="26162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DDFE9722-1B75-4C0A-A121-2DC2CF225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170" y="3459212"/>
              <a:ext cx="93369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因为</a:t>
              </a:r>
              <a:endParaRPr kumimoji="1" lang="en-US" altLang="zh-CN" sz="2400" b="1" dirty="0">
                <a:latin typeface="+mn-ea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BE981CA-7DAA-442B-A988-94AE77B38219}"/>
              </a:ext>
            </a:extLst>
          </p:cNvPr>
          <p:cNvGrpSpPr/>
          <p:nvPr/>
        </p:nvGrpSpPr>
        <p:grpSpPr>
          <a:xfrm>
            <a:off x="1509666" y="2025242"/>
            <a:ext cx="2270246" cy="461665"/>
            <a:chOff x="4779756" y="3305790"/>
            <a:chExt cx="2270246" cy="461665"/>
          </a:xfrm>
        </p:grpSpPr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68363587-62FC-4F6B-9E11-97A6805AC7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61801"/>
                </p:ext>
              </p:extLst>
            </p:nvPr>
          </p:nvGraphicFramePr>
          <p:xfrm>
            <a:off x="5246602" y="3385045"/>
            <a:ext cx="1803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933" name="Equation" r:id="rId15" imgW="43281600" imgH="8534400" progId="Equation.DSMT4">
                    <p:embed/>
                  </p:oleObj>
                </mc:Choice>
                <mc:Fallback>
                  <p:oleObj name="Equation" r:id="rId15" imgW="43281600" imgH="8534400" progId="Equation.DSMT4">
                    <p:embed/>
                    <p:pic>
                      <p:nvPicPr>
                        <p:cNvPr id="18" name="Object 17">
                          <a:extLst>
                            <a:ext uri="{FF2B5EF4-FFF2-40B4-BE49-F238E27FC236}">
                              <a16:creationId xmlns:a16="http://schemas.microsoft.com/office/drawing/2014/main" id="{74366347-762D-4589-98F1-D30E371DA8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6602" y="3385045"/>
                          <a:ext cx="18034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05F5BF9C-3376-45D8-9FFA-B688D66D0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9756" y="3305790"/>
              <a:ext cx="93369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且</a:t>
              </a:r>
              <a:endParaRPr kumimoji="1" lang="en-US" altLang="zh-CN" sz="2400" b="1" dirty="0">
                <a:latin typeface="+mn-ea"/>
              </a:endParaRPr>
            </a:p>
          </p:txBody>
        </p:sp>
      </p:grpSp>
      <p:sp>
        <p:nvSpPr>
          <p:cNvPr id="20" name="Text Box 4">
            <a:extLst>
              <a:ext uri="{FF2B5EF4-FFF2-40B4-BE49-F238E27FC236}">
                <a16:creationId xmlns:a16="http://schemas.microsoft.com/office/drawing/2014/main" id="{A97262C1-67BD-4100-9742-A3A339DF1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545" y="3005782"/>
            <a:ext cx="9336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E0ACB3-F65F-4AE6-AC2B-5C484CEDB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949242"/>
            <a:ext cx="59046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以上方法称为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直接积分法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(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或基本积分法）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.</a:t>
            </a:r>
            <a:endParaRPr lang="zh-CN" altLang="en-US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655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5F4F39-B72F-4458-9832-E66DE5EF1C84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267494"/>
            <a:ext cx="6203968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例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j-cs"/>
              </a:rPr>
              <a:t>设函数                  求其原函数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j-cs"/>
              </a:rPr>
              <a:t>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A9F65C8-E63D-4AF7-8D65-703A9A50F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620494"/>
              </p:ext>
            </p:extLst>
          </p:nvPr>
        </p:nvGraphicFramePr>
        <p:xfrm>
          <a:off x="2667496" y="139653"/>
          <a:ext cx="2768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096" name="Equation" r:id="rId3" imgW="2768400" imgH="914400" progId="Equation.DSMT4">
                  <p:embed/>
                </p:oleObj>
              </mc:Choice>
              <mc:Fallback>
                <p:oleObj name="Equation" r:id="rId3" imgW="27684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496" y="139653"/>
                        <a:ext cx="2768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3CCF505C-F3A4-4EAE-AF75-824F1C228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102097"/>
            <a:ext cx="6747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     </a:t>
            </a:r>
            <a:endParaRPr kumimoji="1" lang="en-US" altLang="zh-CN" sz="2400" b="1" dirty="0">
              <a:latin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EBE86D8-4315-4E3B-B87F-52C6C91A09B7}"/>
              </a:ext>
            </a:extLst>
          </p:cNvPr>
          <p:cNvGrpSpPr/>
          <p:nvPr/>
        </p:nvGrpSpPr>
        <p:grpSpPr>
          <a:xfrm>
            <a:off x="1337127" y="1075757"/>
            <a:ext cx="3450897" cy="461665"/>
            <a:chOff x="1337127" y="1203598"/>
            <a:chExt cx="3450897" cy="461665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C7860171-AD54-4CF1-B589-53FDCE30E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5452" y="1203598"/>
              <a:ext cx="28625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在        上连续，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67C1688-42DC-4762-A0F7-E494FF5319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2772263"/>
                </p:ext>
              </p:extLst>
            </p:nvPr>
          </p:nvGraphicFramePr>
          <p:xfrm>
            <a:off x="1337127" y="130485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097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7127" y="130485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610633D-FE45-434B-B89E-108D4DF40C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767801"/>
                </p:ext>
              </p:extLst>
            </p:nvPr>
          </p:nvGraphicFramePr>
          <p:xfrm>
            <a:off x="2353996" y="1286644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098" name="Equation" r:id="rId7" imgW="1130040" imgH="342720" progId="Equation.DSMT4">
                    <p:embed/>
                  </p:oleObj>
                </mc:Choice>
                <mc:Fallback>
                  <p:oleObj name="Equation" r:id="rId7" imgW="1130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53996" y="1286644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50E3D58-B6E3-468D-934B-522E4FE39B60}"/>
              </a:ext>
            </a:extLst>
          </p:cNvPr>
          <p:cNvGrpSpPr/>
          <p:nvPr/>
        </p:nvGrpSpPr>
        <p:grpSpPr>
          <a:xfrm>
            <a:off x="4788024" y="1075757"/>
            <a:ext cx="3888432" cy="461665"/>
            <a:chOff x="4788024" y="1203598"/>
            <a:chExt cx="3888432" cy="461665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8AA4D463-AEE4-41AF-A48A-10D8FBED2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8024" y="1203598"/>
              <a:ext cx="388843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故在        上存在原函数</a:t>
              </a:r>
              <a:r>
                <a:rPr kumimoji="1" lang="en-US" altLang="zh-CN" sz="2400" b="1" dirty="0">
                  <a:latin typeface="+mn-ea"/>
                </a:rPr>
                <a:t>.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A3440C2-9D3A-4CB2-9AC4-7EB7A06133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4238025"/>
                </p:ext>
              </p:extLst>
            </p:nvPr>
          </p:nvGraphicFramePr>
          <p:xfrm>
            <a:off x="5526602" y="1298299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099" name="Equation" r:id="rId9" imgW="1130040" imgH="342720" progId="Equation.DSMT4">
                    <p:embed/>
                  </p:oleObj>
                </mc:Choice>
                <mc:Fallback>
                  <p:oleObj name="Equation" r:id="rId9" imgW="113004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610633D-FE45-434B-B89E-108D4DF40C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26602" y="1298299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3BFE51-4548-40D4-9FF9-E77B0B9374F9}"/>
              </a:ext>
            </a:extLst>
          </p:cNvPr>
          <p:cNvGrpSpPr/>
          <p:nvPr/>
        </p:nvGrpSpPr>
        <p:grpSpPr>
          <a:xfrm>
            <a:off x="854623" y="1580309"/>
            <a:ext cx="4184102" cy="774700"/>
            <a:chOff x="854623" y="1708150"/>
            <a:chExt cx="4184102" cy="774700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2B72463-0D3A-4F0F-804A-D02EAA1A8A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0414492"/>
                </p:ext>
              </p:extLst>
            </p:nvPr>
          </p:nvGraphicFramePr>
          <p:xfrm>
            <a:off x="854623" y="195505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0" name="Equation" r:id="rId10" imgW="647640" imgH="279360" progId="Equation.DSMT4">
                    <p:embed/>
                  </p:oleObj>
                </mc:Choice>
                <mc:Fallback>
                  <p:oleObj name="Equation" r:id="rId10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54623" y="195505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9FAF229C-551F-42F4-A8D8-3AB5B23BD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587" y="1863926"/>
              <a:ext cx="173026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时，原函数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39A9B0F7-3D38-4F07-8585-5AF62F5B4E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4246170"/>
                </p:ext>
              </p:extLst>
            </p:nvPr>
          </p:nvGraphicFramePr>
          <p:xfrm>
            <a:off x="3146425" y="1708150"/>
            <a:ext cx="18923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1" name="Equation" r:id="rId12" imgW="1892160" imgH="774360" progId="Equation.DSMT4">
                    <p:embed/>
                  </p:oleObj>
                </mc:Choice>
                <mc:Fallback>
                  <p:oleObj name="Equation" r:id="rId12" imgW="189216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146425" y="1708150"/>
                          <a:ext cx="18923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E5F32E4-EE55-4AD3-98B3-DD5A667DF74D}"/>
              </a:ext>
            </a:extLst>
          </p:cNvPr>
          <p:cNvGrpSpPr/>
          <p:nvPr/>
        </p:nvGrpSpPr>
        <p:grpSpPr>
          <a:xfrm>
            <a:off x="883359" y="2322343"/>
            <a:ext cx="4679211" cy="472132"/>
            <a:chOff x="883359" y="2450184"/>
            <a:chExt cx="4679211" cy="472132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882B173-814F-453C-9E35-FD67FE5A26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8603215"/>
                </p:ext>
              </p:extLst>
            </p:nvPr>
          </p:nvGraphicFramePr>
          <p:xfrm>
            <a:off x="883359" y="254131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2" name="Equation" r:id="rId14" imgW="647640" imgH="279360" progId="Equation.DSMT4">
                    <p:embed/>
                  </p:oleObj>
                </mc:Choice>
                <mc:Fallback>
                  <p:oleObj name="Equation" r:id="rId14" imgW="647640" imgH="2793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82B72463-0D3A-4F0F-804A-D02EAA1A8A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83359" y="2541317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4">
              <a:extLst>
                <a:ext uri="{FF2B5EF4-FFF2-40B4-BE49-F238E27FC236}">
                  <a16:creationId xmlns:a16="http://schemas.microsoft.com/office/drawing/2014/main" id="{E707B4DF-4BBE-47D3-9F39-102D8DA42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323" y="2450184"/>
              <a:ext cx="177353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时，原函数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70C0A0F2-78E5-4F79-9C03-D7DA96AD7E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8241547"/>
                </p:ext>
              </p:extLst>
            </p:nvPr>
          </p:nvGraphicFramePr>
          <p:xfrm>
            <a:off x="3162270" y="2541316"/>
            <a:ext cx="2400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3" name="Equation" r:id="rId16" imgW="2400120" imgH="380880" progId="Equation.DSMT4">
                    <p:embed/>
                  </p:oleObj>
                </mc:Choice>
                <mc:Fallback>
                  <p:oleObj name="Equation" r:id="rId16" imgW="240012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39A9B0F7-3D38-4F07-8585-5AF62F5B4E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162270" y="2541316"/>
                          <a:ext cx="2400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018F76C-4EA6-4303-A649-F8D1B9DE32E1}"/>
              </a:ext>
            </a:extLst>
          </p:cNvPr>
          <p:cNvGrpSpPr/>
          <p:nvPr/>
        </p:nvGrpSpPr>
        <p:grpSpPr>
          <a:xfrm>
            <a:off x="683568" y="2867750"/>
            <a:ext cx="8208912" cy="470223"/>
            <a:chOff x="683568" y="2931790"/>
            <a:chExt cx="8208912" cy="470223"/>
          </a:xfrm>
        </p:grpSpPr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A8E4664D-77C9-4BC1-81A7-EBE39A15B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2931790"/>
              <a:ext cx="820891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由于函数     在     连续，故             即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1A6B75A3-710F-40E7-A40E-C14E21B8D7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4099421"/>
                </p:ext>
              </p:extLst>
            </p:nvPr>
          </p:nvGraphicFramePr>
          <p:xfrm>
            <a:off x="2025512" y="3050555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4" name="Equation" r:id="rId18" imgW="634680" imgH="342720" progId="Equation.DSMT4">
                    <p:embed/>
                  </p:oleObj>
                </mc:Choice>
                <mc:Fallback>
                  <p:oleObj name="Equation" r:id="rId18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025512" y="3050555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BB09CCC5-84CF-418B-B9FD-AE4775B8FE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873464"/>
                </p:ext>
              </p:extLst>
            </p:nvPr>
          </p:nvGraphicFramePr>
          <p:xfrm>
            <a:off x="3140135" y="305055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5" name="Equation" r:id="rId20" imgW="647640" imgH="279360" progId="Equation.DSMT4">
                    <p:embed/>
                  </p:oleObj>
                </mc:Choice>
                <mc:Fallback>
                  <p:oleObj name="Equation" r:id="rId20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140135" y="305055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F48499C0-E2D6-47F5-A8D4-5F7322C7F8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132432"/>
                </p:ext>
              </p:extLst>
            </p:nvPr>
          </p:nvGraphicFramePr>
          <p:xfrm>
            <a:off x="5151952" y="2982593"/>
            <a:ext cx="1879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6" name="Equation" r:id="rId22" imgW="1879560" imgH="406080" progId="Equation.DSMT4">
                    <p:embed/>
                  </p:oleObj>
                </mc:Choice>
                <mc:Fallback>
                  <p:oleObj name="Equation" r:id="rId22" imgW="1879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151952" y="2982593"/>
                          <a:ext cx="1879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76BBB07D-52E4-47F6-9BA2-E559B2C96A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8271557"/>
                </p:ext>
              </p:extLst>
            </p:nvPr>
          </p:nvGraphicFramePr>
          <p:xfrm>
            <a:off x="7580313" y="3021013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107" name="Equation" r:id="rId24" imgW="1218960" imgH="380880" progId="Equation.DSMT4">
                    <p:embed/>
                  </p:oleObj>
                </mc:Choice>
                <mc:Fallback>
                  <p:oleObj name="Equation" r:id="rId24" imgW="121896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39A9B0F7-3D38-4F07-8585-5AF62F5B4E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580313" y="3021013"/>
                          <a:ext cx="1219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B74F585-97DC-4734-84AD-D237DB06E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332139"/>
              </p:ext>
            </p:extLst>
          </p:nvPr>
        </p:nvGraphicFramePr>
        <p:xfrm>
          <a:off x="1648277" y="3527975"/>
          <a:ext cx="41529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108" name="Equation" r:id="rId26" imgW="4152600" imgH="1269720" progId="Equation.DSMT4">
                  <p:embed/>
                </p:oleObj>
              </mc:Choice>
              <mc:Fallback>
                <p:oleObj name="Equation" r:id="rId26" imgW="4152600" imgH="1269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9A9B0F7-3D38-4F07-8585-5AF62F5B4E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48277" y="3527975"/>
                        <a:ext cx="4152900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4">
            <a:extLst>
              <a:ext uri="{FF2B5EF4-FFF2-40B4-BE49-F238E27FC236}">
                <a16:creationId xmlns:a16="http://schemas.microsoft.com/office/drawing/2014/main" id="{0BB3C986-5083-4161-9669-1D0275DE5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88" y="3866441"/>
            <a:ext cx="6845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故</a:t>
            </a:r>
            <a:endParaRPr kumimoji="1"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324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A396D57-FEBA-45BE-8FBA-31BAB05B199C}"/>
              </a:ext>
            </a:extLst>
          </p:cNvPr>
          <p:cNvGrpSpPr/>
          <p:nvPr/>
        </p:nvGrpSpPr>
        <p:grpSpPr>
          <a:xfrm>
            <a:off x="827584" y="339502"/>
            <a:ext cx="7020080" cy="736600"/>
            <a:chOff x="902284" y="560932"/>
            <a:chExt cx="7020080" cy="736600"/>
          </a:xfrm>
        </p:grpSpPr>
        <p:sp>
          <p:nvSpPr>
            <p:cNvPr id="2" name="Text Box 3">
              <a:extLst>
                <a:ext uri="{FF2B5EF4-FFF2-40B4-BE49-F238E27FC236}">
                  <a16:creationId xmlns:a16="http://schemas.microsoft.com/office/drawing/2014/main" id="{6A2B3C75-41F5-431D-B24C-75F531907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284" y="698400"/>
              <a:ext cx="568863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         为        的一个原函数，求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4BDD6C1-C512-4DD1-82B9-1ED3C296A1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9380692"/>
                </p:ext>
              </p:extLst>
            </p:nvPr>
          </p:nvGraphicFramePr>
          <p:xfrm>
            <a:off x="2419772" y="757782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972" name="Equation" r:id="rId3" imgW="634680" imgH="342720" progId="Equation.DSMT4">
                    <p:embed/>
                  </p:oleObj>
                </mc:Choice>
                <mc:Fallback>
                  <p:oleObj name="Equation" r:id="rId3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19772" y="757782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2144EA9-491D-4F45-95B8-C0518AA43D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6878429"/>
                </p:ext>
              </p:extLst>
            </p:nvPr>
          </p:nvGraphicFramePr>
          <p:xfrm>
            <a:off x="3419872" y="560932"/>
            <a:ext cx="520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973" name="Equation" r:id="rId5" imgW="520560" imgH="736560" progId="Equation.DSMT4">
                    <p:embed/>
                  </p:oleObj>
                </mc:Choice>
                <mc:Fallback>
                  <p:oleObj name="Equation" r:id="rId5" imgW="5205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19872" y="560932"/>
                          <a:ext cx="520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E128D9E-FA23-4460-A4A2-910AD097CC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8048405"/>
                </p:ext>
              </p:extLst>
            </p:nvPr>
          </p:nvGraphicFramePr>
          <p:xfrm>
            <a:off x="6487264" y="799931"/>
            <a:ext cx="1435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974" name="Equation" r:id="rId7" imgW="1434960" imgH="342720" progId="Equation.DSMT4">
                    <p:embed/>
                  </p:oleObj>
                </mc:Choice>
                <mc:Fallback>
                  <p:oleObj name="Equation" r:id="rId7" imgW="14349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87264" y="799931"/>
                          <a:ext cx="1435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4">
            <a:extLst>
              <a:ext uri="{FF2B5EF4-FFF2-40B4-BE49-F238E27FC236}">
                <a16:creationId xmlns:a16="http://schemas.microsoft.com/office/drawing/2014/main" id="{F5ACD373-D8DB-4636-9B99-D4D0CD49A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198192"/>
            <a:ext cx="8187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5FE146-47FB-4844-806D-E3983F7C2FD5}"/>
              </a:ext>
            </a:extLst>
          </p:cNvPr>
          <p:cNvSpPr/>
          <p:nvPr/>
        </p:nvSpPr>
        <p:spPr>
          <a:xfrm>
            <a:off x="1251081" y="122823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B67EF38-CD87-4867-8EF5-3F415AE18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884705"/>
              </p:ext>
            </p:extLst>
          </p:nvPr>
        </p:nvGraphicFramePr>
        <p:xfrm>
          <a:off x="1979712" y="1108554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75" name="Equation" r:id="rId9" imgW="1511280" imgH="736560" progId="Equation.DSMT4">
                  <p:embed/>
                </p:oleObj>
              </mc:Choice>
              <mc:Fallback>
                <p:oleObj name="Equation" r:id="rId9" imgW="15112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4BDD6C1-C512-4DD1-82B9-1ED3C296A1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712" y="1108554"/>
                        <a:ext cx="1511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E65F6A50-B2F2-4354-8E6D-D4F9330039F9}"/>
              </a:ext>
            </a:extLst>
          </p:cNvPr>
          <p:cNvSpPr/>
          <p:nvPr/>
        </p:nvSpPr>
        <p:spPr>
          <a:xfrm>
            <a:off x="3424877" y="123916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97FB52C-39BB-4BA4-825B-52627D095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625205"/>
              </p:ext>
            </p:extLst>
          </p:nvPr>
        </p:nvGraphicFramePr>
        <p:xfrm>
          <a:off x="1598525" y="1983608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76" name="Equation" r:id="rId11" imgW="1371600" imgH="342720" progId="Equation.DSMT4">
                  <p:embed/>
                </p:oleObj>
              </mc:Choice>
              <mc:Fallback>
                <p:oleObj name="Equation" r:id="rId11" imgW="13716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E128D9E-FA23-4460-A4A2-910AD097C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98525" y="1983608"/>
                        <a:ext cx="1371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8BC106A-83A6-414B-83BB-7960D15CFB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146998"/>
              </p:ext>
            </p:extLst>
          </p:nvPr>
        </p:nvGraphicFramePr>
        <p:xfrm>
          <a:off x="3083021" y="2012269"/>
          <a:ext cx="2209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77" name="Equation" r:id="rId13" imgW="2209680" imgH="355320" progId="Equation.DSMT4">
                  <p:embed/>
                </p:oleObj>
              </mc:Choice>
              <mc:Fallback>
                <p:oleObj name="Equation" r:id="rId13" imgW="2209680" imgH="355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97FB52C-39BB-4BA4-825B-52627D0959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83021" y="2012269"/>
                        <a:ext cx="2209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AE22EC5-0882-490B-A45D-C74A305FA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211790"/>
              </p:ext>
            </p:extLst>
          </p:nvPr>
        </p:nvGraphicFramePr>
        <p:xfrm>
          <a:off x="3083021" y="2748093"/>
          <a:ext cx="2171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78" name="Equation" r:id="rId15" imgW="2171520" imgH="355320" progId="Equation.DSMT4">
                  <p:embed/>
                </p:oleObj>
              </mc:Choice>
              <mc:Fallback>
                <p:oleObj name="Equation" r:id="rId15" imgW="217152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8BC106A-83A6-414B-83BB-7960D15CFB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83021" y="2748093"/>
                        <a:ext cx="2171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F8127B1-C03D-4E55-A879-9CE2CED3F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401029"/>
              </p:ext>
            </p:extLst>
          </p:nvPr>
        </p:nvGraphicFramePr>
        <p:xfrm>
          <a:off x="3061642" y="3298346"/>
          <a:ext cx="209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979" name="Equation" r:id="rId17" imgW="2095200" imgH="736560" progId="Equation.DSMT4">
                  <p:embed/>
                </p:oleObj>
              </mc:Choice>
              <mc:Fallback>
                <p:oleObj name="Equation" r:id="rId17" imgW="209520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AE22EC5-0882-490B-A45D-C74A305FA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61642" y="3298346"/>
                        <a:ext cx="2095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517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3F7517-7EF1-499D-8A84-1B0FB734208F}"/>
              </a:ext>
            </a:extLst>
          </p:cNvPr>
          <p:cNvGrpSpPr/>
          <p:nvPr/>
        </p:nvGrpSpPr>
        <p:grpSpPr>
          <a:xfrm>
            <a:off x="683568" y="483518"/>
            <a:ext cx="6108701" cy="735012"/>
            <a:chOff x="722313" y="411014"/>
            <a:chExt cx="6108701" cy="735012"/>
          </a:xfrm>
        </p:grpSpPr>
        <p:sp>
          <p:nvSpPr>
            <p:cNvPr id="4" name="标题 67585">
              <a:extLst>
                <a:ext uri="{FF2B5EF4-FFF2-40B4-BE49-F238E27FC236}">
                  <a16:creationId xmlns:a16="http://schemas.microsoft.com/office/drawing/2014/main" id="{E7ECCE59-D66B-4AEA-B59F-C044353E278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22313" y="473720"/>
              <a:ext cx="1590675" cy="609600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</a:p>
          </p:txBody>
        </p:sp>
        <p:graphicFrame>
          <p:nvGraphicFramePr>
            <p:cNvPr id="5" name="对象 67586">
              <a:extLst>
                <a:ext uri="{FF2B5EF4-FFF2-40B4-BE49-F238E27FC236}">
                  <a16:creationId xmlns:a16="http://schemas.microsoft.com/office/drawing/2014/main" id="{D656CD6A-4F63-4B2A-AC1B-8ECD670C25B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12481792"/>
                </p:ext>
              </p:extLst>
            </p:nvPr>
          </p:nvGraphicFramePr>
          <p:xfrm>
            <a:off x="1884363" y="56038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98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24578" name="对象 67586">
                          <a:extLst>
                            <a:ext uri="{FF2B5EF4-FFF2-40B4-BE49-F238E27FC236}">
                              <a16:creationId xmlns:a16="http://schemas.microsoft.com/office/drawing/2014/main" id="{E9C71546-F179-47D6-A125-0A9CA8AC407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4363" y="56038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67587">
              <a:extLst>
                <a:ext uri="{FF2B5EF4-FFF2-40B4-BE49-F238E27FC236}">
                  <a16:creationId xmlns:a16="http://schemas.microsoft.com/office/drawing/2014/main" id="{1F9E48BB-A300-40D9-A4B9-8D0FAB159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760" y="472430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是</a:t>
              </a:r>
            </a:p>
          </p:txBody>
        </p:sp>
        <p:graphicFrame>
          <p:nvGraphicFramePr>
            <p:cNvPr id="7" name="对象 67588">
              <a:extLst>
                <a:ext uri="{FF2B5EF4-FFF2-40B4-BE49-F238E27FC236}">
                  <a16:creationId xmlns:a16="http://schemas.microsoft.com/office/drawing/2014/main" id="{1C4711BC-EEFD-48C1-BE4E-B7E8DDDF8A1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03098665"/>
                </p:ext>
              </p:extLst>
            </p:nvPr>
          </p:nvGraphicFramePr>
          <p:xfrm>
            <a:off x="2872408" y="531812"/>
            <a:ext cx="393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987" name="Equation" r:id="rId5" imgW="393480" imgH="342720" progId="Equation.DSMT4">
                    <p:embed/>
                  </p:oleObj>
                </mc:Choice>
                <mc:Fallback>
                  <p:oleObj name="Equation" r:id="rId5" imgW="393480" imgH="342720" progId="Equation.DSMT4">
                    <p:embed/>
                    <p:pic>
                      <p:nvPicPr>
                        <p:cNvPr id="24580" name="对象 67588">
                          <a:extLst>
                            <a:ext uri="{FF2B5EF4-FFF2-40B4-BE49-F238E27FC236}">
                              <a16:creationId xmlns:a16="http://schemas.microsoft.com/office/drawing/2014/main" id="{A3BE3F32-C015-4A1A-9200-DF97F7C816A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2408" y="531812"/>
                          <a:ext cx="393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67589">
              <a:extLst>
                <a:ext uri="{FF2B5EF4-FFF2-40B4-BE49-F238E27FC236}">
                  <a16:creationId xmlns:a16="http://schemas.microsoft.com/office/drawing/2014/main" id="{EEDC684D-EF31-4514-B5B7-907D12A47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316" y="472430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的原函数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9" name="对象 67590">
              <a:extLst>
                <a:ext uri="{FF2B5EF4-FFF2-40B4-BE49-F238E27FC236}">
                  <a16:creationId xmlns:a16="http://schemas.microsoft.com/office/drawing/2014/main" id="{558D8E53-E90C-4D55-90C1-ED7C692255B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80606362"/>
                </p:ext>
              </p:extLst>
            </p:nvPr>
          </p:nvGraphicFramePr>
          <p:xfrm>
            <a:off x="5230814" y="411014"/>
            <a:ext cx="1600200" cy="735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988" name="Equation" r:id="rId7" imgW="1600200" imgH="736560" progId="Equation.DSMT4">
                    <p:embed/>
                  </p:oleObj>
                </mc:Choice>
                <mc:Fallback>
                  <p:oleObj name="Equation" r:id="rId7" imgW="1600200" imgH="736560" progId="Equation.DSMT4">
                    <p:embed/>
                    <p:pic>
                      <p:nvPicPr>
                        <p:cNvPr id="24582" name="对象 67590">
                          <a:extLst>
                            <a:ext uri="{FF2B5EF4-FFF2-40B4-BE49-F238E27FC236}">
                              <a16:creationId xmlns:a16="http://schemas.microsoft.com/office/drawing/2014/main" id="{0EFF59F5-05C9-447D-AD4A-13B62ED5F79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0814" y="411014"/>
                          <a:ext cx="1600200" cy="735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4">
            <a:extLst>
              <a:ext uri="{FF2B5EF4-FFF2-40B4-BE49-F238E27FC236}">
                <a16:creationId xmlns:a16="http://schemas.microsoft.com/office/drawing/2014/main" id="{CE9572C6-2D7A-42A6-8EBA-686CAC4E3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50" y="1182228"/>
            <a:ext cx="8187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893016-9AB3-4F1C-B0F3-B99D859EC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243" y="121397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已知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AC36639-8DDA-4DBE-9F08-2C3D372167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795391"/>
              </p:ext>
            </p:extLst>
          </p:nvPr>
        </p:nvGraphicFramePr>
        <p:xfrm>
          <a:off x="1976961" y="1245852"/>
          <a:ext cx="14223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989" name="Equation" r:id="rId9" imgW="1422360" imgH="406080" progId="Equation.DSMT4">
                  <p:embed/>
                </p:oleObj>
              </mc:Choice>
              <mc:Fallback>
                <p:oleObj name="Equation" r:id="rId9" imgW="1422360" imgH="406080" progId="Equation.DSMT4">
                  <p:embed/>
                  <p:pic>
                    <p:nvPicPr>
                      <p:cNvPr id="67594" name="对象 67593">
                        <a:extLst>
                          <a:ext uri="{FF2B5EF4-FFF2-40B4-BE49-F238E27FC236}">
                            <a16:creationId xmlns:a16="http://schemas.microsoft.com/office/drawing/2014/main" id="{B91565B0-9FED-4B2F-9C1E-A181D0B4DF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961" y="1245852"/>
                        <a:ext cx="142236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D08898C-34AB-489E-AFF1-B2555C122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0795103"/>
              </p:ext>
            </p:extLst>
          </p:nvPr>
        </p:nvGraphicFramePr>
        <p:xfrm>
          <a:off x="3780094" y="1285455"/>
          <a:ext cx="30114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990" name="Equation" r:id="rId11" imgW="3009600" imgH="419040" progId="Equation.DSMT4">
                  <p:embed/>
                </p:oleObj>
              </mc:Choice>
              <mc:Fallback>
                <p:oleObj name="Equation" r:id="rId11" imgW="3009600" imgH="419040" progId="Equation.DSMT4">
                  <p:embed/>
                  <p:pic>
                    <p:nvPicPr>
                      <p:cNvPr id="67595" name="对象 67594">
                        <a:extLst>
                          <a:ext uri="{FF2B5EF4-FFF2-40B4-BE49-F238E27FC236}">
                            <a16:creationId xmlns:a16="http://schemas.microsoft.com/office/drawing/2014/main" id="{DAADE1A8-F703-488F-9992-0101DD8807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094" y="1285455"/>
                        <a:ext cx="30114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38E36D0-684F-4720-81E7-B839C2FA38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22009"/>
              </p:ext>
            </p:extLst>
          </p:nvPr>
        </p:nvGraphicFramePr>
        <p:xfrm>
          <a:off x="1085056" y="2075227"/>
          <a:ext cx="22494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991" name="Equation" r:id="rId13" imgW="2247840" imgH="736560" progId="Equation.DSMT4">
                  <p:embed/>
                </p:oleObj>
              </mc:Choice>
              <mc:Fallback>
                <p:oleObj name="Equation" r:id="rId13" imgW="2247840" imgH="736560" progId="Equation.DSMT4">
                  <p:embed/>
                  <p:pic>
                    <p:nvPicPr>
                      <p:cNvPr id="67596" name="对象 67595">
                        <a:extLst>
                          <a:ext uri="{FF2B5EF4-FFF2-40B4-BE49-F238E27FC236}">
                            <a16:creationId xmlns:a16="http://schemas.microsoft.com/office/drawing/2014/main" id="{9C740F7C-CD87-4FC3-967C-15BA22B75A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056" y="2075227"/>
                        <a:ext cx="224948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7523DA2-8193-474B-B6E7-44CDBF5F49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2178139"/>
              </p:ext>
            </p:extLst>
          </p:nvPr>
        </p:nvGraphicFramePr>
        <p:xfrm>
          <a:off x="3851920" y="2075227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992" name="Equation" r:id="rId15" imgW="2527200" imgH="736560" progId="Equation.DSMT4">
                  <p:embed/>
                </p:oleObj>
              </mc:Choice>
              <mc:Fallback>
                <p:oleObj name="Equation" r:id="rId15" imgW="2527200" imgH="736560" progId="Equation.DSMT4">
                  <p:embed/>
                  <p:pic>
                    <p:nvPicPr>
                      <p:cNvPr id="67597" name="对象 67596">
                        <a:extLst>
                          <a:ext uri="{FF2B5EF4-FFF2-40B4-BE49-F238E27FC236}">
                            <a16:creationId xmlns:a16="http://schemas.microsoft.com/office/drawing/2014/main" id="{E3C878FD-492F-4958-8673-4B6D329824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075227"/>
                        <a:ext cx="252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67590">
            <a:extLst>
              <a:ext uri="{FF2B5EF4-FFF2-40B4-BE49-F238E27FC236}">
                <a16:creationId xmlns:a16="http://schemas.microsoft.com/office/drawing/2014/main" id="{48CD41DF-4914-403B-AF9A-FD58F09A7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0915311"/>
              </p:ext>
            </p:extLst>
          </p:nvPr>
        </p:nvGraphicFramePr>
        <p:xfrm>
          <a:off x="1131243" y="3363838"/>
          <a:ext cx="37719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993" name="Equation" r:id="rId17" imgW="3771720" imgH="736560" progId="Equation.DSMT4">
                  <p:embed/>
                </p:oleObj>
              </mc:Choice>
              <mc:Fallback>
                <p:oleObj name="Equation" r:id="rId17" imgW="3771720" imgH="736560" progId="Equation.DSMT4">
                  <p:embed/>
                  <p:pic>
                    <p:nvPicPr>
                      <p:cNvPr id="9" name="对象 67590">
                        <a:extLst>
                          <a:ext uri="{FF2B5EF4-FFF2-40B4-BE49-F238E27FC236}">
                            <a16:creationId xmlns:a16="http://schemas.microsoft.com/office/drawing/2014/main" id="{558D8E53-E90C-4D55-90C1-ED7C692255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243" y="3363838"/>
                        <a:ext cx="37719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365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A06C2D75-B610-4402-AF66-7CF603CEF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55526"/>
            <a:ext cx="1512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8CA67F8-034F-45C5-A3F5-BC099C2BA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1347614"/>
            <a:ext cx="63367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第四章  第一节；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73E6A10-21F6-43DB-8B86-B06435EF1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2" y="2139702"/>
            <a:ext cx="26806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  </a:t>
            </a:r>
            <a:r>
              <a:rPr kumimoji="1"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4-1.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74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4882</TotalTime>
  <Words>775</Words>
  <Application>Microsoft Office PowerPoint</Application>
  <PresentationFormat>全屏显示(16:9)</PresentationFormat>
  <Paragraphs>179</Paragraphs>
  <Slides>41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等线</vt:lpstr>
      <vt:lpstr>楷体</vt:lpstr>
      <vt:lpstr>隶书</vt:lpstr>
      <vt:lpstr>宋体</vt:lpstr>
      <vt:lpstr>微软雅黑</vt:lpstr>
      <vt:lpstr>Angsana New</vt:lpstr>
      <vt:lpstr>Arial</vt:lpstr>
      <vt:lpstr>Calibri</vt:lpstr>
      <vt:lpstr>Times New Roman</vt:lpstr>
      <vt:lpstr>Office 主题</vt:lpstr>
      <vt:lpstr>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例10  求</vt:lpstr>
      <vt:lpstr>例11  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例17  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714</cp:revision>
  <dcterms:created xsi:type="dcterms:W3CDTF">2018-09-27T06:48:00Z</dcterms:created>
  <dcterms:modified xsi:type="dcterms:W3CDTF">2023-11-14T10:10:43Z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