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332" r:id="rId2"/>
    <p:sldId id="337" r:id="rId3"/>
    <p:sldId id="338" r:id="rId4"/>
    <p:sldId id="339" r:id="rId5"/>
    <p:sldId id="340" r:id="rId6"/>
    <p:sldId id="341" r:id="rId7"/>
    <p:sldId id="342" r:id="rId8"/>
    <p:sldId id="333" r:id="rId9"/>
    <p:sldId id="334" r:id="rId10"/>
    <p:sldId id="335" r:id="rId11"/>
    <p:sldId id="336" r:id="rId12"/>
    <p:sldId id="343" r:id="rId13"/>
    <p:sldId id="345" r:id="rId14"/>
    <p:sldId id="344" r:id="rId15"/>
    <p:sldId id="354" r:id="rId16"/>
    <p:sldId id="346" r:id="rId17"/>
    <p:sldId id="364" r:id="rId18"/>
    <p:sldId id="365" r:id="rId19"/>
    <p:sldId id="373" r:id="rId20"/>
    <p:sldId id="379" r:id="rId21"/>
    <p:sldId id="308" r:id="rId22"/>
    <p:sldId id="376" r:id="rId23"/>
    <p:sldId id="377" r:id="rId24"/>
    <p:sldId id="366" r:id="rId25"/>
    <p:sldId id="367" r:id="rId26"/>
    <p:sldId id="378" r:id="rId27"/>
    <p:sldId id="369" r:id="rId28"/>
    <p:sldId id="370" r:id="rId29"/>
    <p:sldId id="371" r:id="rId30"/>
    <p:sldId id="412" r:id="rId31"/>
    <p:sldId id="382" r:id="rId32"/>
    <p:sldId id="383" r:id="rId33"/>
    <p:sldId id="384" r:id="rId34"/>
    <p:sldId id="385" r:id="rId35"/>
    <p:sldId id="388" r:id="rId36"/>
    <p:sldId id="389" r:id="rId37"/>
    <p:sldId id="386" r:id="rId38"/>
    <p:sldId id="390" r:id="rId39"/>
    <p:sldId id="391" r:id="rId40"/>
    <p:sldId id="394" r:id="rId41"/>
    <p:sldId id="395" r:id="rId42"/>
    <p:sldId id="396" r:id="rId43"/>
    <p:sldId id="397" r:id="rId44"/>
    <p:sldId id="399" r:id="rId45"/>
    <p:sldId id="400" r:id="rId46"/>
    <p:sldId id="401" r:id="rId47"/>
    <p:sldId id="402" r:id="rId48"/>
    <p:sldId id="403" r:id="rId49"/>
    <p:sldId id="404" r:id="rId50"/>
    <p:sldId id="405" r:id="rId51"/>
    <p:sldId id="406" r:id="rId52"/>
    <p:sldId id="409" r:id="rId53"/>
    <p:sldId id="410" r:id="rId54"/>
    <p:sldId id="330" r:id="rId5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4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田阗" initials="田阗" lastIdx="2" clrIdx="0">
    <p:extLst>
      <p:ext uri="{19B8F6BF-5375-455C-9EA6-DF929625EA0E}">
        <p15:presenceInfo xmlns:p15="http://schemas.microsoft.com/office/powerpoint/2012/main" userId="田阗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FF6464"/>
    <a:srgbClr val="0000FF"/>
    <a:srgbClr val="FFC864"/>
    <a:srgbClr val="FF00FF"/>
    <a:srgbClr val="FFFFC8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401" autoAdjust="0"/>
  </p:normalViewPr>
  <p:slideViewPr>
    <p:cSldViewPr>
      <p:cViewPr varScale="1">
        <p:scale>
          <a:sx n="145" d="100"/>
          <a:sy n="145" d="100"/>
        </p:scale>
        <p:origin x="522" y="126"/>
      </p:cViewPr>
      <p:guideLst>
        <p:guide orient="horz" pos="894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image" Target="../media/image50.wmf"/><Relationship Id="rId18" Type="http://schemas.openxmlformats.org/officeDocument/2006/relationships/image" Target="../media/image55.wmf"/><Relationship Id="rId3" Type="http://schemas.openxmlformats.org/officeDocument/2006/relationships/image" Target="../media/image40.wmf"/><Relationship Id="rId21" Type="http://schemas.openxmlformats.org/officeDocument/2006/relationships/image" Target="../media/image58.wmf"/><Relationship Id="rId7" Type="http://schemas.openxmlformats.org/officeDocument/2006/relationships/image" Target="../media/image44.wmf"/><Relationship Id="rId12" Type="http://schemas.openxmlformats.org/officeDocument/2006/relationships/image" Target="../media/image49.wmf"/><Relationship Id="rId17" Type="http://schemas.openxmlformats.org/officeDocument/2006/relationships/image" Target="../media/image54.wmf"/><Relationship Id="rId2" Type="http://schemas.openxmlformats.org/officeDocument/2006/relationships/image" Target="../media/image39.wmf"/><Relationship Id="rId16" Type="http://schemas.openxmlformats.org/officeDocument/2006/relationships/image" Target="../media/image53.wmf"/><Relationship Id="rId20" Type="http://schemas.openxmlformats.org/officeDocument/2006/relationships/image" Target="../media/image57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11" Type="http://schemas.openxmlformats.org/officeDocument/2006/relationships/image" Target="../media/image48.wmf"/><Relationship Id="rId5" Type="http://schemas.openxmlformats.org/officeDocument/2006/relationships/image" Target="../media/image42.wmf"/><Relationship Id="rId15" Type="http://schemas.openxmlformats.org/officeDocument/2006/relationships/image" Target="../media/image52.wmf"/><Relationship Id="rId10" Type="http://schemas.openxmlformats.org/officeDocument/2006/relationships/image" Target="../media/image47.wmf"/><Relationship Id="rId19" Type="http://schemas.openxmlformats.org/officeDocument/2006/relationships/image" Target="../media/image56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Relationship Id="rId14" Type="http://schemas.openxmlformats.org/officeDocument/2006/relationships/image" Target="../media/image51.wmf"/><Relationship Id="rId22" Type="http://schemas.openxmlformats.org/officeDocument/2006/relationships/image" Target="../media/image5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4" Type="http://schemas.openxmlformats.org/officeDocument/2006/relationships/image" Target="../media/image13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4" Type="http://schemas.openxmlformats.org/officeDocument/2006/relationships/image" Target="../media/image14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4" Type="http://schemas.openxmlformats.org/officeDocument/2006/relationships/image" Target="../media/image15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68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12" Type="http://schemas.openxmlformats.org/officeDocument/2006/relationships/image" Target="../media/image167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11" Type="http://schemas.openxmlformats.org/officeDocument/2006/relationships/image" Target="../media/image166.wmf"/><Relationship Id="rId5" Type="http://schemas.openxmlformats.org/officeDocument/2006/relationships/image" Target="../media/image160.wmf"/><Relationship Id="rId10" Type="http://schemas.openxmlformats.org/officeDocument/2006/relationships/image" Target="../media/image165.wmf"/><Relationship Id="rId4" Type="http://schemas.openxmlformats.org/officeDocument/2006/relationships/image" Target="../media/image159.wmf"/><Relationship Id="rId9" Type="http://schemas.openxmlformats.org/officeDocument/2006/relationships/image" Target="../media/image164.wmf"/><Relationship Id="rId14" Type="http://schemas.openxmlformats.org/officeDocument/2006/relationships/image" Target="../media/image16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image" Target="../media/image182.wmf"/><Relationship Id="rId7" Type="http://schemas.openxmlformats.org/officeDocument/2006/relationships/image" Target="../media/image186.wmf"/><Relationship Id="rId12" Type="http://schemas.openxmlformats.org/officeDocument/2006/relationships/image" Target="../media/image191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11" Type="http://schemas.openxmlformats.org/officeDocument/2006/relationships/image" Target="../media/image190.wmf"/><Relationship Id="rId5" Type="http://schemas.openxmlformats.org/officeDocument/2006/relationships/image" Target="../media/image184.wmf"/><Relationship Id="rId10" Type="http://schemas.openxmlformats.org/officeDocument/2006/relationships/image" Target="../media/image189.wmf"/><Relationship Id="rId4" Type="http://schemas.openxmlformats.org/officeDocument/2006/relationships/image" Target="../media/image183.wmf"/><Relationship Id="rId9" Type="http://schemas.openxmlformats.org/officeDocument/2006/relationships/image" Target="../media/image18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4" Type="http://schemas.openxmlformats.org/officeDocument/2006/relationships/image" Target="../media/image21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5" Type="http://schemas.openxmlformats.org/officeDocument/2006/relationships/image" Target="../media/image229.wmf"/><Relationship Id="rId4" Type="http://schemas.openxmlformats.org/officeDocument/2006/relationships/image" Target="../media/image22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wmf"/><Relationship Id="rId7" Type="http://schemas.openxmlformats.org/officeDocument/2006/relationships/image" Target="../media/image236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7" Type="http://schemas.openxmlformats.org/officeDocument/2006/relationships/image" Target="../media/image243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image" Target="../media/image246.wmf"/><Relationship Id="rId7" Type="http://schemas.openxmlformats.org/officeDocument/2006/relationships/image" Target="../media/image250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9" Type="http://schemas.openxmlformats.org/officeDocument/2006/relationships/image" Target="../media/image252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4" Type="http://schemas.openxmlformats.org/officeDocument/2006/relationships/image" Target="../media/image262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image" Target="../media/image264.wmf"/><Relationship Id="rId1" Type="http://schemas.openxmlformats.org/officeDocument/2006/relationships/image" Target="../media/image263.wmf"/><Relationship Id="rId4" Type="http://schemas.openxmlformats.org/officeDocument/2006/relationships/image" Target="../media/image266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5" Type="http://schemas.openxmlformats.org/officeDocument/2006/relationships/image" Target="../media/image276.wmf"/><Relationship Id="rId4" Type="http://schemas.openxmlformats.org/officeDocument/2006/relationships/image" Target="../media/image275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5" Type="http://schemas.openxmlformats.org/officeDocument/2006/relationships/image" Target="../media/image281.wmf"/><Relationship Id="rId4" Type="http://schemas.openxmlformats.org/officeDocument/2006/relationships/image" Target="../media/image280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wmf"/><Relationship Id="rId2" Type="http://schemas.openxmlformats.org/officeDocument/2006/relationships/image" Target="../media/image292.wmf"/><Relationship Id="rId1" Type="http://schemas.openxmlformats.org/officeDocument/2006/relationships/image" Target="../media/image291.wmf"/><Relationship Id="rId4" Type="http://schemas.openxmlformats.org/officeDocument/2006/relationships/image" Target="../media/image294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wmf"/><Relationship Id="rId2" Type="http://schemas.openxmlformats.org/officeDocument/2006/relationships/image" Target="../media/image296.wmf"/><Relationship Id="rId1" Type="http://schemas.openxmlformats.org/officeDocument/2006/relationships/image" Target="../media/image295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4" Type="http://schemas.openxmlformats.org/officeDocument/2006/relationships/image" Target="../media/image3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9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5.wmf"/><Relationship Id="rId26" Type="http://schemas.openxmlformats.org/officeDocument/2006/relationships/image" Target="../media/image49.wmf"/><Relationship Id="rId39" Type="http://schemas.openxmlformats.org/officeDocument/2006/relationships/oleObject" Target="../embeddings/oleObject58.bin"/><Relationship Id="rId21" Type="http://schemas.openxmlformats.org/officeDocument/2006/relationships/oleObject" Target="../embeddings/oleObject49.bin"/><Relationship Id="rId34" Type="http://schemas.openxmlformats.org/officeDocument/2006/relationships/image" Target="../media/image53.wmf"/><Relationship Id="rId42" Type="http://schemas.openxmlformats.org/officeDocument/2006/relationships/image" Target="../media/image57.wmf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wmf"/><Relationship Id="rId29" Type="http://schemas.openxmlformats.org/officeDocument/2006/relationships/oleObject" Target="../embeddings/oleObject53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48.wmf"/><Relationship Id="rId32" Type="http://schemas.openxmlformats.org/officeDocument/2006/relationships/image" Target="../media/image52.wmf"/><Relationship Id="rId37" Type="http://schemas.openxmlformats.org/officeDocument/2006/relationships/oleObject" Target="../embeddings/oleObject57.bin"/><Relationship Id="rId40" Type="http://schemas.openxmlformats.org/officeDocument/2006/relationships/image" Target="../media/image56.wmf"/><Relationship Id="rId45" Type="http://schemas.openxmlformats.org/officeDocument/2006/relationships/oleObject" Target="../embeddings/oleObject61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image" Target="../media/image50.wmf"/><Relationship Id="rId36" Type="http://schemas.openxmlformats.org/officeDocument/2006/relationships/image" Target="../media/image54.wmf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48.bin"/><Relationship Id="rId31" Type="http://schemas.openxmlformats.org/officeDocument/2006/relationships/oleObject" Target="../embeddings/oleObject54.bin"/><Relationship Id="rId44" Type="http://schemas.openxmlformats.org/officeDocument/2006/relationships/image" Target="../media/image58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3.wmf"/><Relationship Id="rId22" Type="http://schemas.openxmlformats.org/officeDocument/2006/relationships/image" Target="../media/image47.wmf"/><Relationship Id="rId27" Type="http://schemas.openxmlformats.org/officeDocument/2006/relationships/oleObject" Target="../embeddings/oleObject52.bin"/><Relationship Id="rId30" Type="http://schemas.openxmlformats.org/officeDocument/2006/relationships/image" Target="../media/image51.wmf"/><Relationship Id="rId35" Type="http://schemas.openxmlformats.org/officeDocument/2006/relationships/oleObject" Target="../embeddings/oleObject56.bin"/><Relationship Id="rId43" Type="http://schemas.openxmlformats.org/officeDocument/2006/relationships/oleObject" Target="../embeddings/oleObject60.bin"/><Relationship Id="rId8" Type="http://schemas.openxmlformats.org/officeDocument/2006/relationships/image" Target="../media/image40.wmf"/><Relationship Id="rId3" Type="http://schemas.openxmlformats.org/officeDocument/2006/relationships/oleObject" Target="../embeddings/oleObject40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33" Type="http://schemas.openxmlformats.org/officeDocument/2006/relationships/oleObject" Target="../embeddings/oleObject55.bin"/><Relationship Id="rId38" Type="http://schemas.openxmlformats.org/officeDocument/2006/relationships/image" Target="../media/image55.wmf"/><Relationship Id="rId46" Type="http://schemas.openxmlformats.org/officeDocument/2006/relationships/image" Target="../media/image59.wmf"/><Relationship Id="rId20" Type="http://schemas.openxmlformats.org/officeDocument/2006/relationships/image" Target="../media/image46.wmf"/><Relationship Id="rId41" Type="http://schemas.openxmlformats.org/officeDocument/2006/relationships/oleObject" Target="../embeddings/oleObject5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7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75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86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88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1.wmf"/><Relationship Id="rId22" Type="http://schemas.openxmlformats.org/officeDocument/2006/relationships/image" Target="../media/image85.wmf"/><Relationship Id="rId27" Type="http://schemas.openxmlformats.org/officeDocument/2006/relationships/oleObject" Target="../embeddings/oleObject9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image" Target="../media/image102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0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16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3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9.wmf"/><Relationship Id="rId20" Type="http://schemas.openxmlformats.org/officeDocument/2006/relationships/image" Target="../media/image131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34.bin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44.bin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46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4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5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5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63.wmf"/><Relationship Id="rId26" Type="http://schemas.openxmlformats.org/officeDocument/2006/relationships/image" Target="../media/image167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20" Type="http://schemas.openxmlformats.org/officeDocument/2006/relationships/image" Target="../media/image164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166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28" Type="http://schemas.openxmlformats.org/officeDocument/2006/relationships/image" Target="../media/image168.wmf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1.wmf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171.bin"/><Relationship Id="rId30" Type="http://schemas.openxmlformats.org/officeDocument/2006/relationships/image" Target="../media/image16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77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6.wmf"/><Relationship Id="rId20" Type="http://schemas.openxmlformats.org/officeDocument/2006/relationships/image" Target="../media/image17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10" Type="http://schemas.openxmlformats.org/officeDocument/2006/relationships/image" Target="../media/image173.wmf"/><Relationship Id="rId19" Type="http://schemas.openxmlformats.org/officeDocument/2006/relationships/oleObject" Target="../embeddings/oleObject181.bin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7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7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87.wmf"/><Relationship Id="rId26" Type="http://schemas.openxmlformats.org/officeDocument/2006/relationships/image" Target="../media/image191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2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84.wmf"/><Relationship Id="rId17" Type="http://schemas.openxmlformats.org/officeDocument/2006/relationships/oleObject" Target="../embeddings/oleObject190.bin"/><Relationship Id="rId25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6.wmf"/><Relationship Id="rId20" Type="http://schemas.openxmlformats.org/officeDocument/2006/relationships/image" Target="../media/image18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190.wmf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93.bin"/><Relationship Id="rId10" Type="http://schemas.openxmlformats.org/officeDocument/2006/relationships/image" Target="../media/image183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85.wmf"/><Relationship Id="rId22" Type="http://schemas.openxmlformats.org/officeDocument/2006/relationships/image" Target="../media/image18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00.bin"/><Relationship Id="rId18" Type="http://schemas.openxmlformats.org/officeDocument/2006/relationships/image" Target="../media/image199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19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08.bin"/><Relationship Id="rId18" Type="http://schemas.openxmlformats.org/officeDocument/2006/relationships/image" Target="../media/image207.wmf"/><Relationship Id="rId3" Type="http://schemas.openxmlformats.org/officeDocument/2006/relationships/oleObject" Target="../embeddings/oleObject203.bin"/><Relationship Id="rId21" Type="http://schemas.openxmlformats.org/officeDocument/2006/relationships/oleObject" Target="../embeddings/oleObject212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211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05.wmf"/><Relationship Id="rId22" Type="http://schemas.openxmlformats.org/officeDocument/2006/relationships/image" Target="../media/image20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214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8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1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226.bin"/><Relationship Id="rId4" Type="http://schemas.openxmlformats.org/officeDocument/2006/relationships/image" Target="../media/image22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3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13" Type="http://schemas.openxmlformats.org/officeDocument/2006/relationships/image" Target="../media/image234.wmf"/><Relationship Id="rId3" Type="http://schemas.openxmlformats.org/officeDocument/2006/relationships/oleObject" Target="../embeddings/oleObject233.bin"/><Relationship Id="rId7" Type="http://schemas.openxmlformats.org/officeDocument/2006/relationships/oleObject" Target="../embeddings/oleObject235.bin"/><Relationship Id="rId12" Type="http://schemas.openxmlformats.org/officeDocument/2006/relationships/oleObject" Target="../embeddings/oleObject238.bin"/><Relationship Id="rId17" Type="http://schemas.openxmlformats.org/officeDocument/2006/relationships/image" Target="../media/image2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0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31.wmf"/><Relationship Id="rId11" Type="http://schemas.openxmlformats.org/officeDocument/2006/relationships/image" Target="../media/image233.wmf"/><Relationship Id="rId5" Type="http://schemas.openxmlformats.org/officeDocument/2006/relationships/oleObject" Target="../embeddings/oleObject234.bin"/><Relationship Id="rId15" Type="http://schemas.openxmlformats.org/officeDocument/2006/relationships/image" Target="../media/image235.wmf"/><Relationship Id="rId10" Type="http://schemas.openxmlformats.org/officeDocument/2006/relationships/oleObject" Target="../embeddings/oleObject237.bin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36.bin"/><Relationship Id="rId14" Type="http://schemas.openxmlformats.org/officeDocument/2006/relationships/oleObject" Target="../embeddings/oleObject23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oleObject" Target="../embeddings/oleObject246.bin"/><Relationship Id="rId3" Type="http://schemas.openxmlformats.org/officeDocument/2006/relationships/oleObject" Target="../embeddings/oleObject241.bin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24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3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45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47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24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51.wmf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8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0.wmf"/><Relationship Id="rId20" Type="http://schemas.openxmlformats.org/officeDocument/2006/relationships/image" Target="../media/image252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45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47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4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oleObject" Target="../embeddings/oleObject262.bin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5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86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88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1.wmf"/><Relationship Id="rId22" Type="http://schemas.openxmlformats.org/officeDocument/2006/relationships/image" Target="../media/image85.wmf"/><Relationship Id="rId27" Type="http://schemas.openxmlformats.org/officeDocument/2006/relationships/oleObject" Target="../embeddings/oleObject9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60.wmf"/><Relationship Id="rId5" Type="http://schemas.openxmlformats.org/officeDocument/2006/relationships/oleObject" Target="../embeddings/oleObject264.bin"/><Relationship Id="rId10" Type="http://schemas.openxmlformats.org/officeDocument/2006/relationships/image" Target="../media/image262.wmf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6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64.wmf"/><Relationship Id="rId5" Type="http://schemas.openxmlformats.org/officeDocument/2006/relationships/oleObject" Target="../embeddings/oleObject268.bin"/><Relationship Id="rId10" Type="http://schemas.openxmlformats.org/officeDocument/2006/relationships/image" Target="../media/image266.wmf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27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0" Type="http://schemas.openxmlformats.org/officeDocument/2006/relationships/image" Target="../media/image270.wmf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74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78.bin"/><Relationship Id="rId12" Type="http://schemas.openxmlformats.org/officeDocument/2006/relationships/image" Target="../media/image2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7.bin"/><Relationship Id="rId10" Type="http://schemas.openxmlformats.org/officeDocument/2006/relationships/image" Target="../media/image275.wmf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7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285.bin"/><Relationship Id="rId5" Type="http://schemas.openxmlformats.org/officeDocument/2006/relationships/oleObject" Target="../embeddings/oleObject282.bin"/><Relationship Id="rId10" Type="http://schemas.openxmlformats.org/officeDocument/2006/relationships/image" Target="../media/image280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8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image" Target="../media/image2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290.bin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85.wmf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287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89.wmf"/><Relationship Id="rId5" Type="http://schemas.openxmlformats.org/officeDocument/2006/relationships/oleObject" Target="../embeddings/oleObject293.bin"/><Relationship Id="rId4" Type="http://schemas.openxmlformats.org/officeDocument/2006/relationships/image" Target="../media/image288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92.wmf"/><Relationship Id="rId5" Type="http://schemas.openxmlformats.org/officeDocument/2006/relationships/oleObject" Target="../embeddings/oleObject296.bin"/><Relationship Id="rId10" Type="http://schemas.openxmlformats.org/officeDocument/2006/relationships/image" Target="../media/image294.wmf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298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oleObject" Target="../embeddings/oleObject299.bin"/><Relationship Id="rId7" Type="http://schemas.openxmlformats.org/officeDocument/2006/relationships/oleObject" Target="../embeddings/oleObject3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96.wmf"/><Relationship Id="rId5" Type="http://schemas.openxmlformats.org/officeDocument/2006/relationships/oleObject" Target="../embeddings/oleObject300.bin"/><Relationship Id="rId4" Type="http://schemas.openxmlformats.org/officeDocument/2006/relationships/image" Target="../media/image295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99.wmf"/><Relationship Id="rId5" Type="http://schemas.openxmlformats.org/officeDocument/2006/relationships/oleObject" Target="../embeddings/oleObject303.bin"/><Relationship Id="rId10" Type="http://schemas.openxmlformats.org/officeDocument/2006/relationships/image" Target="../media/image301.wmf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05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993A4-6C1E-4999-A9F9-A82712B27834}"/>
              </a:ext>
            </a:extLst>
          </p:cNvPr>
          <p:cNvSpPr txBox="1">
            <a:spLocks/>
          </p:cNvSpPr>
          <p:nvPr/>
        </p:nvSpPr>
        <p:spPr>
          <a:xfrm>
            <a:off x="827584" y="1254001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 不定积分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76950F-5CEF-4C9D-8DDA-E490EFF7B9FB}"/>
              </a:ext>
            </a:extLst>
          </p:cNvPr>
          <p:cNvSpPr txBox="1">
            <a:spLocks/>
          </p:cNvSpPr>
          <p:nvPr/>
        </p:nvSpPr>
        <p:spPr>
          <a:xfrm>
            <a:off x="1369368" y="2787774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习题课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4C9BA3D3-8129-4BC9-94C4-D026AB90DF47}"/>
              </a:ext>
            </a:extLst>
          </p:cNvPr>
          <p:cNvSpPr txBox="1"/>
          <p:nvPr/>
        </p:nvSpPr>
        <p:spPr>
          <a:xfrm>
            <a:off x="2699792" y="3651870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   郭晓峰</a:t>
            </a:r>
          </a:p>
        </p:txBody>
      </p:sp>
    </p:spTree>
    <p:extLst>
      <p:ext uri="{BB962C8B-B14F-4D97-AF65-F5344CB8AC3E}">
        <p14:creationId xmlns:p14="http://schemas.microsoft.com/office/powerpoint/2010/main" val="20352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E3516972-D26D-431A-8ACD-93E442896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411510"/>
            <a:ext cx="55007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内容提要</a:t>
            </a:r>
            <a:endParaRPr lang="zh-CN" altLang="en-US" sz="28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98835DB7-F3E0-452D-80C9-6BF174D64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043800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原函数与不定积分的概念及性质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71">
            <a:extLst>
              <a:ext uri="{FF2B5EF4-FFF2-40B4-BE49-F238E27FC236}">
                <a16:creationId xmlns:a16="http://schemas.microsoft.com/office/drawing/2014/main" id="{24CE7C0F-9815-4F2A-9B12-CB3EC2D10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04" y="1627848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求不定积分的方法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63A17309-DEE4-4517-8BEC-FA956175F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04" y="2273702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直接积分法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1E627CC6-56F5-4464-B430-31CDB8CB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689" y="2843720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第一类换元法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71">
            <a:extLst>
              <a:ext uri="{FF2B5EF4-FFF2-40B4-BE49-F238E27FC236}">
                <a16:creationId xmlns:a16="http://schemas.microsoft.com/office/drawing/2014/main" id="{9BCBE81B-6DC8-4A7A-872D-20152556B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689" y="3295684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第二类换元法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1030845B-1198-49AD-9517-78537365E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689" y="4209313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几种特殊函数的积分的方法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71">
            <a:extLst>
              <a:ext uri="{FF2B5EF4-FFF2-40B4-BE49-F238E27FC236}">
                <a16:creationId xmlns:a16="http://schemas.microsoft.com/office/drawing/2014/main" id="{D78A8BEB-8214-499C-930D-1B6EDC783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689" y="3747648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分部积分法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F0937A3D-9478-4340-930B-4E1BA14D6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67494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原函数与不定积分的概念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DABAB41E-D312-4699-A36E-3F22192C0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915566"/>
            <a:ext cx="74612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原函数存在定理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区间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函数一定存在原函数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05C66CC-466C-4727-BDB8-7F090629A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7" y="1563638"/>
            <a:ext cx="820891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“连续”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为函数在区间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上存在原函数的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充分条件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，而非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F4537B1-C4BD-44FF-A71F-DF330D6E2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90" y="2438590"/>
            <a:ext cx="3065581" cy="4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+mn-ea"/>
              </a:rPr>
              <a:t>必要条件</a:t>
            </a:r>
            <a:r>
              <a:rPr lang="en-US" altLang="zh-CN" sz="2400" b="1" dirty="0">
                <a:latin typeface="+mn-ea"/>
              </a:rPr>
              <a:t>.</a:t>
            </a:r>
            <a:r>
              <a:rPr lang="zh-CN" altLang="en-US" sz="2400" b="1" dirty="0">
                <a:latin typeface="+mn-ea"/>
              </a:rPr>
              <a:t>例如，函数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74E760B-2A65-434F-95CE-226F15A91E5E}"/>
              </a:ext>
            </a:extLst>
          </p:cNvPr>
          <p:cNvGrpSpPr/>
          <p:nvPr/>
        </p:nvGrpSpPr>
        <p:grpSpPr>
          <a:xfrm>
            <a:off x="3053062" y="2107687"/>
            <a:ext cx="5695402" cy="1244600"/>
            <a:chOff x="3125070" y="1099575"/>
            <a:chExt cx="5695402" cy="12446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1DC51E8-7D22-4A31-9CF5-DC5CBCE67444}"/>
                </a:ext>
              </a:extLst>
            </p:cNvPr>
            <p:cNvGrpSpPr/>
            <p:nvPr/>
          </p:nvGrpSpPr>
          <p:grpSpPr>
            <a:xfrm>
              <a:off x="3125070" y="1099575"/>
              <a:ext cx="5695402" cy="1244600"/>
              <a:chOff x="3125070" y="1099575"/>
              <a:chExt cx="5695402" cy="1244600"/>
            </a:xfrm>
          </p:grpSpPr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89D99EF8-06FC-4C2F-A466-BA008101C0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697225"/>
                  </p:ext>
                </p:extLst>
              </p:nvPr>
            </p:nvGraphicFramePr>
            <p:xfrm>
              <a:off x="3125070" y="1099575"/>
              <a:ext cx="2959100" cy="1244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442" name="Equation" r:id="rId3" imgW="2958840" imgH="1244520" progId="Equation.DSMT4">
                      <p:embed/>
                    </p:oleObj>
                  </mc:Choice>
                  <mc:Fallback>
                    <p:oleObj name="Equation" r:id="rId3" imgW="2958840" imgH="124452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58BF29D4-AB74-4577-B646-3850A516D1F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125070" y="1099575"/>
                            <a:ext cx="2959100" cy="1244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6">
                <a:extLst>
                  <a:ext uri="{FF2B5EF4-FFF2-40B4-BE49-F238E27FC236}">
                    <a16:creationId xmlns:a16="http://schemas.microsoft.com/office/drawing/2014/main" id="{2A5389F8-21F1-48CF-8139-D4AF2B4C1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8185" y="1488157"/>
                <a:ext cx="2592287" cy="467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b="1" dirty="0">
                    <a:latin typeface="+mn-ea"/>
                  </a:rPr>
                  <a:t>在        上可导，</a:t>
                </a:r>
              </a:p>
            </p:txBody>
          </p:sp>
        </p:grp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9CB5C8C-036A-43B2-B731-3582A018A1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5826166"/>
                </p:ext>
              </p:extLst>
            </p:nvPr>
          </p:nvGraphicFramePr>
          <p:xfrm>
            <a:off x="6516216" y="1641642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3" name="Equation" r:id="rId5" imgW="1130040" imgH="342720" progId="Equation.DSMT4">
                    <p:embed/>
                  </p:oleObj>
                </mc:Choice>
                <mc:Fallback>
                  <p:oleObj name="Equation" r:id="rId5" imgW="113004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16190A6E-586F-414E-9251-28A3F7504D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16216" y="1641642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0D19CD8-66BE-4CEE-99FE-ED71BE845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883521"/>
              </p:ext>
            </p:extLst>
          </p:nvPr>
        </p:nvGraphicFramePr>
        <p:xfrm>
          <a:off x="1357522" y="3310739"/>
          <a:ext cx="3987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4" name="Equation" r:id="rId7" imgW="3987720" imgH="1244520" progId="Equation.DSMT4">
                  <p:embed/>
                </p:oleObj>
              </mc:Choice>
              <mc:Fallback>
                <p:oleObj name="Equation" r:id="rId7" imgW="3987720" imgH="12445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E501BEF-64C0-4A05-82BB-A32100AF4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7522" y="3310739"/>
                        <a:ext cx="3987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7E6FF76-70AE-4A67-B3EC-68E7B34F60C1}"/>
              </a:ext>
            </a:extLst>
          </p:cNvPr>
          <p:cNvSpPr/>
          <p:nvPr/>
        </p:nvSpPr>
        <p:spPr>
          <a:xfrm>
            <a:off x="72008" y="372139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但导函数</a:t>
            </a:r>
            <a:endParaRPr lang="zh-CN" altLang="en-US" sz="24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F55002-D298-43F5-9A96-672C1399D105}"/>
              </a:ext>
            </a:extLst>
          </p:cNvPr>
          <p:cNvGrpSpPr/>
          <p:nvPr/>
        </p:nvGrpSpPr>
        <p:grpSpPr>
          <a:xfrm>
            <a:off x="5336538" y="3744761"/>
            <a:ext cx="2808312" cy="461665"/>
            <a:chOff x="4860032" y="4186828"/>
            <a:chExt cx="2808312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5FA6EB0-7DDD-47AD-9CC3-E622D84EC54A}"/>
                </a:ext>
              </a:extLst>
            </p:cNvPr>
            <p:cNvSpPr/>
            <p:nvPr/>
          </p:nvSpPr>
          <p:spPr>
            <a:xfrm>
              <a:off x="4860032" y="4186828"/>
              <a:ext cx="28083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     处不连续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957439E-0220-4D0E-B588-926972DD66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4539398"/>
                </p:ext>
              </p:extLst>
            </p:nvPr>
          </p:nvGraphicFramePr>
          <p:xfrm>
            <a:off x="5368345" y="429141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5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8054710-5FEF-40E2-9469-A8F1E1CA11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68345" y="429141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1462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DDCD1E-3708-47B4-8CE3-F6DC0652774A}"/>
              </a:ext>
            </a:extLst>
          </p:cNvPr>
          <p:cNvSpPr/>
          <p:nvPr/>
        </p:nvSpPr>
        <p:spPr>
          <a:xfrm>
            <a:off x="1036266" y="384320"/>
            <a:ext cx="8018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zh-CN" altLang="en-US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05E211E-9192-48C1-BF0B-BB9AB884FAB1}"/>
              </a:ext>
            </a:extLst>
          </p:cNvPr>
          <p:cNvGrpSpPr/>
          <p:nvPr/>
        </p:nvGrpSpPr>
        <p:grpSpPr>
          <a:xfrm>
            <a:off x="1835697" y="339502"/>
            <a:ext cx="6552728" cy="506483"/>
            <a:chOff x="1043609" y="555884"/>
            <a:chExt cx="6552728" cy="506483"/>
          </a:xfrm>
        </p:grpSpPr>
        <p:sp>
          <p:nvSpPr>
            <p:cNvPr id="4" name="Rectangle 16">
              <a:extLst>
                <a:ext uri="{FF2B5EF4-FFF2-40B4-BE49-F238E27FC236}">
                  <a16:creationId xmlns:a16="http://schemas.microsoft.com/office/drawing/2014/main" id="{2881D1F1-6BC2-4E7B-928E-864904AD1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9" y="555884"/>
              <a:ext cx="6552728" cy="467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如果函数    在区间  上存在原函数，但  为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8620898A-AC3A-4217-AB9B-ECE92A2F3A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9177652"/>
                </p:ext>
              </p:extLst>
            </p:nvPr>
          </p:nvGraphicFramePr>
          <p:xfrm>
            <a:off x="2440191" y="71946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2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8AC6341C-9FD4-418A-A98E-913ABA1456A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0191" y="71946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720E5E1-1A69-4731-BB53-1655D9025C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003290"/>
                </p:ext>
              </p:extLst>
            </p:nvPr>
          </p:nvGraphicFramePr>
          <p:xfrm>
            <a:off x="4072224" y="719467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3" name="Equation" r:id="rId5" imgW="190440" imgH="266400" progId="Equation.DSMT4">
                    <p:embed/>
                  </p:oleObj>
                </mc:Choice>
                <mc:Fallback>
                  <p:oleObj name="Equation" r:id="rId5" imgW="190440" imgH="2664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F688547-CD1B-45A8-9109-3B1D308E14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72224" y="719467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C06DBFB-51A6-400C-B8F9-E2BAA1D669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3827535"/>
                </p:ext>
              </p:extLst>
            </p:nvPr>
          </p:nvGraphicFramePr>
          <p:xfrm>
            <a:off x="6777324" y="66184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4" name="Equation" r:id="rId7" imgW="279360" imgH="380880" progId="Equation.DSMT4">
                    <p:embed/>
                  </p:oleObj>
                </mc:Choice>
                <mc:Fallback>
                  <p:oleObj name="Equation" r:id="rId7" imgW="27936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98B0AA88-0BEF-49D8-A0C4-B4AD243B1C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777324" y="66184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FA7F2160-76F7-428C-9E35-7EAF32830F59}"/>
              </a:ext>
            </a:extLst>
          </p:cNvPr>
          <p:cNvSpPr/>
          <p:nvPr/>
        </p:nvSpPr>
        <p:spPr>
          <a:xfrm>
            <a:off x="491563" y="1613582"/>
            <a:ext cx="45632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间断点，则一定不存在原函数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FE08581-C6CE-4EB7-A62E-6C2B45692936}"/>
              </a:ext>
            </a:extLst>
          </p:cNvPr>
          <p:cNvGrpSpPr/>
          <p:nvPr/>
        </p:nvGrpSpPr>
        <p:grpSpPr>
          <a:xfrm>
            <a:off x="563571" y="946039"/>
            <a:ext cx="7597660" cy="471995"/>
            <a:chOff x="395536" y="1171670"/>
            <a:chExt cx="7597660" cy="471995"/>
          </a:xfrm>
        </p:grpSpPr>
        <p:sp>
          <p:nvSpPr>
            <p:cNvPr id="10" name="Rectangle 16">
              <a:extLst>
                <a:ext uri="{FF2B5EF4-FFF2-40B4-BE49-F238E27FC236}">
                  <a16:creationId xmlns:a16="http://schemas.microsoft.com/office/drawing/2014/main" id="{83BAE655-CCEF-45AF-88C2-0972599BB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1171670"/>
              <a:ext cx="7597660" cy="467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+mn-ea"/>
                </a:rPr>
                <a:t>一个间断点，则一定为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第二类间断点</a:t>
              </a:r>
              <a:r>
                <a:rPr lang="en-US" altLang="zh-CN" sz="2400" b="1" dirty="0">
                  <a:latin typeface="+mn-ea"/>
                </a:rPr>
                <a:t>. </a:t>
              </a:r>
              <a:r>
                <a:rPr lang="zh-CN" altLang="en-US" sz="2400" b="1" dirty="0">
                  <a:latin typeface="+mn-ea"/>
                </a:rPr>
                <a:t>如果   为第一类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BBC0BD4-CB63-4125-8C7F-679691A5BC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3578535"/>
                </p:ext>
              </p:extLst>
            </p:nvPr>
          </p:nvGraphicFramePr>
          <p:xfrm>
            <a:off x="6300192" y="126266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5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317344A0-1A1F-4607-AF87-2D04E3EF44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300192" y="1262665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2">
            <a:extLst>
              <a:ext uri="{FF2B5EF4-FFF2-40B4-BE49-F238E27FC236}">
                <a16:creationId xmlns:a16="http://schemas.microsoft.com/office/drawing/2014/main" id="{7892F045-E77F-4DA3-B56A-8BD9D1A8E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603" y="2217230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ABE5EEB-3232-4265-8ACD-8375B6E4B339}"/>
              </a:ext>
            </a:extLst>
          </p:cNvPr>
          <p:cNvGrpSpPr/>
          <p:nvPr/>
        </p:nvGrpSpPr>
        <p:grpSpPr>
          <a:xfrm>
            <a:off x="1437177" y="2209667"/>
            <a:ext cx="7488832" cy="463468"/>
            <a:chOff x="1403648" y="2366697"/>
            <a:chExt cx="7488832" cy="46346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B89AD00-301A-42F9-A45A-FA4B5638FFA0}"/>
                </a:ext>
              </a:extLst>
            </p:cNvPr>
            <p:cNvSpPr/>
            <p:nvPr/>
          </p:nvSpPr>
          <p:spPr>
            <a:xfrm>
              <a:off x="1403648" y="2368500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   为     的第一类间断点，即      和     存在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         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1DDBA98-5035-4337-965B-95E4829A9A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0034829"/>
                </p:ext>
              </p:extLst>
            </p:nvPr>
          </p:nvGraphicFramePr>
          <p:xfrm>
            <a:off x="1887038" y="2366697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6" name="Equation" r:id="rId11" imgW="279360" imgH="380880" progId="Equation.DSMT4">
                    <p:embed/>
                  </p:oleObj>
                </mc:Choice>
                <mc:Fallback>
                  <p:oleObj name="Equation" r:id="rId11" imgW="27936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17501FE5-1A34-4486-A486-E46D72C30C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87038" y="2366697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9F973383-BAFB-4FE0-A1EC-1D51B59A07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4899762"/>
                </p:ext>
              </p:extLst>
            </p:nvPr>
          </p:nvGraphicFramePr>
          <p:xfrm>
            <a:off x="2627784" y="245226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7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C6F22FD0-3228-400E-B56A-0F4D92A8EE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27784" y="245226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B12CB29-3645-4314-918B-9A83D4A589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4147580"/>
                </p:ext>
              </p:extLst>
            </p:nvPr>
          </p:nvGraphicFramePr>
          <p:xfrm>
            <a:off x="6156176" y="2381250"/>
            <a:ext cx="762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8" name="Equation" r:id="rId15" imgW="761760" imgH="419040" progId="Equation.DSMT4">
                    <p:embed/>
                  </p:oleObj>
                </mc:Choice>
                <mc:Fallback>
                  <p:oleObj name="Equation" r:id="rId15" imgW="761760" imgH="4190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A1F3EF18-2448-4086-973D-B58C745B09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156176" y="2381250"/>
                          <a:ext cx="762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3CCE781B-3D3B-4808-AC28-B1F3B96F3C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9197594"/>
                </p:ext>
              </p:extLst>
            </p:nvPr>
          </p:nvGraphicFramePr>
          <p:xfrm>
            <a:off x="7353002" y="2389782"/>
            <a:ext cx="774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9" name="Equation" r:id="rId17" imgW="774360" imgH="419040" progId="Equation.DSMT4">
                    <p:embed/>
                  </p:oleObj>
                </mc:Choice>
                <mc:Fallback>
                  <p:oleObj name="Equation" r:id="rId17" imgW="774360" imgH="41904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63FCD83C-4733-412B-85FC-08ADEBF4BE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353002" y="2389782"/>
                          <a:ext cx="774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635E5C7-AABF-41C0-A12F-FB843E835DA4}"/>
              </a:ext>
            </a:extLst>
          </p:cNvPr>
          <p:cNvGrpSpPr/>
          <p:nvPr/>
        </p:nvGrpSpPr>
        <p:grpSpPr>
          <a:xfrm>
            <a:off x="347547" y="2873242"/>
            <a:ext cx="7038984" cy="461665"/>
            <a:chOff x="251520" y="3024513"/>
            <a:chExt cx="7038984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36E1555-514A-4AC4-8CB8-F2183E99CF56}"/>
                </a:ext>
              </a:extLst>
            </p:cNvPr>
            <p:cNvSpPr/>
            <p:nvPr/>
          </p:nvSpPr>
          <p:spPr>
            <a:xfrm>
              <a:off x="251520" y="3024513"/>
              <a:ext cx="7038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     为函数     在区间  上的一个原函数，则   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ED618373-E68B-49BD-B15E-EEA27E9E89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4797504"/>
                </p:ext>
              </p:extLst>
            </p:nvPr>
          </p:nvGraphicFramePr>
          <p:xfrm>
            <a:off x="726108" y="3143278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90" name="Equation" r:id="rId19" imgW="634680" imgH="342720" progId="Equation.DSMT4">
                    <p:embed/>
                  </p:oleObj>
                </mc:Choice>
                <mc:Fallback>
                  <p:oleObj name="Equation" r:id="rId19" imgW="63468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AE15E3B0-0AA3-4B75-963B-2BFC0BD121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26108" y="3143278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660650F3-F58E-4207-AFF9-890CC8CC6E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9698820"/>
                </p:ext>
              </p:extLst>
            </p:nvPr>
          </p:nvGraphicFramePr>
          <p:xfrm>
            <a:off x="2365524" y="312615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91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13E9A3D6-60A5-4593-BA2F-ECE5E63F6E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365524" y="312615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1C84B27-81C1-4214-B1F0-AD40D761A1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3380549"/>
                </p:ext>
              </p:extLst>
            </p:nvPr>
          </p:nvGraphicFramePr>
          <p:xfrm>
            <a:off x="4119095" y="31219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92" name="Equation" r:id="rId23" imgW="190440" imgH="266400" progId="Equation.DSMT4">
                    <p:embed/>
                  </p:oleObj>
                </mc:Choice>
                <mc:Fallback>
                  <p:oleObj name="Equation" r:id="rId23" imgW="190440" imgH="2664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A28FB62E-45D8-4382-AD36-B44F012F7B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119095" y="3121995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863FC61-4F43-4C40-BACE-4D8013F31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549519"/>
              </p:ext>
            </p:extLst>
          </p:nvPr>
        </p:nvGraphicFramePr>
        <p:xfrm>
          <a:off x="1330861" y="3550970"/>
          <a:ext cx="53340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3" name="Equation" r:id="rId25" imgW="5333760" imgH="812520" progId="Equation.DSMT4">
                  <p:embed/>
                </p:oleObj>
              </mc:Choice>
              <mc:Fallback>
                <p:oleObj name="Equation" r:id="rId25" imgW="5333760" imgH="8125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292701DC-D650-4A35-BBC2-0DDC32EC3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30861" y="3550970"/>
                        <a:ext cx="53340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761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632AB18-3F33-4668-930C-4B187AE1C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995472"/>
              </p:ext>
            </p:extLst>
          </p:nvPr>
        </p:nvGraphicFramePr>
        <p:xfrm>
          <a:off x="1403648" y="699542"/>
          <a:ext cx="53340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15" name="Equation" r:id="rId3" imgW="5333760" imgH="812520" progId="Equation.DSMT4">
                  <p:embed/>
                </p:oleObj>
              </mc:Choice>
              <mc:Fallback>
                <p:oleObj name="Equation" r:id="rId3" imgW="533376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388A94A-B1A1-4460-A883-3BE46CF568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699542"/>
                        <a:ext cx="53340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5A7C33-8406-4019-BA44-A34F10B41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640198"/>
              </p:ext>
            </p:extLst>
          </p:nvPr>
        </p:nvGraphicFramePr>
        <p:xfrm>
          <a:off x="2195513" y="1715356"/>
          <a:ext cx="5359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16" name="Equation" r:id="rId5" imgW="5359320" imgH="571320" progId="Equation.DSMT4">
                  <p:embed/>
                </p:oleObj>
              </mc:Choice>
              <mc:Fallback>
                <p:oleObj name="Equation" r:id="rId5" imgW="5359320" imgH="571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3C5D43C-F938-4AF1-8D09-10D216D3B1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513" y="1715356"/>
                        <a:ext cx="53594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2188D54-2E45-4522-97A0-420DE8C60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07543"/>
              </p:ext>
            </p:extLst>
          </p:nvPr>
        </p:nvGraphicFramePr>
        <p:xfrm>
          <a:off x="1979712" y="2258060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17" name="Equation" r:id="rId7" imgW="1447560" imgH="380880" progId="Equation.DSMT4">
                  <p:embed/>
                </p:oleObj>
              </mc:Choice>
              <mc:Fallback>
                <p:oleObj name="Equation" r:id="rId7" imgW="14475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35EFC56-AB40-49C8-ACF3-1DFA98EEF6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712" y="2258060"/>
                        <a:ext cx="1447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8523D67D-D73D-443E-87E7-50B8735BB740}"/>
              </a:ext>
            </a:extLst>
          </p:cNvPr>
          <p:cNvGrpSpPr/>
          <p:nvPr/>
        </p:nvGrpSpPr>
        <p:grpSpPr>
          <a:xfrm>
            <a:off x="574184" y="2869079"/>
            <a:ext cx="2670964" cy="461665"/>
            <a:chOff x="574184" y="2869079"/>
            <a:chExt cx="2670964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C8881B3-8147-48E4-9EC9-FF98C0860125}"/>
                </a:ext>
              </a:extLst>
            </p:cNvPr>
            <p:cNvSpPr/>
            <p:nvPr/>
          </p:nvSpPr>
          <p:spPr>
            <a:xfrm>
              <a:off x="574184" y="2869079"/>
              <a:ext cx="82946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同理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4E57401-538B-470E-A146-2F7D79D676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2972901"/>
                </p:ext>
              </p:extLst>
            </p:nvPr>
          </p:nvGraphicFramePr>
          <p:xfrm>
            <a:off x="1403648" y="2884186"/>
            <a:ext cx="1841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518" name="Equation" r:id="rId9" imgW="1841400" imgH="419040" progId="Equation.DSMT4">
                    <p:embed/>
                  </p:oleObj>
                </mc:Choice>
                <mc:Fallback>
                  <p:oleObj name="Equation" r:id="rId9" imgW="1841400" imgH="4190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CFBE313-B84B-459F-8403-A4EE7961AF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03648" y="2884186"/>
                          <a:ext cx="1841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ABD33D0-FF05-4AF1-896E-D35D517FECB6}"/>
              </a:ext>
            </a:extLst>
          </p:cNvPr>
          <p:cNvSpPr/>
          <p:nvPr/>
        </p:nvSpPr>
        <p:spPr>
          <a:xfrm>
            <a:off x="605357" y="3743706"/>
            <a:ext cx="2166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故连续，矛盾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089E0E6-20DB-467F-A29E-6A5C926AD90A}"/>
              </a:ext>
            </a:extLst>
          </p:cNvPr>
          <p:cNvGrpSpPr/>
          <p:nvPr/>
        </p:nvGrpSpPr>
        <p:grpSpPr>
          <a:xfrm>
            <a:off x="3245149" y="2896014"/>
            <a:ext cx="3765003" cy="461665"/>
            <a:chOff x="3245149" y="2896014"/>
            <a:chExt cx="3765003" cy="461665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E40DD07-87E2-40E8-97A6-39BB1B85DC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4205345"/>
                </p:ext>
              </p:extLst>
            </p:nvPr>
          </p:nvGraphicFramePr>
          <p:xfrm>
            <a:off x="4139952" y="2911644"/>
            <a:ext cx="2870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519" name="Equation" r:id="rId11" imgW="2869920" imgH="419040" progId="Equation.DSMT4">
                    <p:embed/>
                  </p:oleObj>
                </mc:Choice>
                <mc:Fallback>
                  <p:oleObj name="Equation" r:id="rId11" imgW="2869920" imgH="419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18C0897-12D4-4AC4-9FB6-E655C46A2C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39952" y="2911644"/>
                          <a:ext cx="28702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651AF17-3B55-4021-A289-11485A9225C5}"/>
                </a:ext>
              </a:extLst>
            </p:cNvPr>
            <p:cNvSpPr/>
            <p:nvPr/>
          </p:nvSpPr>
          <p:spPr>
            <a:xfrm>
              <a:off x="3245149" y="2896014"/>
              <a:ext cx="8948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从而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156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3FB56957-E0CE-4601-8BC9-44B3BC2B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699542"/>
            <a:ext cx="71437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960E09E-AFEC-4DD7-8CD0-56C70D392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84717"/>
              </p:ext>
            </p:extLst>
          </p:nvPr>
        </p:nvGraphicFramePr>
        <p:xfrm>
          <a:off x="1227138" y="693738"/>
          <a:ext cx="162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56" name="Equation" r:id="rId3" imgW="1625400" imgH="507960" progId="Equation.DSMT4">
                  <p:embed/>
                </p:oleObj>
              </mc:Choice>
              <mc:Fallback>
                <p:oleObj name="Equation" r:id="rId3" imgW="162540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22D6B58-7148-40F6-87F8-0070ABA338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7138" y="693738"/>
                        <a:ext cx="1625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58F090D-E350-4961-B9C3-2DC232A5B3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397577"/>
              </p:ext>
            </p:extLst>
          </p:nvPr>
        </p:nvGraphicFramePr>
        <p:xfrm>
          <a:off x="365125" y="1654175"/>
          <a:ext cx="2959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57" name="Equation" r:id="rId5" imgW="2958840" imgH="990360" progId="Equation.DSMT4">
                  <p:embed/>
                </p:oleObj>
              </mc:Choice>
              <mc:Fallback>
                <p:oleObj name="Equation" r:id="rId5" imgW="2958840" imgH="990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2E9CAEC-AA65-45C2-8E74-A2BDE623DB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125" y="1654175"/>
                        <a:ext cx="29591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53162A7-7AB6-4A0A-9E23-47DBEFB0F0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706117"/>
              </p:ext>
            </p:extLst>
          </p:nvPr>
        </p:nvGraphicFramePr>
        <p:xfrm>
          <a:off x="4373563" y="1584325"/>
          <a:ext cx="3175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58" name="Equation" r:id="rId7" imgW="3174840" imgH="990360" progId="Equation.DSMT4">
                  <p:embed/>
                </p:oleObj>
              </mc:Choice>
              <mc:Fallback>
                <p:oleObj name="Equation" r:id="rId7" imgW="3174840" imgH="990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1C5F17B-119A-4254-84A7-49E4C8F23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73563" y="1584325"/>
                        <a:ext cx="31750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291183-0684-4087-B313-021E3952E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273016"/>
              </p:ext>
            </p:extLst>
          </p:nvPr>
        </p:nvGraphicFramePr>
        <p:xfrm>
          <a:off x="333375" y="2917825"/>
          <a:ext cx="3022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59" name="Equation" r:id="rId9" imgW="3022560" imgH="990360" progId="Equation.DSMT4">
                  <p:embed/>
                </p:oleObj>
              </mc:Choice>
              <mc:Fallback>
                <p:oleObj name="Equation" r:id="rId9" imgW="3022560" imgH="990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5FD8F66-CEE9-44F1-9E0F-0D0ABAE647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3375" y="2917825"/>
                        <a:ext cx="30226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4E19AFD-5707-4F75-A748-C0A31E1CB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595163"/>
              </p:ext>
            </p:extLst>
          </p:nvPr>
        </p:nvGraphicFramePr>
        <p:xfrm>
          <a:off x="4373605" y="3027214"/>
          <a:ext cx="2959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60" name="Equation" r:id="rId11" imgW="2958840" imgH="990360" progId="Equation.DSMT4">
                  <p:embed/>
                </p:oleObj>
              </mc:Choice>
              <mc:Fallback>
                <p:oleObj name="Equation" r:id="rId11" imgW="2958840" imgH="990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372F07B-F807-4470-80FC-99B4BCA5B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73605" y="3027214"/>
                        <a:ext cx="29591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E77D014-B6BF-4E1A-A964-EB6BCB05D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392154"/>
              </p:ext>
            </p:extLst>
          </p:nvPr>
        </p:nvGraphicFramePr>
        <p:xfrm>
          <a:off x="2430463" y="825500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61" name="Equation" r:id="rId13" imgW="241200" imgH="266400" progId="Equation.DSMT4">
                  <p:embed/>
                </p:oleObj>
              </mc:Choice>
              <mc:Fallback>
                <p:oleObj name="Equation" r:id="rId13" imgW="241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30463" y="825500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826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7709CD29-3C3F-4309-945B-6C1D69481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225" y="502469"/>
            <a:ext cx="936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解析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D23894-D5CB-410D-A796-C39FDE127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752622"/>
              </p:ext>
            </p:extLst>
          </p:nvPr>
        </p:nvGraphicFramePr>
        <p:xfrm>
          <a:off x="1619672" y="339502"/>
          <a:ext cx="2311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58" name="Equation" r:id="rId3" imgW="2311200" imgH="990360" progId="Equation.DSMT4">
                  <p:embed/>
                </p:oleObj>
              </mc:Choice>
              <mc:Fallback>
                <p:oleObj name="Equation" r:id="rId3" imgW="2311200" imgH="990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2F3E323-1E06-41E4-9C45-A8702E71B6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339502"/>
                        <a:ext cx="23114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AF27D1C-2B41-4FDC-AD46-EA1706AF270E}"/>
              </a:ext>
            </a:extLst>
          </p:cNvPr>
          <p:cNvGrpSpPr/>
          <p:nvPr/>
        </p:nvGrpSpPr>
        <p:grpSpPr>
          <a:xfrm>
            <a:off x="744960" y="1544414"/>
            <a:ext cx="1533500" cy="461665"/>
            <a:chOff x="776288" y="1741487"/>
            <a:chExt cx="1533500" cy="46166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76659CB-3483-4CEA-A6B9-0C592021A2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880866"/>
                </p:ext>
              </p:extLst>
            </p:nvPr>
          </p:nvGraphicFramePr>
          <p:xfrm>
            <a:off x="776288" y="183197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59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823DE3E6-3802-44A9-A46E-D652F05DF1C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76288" y="183197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71">
              <a:extLst>
                <a:ext uri="{FF2B5EF4-FFF2-40B4-BE49-F238E27FC236}">
                  <a16:creationId xmlns:a16="http://schemas.microsoft.com/office/drawing/2014/main" id="{58ADD4E8-EAAB-443B-89C5-B408DA4F0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684" y="1741487"/>
              <a:ext cx="9361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2583F1E-378E-44BE-9240-20138A0F8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507926"/>
              </p:ext>
            </p:extLst>
          </p:nvPr>
        </p:nvGraphicFramePr>
        <p:xfrm>
          <a:off x="1895897" y="1520602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60" name="Equation" r:id="rId7" imgW="2844720" imgH="507960" progId="Equation.DSMT4">
                  <p:embed/>
                </p:oleObj>
              </mc:Choice>
              <mc:Fallback>
                <p:oleObj name="Equation" r:id="rId7" imgW="284472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88C87DF-FAA2-42D1-AC1E-2A1F28A696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95897" y="1520602"/>
                        <a:ext cx="2844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5720072C-9265-414E-8B8F-E4180A30233D}"/>
              </a:ext>
            </a:extLst>
          </p:cNvPr>
          <p:cNvGrpSpPr/>
          <p:nvPr/>
        </p:nvGrpSpPr>
        <p:grpSpPr>
          <a:xfrm>
            <a:off x="697491" y="2259349"/>
            <a:ext cx="1532585" cy="461665"/>
            <a:chOff x="777203" y="1741487"/>
            <a:chExt cx="1532585" cy="461665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8C90A07-C0CE-4FA0-A9B4-19B6440F77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606869"/>
                </p:ext>
              </p:extLst>
            </p:nvPr>
          </p:nvGraphicFramePr>
          <p:xfrm>
            <a:off x="777203" y="1833266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61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5B0F9064-DB8E-4465-B710-BB7EAD4BB65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77203" y="1833266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71">
              <a:extLst>
                <a:ext uri="{FF2B5EF4-FFF2-40B4-BE49-F238E27FC236}">
                  <a16:creationId xmlns:a16="http://schemas.microsoft.com/office/drawing/2014/main" id="{EDF711E8-2747-47FC-8149-8DE2F60A9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684" y="1741487"/>
              <a:ext cx="9361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7EDADD8-A1E5-4D6A-9EF6-890366B05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741342"/>
              </p:ext>
            </p:extLst>
          </p:nvPr>
        </p:nvGraphicFramePr>
        <p:xfrm>
          <a:off x="1917460" y="2226313"/>
          <a:ext cx="340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62" name="Equation" r:id="rId11" imgW="3403440" imgH="507960" progId="Equation.DSMT4">
                  <p:embed/>
                </p:oleObj>
              </mc:Choice>
              <mc:Fallback>
                <p:oleObj name="Equation" r:id="rId11" imgW="3403440" imgH="507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26E1E4C-A303-4DE2-B54D-D99E9FD241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17460" y="2226313"/>
                        <a:ext cx="3403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F983F71-5D95-4BDE-BAB3-2200882CF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377497"/>
              </p:ext>
            </p:extLst>
          </p:nvPr>
        </p:nvGraphicFramePr>
        <p:xfrm>
          <a:off x="364208" y="3156290"/>
          <a:ext cx="261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63" name="Equation" r:id="rId13" imgW="2616120" imgH="507960" progId="Equation.DSMT4">
                  <p:embed/>
                </p:oleObj>
              </mc:Choice>
              <mc:Fallback>
                <p:oleObj name="Equation" r:id="rId13" imgW="2616120" imgH="5079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5833F01-69AD-482D-B108-E1EECB3B7A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208" y="3156290"/>
                        <a:ext cx="2616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19C7F7CF-5AA7-40E1-A09A-278EC69F5ECE}"/>
              </a:ext>
            </a:extLst>
          </p:cNvPr>
          <p:cNvGrpSpPr/>
          <p:nvPr/>
        </p:nvGrpSpPr>
        <p:grpSpPr>
          <a:xfrm>
            <a:off x="744960" y="3820166"/>
            <a:ext cx="6049430" cy="603454"/>
            <a:chOff x="776288" y="4017239"/>
            <a:chExt cx="6049430" cy="603454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7599A625-8A6B-45F8-B166-4DCB1170CE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954337"/>
                </p:ext>
              </p:extLst>
            </p:nvPr>
          </p:nvGraphicFramePr>
          <p:xfrm>
            <a:off x="776288" y="4017239"/>
            <a:ext cx="24765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64" name="Equation" r:id="rId15" imgW="2476440" imgH="558720" progId="Equation.DSMT4">
                    <p:embed/>
                  </p:oleObj>
                </mc:Choice>
                <mc:Fallback>
                  <p:oleObj name="Equation" r:id="rId15" imgW="2476440" imgH="558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A7EBC84-5AA9-4643-B0D1-FB58258F47B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76288" y="4017239"/>
                          <a:ext cx="24765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ADAD652-F585-49B7-A177-E4311B65EA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857820"/>
                </p:ext>
              </p:extLst>
            </p:nvPr>
          </p:nvGraphicFramePr>
          <p:xfrm>
            <a:off x="3371318" y="4061893"/>
            <a:ext cx="3454400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65" name="Equation" r:id="rId17" imgW="3454200" imgH="558720" progId="Equation.DSMT4">
                    <p:embed/>
                  </p:oleObj>
                </mc:Choice>
                <mc:Fallback>
                  <p:oleObj name="Equation" r:id="rId17" imgW="3454200" imgH="558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BBAA578-2E5A-4E95-8CC1-561B945F5A1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71318" y="4061893"/>
                          <a:ext cx="3454400" cy="558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DB84266-2A29-482E-A1D5-6CACC35C89F5}"/>
                </a:ext>
              </a:extLst>
            </p:cNvPr>
            <p:cNvSpPr/>
            <p:nvPr/>
          </p:nvSpPr>
          <p:spPr>
            <a:xfrm>
              <a:off x="2516999" y="4017239"/>
              <a:ext cx="854319" cy="53006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7D81109-DA9B-4AFB-A38E-E1372E2311D9}"/>
                </a:ext>
              </a:extLst>
            </p:cNvPr>
            <p:cNvSpPr/>
            <p:nvPr/>
          </p:nvSpPr>
          <p:spPr>
            <a:xfrm>
              <a:off x="5772684" y="4036045"/>
              <a:ext cx="959556" cy="53006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310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607F819-F9CA-416E-885E-C08E98D236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694892"/>
              </p:ext>
            </p:extLst>
          </p:nvPr>
        </p:nvGraphicFramePr>
        <p:xfrm>
          <a:off x="968858" y="726896"/>
          <a:ext cx="2476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58" name="Equation" r:id="rId3" imgW="2476440" imgH="558720" progId="Equation.DSMT4">
                  <p:embed/>
                </p:oleObj>
              </mc:Choice>
              <mc:Fallback>
                <p:oleObj name="Equation" r:id="rId3" imgW="2476440" imgH="558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4F55C0D-093A-41FD-BB7A-CF94208198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8858" y="726896"/>
                        <a:ext cx="24765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0F8C80-3809-4037-8223-57ADCC0CD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320777"/>
              </p:ext>
            </p:extLst>
          </p:nvPr>
        </p:nvGraphicFramePr>
        <p:xfrm>
          <a:off x="3563888" y="771550"/>
          <a:ext cx="3454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59" name="Equation" r:id="rId5" imgW="3454200" imgH="558720" progId="Equation.DSMT4">
                  <p:embed/>
                </p:oleObj>
              </mc:Choice>
              <mc:Fallback>
                <p:oleObj name="Equation" r:id="rId5" imgW="3454200" imgH="558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8CCCF-C94D-4244-9C26-09FAA4B95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3888" y="771550"/>
                        <a:ext cx="34544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916464A-0C72-4B5F-B590-0BFBE9FE1749}"/>
              </a:ext>
            </a:extLst>
          </p:cNvPr>
          <p:cNvSpPr/>
          <p:nvPr/>
        </p:nvSpPr>
        <p:spPr>
          <a:xfrm>
            <a:off x="2709569" y="726896"/>
            <a:ext cx="854319" cy="5300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9A958F-C3F0-4DC9-8E95-2C13E4E4588B}"/>
              </a:ext>
            </a:extLst>
          </p:cNvPr>
          <p:cNvSpPr/>
          <p:nvPr/>
        </p:nvSpPr>
        <p:spPr>
          <a:xfrm>
            <a:off x="5965254" y="745702"/>
            <a:ext cx="959556" cy="5300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0D8B653-4749-4977-9B17-BEE507B2EDD0}"/>
              </a:ext>
            </a:extLst>
          </p:cNvPr>
          <p:cNvGrpSpPr/>
          <p:nvPr/>
        </p:nvGrpSpPr>
        <p:grpSpPr>
          <a:xfrm>
            <a:off x="827584" y="1778675"/>
            <a:ext cx="2555379" cy="489863"/>
            <a:chOff x="827584" y="1778675"/>
            <a:chExt cx="2555379" cy="489863"/>
          </a:xfrm>
        </p:grpSpPr>
        <p:sp>
          <p:nvSpPr>
            <p:cNvPr id="6" name="Rectangle 71">
              <a:extLst>
                <a:ext uri="{FF2B5EF4-FFF2-40B4-BE49-F238E27FC236}">
                  <a16:creationId xmlns:a16="http://schemas.microsoft.com/office/drawing/2014/main" id="{E7D02A39-B381-46D4-9C52-B293C2224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1778675"/>
              <a:ext cx="9361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从而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B209255-6699-4926-B5ED-4838CCD9AE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7631097"/>
                </p:ext>
              </p:extLst>
            </p:nvPr>
          </p:nvGraphicFramePr>
          <p:xfrm>
            <a:off x="2036763" y="1887538"/>
            <a:ext cx="1346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60" name="Equation" r:id="rId7" imgW="1346040" imgH="380880" progId="Equation.DSMT4">
                    <p:embed/>
                  </p:oleObj>
                </mc:Choice>
                <mc:Fallback>
                  <p:oleObj name="Equation" r:id="rId7" imgW="134604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83CE2F5-3202-488B-B4F0-2E92A3BEAF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36763" y="1887538"/>
                          <a:ext cx="1346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71">
            <a:extLst>
              <a:ext uri="{FF2B5EF4-FFF2-40B4-BE49-F238E27FC236}">
                <a16:creationId xmlns:a16="http://schemas.microsoft.com/office/drawing/2014/main" id="{3EC73D1C-9B58-4216-AEA7-09185481E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219822"/>
            <a:ext cx="936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528BFD9-AFD1-46CE-B320-E480A251D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517046"/>
              </p:ext>
            </p:extLst>
          </p:nvPr>
        </p:nvGraphicFramePr>
        <p:xfrm>
          <a:off x="2411760" y="3033415"/>
          <a:ext cx="3619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61" name="Equation" r:id="rId9" imgW="3619440" imgH="990360" progId="Equation.DSMT4">
                  <p:embed/>
                </p:oleObj>
              </mc:Choice>
              <mc:Fallback>
                <p:oleObj name="Equation" r:id="rId9" imgW="3619440" imgH="9903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2FE0C003-A1D9-41BA-BCEA-E180C70410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11760" y="3033415"/>
                        <a:ext cx="36195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874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3BC7C79A-C1CB-4B31-BB75-6BCCAE8F6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411510"/>
            <a:ext cx="30243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求不定积分的方法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44BFCCE2-B025-47F6-A2C7-D7DF5D943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059582"/>
            <a:ext cx="2664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）直接积分法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781770-67DE-4298-ACD7-1CC83DF5F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555966"/>
            <a:ext cx="792088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80000"/>
              </a:spcBef>
            </a:pPr>
            <a:r>
              <a:rPr lang="zh-CN" altLang="en-US" sz="2400" b="1" dirty="0">
                <a:latin typeface="+mj-ea"/>
                <a:ea typeface="+mj-ea"/>
              </a:rPr>
              <a:t>通过简单变形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利用基本积分公式和基本运算法则求不定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70609A-5BFA-4F19-8434-8906AEC40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197182"/>
            <a:ext cx="360040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8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积分的方法，常用方法为：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FB22A4-97B4-4D8F-8A3C-19008434C53E}"/>
              </a:ext>
            </a:extLst>
          </p:cNvPr>
          <p:cNvSpPr/>
          <p:nvPr/>
        </p:nvSpPr>
        <p:spPr>
          <a:xfrm>
            <a:off x="755576" y="293759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拆项法，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DBEB1E-1876-4C7A-92D0-E445A03CA328}"/>
              </a:ext>
            </a:extLst>
          </p:cNvPr>
          <p:cNvSpPr/>
          <p:nvPr/>
        </p:nvSpPr>
        <p:spPr>
          <a:xfrm>
            <a:off x="2444251" y="2934879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添项减项法，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A6D38E-D438-4445-8183-355216A37880}"/>
              </a:ext>
            </a:extLst>
          </p:cNvPr>
          <p:cNvSpPr/>
          <p:nvPr/>
        </p:nvSpPr>
        <p:spPr>
          <a:xfrm>
            <a:off x="4572000" y="2934879"/>
            <a:ext cx="2592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分子分母有理化，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BD923A-7390-48F9-9235-40B5F837E69D}"/>
              </a:ext>
            </a:extLst>
          </p:cNvPr>
          <p:cNvSpPr/>
          <p:nvPr/>
        </p:nvSpPr>
        <p:spPr>
          <a:xfrm>
            <a:off x="539552" y="3646436"/>
            <a:ext cx="29251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三角函数恒等变形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247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59C9C9FA-C9C9-4E7D-948F-A65CD94B6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153980"/>
              </p:ext>
            </p:extLst>
          </p:nvPr>
        </p:nvGraphicFramePr>
        <p:xfrm>
          <a:off x="977900" y="1099452"/>
          <a:ext cx="3594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6" name="Equation" r:id="rId3" imgW="3593880" imgH="507960" progId="Equation.DSMT4">
                  <p:embed/>
                </p:oleObj>
              </mc:Choice>
              <mc:Fallback>
                <p:oleObj name="Equation" r:id="rId3" imgW="3593880" imgH="507960" progId="Equation.DSMT4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B458FF4D-EABC-46D1-A8EF-0947375B23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099452"/>
                        <a:ext cx="35941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CD035AD2-253B-4F9D-9326-FB6E642A46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133875"/>
              </p:ext>
            </p:extLst>
          </p:nvPr>
        </p:nvGraphicFramePr>
        <p:xfrm>
          <a:off x="671066" y="1791420"/>
          <a:ext cx="158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7" name="Equation" r:id="rId5" imgW="1587240" imgH="507960" progId="Equation.DSMT4">
                  <p:embed/>
                </p:oleObj>
              </mc:Choice>
              <mc:Fallback>
                <p:oleObj name="Equation" r:id="rId5" imgW="1587240" imgH="507960" progId="Equation.DSMT4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76F8E3A3-B9CA-46A4-87D9-C46FB5DAC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66" y="1791420"/>
                        <a:ext cx="1587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2AC1D2F5-98DE-4DA1-8406-58211D8E4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251793"/>
              </p:ext>
            </p:extLst>
          </p:nvPr>
        </p:nvGraphicFramePr>
        <p:xfrm>
          <a:off x="691555" y="4124970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8" name="Equation" r:id="rId7" imgW="1523880" imgH="736560" progId="Equation.DSMT4">
                  <p:embed/>
                </p:oleObj>
              </mc:Choice>
              <mc:Fallback>
                <p:oleObj name="Equation" r:id="rId7" imgW="1523880" imgH="73656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092266A4-F086-46E6-AC1E-8EBDC99DE2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55" y="4124970"/>
                        <a:ext cx="1524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6B7B263A-6F35-4528-A7ED-70695EC78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590205"/>
              </p:ext>
            </p:extLst>
          </p:nvPr>
        </p:nvGraphicFramePr>
        <p:xfrm>
          <a:off x="2266950" y="1580392"/>
          <a:ext cx="1384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99" name="Equation" r:id="rId9" imgW="1384200" imgH="799920" progId="Equation.DSMT4">
                  <p:embed/>
                </p:oleObj>
              </mc:Choice>
              <mc:Fallback>
                <p:oleObj name="Equation" r:id="rId9" imgW="1384200" imgH="799920" progId="Equation.DSMT4">
                  <p:embed/>
                  <p:pic>
                    <p:nvPicPr>
                      <p:cNvPr id="5" name="Object 15">
                        <a:extLst>
                          <a:ext uri="{FF2B5EF4-FFF2-40B4-BE49-F238E27FC236}">
                            <a16:creationId xmlns:a16="http://schemas.microsoft.com/office/drawing/2014/main" id="{E0948570-D33C-49C4-910B-DFAAD147F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1580392"/>
                        <a:ext cx="1384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93BF89CB-5583-4062-9134-19FA3A5C0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219284"/>
              </p:ext>
            </p:extLst>
          </p:nvPr>
        </p:nvGraphicFramePr>
        <p:xfrm>
          <a:off x="2230487" y="4342606"/>
          <a:ext cx="147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0" name="Equation" r:id="rId11" imgW="1473120" imgH="330120" progId="Equation.DSMT4">
                  <p:embed/>
                </p:oleObj>
              </mc:Choice>
              <mc:Fallback>
                <p:oleObj name="Equation" r:id="rId11" imgW="1473120" imgH="330120" progId="Equation.DSMT4">
                  <p:embed/>
                  <p:pic>
                    <p:nvPicPr>
                      <p:cNvPr id="6" name="Object 16">
                        <a:extLst>
                          <a:ext uri="{FF2B5EF4-FFF2-40B4-BE49-F238E27FC236}">
                            <a16:creationId xmlns:a16="http://schemas.microsoft.com/office/drawing/2014/main" id="{2B923BAE-4DCA-4E6A-9D7F-DC42ABBB1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87" y="4342606"/>
                        <a:ext cx="1473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2A075909-621D-4C88-92E4-2C3CC885B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731946"/>
              </p:ext>
            </p:extLst>
          </p:nvPr>
        </p:nvGraphicFramePr>
        <p:xfrm>
          <a:off x="3722936" y="186157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1" name="Equation" r:id="rId13" imgW="1130040" imgH="342720" progId="Equation.DSMT4">
                  <p:embed/>
                </p:oleObj>
              </mc:Choice>
              <mc:Fallback>
                <p:oleObj name="Equation" r:id="rId13" imgW="1130040" imgH="342720" progId="Equation.DSMT4">
                  <p:embed/>
                  <p:pic>
                    <p:nvPicPr>
                      <p:cNvPr id="7" name="Object 15">
                        <a:extLst>
                          <a:ext uri="{FF2B5EF4-FFF2-40B4-BE49-F238E27FC236}">
                            <a16:creationId xmlns:a16="http://schemas.microsoft.com/office/drawing/2014/main" id="{3F1E40E9-0697-4DA1-9298-999C61033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936" y="1861575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1">
            <a:extLst>
              <a:ext uri="{FF2B5EF4-FFF2-40B4-BE49-F238E27FC236}">
                <a16:creationId xmlns:a16="http://schemas.microsoft.com/office/drawing/2014/main" id="{E3A4D76A-DC23-4C8C-A586-AA6D94C20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064" y="223874"/>
            <a:ext cx="18870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 基本积分表</a:t>
            </a:r>
            <a:endParaRPr lang="zh-CN" altLang="en-US" sz="2400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E78B249-C12D-44F4-86B5-5013FE5E5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86663"/>
              </p:ext>
            </p:extLst>
          </p:nvPr>
        </p:nvGraphicFramePr>
        <p:xfrm>
          <a:off x="2284413" y="3219450"/>
          <a:ext cx="1308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2" name="Equation" r:id="rId15" imgW="1307880" imgH="799920" progId="Equation.DSMT4">
                  <p:embed/>
                </p:oleObj>
              </mc:Choice>
              <mc:Fallback>
                <p:oleObj name="Equation" r:id="rId15" imgW="1307880" imgH="7999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8482F2C-ADB0-443A-B47B-C4D27F560C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3219450"/>
                        <a:ext cx="13081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2FF94A3-62C3-48ED-8791-FE1DD1DB4B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760957"/>
              </p:ext>
            </p:extLst>
          </p:nvPr>
        </p:nvGraphicFramePr>
        <p:xfrm>
          <a:off x="2266950" y="2605088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3" name="Equation" r:id="rId17" imgW="1104840" imgH="380880" progId="Equation.DSMT4">
                  <p:embed/>
                </p:oleObj>
              </mc:Choice>
              <mc:Fallback>
                <p:oleObj name="Equation" r:id="rId17" imgW="110484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EC0EF33-8644-4398-A2B7-8B32E35E9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2605088"/>
                        <a:ext cx="1104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87DD609-42AF-4068-AB9D-2E336E8CA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46503"/>
              </p:ext>
            </p:extLst>
          </p:nvPr>
        </p:nvGraphicFramePr>
        <p:xfrm>
          <a:off x="1007214" y="2576022"/>
          <a:ext cx="120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4" name="Equation" r:id="rId19" imgW="1206360" imgH="507960" progId="Equation.DSMT4">
                  <p:embed/>
                </p:oleObj>
              </mc:Choice>
              <mc:Fallback>
                <p:oleObj name="Equation" r:id="rId19" imgW="1206360" imgH="507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E8E9084-2206-4AA0-96C8-5C433213F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214" y="2576022"/>
                        <a:ext cx="1206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63BE179-58E4-40C6-8DE9-9B7E0C49A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338951"/>
              </p:ext>
            </p:extLst>
          </p:nvPr>
        </p:nvGraphicFramePr>
        <p:xfrm>
          <a:off x="1004590" y="3402085"/>
          <a:ext cx="125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5" name="Equation" r:id="rId21" imgW="1257120" imgH="507960" progId="Equation.DSMT4">
                  <p:embed/>
                </p:oleObj>
              </mc:Choice>
              <mc:Fallback>
                <p:oleObj name="Equation" r:id="rId21" imgW="1257120" imgH="507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61F1C0D-250F-44B0-83E2-0633DFEEDD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590" y="3402085"/>
                        <a:ext cx="1257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FD3D0C19-5AB9-4D44-9471-90D482FA7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645017"/>
              </p:ext>
            </p:extLst>
          </p:nvPr>
        </p:nvGraphicFramePr>
        <p:xfrm>
          <a:off x="5326599" y="2215463"/>
          <a:ext cx="189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6" name="Equation" r:id="rId23" imgW="1892160" imgH="507960" progId="Equation.DSMT4">
                  <p:embed/>
                </p:oleObj>
              </mc:Choice>
              <mc:Fallback>
                <p:oleObj name="Equation" r:id="rId23" imgW="1892160" imgH="507960" progId="Equation.DSMT4">
                  <p:embed/>
                  <p:pic>
                    <p:nvPicPr>
                      <p:cNvPr id="13" name="Object 7">
                        <a:extLst>
                          <a:ext uri="{FF2B5EF4-FFF2-40B4-BE49-F238E27FC236}">
                            <a16:creationId xmlns:a16="http://schemas.microsoft.com/office/drawing/2014/main" id="{9FE531F0-01B9-4F5D-9E4A-0136D7C13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599" y="2215463"/>
                        <a:ext cx="1892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AEB55A3B-5CD1-4B26-8D74-63DC91CAC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918190"/>
              </p:ext>
            </p:extLst>
          </p:nvPr>
        </p:nvGraphicFramePr>
        <p:xfrm>
          <a:off x="7230963" y="2340876"/>
          <a:ext cx="11684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7" name="Equation" r:id="rId25" imgW="1168200" imgH="291960" progId="Equation.DSMT4">
                  <p:embed/>
                </p:oleObj>
              </mc:Choice>
              <mc:Fallback>
                <p:oleObj name="Equation" r:id="rId25" imgW="1168200" imgH="291960" progId="Equation.DSMT4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70EB73BC-E62E-41BA-8778-B315D6C76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0963" y="2340876"/>
                        <a:ext cx="1168400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ABB39B43-3195-47BE-86B3-726A11773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265119"/>
              </p:ext>
            </p:extLst>
          </p:nvPr>
        </p:nvGraphicFramePr>
        <p:xfrm>
          <a:off x="5340604" y="2964540"/>
          <a:ext cx="1905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8" name="Equation" r:id="rId27" imgW="1904760" imgH="507960" progId="Equation.DSMT4">
                  <p:embed/>
                </p:oleObj>
              </mc:Choice>
              <mc:Fallback>
                <p:oleObj name="Equation" r:id="rId27" imgW="1904760" imgH="507960" progId="Equation.DSMT4">
                  <p:embed/>
                  <p:pic>
                    <p:nvPicPr>
                      <p:cNvPr id="15" name="Object 9">
                        <a:extLst>
                          <a:ext uri="{FF2B5EF4-FFF2-40B4-BE49-F238E27FC236}">
                            <a16:creationId xmlns:a16="http://schemas.microsoft.com/office/drawing/2014/main" id="{74CAF6EE-F02B-4D78-A71B-9C510EFD68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604" y="2964540"/>
                        <a:ext cx="1905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BD04D27C-E73A-40A6-A60F-30B1907B1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019833"/>
              </p:ext>
            </p:extLst>
          </p:nvPr>
        </p:nvGraphicFramePr>
        <p:xfrm>
          <a:off x="7310338" y="3018738"/>
          <a:ext cx="1358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09" name="Equation" r:id="rId29" imgW="1358640" imgH="291960" progId="Equation.DSMT4">
                  <p:embed/>
                </p:oleObj>
              </mc:Choice>
              <mc:Fallback>
                <p:oleObj name="Equation" r:id="rId29" imgW="1358640" imgH="291960" progId="Equation.DSMT4">
                  <p:embed/>
                  <p:pic>
                    <p:nvPicPr>
                      <p:cNvPr id="16" name="Object 10">
                        <a:extLst>
                          <a:ext uri="{FF2B5EF4-FFF2-40B4-BE49-F238E27FC236}">
                            <a16:creationId xmlns:a16="http://schemas.microsoft.com/office/drawing/2014/main" id="{B1571115-4E04-4453-96FD-FCF75D1E6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338" y="3018738"/>
                        <a:ext cx="13589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4D86A555-31CE-4A29-AC57-15A795195A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112900"/>
              </p:ext>
            </p:extLst>
          </p:nvPr>
        </p:nvGraphicFramePr>
        <p:xfrm>
          <a:off x="5324425" y="810526"/>
          <a:ext cx="17907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0" name="Equation" r:id="rId31" imgW="1790640" imgH="507960" progId="Equation.DSMT4">
                  <p:embed/>
                </p:oleObj>
              </mc:Choice>
              <mc:Fallback>
                <p:oleObj name="Equation" r:id="rId31" imgW="1790640" imgH="507960" progId="Equation.DSMT4">
                  <p:embed/>
                  <p:pic>
                    <p:nvPicPr>
                      <p:cNvPr id="17" name="Object 13">
                        <a:extLst>
                          <a:ext uri="{FF2B5EF4-FFF2-40B4-BE49-F238E27FC236}">
                            <a16:creationId xmlns:a16="http://schemas.microsoft.com/office/drawing/2014/main" id="{1979BAC6-9DED-4F32-9735-07E40BB9C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425" y="810526"/>
                        <a:ext cx="17907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>
            <a:extLst>
              <a:ext uri="{FF2B5EF4-FFF2-40B4-BE49-F238E27FC236}">
                <a16:creationId xmlns:a16="http://schemas.microsoft.com/office/drawing/2014/main" id="{817E29CF-1DCF-4366-B53E-B2E1274C2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374208"/>
              </p:ext>
            </p:extLst>
          </p:nvPr>
        </p:nvGraphicFramePr>
        <p:xfrm>
          <a:off x="7164288" y="912126"/>
          <a:ext cx="1143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1" name="Equation" r:id="rId33" imgW="1143000" imgH="291960" progId="Equation.DSMT4">
                  <p:embed/>
                </p:oleObj>
              </mc:Choice>
              <mc:Fallback>
                <p:oleObj name="Equation" r:id="rId33" imgW="1143000" imgH="291960" progId="Equation.DSMT4">
                  <p:embed/>
                  <p:pic>
                    <p:nvPicPr>
                      <p:cNvPr id="18" name="Object 14">
                        <a:extLst>
                          <a:ext uri="{FF2B5EF4-FFF2-40B4-BE49-F238E27FC236}">
                            <a16:creationId xmlns:a16="http://schemas.microsoft.com/office/drawing/2014/main" id="{0A59AA0C-84A8-47AB-97A5-802DC2DBD4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912126"/>
                        <a:ext cx="11430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>
            <a:extLst>
              <a:ext uri="{FF2B5EF4-FFF2-40B4-BE49-F238E27FC236}">
                <a16:creationId xmlns:a16="http://schemas.microsoft.com/office/drawing/2014/main" id="{B28BFA39-11AC-459B-966F-543444E92A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785267"/>
              </p:ext>
            </p:extLst>
          </p:nvPr>
        </p:nvGraphicFramePr>
        <p:xfrm>
          <a:off x="5326599" y="1522950"/>
          <a:ext cx="1752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2" name="Equation" r:id="rId35" imgW="1752480" imgH="507960" progId="Equation.DSMT4">
                  <p:embed/>
                </p:oleObj>
              </mc:Choice>
              <mc:Fallback>
                <p:oleObj name="Equation" r:id="rId35" imgW="1752480" imgH="507960" progId="Equation.DSMT4">
                  <p:embed/>
                  <p:pic>
                    <p:nvPicPr>
                      <p:cNvPr id="19" name="Object 15">
                        <a:extLst>
                          <a:ext uri="{FF2B5EF4-FFF2-40B4-BE49-F238E27FC236}">
                            <a16:creationId xmlns:a16="http://schemas.microsoft.com/office/drawing/2014/main" id="{73CDD813-F274-405E-9468-B9155F2498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599" y="1522950"/>
                        <a:ext cx="17526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00DEE871-C62E-463A-803F-2D477FC362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845025"/>
              </p:ext>
            </p:extLst>
          </p:nvPr>
        </p:nvGraphicFramePr>
        <p:xfrm>
          <a:off x="7092850" y="1620151"/>
          <a:ext cx="13843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3" name="Equation" r:id="rId37" imgW="1384200" imgH="291960" progId="Equation.DSMT4">
                  <p:embed/>
                </p:oleObj>
              </mc:Choice>
              <mc:Fallback>
                <p:oleObj name="Equation" r:id="rId37" imgW="1384200" imgH="291960" progId="Equation.DSMT4">
                  <p:embed/>
                  <p:pic>
                    <p:nvPicPr>
                      <p:cNvPr id="20" name="Object 16">
                        <a:extLst>
                          <a:ext uri="{FF2B5EF4-FFF2-40B4-BE49-F238E27FC236}">
                            <a16:creationId xmlns:a16="http://schemas.microsoft.com/office/drawing/2014/main" id="{170B348F-C7AD-42D4-B85A-32F15FCB30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850" y="1620151"/>
                        <a:ext cx="1384300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3">
            <a:extLst>
              <a:ext uri="{FF2B5EF4-FFF2-40B4-BE49-F238E27FC236}">
                <a16:creationId xmlns:a16="http://schemas.microsoft.com/office/drawing/2014/main" id="{3F30F149-365E-4A0E-8FDE-5599ECE70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375842"/>
              </p:ext>
            </p:extLst>
          </p:nvPr>
        </p:nvGraphicFramePr>
        <p:xfrm>
          <a:off x="5157688" y="3614012"/>
          <a:ext cx="25781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4" name="Equation" r:id="rId39" imgW="2577960" imgH="507960" progId="Equation.DSMT4">
                  <p:embed/>
                </p:oleObj>
              </mc:Choice>
              <mc:Fallback>
                <p:oleObj name="Equation" r:id="rId39" imgW="2577960" imgH="507960" progId="Equation.DSMT4">
                  <p:embed/>
                  <p:pic>
                    <p:nvPicPr>
                      <p:cNvPr id="23" name="Object 23">
                        <a:extLst>
                          <a:ext uri="{FF2B5EF4-FFF2-40B4-BE49-F238E27FC236}">
                            <a16:creationId xmlns:a16="http://schemas.microsoft.com/office/drawing/2014/main" id="{67106BAE-D613-4F5A-A098-4F3D5CFC8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688" y="3614012"/>
                        <a:ext cx="25781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F91D5938-8999-4B00-9DFB-5CEB3C09E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516"/>
              </p:ext>
            </p:extLst>
          </p:nvPr>
        </p:nvGraphicFramePr>
        <p:xfrm>
          <a:off x="7791350" y="3709301"/>
          <a:ext cx="11557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5" name="Equation" r:id="rId41" imgW="1155600" imgH="291960" progId="Equation.DSMT4">
                  <p:embed/>
                </p:oleObj>
              </mc:Choice>
              <mc:Fallback>
                <p:oleObj name="Equation" r:id="rId41" imgW="1155600" imgH="29196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7DFE9C2B-A6F6-4528-8A67-0DE3A81F70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1350" y="3709301"/>
                        <a:ext cx="1155700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9">
            <a:extLst>
              <a:ext uri="{FF2B5EF4-FFF2-40B4-BE49-F238E27FC236}">
                <a16:creationId xmlns:a16="http://schemas.microsoft.com/office/drawing/2014/main" id="{4CB548FA-7219-4EC0-8B0E-28ABA6BD6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910296"/>
              </p:ext>
            </p:extLst>
          </p:nvPr>
        </p:nvGraphicFramePr>
        <p:xfrm>
          <a:off x="5158184" y="4433340"/>
          <a:ext cx="2540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6" name="Equation" r:id="rId43" imgW="2539800" imgH="507960" progId="Equation.DSMT4">
                  <p:embed/>
                </p:oleObj>
              </mc:Choice>
              <mc:Fallback>
                <p:oleObj name="Equation" r:id="rId43" imgW="2539800" imgH="507960" progId="Equation.DSMT4">
                  <p:embed/>
                  <p:pic>
                    <p:nvPicPr>
                      <p:cNvPr id="10" name="Object 19">
                        <a:extLst>
                          <a:ext uri="{FF2B5EF4-FFF2-40B4-BE49-F238E27FC236}">
                            <a16:creationId xmlns:a16="http://schemas.microsoft.com/office/drawing/2014/main" id="{4CB548FA-7219-4EC0-8B0E-28ABA6BD6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8184" y="4433340"/>
                        <a:ext cx="25400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0">
            <a:extLst>
              <a:ext uri="{FF2B5EF4-FFF2-40B4-BE49-F238E27FC236}">
                <a16:creationId xmlns:a16="http://schemas.microsoft.com/office/drawing/2014/main" id="{2784CDF9-1FF0-422A-922E-0FB1CBDF6A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892032"/>
              </p:ext>
            </p:extLst>
          </p:nvPr>
        </p:nvGraphicFramePr>
        <p:xfrm>
          <a:off x="7697688" y="4549227"/>
          <a:ext cx="1371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117" name="Equation" r:id="rId45" imgW="1371600" imgH="291960" progId="Equation.DSMT4">
                  <p:embed/>
                </p:oleObj>
              </mc:Choice>
              <mc:Fallback>
                <p:oleObj name="Equation" r:id="rId45" imgW="1371600" imgH="291960" progId="Equation.DSMT4">
                  <p:embed/>
                  <p:pic>
                    <p:nvPicPr>
                      <p:cNvPr id="11" name="Object 20">
                        <a:extLst>
                          <a:ext uri="{FF2B5EF4-FFF2-40B4-BE49-F238E27FC236}">
                            <a16:creationId xmlns:a16="http://schemas.microsoft.com/office/drawing/2014/main" id="{2784CDF9-1FF0-422A-922E-0FB1CBDF6A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688" y="4549227"/>
                        <a:ext cx="13716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标注: 十字箭头 24">
            <a:extLst>
              <a:ext uri="{FF2B5EF4-FFF2-40B4-BE49-F238E27FC236}">
                <a16:creationId xmlns:a16="http://schemas.microsoft.com/office/drawing/2014/main" id="{B360D31A-3156-4092-AE52-D466F2859711}"/>
              </a:ext>
            </a:extLst>
          </p:cNvPr>
          <p:cNvSpPr/>
          <p:nvPr/>
        </p:nvSpPr>
        <p:spPr>
          <a:xfrm>
            <a:off x="5082347" y="2363830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注: 十字箭头 25">
            <a:extLst>
              <a:ext uri="{FF2B5EF4-FFF2-40B4-BE49-F238E27FC236}">
                <a16:creationId xmlns:a16="http://schemas.microsoft.com/office/drawing/2014/main" id="{E7CA0763-64F7-4C7F-B6D5-7BF2D167EDD7}"/>
              </a:ext>
            </a:extLst>
          </p:cNvPr>
          <p:cNvSpPr/>
          <p:nvPr/>
        </p:nvSpPr>
        <p:spPr>
          <a:xfrm>
            <a:off x="5050172" y="3037288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标注: 十字箭头 26">
            <a:extLst>
              <a:ext uri="{FF2B5EF4-FFF2-40B4-BE49-F238E27FC236}">
                <a16:creationId xmlns:a16="http://schemas.microsoft.com/office/drawing/2014/main" id="{28D886C4-457B-4DA4-88A1-B94D2CD4032C}"/>
              </a:ext>
            </a:extLst>
          </p:cNvPr>
          <p:cNvSpPr/>
          <p:nvPr/>
        </p:nvSpPr>
        <p:spPr>
          <a:xfrm>
            <a:off x="630807" y="4380206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标注: 十字箭头 27">
            <a:extLst>
              <a:ext uri="{FF2B5EF4-FFF2-40B4-BE49-F238E27FC236}">
                <a16:creationId xmlns:a16="http://schemas.microsoft.com/office/drawing/2014/main" id="{135EB5A7-97AF-402C-9755-3C1A561EBA68}"/>
              </a:ext>
            </a:extLst>
          </p:cNvPr>
          <p:cNvSpPr/>
          <p:nvPr/>
        </p:nvSpPr>
        <p:spPr>
          <a:xfrm>
            <a:off x="4890954" y="3739718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标注: 十字箭头 28">
            <a:extLst>
              <a:ext uri="{FF2B5EF4-FFF2-40B4-BE49-F238E27FC236}">
                <a16:creationId xmlns:a16="http://schemas.microsoft.com/office/drawing/2014/main" id="{FDF3F4BD-2F56-46BC-A4D1-A4A40ABB8F8F}"/>
              </a:ext>
            </a:extLst>
          </p:cNvPr>
          <p:cNvSpPr/>
          <p:nvPr/>
        </p:nvSpPr>
        <p:spPr>
          <a:xfrm>
            <a:off x="4866323" y="4545306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49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2585D65-F421-460E-A63A-C32821AD18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140493"/>
              </p:ext>
            </p:extLst>
          </p:nvPr>
        </p:nvGraphicFramePr>
        <p:xfrm>
          <a:off x="2627784" y="2862263"/>
          <a:ext cx="17907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2" name="Equation" r:id="rId3" imgW="1790640" imgH="507960" progId="Equation.DSMT4">
                  <p:embed/>
                </p:oleObj>
              </mc:Choice>
              <mc:Fallback>
                <p:oleObj name="Equation" r:id="rId3" imgW="1790640" imgH="507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ED9CBA8-AA98-4352-9074-BB8C1BD797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862263"/>
                        <a:ext cx="17907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CA1646B-980C-4F47-8518-1B704ACA8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059452"/>
              </p:ext>
            </p:extLst>
          </p:nvPr>
        </p:nvGraphicFramePr>
        <p:xfrm>
          <a:off x="2643680" y="3637178"/>
          <a:ext cx="18145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3" name="Equation" r:id="rId5" imgW="1815840" imgH="507960" progId="Equation.DSMT4">
                  <p:embed/>
                </p:oleObj>
              </mc:Choice>
              <mc:Fallback>
                <p:oleObj name="Equation" r:id="rId5" imgW="181584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3D3F4DE-92C1-4ABA-8450-F0D92D860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680" y="3637178"/>
                        <a:ext cx="18145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716D1FE-BFDD-4BE1-989A-E6FD74FC0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811969"/>
              </p:ext>
            </p:extLst>
          </p:nvPr>
        </p:nvGraphicFramePr>
        <p:xfrm>
          <a:off x="4531219" y="2924363"/>
          <a:ext cx="10906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4" name="Equation" r:id="rId7" imgW="1091880" imgH="342720" progId="Equation.DSMT4">
                  <p:embed/>
                </p:oleObj>
              </mc:Choice>
              <mc:Fallback>
                <p:oleObj name="Equation" r:id="rId7" imgW="109188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3145173-3814-4A97-B06C-7912B712C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219" y="2924363"/>
                        <a:ext cx="10906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6A98CB-138E-4178-B7CA-913F73C32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982071"/>
              </p:ext>
            </p:extLst>
          </p:nvPr>
        </p:nvGraphicFramePr>
        <p:xfrm>
          <a:off x="4566565" y="3706483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5" name="Equation" r:id="rId9" imgW="1028520" imgH="342720" progId="Equation.DSMT4">
                  <p:embed/>
                </p:oleObj>
              </mc:Choice>
              <mc:Fallback>
                <p:oleObj name="Equation" r:id="rId9" imgW="10285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BE46109-54B5-4FB7-AA68-ECB44C1F44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565" y="3706483"/>
                        <a:ext cx="1028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30930D2-8E86-4658-A9F5-E4CB4492D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565085"/>
              </p:ext>
            </p:extLst>
          </p:nvPr>
        </p:nvGraphicFramePr>
        <p:xfrm>
          <a:off x="4932040" y="2098921"/>
          <a:ext cx="15113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6" name="Equation" r:id="rId11" imgW="1511280" imgH="291960" progId="Equation.DSMT4">
                  <p:embed/>
                </p:oleObj>
              </mc:Choice>
              <mc:Fallback>
                <p:oleObj name="Equation" r:id="rId11" imgW="1511280" imgH="291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B2E0E80-86B4-441B-8D6A-C26164391E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098921"/>
                        <a:ext cx="1511300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165A7D1-B4B3-4DF4-8136-EBD9CC0A6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75412"/>
              </p:ext>
            </p:extLst>
          </p:nvPr>
        </p:nvGraphicFramePr>
        <p:xfrm>
          <a:off x="2640927" y="1070305"/>
          <a:ext cx="1925638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7" name="Equation" r:id="rId13" imgW="2019240" imgH="749160" progId="Equation.DSMT4">
                  <p:embed/>
                </p:oleObj>
              </mc:Choice>
              <mc:Fallback>
                <p:oleObj name="Equation" r:id="rId13" imgW="2019240" imgH="749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8E5C235-7360-4B95-AD87-33CEAC36C2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927" y="1070305"/>
                        <a:ext cx="1925638" cy="74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5E19AF8-9626-46D5-BF78-DEE9E0E2B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727504"/>
              </p:ext>
            </p:extLst>
          </p:nvPr>
        </p:nvGraphicFramePr>
        <p:xfrm>
          <a:off x="4636415" y="1265567"/>
          <a:ext cx="15240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8" name="Equation" r:id="rId15" imgW="1523880" imgH="291960" progId="Equation.DSMT4">
                  <p:embed/>
                </p:oleObj>
              </mc:Choice>
              <mc:Fallback>
                <p:oleObj name="Equation" r:id="rId15" imgW="1523880" imgH="291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00A1CF6-F40B-41F7-8E6A-815FF0463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6415" y="1265567"/>
                        <a:ext cx="1524000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C60A4F0-0FD9-44FD-B6FD-ACF51279D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024544"/>
              </p:ext>
            </p:extLst>
          </p:nvPr>
        </p:nvGraphicFramePr>
        <p:xfrm>
          <a:off x="2319036" y="1910034"/>
          <a:ext cx="2463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49" name="Equation" r:id="rId17" imgW="2539800" imgH="838080" progId="Equation.DSMT4">
                  <p:embed/>
                </p:oleObj>
              </mc:Choice>
              <mc:Fallback>
                <p:oleObj name="Equation" r:id="rId17" imgW="2539800" imgH="838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5503C2D-DF6F-4BD5-991A-B8FC49853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036" y="1910034"/>
                        <a:ext cx="2463800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注: 十字箭头 9">
            <a:extLst>
              <a:ext uri="{FF2B5EF4-FFF2-40B4-BE49-F238E27FC236}">
                <a16:creationId xmlns:a16="http://schemas.microsoft.com/office/drawing/2014/main" id="{BAF9704A-B080-48F4-BA9C-A2BD2C3EA84E}"/>
              </a:ext>
            </a:extLst>
          </p:cNvPr>
          <p:cNvSpPr/>
          <p:nvPr/>
        </p:nvSpPr>
        <p:spPr>
          <a:xfrm>
            <a:off x="2155822" y="1373025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注: 十字箭头 10">
            <a:extLst>
              <a:ext uri="{FF2B5EF4-FFF2-40B4-BE49-F238E27FC236}">
                <a16:creationId xmlns:a16="http://schemas.microsoft.com/office/drawing/2014/main" id="{E7C94978-4B03-4CD9-B234-CCE33D3C9AAC}"/>
              </a:ext>
            </a:extLst>
          </p:cNvPr>
          <p:cNvSpPr/>
          <p:nvPr/>
        </p:nvSpPr>
        <p:spPr>
          <a:xfrm>
            <a:off x="2169832" y="2189728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注: 十字箭头 11">
            <a:extLst>
              <a:ext uri="{FF2B5EF4-FFF2-40B4-BE49-F238E27FC236}">
                <a16:creationId xmlns:a16="http://schemas.microsoft.com/office/drawing/2014/main" id="{E8795CF7-4AE4-43F5-9085-FEDB75EB76CA}"/>
              </a:ext>
            </a:extLst>
          </p:cNvPr>
          <p:cNvSpPr/>
          <p:nvPr/>
        </p:nvSpPr>
        <p:spPr>
          <a:xfrm>
            <a:off x="2177372" y="2925800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注: 十字箭头 12">
            <a:extLst>
              <a:ext uri="{FF2B5EF4-FFF2-40B4-BE49-F238E27FC236}">
                <a16:creationId xmlns:a16="http://schemas.microsoft.com/office/drawing/2014/main" id="{22B837D0-55D1-4D08-B9F7-FE7C0822DB62}"/>
              </a:ext>
            </a:extLst>
          </p:cNvPr>
          <p:cNvSpPr/>
          <p:nvPr/>
        </p:nvSpPr>
        <p:spPr>
          <a:xfrm>
            <a:off x="2211024" y="3794383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57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B653199-7186-4ABF-883F-3B4AD03D2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280496"/>
              </p:ext>
            </p:extLst>
          </p:nvPr>
        </p:nvGraphicFramePr>
        <p:xfrm>
          <a:off x="1658938" y="1012825"/>
          <a:ext cx="20955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46" name="Equation" r:id="rId3" imgW="2095200" imgH="507960" progId="Equation.DSMT4">
                  <p:embed/>
                </p:oleObj>
              </mc:Choice>
              <mc:Fallback>
                <p:oleObj name="Equation" r:id="rId3" imgW="2095200" imgH="507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D0C9F5B-ACCB-4897-8FFA-8131DD569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1012825"/>
                        <a:ext cx="20955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F06EFA5-7800-401F-9DDC-80B5AF12D6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483832"/>
              </p:ext>
            </p:extLst>
          </p:nvPr>
        </p:nvGraphicFramePr>
        <p:xfrm>
          <a:off x="1660525" y="1822450"/>
          <a:ext cx="2093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47" name="Equation" r:id="rId5" imgW="2095200" imgH="507960" progId="Equation.DSMT4">
                  <p:embed/>
                </p:oleObj>
              </mc:Choice>
              <mc:Fallback>
                <p:oleObj name="Equation" r:id="rId5" imgW="209520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98AED85-44BF-49DE-B586-46EACF8C1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1822450"/>
                        <a:ext cx="20939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911104-4A6F-45AF-A493-08AFBC4D5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894430"/>
              </p:ext>
            </p:extLst>
          </p:nvPr>
        </p:nvGraphicFramePr>
        <p:xfrm>
          <a:off x="3796190" y="1035734"/>
          <a:ext cx="1865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48" name="Equation" r:id="rId7" imgW="1866900" imgH="431800" progId="Equation.DSMT4">
                  <p:embed/>
                </p:oleObj>
              </mc:Choice>
              <mc:Fallback>
                <p:oleObj name="Equation" r:id="rId7" imgW="1866900" imgH="431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82BB19C-5617-4387-B907-BADD47C2A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190" y="1035734"/>
                        <a:ext cx="18653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7883ABA-6F4F-418E-9A15-8EB78D420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427479"/>
              </p:ext>
            </p:extLst>
          </p:nvPr>
        </p:nvGraphicFramePr>
        <p:xfrm>
          <a:off x="3825428" y="1860337"/>
          <a:ext cx="161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49" name="Equation" r:id="rId9" imgW="1612900" imgH="431800" progId="Equation.DSMT4">
                  <p:embed/>
                </p:oleObj>
              </mc:Choice>
              <mc:Fallback>
                <p:oleObj name="Equation" r:id="rId9" imgW="1612900" imgH="4318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BB5D219-49BA-48BF-AD0A-B31109060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428" y="1860337"/>
                        <a:ext cx="1612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7BCB4A7-D481-426C-AF6C-7C286AFB7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166115"/>
              </p:ext>
            </p:extLst>
          </p:nvPr>
        </p:nvGraphicFramePr>
        <p:xfrm>
          <a:off x="1658938" y="2611438"/>
          <a:ext cx="208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50" name="Equation" r:id="rId11" imgW="2082600" imgH="507960" progId="Equation.DSMT4">
                  <p:embed/>
                </p:oleObj>
              </mc:Choice>
              <mc:Fallback>
                <p:oleObj name="Equation" r:id="rId11" imgW="208260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E0E6BA3-C180-4A99-98CC-CAAD71B57C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2611438"/>
                        <a:ext cx="208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CE0C0AF-2074-4300-8F4C-D657F04BCC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688951"/>
              </p:ext>
            </p:extLst>
          </p:nvPr>
        </p:nvGraphicFramePr>
        <p:xfrm>
          <a:off x="1658938" y="3406775"/>
          <a:ext cx="2095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51" name="Equation" r:id="rId13" imgW="2095200" imgH="507960" progId="Equation.DSMT4">
                  <p:embed/>
                </p:oleObj>
              </mc:Choice>
              <mc:Fallback>
                <p:oleObj name="Equation" r:id="rId13" imgW="209520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134E6D9-7EA1-4312-96D0-ED5BDCB70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3406775"/>
                        <a:ext cx="2095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47823D8-BF44-4806-9D47-5CC560CEB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835036"/>
              </p:ext>
            </p:extLst>
          </p:nvPr>
        </p:nvGraphicFramePr>
        <p:xfrm>
          <a:off x="3825428" y="2625809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52" name="Equation" r:id="rId15" imgW="2489200" imgH="431800" progId="Equation.DSMT4">
                  <p:embed/>
                </p:oleObj>
              </mc:Choice>
              <mc:Fallback>
                <p:oleObj name="Equation" r:id="rId15" imgW="2489200" imgH="431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94BE9A8-0B76-41AC-84E0-89EDD4FB9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428" y="2625809"/>
                        <a:ext cx="2489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EE9E416-91C0-461C-B486-49208417D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240002"/>
              </p:ext>
            </p:extLst>
          </p:nvPr>
        </p:nvGraphicFramePr>
        <p:xfrm>
          <a:off x="3817491" y="3442372"/>
          <a:ext cx="247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53" name="Equation" r:id="rId17" imgW="2476500" imgH="431800" progId="Equation.DSMT4">
                  <p:embed/>
                </p:oleObj>
              </mc:Choice>
              <mc:Fallback>
                <p:oleObj name="Equation" r:id="rId17" imgW="2476500" imgH="431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B70AB2C-0AC7-4960-B7A2-057B0DBF5E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491" y="3442372"/>
                        <a:ext cx="2476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注: 十字箭头 9">
            <a:extLst>
              <a:ext uri="{FF2B5EF4-FFF2-40B4-BE49-F238E27FC236}">
                <a16:creationId xmlns:a16="http://schemas.microsoft.com/office/drawing/2014/main" id="{9079BEEE-D6AE-43CA-A04E-633F6229FF13}"/>
              </a:ext>
            </a:extLst>
          </p:cNvPr>
          <p:cNvSpPr/>
          <p:nvPr/>
        </p:nvSpPr>
        <p:spPr>
          <a:xfrm>
            <a:off x="1115616" y="1212534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注: 十字箭头 10">
            <a:extLst>
              <a:ext uri="{FF2B5EF4-FFF2-40B4-BE49-F238E27FC236}">
                <a16:creationId xmlns:a16="http://schemas.microsoft.com/office/drawing/2014/main" id="{1D67AFC4-67B0-4DAF-A5F3-26D2F5D810CA}"/>
              </a:ext>
            </a:extLst>
          </p:cNvPr>
          <p:cNvSpPr/>
          <p:nvPr/>
        </p:nvSpPr>
        <p:spPr>
          <a:xfrm>
            <a:off x="1097087" y="1948737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注: 十字箭头 11">
            <a:extLst>
              <a:ext uri="{FF2B5EF4-FFF2-40B4-BE49-F238E27FC236}">
                <a16:creationId xmlns:a16="http://schemas.microsoft.com/office/drawing/2014/main" id="{94742D88-59E5-4ADC-BAEA-5A5DD0C562A3}"/>
              </a:ext>
            </a:extLst>
          </p:cNvPr>
          <p:cNvSpPr/>
          <p:nvPr/>
        </p:nvSpPr>
        <p:spPr>
          <a:xfrm>
            <a:off x="1077045" y="2802609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注: 十字箭头 12">
            <a:extLst>
              <a:ext uri="{FF2B5EF4-FFF2-40B4-BE49-F238E27FC236}">
                <a16:creationId xmlns:a16="http://schemas.microsoft.com/office/drawing/2014/main" id="{82220914-EE5F-4628-A3D2-E691CF9D9B97}"/>
              </a:ext>
            </a:extLst>
          </p:cNvPr>
          <p:cNvSpPr/>
          <p:nvPr/>
        </p:nvSpPr>
        <p:spPr>
          <a:xfrm>
            <a:off x="1115616" y="3548467"/>
            <a:ext cx="216024" cy="255000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140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B025F6B-2DD1-4C73-8C22-CDC86640D5B5}"/>
              </a:ext>
            </a:extLst>
          </p:cNvPr>
          <p:cNvGrpSpPr/>
          <p:nvPr/>
        </p:nvGrpSpPr>
        <p:grpSpPr>
          <a:xfrm>
            <a:off x="2606720" y="498902"/>
            <a:ext cx="4065018" cy="639509"/>
            <a:chOff x="699194" y="474391"/>
            <a:chExt cx="4065018" cy="639509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B52690A9-FD6D-49B4-8C85-0160EE93FFB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99194" y="474391"/>
            <a:ext cx="1689100" cy="620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915" name="Equation" r:id="rId3" imgW="1688760" imgH="622080" progId="Equation.DSMT4">
                    <p:embed/>
                  </p:oleObj>
                </mc:Choice>
                <mc:Fallback>
                  <p:oleObj name="Equation" r:id="rId3" imgW="1688760" imgH="622080" progId="Equation.DSMT4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3A428CA7-06D8-4FD8-B1E7-0CC3E64483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194" y="474391"/>
                          <a:ext cx="1689100" cy="6207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6">
              <a:extLst>
                <a:ext uri="{FF2B5EF4-FFF2-40B4-BE49-F238E27FC236}">
                  <a16:creationId xmlns:a16="http://schemas.microsoft.com/office/drawing/2014/main" id="{C6CF004A-75EB-4268-8E62-E41546EFFFD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79800" y="504300"/>
            <a:ext cx="2284412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916" name="Equation" r:id="rId5" imgW="2286000" imgH="609480" progId="Equation.DSMT4">
                    <p:embed/>
                  </p:oleObj>
                </mc:Choice>
                <mc:Fallback>
                  <p:oleObj name="Equation" r:id="rId5" imgW="2286000" imgH="609480" progId="Equation.DSMT4">
                    <p:embed/>
                    <p:pic>
                      <p:nvPicPr>
                        <p:cNvPr id="4" name="Object 6">
                          <a:extLst>
                            <a:ext uri="{FF2B5EF4-FFF2-40B4-BE49-F238E27FC236}">
                              <a16:creationId xmlns:a16="http://schemas.microsoft.com/office/drawing/2014/main" id="{F33FA77A-61A8-41A2-B027-A631536037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800" y="504300"/>
                          <a:ext cx="2284412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B1B9AD-2385-4CE5-A21A-19FC18B20282}"/>
              </a:ext>
            </a:extLst>
          </p:cNvPr>
          <p:cNvGrpSpPr/>
          <p:nvPr/>
        </p:nvGrpSpPr>
        <p:grpSpPr>
          <a:xfrm>
            <a:off x="2581841" y="2212200"/>
            <a:ext cx="4280370" cy="685800"/>
            <a:chOff x="2116436" y="1592347"/>
            <a:chExt cx="4280370" cy="685800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FD2D2478-9389-4A5A-ACCB-29EC26B2C43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16436" y="1601091"/>
            <a:ext cx="16891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917" name="Equation" r:id="rId7" imgW="1688760" imgH="622080" progId="Equation.DSMT4">
                    <p:embed/>
                  </p:oleObj>
                </mc:Choice>
                <mc:Fallback>
                  <p:oleObj name="Equation" r:id="rId7" imgW="1688760" imgH="62208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C894B799-79C5-4F0F-A5DF-8194E4421E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436" y="1601091"/>
                          <a:ext cx="1689100" cy="622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66ECB108-991A-45DE-946D-E2836EFB71B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69506" y="1592347"/>
            <a:ext cx="252730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918" name="Equation" r:id="rId9" imgW="2527200" imgH="685800" progId="Equation.DSMT4">
                    <p:embed/>
                  </p:oleObj>
                </mc:Choice>
                <mc:Fallback>
                  <p:oleObj name="Equation" r:id="rId9" imgW="2527200" imgH="685800" progId="Equation.DSMT4">
                    <p:embed/>
                    <p:pic>
                      <p:nvPicPr>
                        <p:cNvPr id="7" name="Object 7">
                          <a:extLst>
                            <a:ext uri="{FF2B5EF4-FFF2-40B4-BE49-F238E27FC236}">
                              <a16:creationId xmlns:a16="http://schemas.microsoft.com/office/drawing/2014/main" id="{EA80250F-F04B-407A-8860-37315EDD25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9506" y="1592347"/>
                          <a:ext cx="2527300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F03751-847A-4686-B069-A5CA56E4D31E}"/>
              </a:ext>
            </a:extLst>
          </p:cNvPr>
          <p:cNvGrpSpPr/>
          <p:nvPr/>
        </p:nvGrpSpPr>
        <p:grpSpPr>
          <a:xfrm>
            <a:off x="2606720" y="1286704"/>
            <a:ext cx="4002260" cy="698500"/>
            <a:chOff x="787127" y="2846825"/>
            <a:chExt cx="4002260" cy="698500"/>
          </a:xfrm>
        </p:grpSpPr>
        <p:graphicFrame>
          <p:nvGraphicFramePr>
            <p:cNvPr id="9" name="Object 3">
              <a:extLst>
                <a:ext uri="{FF2B5EF4-FFF2-40B4-BE49-F238E27FC236}">
                  <a16:creationId xmlns:a16="http://schemas.microsoft.com/office/drawing/2014/main" id="{8F5E949B-1605-4B2C-9F57-60D0BAFD3C6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7127" y="2846825"/>
            <a:ext cx="18796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919" name="Equation" r:id="rId11" imgW="1879560" imgH="698400" progId="Equation.DSMT4">
                    <p:embed/>
                  </p:oleObj>
                </mc:Choice>
                <mc:Fallback>
                  <p:oleObj name="Equation" r:id="rId11" imgW="1879560" imgH="698400" progId="Equation.DSMT4">
                    <p:embed/>
                    <p:pic>
                      <p:nvPicPr>
                        <p:cNvPr id="9" name="Object 3">
                          <a:extLst>
                            <a:ext uri="{FF2B5EF4-FFF2-40B4-BE49-F238E27FC236}">
                              <a16:creationId xmlns:a16="http://schemas.microsoft.com/office/drawing/2014/main" id="{E36DC685-5E2A-43C7-82AD-EB0C5FDDA8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127" y="2846825"/>
                          <a:ext cx="1879600" cy="698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2CCBB8B0-A842-4FCC-8066-2D9D0DA8E96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44687" y="2846825"/>
            <a:ext cx="20447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920" name="Equation" r:id="rId13" imgW="2044440" imgH="609480" progId="Equation.DSMT4">
                    <p:embed/>
                  </p:oleObj>
                </mc:Choice>
                <mc:Fallback>
                  <p:oleObj name="Equation" r:id="rId13" imgW="2044440" imgH="609480" progId="Equation.DSMT4">
                    <p:embed/>
                    <p:pic>
                      <p:nvPicPr>
                        <p:cNvPr id="10" name="Object 8">
                          <a:extLst>
                            <a:ext uri="{FF2B5EF4-FFF2-40B4-BE49-F238E27FC236}">
                              <a16:creationId xmlns:a16="http://schemas.microsoft.com/office/drawing/2014/main" id="{56695F75-7925-4455-A749-0C33DFEE4D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687" y="2846825"/>
                          <a:ext cx="20447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8463ECDE-102F-417C-9F38-285367E84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833102"/>
              </p:ext>
            </p:extLst>
          </p:nvPr>
        </p:nvGraphicFramePr>
        <p:xfrm>
          <a:off x="2543075" y="3139830"/>
          <a:ext cx="46101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1" name="Equation" r:id="rId15" imgW="4609800" imgH="698400" progId="Equation.DSMT4">
                  <p:embed/>
                </p:oleObj>
              </mc:Choice>
              <mc:Fallback>
                <p:oleObj name="Equation" r:id="rId15" imgW="4609800" imgH="698400" progId="Equation.DSMT4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231BD3E7-4769-482E-AEC9-06DDD54F3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075" y="3139830"/>
                        <a:ext cx="461010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7B345F40-BF55-45EE-AD6C-1402E1D00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105662"/>
              </p:ext>
            </p:extLst>
          </p:nvPr>
        </p:nvGraphicFramePr>
        <p:xfrm>
          <a:off x="2531963" y="4019322"/>
          <a:ext cx="46323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2" name="Equation" r:id="rId17" imgW="4635360" imgH="698400" progId="Equation.DSMT4">
                  <p:embed/>
                </p:oleObj>
              </mc:Choice>
              <mc:Fallback>
                <p:oleObj name="Equation" r:id="rId17" imgW="4635360" imgH="6984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7B3E42BE-E56B-45F2-8E7A-6A8D42966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963" y="4019322"/>
                        <a:ext cx="463232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FECC928-855B-4720-92E2-4F7D8AFF2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199731"/>
              </p:ext>
            </p:extLst>
          </p:nvPr>
        </p:nvGraphicFramePr>
        <p:xfrm>
          <a:off x="2077785" y="663303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3" name="Equation" r:id="rId19" imgW="558720" imgH="342720" progId="Equation.DSMT4">
                  <p:embed/>
                </p:oleObj>
              </mc:Choice>
              <mc:Fallback>
                <p:oleObj name="Equation" r:id="rId19" imgW="55872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D5C87E6-135B-42B2-9FA5-FAC3355F1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77785" y="663303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D328C44-08C4-478A-B8C1-A926F5DCF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949333"/>
              </p:ext>
            </p:extLst>
          </p:nvPr>
        </p:nvGraphicFramePr>
        <p:xfrm>
          <a:off x="2059826" y="1452563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4" name="Equation" r:id="rId21" imgW="533160" imgH="342720" progId="Equation.DSMT4">
                  <p:embed/>
                </p:oleObj>
              </mc:Choice>
              <mc:Fallback>
                <p:oleObj name="Equation" r:id="rId21" imgW="53316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157FEB6-DD3D-49BE-99F2-78DE322D9B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59826" y="1452563"/>
                        <a:ext cx="53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0BC0AA5-F293-40D3-A638-D0E448824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464961"/>
              </p:ext>
            </p:extLst>
          </p:nvPr>
        </p:nvGraphicFramePr>
        <p:xfrm>
          <a:off x="2034426" y="2378075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5" name="Equation" r:id="rId23" imgW="558720" imgH="342720" progId="Equation.DSMT4">
                  <p:embed/>
                </p:oleObj>
              </mc:Choice>
              <mc:Fallback>
                <p:oleObj name="Equation" r:id="rId23" imgW="55872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33A5756-D501-4309-8A3A-29F1F54DE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34426" y="2378075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5804C01-EBEE-4459-9F64-674BC0145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246200"/>
              </p:ext>
            </p:extLst>
          </p:nvPr>
        </p:nvGraphicFramePr>
        <p:xfrm>
          <a:off x="2040776" y="3314700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6" name="Equation" r:id="rId25" imgW="545760" imgH="342720" progId="Equation.DSMT4">
                  <p:embed/>
                </p:oleObj>
              </mc:Choice>
              <mc:Fallback>
                <p:oleObj name="Equation" r:id="rId25" imgW="54576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D23BDB3-EDB6-4023-9DB7-79A6A4AA10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40776" y="3314700"/>
                        <a:ext cx="54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4ACF510-AC25-49AF-8521-2AB4233AD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98292"/>
              </p:ext>
            </p:extLst>
          </p:nvPr>
        </p:nvGraphicFramePr>
        <p:xfrm>
          <a:off x="2034426" y="4227496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27" name="Equation" r:id="rId27" imgW="558720" imgH="342720" progId="Equation.DSMT4">
                  <p:embed/>
                </p:oleObj>
              </mc:Choice>
              <mc:Fallback>
                <p:oleObj name="Equation" r:id="rId27" imgW="55872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5586F0D-79DA-43EF-8481-07DDDBB1B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34426" y="4227496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标注: 十字箭头 17">
            <a:extLst>
              <a:ext uri="{FF2B5EF4-FFF2-40B4-BE49-F238E27FC236}">
                <a16:creationId xmlns:a16="http://schemas.microsoft.com/office/drawing/2014/main" id="{9144FBAB-B6D7-4CCA-B6B2-F8E8B03C083A}"/>
              </a:ext>
            </a:extLst>
          </p:cNvPr>
          <p:cNvSpPr/>
          <p:nvPr/>
        </p:nvSpPr>
        <p:spPr>
          <a:xfrm>
            <a:off x="827584" y="2224367"/>
            <a:ext cx="686643" cy="777253"/>
          </a:xfrm>
          <a:prstGeom prst="quad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359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423A4724-EFE0-49D7-BB97-D9CB56E31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411510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）第一类换元法（凑微分法）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7BB77CF5-E592-4A38-8B9B-B217ADF860C5}"/>
              </a:ext>
            </a:extLst>
          </p:cNvPr>
          <p:cNvGrpSpPr>
            <a:grpSpLocks/>
          </p:cNvGrpSpPr>
          <p:nvPr/>
        </p:nvGrpSpPr>
        <p:grpSpPr bwMode="auto">
          <a:xfrm>
            <a:off x="1814736" y="1079299"/>
            <a:ext cx="2971800" cy="461962"/>
            <a:chOff x="1189" y="230"/>
            <a:chExt cx="1872" cy="291"/>
          </a:xfrm>
        </p:grpSpPr>
        <p:sp>
          <p:nvSpPr>
            <p:cNvPr id="4" name="Rectangle 11">
              <a:extLst>
                <a:ext uri="{FF2B5EF4-FFF2-40B4-BE49-F238E27FC236}">
                  <a16:creationId xmlns:a16="http://schemas.microsoft.com/office/drawing/2014/main" id="{A2427393-69FF-4E72-B89E-AE573B46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230"/>
              <a:ext cx="1872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l"/>
              <a:r>
                <a:rPr lang="zh-CN" altLang="en-US" sz="2400" b="1" dirty="0">
                  <a:latin typeface="+mn-ea"/>
                </a:rPr>
                <a:t>设    </a:t>
              </a:r>
              <a:r>
                <a:rPr lang="zh-CN" altLang="en-US" sz="2400" b="1" dirty="0">
                  <a:latin typeface="+mn-ea"/>
                  <a:cs typeface="Angsana New" pitchFamily="18" charset="-34"/>
                </a:rPr>
                <a:t>具有原函数，</a:t>
              </a:r>
            </a:p>
          </p:txBody>
        </p:sp>
        <p:graphicFrame>
          <p:nvGraphicFramePr>
            <p:cNvPr id="5" name="Object 9">
              <a:extLst>
                <a:ext uri="{FF2B5EF4-FFF2-40B4-BE49-F238E27FC236}">
                  <a16:creationId xmlns:a16="http://schemas.microsoft.com/office/drawing/2014/main" id="{3366E00C-9692-4567-9CE2-270E14EFDF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785465"/>
                </p:ext>
              </p:extLst>
            </p:nvPr>
          </p:nvGraphicFramePr>
          <p:xfrm>
            <a:off x="1429" y="295"/>
            <a:ext cx="39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2" name="Equation" r:id="rId3" imgW="14935200" imgH="8229600" progId="Equation.DSMT4">
                    <p:embed/>
                  </p:oleObj>
                </mc:Choice>
                <mc:Fallback>
                  <p:oleObj name="Equation" r:id="rId3" imgW="14935200" imgH="8229600" progId="Equation.DSMT4">
                    <p:embed/>
                    <p:pic>
                      <p:nvPicPr>
                        <p:cNvPr id="6" name="Object 9">
                          <a:extLst>
                            <a:ext uri="{FF2B5EF4-FFF2-40B4-BE49-F238E27FC236}">
                              <a16:creationId xmlns:a16="http://schemas.microsoft.com/office/drawing/2014/main" id="{259B90FC-CA63-4913-9F48-FC1A285EB6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295"/>
                          <a:ext cx="391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">
            <a:extLst>
              <a:ext uri="{FF2B5EF4-FFF2-40B4-BE49-F238E27FC236}">
                <a16:creationId xmlns:a16="http://schemas.microsoft.com/office/drawing/2014/main" id="{A7948140-F360-41D4-A0DF-6223842E9B1E}"/>
              </a:ext>
            </a:extLst>
          </p:cNvPr>
          <p:cNvGrpSpPr>
            <a:grpSpLocks/>
          </p:cNvGrpSpPr>
          <p:nvPr/>
        </p:nvGrpSpPr>
        <p:grpSpPr bwMode="auto">
          <a:xfrm>
            <a:off x="4427984" y="1059582"/>
            <a:ext cx="3433764" cy="461963"/>
            <a:chOff x="672" y="1536"/>
            <a:chExt cx="2163" cy="291"/>
          </a:xfrm>
        </p:grpSpPr>
        <p:sp>
          <p:nvSpPr>
            <p:cNvPr id="7" name="Text Box 9">
              <a:extLst>
                <a:ext uri="{FF2B5EF4-FFF2-40B4-BE49-F238E27FC236}">
                  <a16:creationId xmlns:a16="http://schemas.microsoft.com/office/drawing/2014/main" id="{1EBA0719-2133-42B5-AF9F-A52A876BD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536"/>
              <a:ext cx="21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如果       可导，则</a:t>
              </a:r>
            </a:p>
          </p:txBody>
        </p:sp>
        <p:graphicFrame>
          <p:nvGraphicFramePr>
            <p:cNvPr id="8" name="Object 10">
              <a:extLst>
                <a:ext uri="{FF2B5EF4-FFF2-40B4-BE49-F238E27FC236}">
                  <a16:creationId xmlns:a16="http://schemas.microsoft.com/office/drawing/2014/main" id="{9867E859-24CB-412C-B6AE-969B696F88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0795957"/>
                </p:ext>
              </p:extLst>
            </p:nvPr>
          </p:nvGraphicFramePr>
          <p:xfrm>
            <a:off x="1145" y="1586"/>
            <a:ext cx="6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3" name="Equation" r:id="rId5" imgW="25298400" imgH="8229600" progId="Equation.DSMT4">
                    <p:embed/>
                  </p:oleObj>
                </mc:Choice>
                <mc:Fallback>
                  <p:oleObj name="Equation" r:id="rId5" imgW="25298400" imgH="8229600" progId="Equation.DSMT4">
                    <p:embed/>
                    <p:pic>
                      <p:nvPicPr>
                        <p:cNvPr id="9" name="Object 10">
                          <a:extLst>
                            <a:ext uri="{FF2B5EF4-FFF2-40B4-BE49-F238E27FC236}">
                              <a16:creationId xmlns:a16="http://schemas.microsoft.com/office/drawing/2014/main" id="{66D66CDA-B8B0-4B12-8033-C58FC355E5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1586"/>
                          <a:ext cx="664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54">
            <a:extLst>
              <a:ext uri="{FF2B5EF4-FFF2-40B4-BE49-F238E27FC236}">
                <a16:creationId xmlns:a16="http://schemas.microsoft.com/office/drawing/2014/main" id="{43B9A918-3C31-481B-89BA-ED358B235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582279"/>
              </p:ext>
            </p:extLst>
          </p:nvPr>
        </p:nvGraphicFramePr>
        <p:xfrm>
          <a:off x="3086683" y="1714936"/>
          <a:ext cx="20826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4" name="Equation" r:id="rId7" imgW="2082600" imgH="507960" progId="Equation.DSMT4">
                  <p:embed/>
                </p:oleObj>
              </mc:Choice>
              <mc:Fallback>
                <p:oleObj name="Equation" r:id="rId7" imgW="2082600" imgH="507960" progId="Equation.DSMT4">
                  <p:embed/>
                  <p:pic>
                    <p:nvPicPr>
                      <p:cNvPr id="10" name="Object 54">
                        <a:extLst>
                          <a:ext uri="{FF2B5EF4-FFF2-40B4-BE49-F238E27FC236}">
                            <a16:creationId xmlns:a16="http://schemas.microsoft.com/office/drawing/2014/main" id="{ED2DFAB4-9550-4812-8C36-151702EDA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683" y="1714936"/>
                        <a:ext cx="208260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5">
            <a:extLst>
              <a:ext uri="{FF2B5EF4-FFF2-40B4-BE49-F238E27FC236}">
                <a16:creationId xmlns:a16="http://schemas.microsoft.com/office/drawing/2014/main" id="{7FC5BA37-C206-421C-897A-60EDE78718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660970"/>
              </p:ext>
            </p:extLst>
          </p:nvPr>
        </p:nvGraphicFramePr>
        <p:xfrm>
          <a:off x="3022600" y="3090168"/>
          <a:ext cx="2336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5" name="Equation" r:id="rId9" imgW="2336760" imgH="622080" progId="Equation.DSMT4">
                  <p:embed/>
                </p:oleObj>
              </mc:Choice>
              <mc:Fallback>
                <p:oleObj name="Equation" r:id="rId9" imgW="2336760" imgH="622080" progId="Equation.DSMT4">
                  <p:embed/>
                  <p:pic>
                    <p:nvPicPr>
                      <p:cNvPr id="11" name="Object 55">
                        <a:extLst>
                          <a:ext uri="{FF2B5EF4-FFF2-40B4-BE49-F238E27FC236}">
                            <a16:creationId xmlns:a16="http://schemas.microsoft.com/office/drawing/2014/main" id="{86688651-93D7-49AB-A9CE-83E0126206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3090168"/>
                        <a:ext cx="2336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>
            <a:extLst>
              <a:ext uri="{FF2B5EF4-FFF2-40B4-BE49-F238E27FC236}">
                <a16:creationId xmlns:a16="http://schemas.microsoft.com/office/drawing/2014/main" id="{F38F3C0C-835F-443C-B9C9-1C6F1EE22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093730"/>
            <a:ext cx="11819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CC934D8-1A03-4CFC-A113-244C13F6BD0A}"/>
              </a:ext>
            </a:extLst>
          </p:cNvPr>
          <p:cNvGrpSpPr/>
          <p:nvPr/>
        </p:nvGrpSpPr>
        <p:grpSpPr>
          <a:xfrm>
            <a:off x="2220615" y="4043989"/>
            <a:ext cx="3940770" cy="462731"/>
            <a:chOff x="2051720" y="2995079"/>
            <a:chExt cx="3940770" cy="4627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D9836BF-4DFE-441C-B72B-7112A9FDD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720" y="2995079"/>
              <a:ext cx="2209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+mj-ea"/>
                  <a:ea typeface="+mj-ea"/>
                </a:rPr>
                <a:t>(</a:t>
              </a:r>
              <a:r>
                <a:rPr lang="zh-CN" altLang="en-US" sz="2400" b="1" dirty="0">
                  <a:latin typeface="+mj-ea"/>
                  <a:ea typeface="+mj-ea"/>
                </a:rPr>
                <a:t>也称</a:t>
              </a:r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配元法</a:t>
              </a:r>
              <a:r>
                <a:rPr lang="en-US" altLang="zh-CN" sz="2400" b="1" dirty="0">
                  <a:solidFill>
                    <a:srgbClr val="0064FF"/>
                  </a:solidFill>
                  <a:latin typeface="+mj-ea"/>
                  <a:ea typeface="+mj-ea"/>
                </a:rPr>
                <a:t>,</a:t>
              </a:r>
              <a:endParaRPr lang="zh-CN" altLang="en-US" sz="2400" b="1" dirty="0">
                <a:solidFill>
                  <a:srgbClr val="0064FF"/>
                </a:solidFill>
                <a:latin typeface="+mj-ea"/>
                <a:ea typeface="+mj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B021948-CAF6-4791-8A86-45C202711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890" y="2996145"/>
              <a:ext cx="2133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64FF"/>
                  </a:solidFill>
                  <a:latin typeface="+mj-ea"/>
                  <a:ea typeface="+mj-ea"/>
                </a:rPr>
                <a:t> </a:t>
              </a:r>
              <a:r>
                <a:rPr lang="zh-CN" altLang="en-US" sz="2400" b="1" dirty="0">
                  <a:solidFill>
                    <a:srgbClr val="0064FF"/>
                  </a:solidFill>
                  <a:latin typeface="+mj-ea"/>
                  <a:ea typeface="+mj-ea"/>
                </a:rPr>
                <a:t>凑微分法</a:t>
              </a:r>
              <a:r>
                <a:rPr lang="en-US" altLang="zh-CN" sz="2400" b="1" dirty="0">
                  <a:latin typeface="+mj-ea"/>
                  <a:ea typeface="+mj-ea"/>
                </a:rPr>
                <a:t>)</a:t>
              </a:r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1A47EC9-C414-4CCF-930A-277B0DEF15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729563"/>
              </p:ext>
            </p:extLst>
          </p:nvPr>
        </p:nvGraphicFramePr>
        <p:xfrm>
          <a:off x="2853511" y="2430097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6" name="Equation" r:id="rId11" imgW="2260440" imgH="507960" progId="Equation.DSMT4">
                  <p:embed/>
                </p:oleObj>
              </mc:Choice>
              <mc:Fallback>
                <p:oleObj name="Equation" r:id="rId11" imgW="2260440" imgH="5079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FFC0493-75E1-4333-92AB-4D36DA2D91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53511" y="2430097"/>
                        <a:ext cx="2260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4001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DAFE8312-8847-446B-A5C0-909743C9625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99345" y="955134"/>
          <a:ext cx="65532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0" name="Equation" r:id="rId3" imgW="6553080" imgH="736560" progId="Equation.DSMT4">
                  <p:embed/>
                </p:oleObj>
              </mc:Choice>
              <mc:Fallback>
                <p:oleObj name="Equation" r:id="rId3" imgW="6553080" imgH="736560" progId="Equation.DSMT4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DAFE8312-8847-446B-A5C0-909743C96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45" y="955134"/>
                        <a:ext cx="6553201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D830993-C204-4BFA-AD7A-552B72C72DF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27584" y="1923678"/>
          <a:ext cx="508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1" name="Equation" r:id="rId5" imgW="5079960" imgH="736560" progId="Equation.DSMT4">
                  <p:embed/>
                </p:oleObj>
              </mc:Choice>
              <mc:Fallback>
                <p:oleObj name="Equation" r:id="rId5" imgW="50799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D830993-C204-4BFA-AD7A-552B72C72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584" y="1923678"/>
                        <a:ext cx="50800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E70A602-640B-441A-9FDB-5A7884F93E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99345" y="2986670"/>
          <a:ext cx="5041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2" name="Equation" r:id="rId7" imgW="5041800" imgH="812520" progId="Equation.DSMT4">
                  <p:embed/>
                </p:oleObj>
              </mc:Choice>
              <mc:Fallback>
                <p:oleObj name="Equation" r:id="rId7" imgW="5041800" imgH="8125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E70A602-640B-441A-9FDB-5A7884F93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9345" y="2986670"/>
                        <a:ext cx="5041900" cy="812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611FA4B-ACF2-47C9-8CD0-94330F04904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8038" y="4127500"/>
          <a:ext cx="356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3" name="Equation" r:id="rId9" imgW="3568680" imgH="736560" progId="Equation.DSMT4">
                  <p:embed/>
                </p:oleObj>
              </mc:Choice>
              <mc:Fallback>
                <p:oleObj name="Equation" r:id="rId9" imgW="356868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611FA4B-ACF2-47C9-8CD0-94330F0490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8038" y="4127500"/>
                        <a:ext cx="35687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1">
            <a:extLst>
              <a:ext uri="{FF2B5EF4-FFF2-40B4-BE49-F238E27FC236}">
                <a16:creationId xmlns:a16="http://schemas.microsoft.com/office/drawing/2014/main" id="{356386BF-CE09-4555-951D-723C7F8A5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96271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常用凑微分公式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083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894EB463-BCE2-4238-8B2C-04DEFA207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555526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）第二类换元法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832A13-85C8-4D51-A814-475D19C5BB14}"/>
              </a:ext>
            </a:extLst>
          </p:cNvPr>
          <p:cNvSpPr txBox="1">
            <a:spLocks noChangeArrowheads="1"/>
          </p:cNvSpPr>
          <p:nvPr/>
        </p:nvSpPr>
        <p:spPr>
          <a:xfrm>
            <a:off x="983352" y="1275137"/>
            <a:ext cx="1235568" cy="609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4" name="Text Box 42">
            <a:extLst>
              <a:ext uri="{FF2B5EF4-FFF2-40B4-BE49-F238E27FC236}">
                <a16:creationId xmlns:a16="http://schemas.microsoft.com/office/drawing/2014/main" id="{1A4603D8-EE2A-4ECE-804A-8F39B7F12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232" y="1973550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则有换元公式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33F0ED-134C-4419-8771-DE1ED2C77D1B}"/>
              </a:ext>
            </a:extLst>
          </p:cNvPr>
          <p:cNvGrpSpPr/>
          <p:nvPr/>
        </p:nvGrpSpPr>
        <p:grpSpPr>
          <a:xfrm>
            <a:off x="2055344" y="1275606"/>
            <a:ext cx="4290144" cy="461665"/>
            <a:chOff x="2370088" y="1524729"/>
            <a:chExt cx="4290144" cy="461665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0FC6489-7087-4764-9BCF-451C0F594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088" y="1524729"/>
              <a:ext cx="429014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设       </a:t>
              </a:r>
              <a:r>
                <a:rPr kumimoji="1" lang="zh-CN" altLang="en-US" sz="2400" b="1" dirty="0">
                  <a:latin typeface="+mn-ea"/>
                </a:rPr>
                <a:t>是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单调</a:t>
              </a:r>
              <a:r>
                <a:rPr kumimoji="1" lang="zh-CN" altLang="en-US" sz="2400" b="1" dirty="0">
                  <a:latin typeface="+mn-ea"/>
                </a:rPr>
                <a:t>的可导函数</a:t>
              </a:r>
              <a:r>
                <a:rPr kumimoji="1" lang="en-US" altLang="zh-CN" sz="2400" b="1" dirty="0">
                  <a:latin typeface="+mn-ea"/>
                </a:rPr>
                <a:t>, 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7" name="Object 35">
              <a:extLst>
                <a:ext uri="{FF2B5EF4-FFF2-40B4-BE49-F238E27FC236}">
                  <a16:creationId xmlns:a16="http://schemas.microsoft.com/office/drawing/2014/main" id="{D1478DA7-A9FE-4C1D-98FD-8F0AC26C06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4200728"/>
                </p:ext>
              </p:extLst>
            </p:nvPr>
          </p:nvGraphicFramePr>
          <p:xfrm>
            <a:off x="2819806" y="1622559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66" name="Equation" r:id="rId3" imgW="24688800" imgH="8229600" progId="Equation.DSMT4">
                    <p:embed/>
                  </p:oleObj>
                </mc:Choice>
                <mc:Fallback>
                  <p:oleObj name="Equation" r:id="rId3" imgW="24688800" imgH="8229600" progId="Equation.DSMT4">
                    <p:embed/>
                    <p:pic>
                      <p:nvPicPr>
                        <p:cNvPr id="8" name="Object 35">
                          <a:extLst>
                            <a:ext uri="{FF2B5EF4-FFF2-40B4-BE49-F238E27FC236}">
                              <a16:creationId xmlns:a16="http://schemas.microsoft.com/office/drawing/2014/main" id="{7EE45AAB-0934-4436-A11D-C5ADDA8881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806" y="1622559"/>
                          <a:ext cx="1028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28B4B41-DD6B-4C79-BAED-37E7D20D541D}"/>
              </a:ext>
            </a:extLst>
          </p:cNvPr>
          <p:cNvGrpSpPr/>
          <p:nvPr/>
        </p:nvGrpSpPr>
        <p:grpSpPr>
          <a:xfrm>
            <a:off x="8784" y="1995686"/>
            <a:ext cx="4248472" cy="461665"/>
            <a:chOff x="708014" y="1829041"/>
            <a:chExt cx="4248472" cy="461665"/>
          </a:xfrm>
        </p:grpSpPr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247EA230-77A6-4D78-95B1-CB3695659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014" y="1829041"/>
              <a:ext cx="42484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又设           具有原函数</a:t>
              </a:r>
              <a:r>
                <a:rPr kumimoji="1" lang="en-US" altLang="zh-CN" sz="2400" b="1" dirty="0">
                  <a:latin typeface="+mn-ea"/>
                </a:rPr>
                <a:t>,</a:t>
              </a:r>
            </a:p>
          </p:txBody>
        </p:sp>
        <p:graphicFrame>
          <p:nvGraphicFramePr>
            <p:cNvPr id="10" name="Object 13">
              <a:extLst>
                <a:ext uri="{FF2B5EF4-FFF2-40B4-BE49-F238E27FC236}">
                  <a16:creationId xmlns:a16="http://schemas.microsoft.com/office/drawing/2014/main" id="{1977631C-7B41-4988-AC4C-2F94344DD1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8828605"/>
                </p:ext>
              </p:extLst>
            </p:nvPr>
          </p:nvGraphicFramePr>
          <p:xfrm>
            <a:off x="1536662" y="1901049"/>
            <a:ext cx="1587240" cy="355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67" name="Equation" r:id="rId5" imgW="1587240" imgH="355320" progId="Equation.DSMT4">
                    <p:embed/>
                  </p:oleObj>
                </mc:Choice>
                <mc:Fallback>
                  <p:oleObj name="Equation" r:id="rId5" imgW="1587240" imgH="355320" progId="Equation.DSMT4">
                    <p:embed/>
                    <p:pic>
                      <p:nvPicPr>
                        <p:cNvPr id="11" name="Object 13">
                          <a:extLst>
                            <a:ext uri="{FF2B5EF4-FFF2-40B4-BE49-F238E27FC236}">
                              <a16:creationId xmlns:a16="http://schemas.microsoft.com/office/drawing/2014/main" id="{ACE7285F-3A0A-4993-A438-A17A6FA700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662" y="1901049"/>
                          <a:ext cx="1587240" cy="355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B71D0AE0-27A3-4C1F-AA38-9523534A7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795028"/>
              </p:ext>
            </p:extLst>
          </p:nvPr>
        </p:nvGraphicFramePr>
        <p:xfrm>
          <a:off x="2299869" y="2924463"/>
          <a:ext cx="4610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68" name="Equation" r:id="rId7" imgW="4609800" imgH="622080" progId="Equation.DSMT4">
                  <p:embed/>
                </p:oleObj>
              </mc:Choice>
              <mc:Fallback>
                <p:oleObj name="Equation" r:id="rId7" imgW="4609800" imgH="622080" progId="Equation.DSMT4">
                  <p:embed/>
                  <p:pic>
                    <p:nvPicPr>
                      <p:cNvPr id="12" name="Object 14">
                        <a:extLst>
                          <a:ext uri="{FF2B5EF4-FFF2-40B4-BE49-F238E27FC236}">
                            <a16:creationId xmlns:a16="http://schemas.microsoft.com/office/drawing/2014/main" id="{9C7549DA-3E71-4E4F-A6ED-C7EFBA301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869" y="2924463"/>
                        <a:ext cx="4610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229813-ABBB-4813-A680-BCC66CB83150}"/>
              </a:ext>
            </a:extLst>
          </p:cNvPr>
          <p:cNvGrpSpPr/>
          <p:nvPr/>
        </p:nvGrpSpPr>
        <p:grpSpPr>
          <a:xfrm>
            <a:off x="152800" y="3805178"/>
            <a:ext cx="5357850" cy="461665"/>
            <a:chOff x="573182" y="3766269"/>
            <a:chExt cx="5357850" cy="461665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C33B73E2-0793-413E-AA7D-B9157A7A0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182" y="3766269"/>
              <a:ext cx="53578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其中         是        的反函数</a:t>
              </a:r>
              <a:r>
                <a:rPr kumimoji="1"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14" name="Object 15">
              <a:extLst>
                <a:ext uri="{FF2B5EF4-FFF2-40B4-BE49-F238E27FC236}">
                  <a16:creationId xmlns:a16="http://schemas.microsoft.com/office/drawing/2014/main" id="{97606A8B-66B8-490F-BBF6-022588EC73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3804187"/>
                </p:ext>
              </p:extLst>
            </p:nvPr>
          </p:nvGraphicFramePr>
          <p:xfrm>
            <a:off x="1403734" y="3794320"/>
            <a:ext cx="1295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69" name="Equation" r:id="rId9" imgW="31089600" imgH="9753600" progId="Equation.DSMT4">
                    <p:embed/>
                  </p:oleObj>
                </mc:Choice>
                <mc:Fallback>
                  <p:oleObj name="Equation" r:id="rId9" imgW="31089600" imgH="9753600" progId="Equation.DSMT4">
                    <p:embed/>
                    <p:pic>
                      <p:nvPicPr>
                        <p:cNvPr id="15" name="Object 15">
                          <a:extLst>
                            <a:ext uri="{FF2B5EF4-FFF2-40B4-BE49-F238E27FC236}">
                              <a16:creationId xmlns:a16="http://schemas.microsoft.com/office/drawing/2014/main" id="{FFFBCE5E-703F-4BDE-8391-79DFC1100A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734" y="3794320"/>
                          <a:ext cx="1295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0ECC46CC-C70B-47B3-8582-93D55079BA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2086431"/>
                </p:ext>
              </p:extLst>
            </p:nvPr>
          </p:nvGraphicFramePr>
          <p:xfrm>
            <a:off x="3111252" y="3872659"/>
            <a:ext cx="1028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70" name="Equation" r:id="rId11" imgW="24688800" imgH="8229600" progId="Equation.DSMT4">
                    <p:embed/>
                  </p:oleObj>
                </mc:Choice>
                <mc:Fallback>
                  <p:oleObj name="Equation" r:id="rId11" imgW="24688800" imgH="8229600" progId="Equation.DSMT4">
                    <p:embed/>
                    <p:pic>
                      <p:nvPicPr>
                        <p:cNvPr id="16" name="Object 16">
                          <a:extLst>
                            <a:ext uri="{FF2B5EF4-FFF2-40B4-BE49-F238E27FC236}">
                              <a16:creationId xmlns:a16="http://schemas.microsoft.com/office/drawing/2014/main" id="{05A70DB2-1D25-4EAA-BFE0-F9A3CB9E3B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1252" y="3872659"/>
                          <a:ext cx="1028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0CC94B6-80E5-4874-9B41-8EF90045ADD6}"/>
              </a:ext>
            </a:extLst>
          </p:cNvPr>
          <p:cNvGrpSpPr/>
          <p:nvPr/>
        </p:nvGrpSpPr>
        <p:grpSpPr>
          <a:xfrm>
            <a:off x="6201472" y="1284898"/>
            <a:ext cx="1697816" cy="461665"/>
            <a:chOff x="6642673" y="1524728"/>
            <a:chExt cx="1697816" cy="461665"/>
          </a:xfrm>
        </p:grpSpPr>
        <p:graphicFrame>
          <p:nvGraphicFramePr>
            <p:cNvPr id="17" name="Object 12">
              <a:extLst>
                <a:ext uri="{FF2B5EF4-FFF2-40B4-BE49-F238E27FC236}">
                  <a16:creationId xmlns:a16="http://schemas.microsoft.com/office/drawing/2014/main" id="{34F3AFFD-7221-4D66-8806-906EBC02B0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8853889"/>
                </p:ext>
              </p:extLst>
            </p:nvPr>
          </p:nvGraphicFramePr>
          <p:xfrm>
            <a:off x="7146729" y="1580448"/>
            <a:ext cx="1193760" cy="355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71" name="Equation" r:id="rId12" imgW="1193760" imgH="355320" progId="Equation.DSMT4">
                    <p:embed/>
                  </p:oleObj>
                </mc:Choice>
                <mc:Fallback>
                  <p:oleObj name="Equation" r:id="rId12" imgW="1193760" imgH="355320" progId="Equation.DSMT4">
                    <p:embed/>
                    <p:pic>
                      <p:nvPicPr>
                        <p:cNvPr id="18" name="Object 12">
                          <a:extLst>
                            <a:ext uri="{FF2B5EF4-FFF2-40B4-BE49-F238E27FC236}">
                              <a16:creationId xmlns:a16="http://schemas.microsoft.com/office/drawing/2014/main" id="{ECDA60BA-5A81-437C-ABAC-97E25449B5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6729" y="1580448"/>
                          <a:ext cx="1193760" cy="355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62A92BF1-820C-4C5A-A95E-E3FB56CEB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673" y="1524728"/>
              <a:ext cx="5040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973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2E0F7EE9-A52E-48CB-80E7-026829881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1" y="627534"/>
            <a:ext cx="66722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第二类换元法的代换规律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0B7BC962-EA42-4F0A-8329-D6625002B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81" y="1419622"/>
            <a:ext cx="3190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三角代换</a:t>
            </a:r>
          </a:p>
        </p:txBody>
      </p:sp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5BED43F5-8313-4D52-81F3-D085F1A0CF0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57388" y="2221956"/>
          <a:ext cx="120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68" name="Equation" r:id="rId3" imgW="28956000" imgH="11277600" progId="Equation.DSMT4">
                  <p:embed/>
                </p:oleObj>
              </mc:Choice>
              <mc:Fallback>
                <p:oleObj name="Equation" r:id="rId3" imgW="28956000" imgH="11277600" progId="Equation.DSMT4">
                  <p:embed/>
                  <p:pic>
                    <p:nvPicPr>
                      <p:cNvPr id="4" name="Object 17">
                        <a:extLst>
                          <a:ext uri="{FF2B5EF4-FFF2-40B4-BE49-F238E27FC236}">
                            <a16:creationId xmlns:a16="http://schemas.microsoft.com/office/drawing/2014/main" id="{5BED43F5-8313-4D52-81F3-D085F1A0CF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388" y="2221956"/>
                        <a:ext cx="1206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8">
            <a:extLst>
              <a:ext uri="{FF2B5EF4-FFF2-40B4-BE49-F238E27FC236}">
                <a16:creationId xmlns:a16="http://schemas.microsoft.com/office/drawing/2014/main" id="{B7AB198D-FEAF-4309-84C3-E25522598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2227989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n-ea"/>
              </a:rPr>
              <a:t>可令</a:t>
            </a:r>
          </a:p>
        </p:txBody>
      </p:sp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D01BE2AF-AD2C-4E14-8E20-565B2EBB32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99992" y="2343406"/>
          <a:ext cx="12700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69" name="Equation" r:id="rId5" imgW="30480000" imgH="7924800" progId="Equation.DSMT4">
                  <p:embed/>
                </p:oleObj>
              </mc:Choice>
              <mc:Fallback>
                <p:oleObj name="Equation" r:id="rId5" imgW="30480000" imgH="7924800" progId="Equation.DSMT4">
                  <p:embed/>
                  <p:pic>
                    <p:nvPicPr>
                      <p:cNvPr id="6" name="Object 19">
                        <a:extLst>
                          <a:ext uri="{FF2B5EF4-FFF2-40B4-BE49-F238E27FC236}">
                            <a16:creationId xmlns:a16="http://schemas.microsoft.com/office/drawing/2014/main" id="{D01BE2AF-AD2C-4E14-8E20-565B2EBB3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343406"/>
                        <a:ext cx="1270000" cy="32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50A7FB5C-B8B7-41AD-9280-9C4BC3CAEF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40496" y="2928261"/>
          <a:ext cx="120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70" name="Equation" r:id="rId7" imgW="28956000" imgH="11277600" progId="Equation.DSMT4">
                  <p:embed/>
                </p:oleObj>
              </mc:Choice>
              <mc:Fallback>
                <p:oleObj name="Equation" r:id="rId7" imgW="28956000" imgH="11277600" progId="Equation.DSMT4">
                  <p:embed/>
                  <p:pic>
                    <p:nvPicPr>
                      <p:cNvPr id="7" name="Object 20">
                        <a:extLst>
                          <a:ext uri="{FF2B5EF4-FFF2-40B4-BE49-F238E27FC236}">
                            <a16:creationId xmlns:a16="http://schemas.microsoft.com/office/drawing/2014/main" id="{50A7FB5C-B8B7-41AD-9280-9C4BC3CAE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0496" y="2928261"/>
                        <a:ext cx="1206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1">
            <a:extLst>
              <a:ext uri="{FF2B5EF4-FFF2-40B4-BE49-F238E27FC236}">
                <a16:creationId xmlns:a16="http://schemas.microsoft.com/office/drawing/2014/main" id="{CD570B07-F9D4-4481-BA15-6BABA03C5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456" y="2908821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FD9CD77A-46A1-444B-8D9E-7FA41A5522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00736" y="3028808"/>
          <a:ext cx="1295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71" name="Equation" r:id="rId9" imgW="31089600" imgH="7315200" progId="Equation.DSMT4">
                  <p:embed/>
                </p:oleObj>
              </mc:Choice>
              <mc:Fallback>
                <p:oleObj name="Equation" r:id="rId9" imgW="31089600" imgH="7315200" progId="Equation.DSMT4">
                  <p:embed/>
                  <p:pic>
                    <p:nvPicPr>
                      <p:cNvPr id="9" name="Object 22">
                        <a:extLst>
                          <a:ext uri="{FF2B5EF4-FFF2-40B4-BE49-F238E27FC236}">
                            <a16:creationId xmlns:a16="http://schemas.microsoft.com/office/drawing/2014/main" id="{FD9CD77A-46A1-444B-8D9E-7FA41A552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736" y="3028808"/>
                        <a:ext cx="12954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E941B9D0-1D82-4646-8173-2A5C294AE2F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9752" y="3634566"/>
          <a:ext cx="120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72" name="Equation" r:id="rId11" imgW="28956000" imgH="11277600" progId="Equation.DSMT4">
                  <p:embed/>
                </p:oleObj>
              </mc:Choice>
              <mc:Fallback>
                <p:oleObj name="Equation" r:id="rId11" imgW="28956000" imgH="11277600" progId="Equation.DSMT4">
                  <p:embed/>
                  <p:pic>
                    <p:nvPicPr>
                      <p:cNvPr id="10" name="Object 23">
                        <a:extLst>
                          <a:ext uri="{FF2B5EF4-FFF2-40B4-BE49-F238E27FC236}">
                            <a16:creationId xmlns:a16="http://schemas.microsoft.com/office/drawing/2014/main" id="{E941B9D0-1D82-4646-8173-2A5C294AE2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634566"/>
                        <a:ext cx="1206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4">
            <a:extLst>
              <a:ext uri="{FF2B5EF4-FFF2-40B4-BE49-F238E27FC236}">
                <a16:creationId xmlns:a16="http://schemas.microsoft.com/office/drawing/2014/main" id="{18FA23B2-6DCB-491D-AB55-B3D2AC8ED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722" y="3622253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12" name="Object 25">
            <a:extLst>
              <a:ext uri="{FF2B5EF4-FFF2-40B4-BE49-F238E27FC236}">
                <a16:creationId xmlns:a16="http://schemas.microsoft.com/office/drawing/2014/main" id="{E00399F9-2414-46C3-8AB0-B4A2E216CA6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29052" y="3756279"/>
          <a:ext cx="1257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73" name="Equation" r:id="rId13" imgW="30175200" imgH="5791200" progId="Equation.DSMT4">
                  <p:embed/>
                </p:oleObj>
              </mc:Choice>
              <mc:Fallback>
                <p:oleObj name="Equation" r:id="rId13" imgW="30175200" imgH="5791200" progId="Equation.DSMT4">
                  <p:embed/>
                  <p:pic>
                    <p:nvPicPr>
                      <p:cNvPr id="12" name="Object 25">
                        <a:extLst>
                          <a:ext uri="{FF2B5EF4-FFF2-40B4-BE49-F238E27FC236}">
                            <a16:creationId xmlns:a16="http://schemas.microsoft.com/office/drawing/2014/main" id="{E00399F9-2414-46C3-8AB0-B4A2E216C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052" y="3756279"/>
                        <a:ext cx="12573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6">
            <a:extLst>
              <a:ext uri="{FF2B5EF4-FFF2-40B4-BE49-F238E27FC236}">
                <a16:creationId xmlns:a16="http://schemas.microsoft.com/office/drawing/2014/main" id="{CED0DB40-8DB9-47F2-ACA4-C481EF2EB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880" y="2226718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zh-CN" sz="2400">
              <a:latin typeface="+mn-ea"/>
            </a:endParaRPr>
          </a:p>
        </p:txBody>
      </p:sp>
      <p:sp>
        <p:nvSpPr>
          <p:cNvPr id="14" name="Rectangle 28">
            <a:extLst>
              <a:ext uri="{FF2B5EF4-FFF2-40B4-BE49-F238E27FC236}">
                <a16:creationId xmlns:a16="http://schemas.microsoft.com/office/drawing/2014/main" id="{3577B51B-B453-46D3-96C4-E0DEEFC82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211710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(1)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D1D7002A-C2AA-44B9-A8F2-2A51DBF82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880860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(2)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61B9C0D9-98EC-4AA1-A3A9-2A10C3D53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593853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(3)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</p:spTree>
    <p:extLst>
      <p:ext uri="{BB962C8B-B14F-4D97-AF65-F5344CB8AC3E}">
        <p14:creationId xmlns:p14="http://schemas.microsoft.com/office/powerpoint/2010/main" val="11465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1" grpId="0"/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A2632973-5916-4C6A-91F8-A74B59BB2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211512"/>
              </p:ext>
            </p:extLst>
          </p:nvPr>
        </p:nvGraphicFramePr>
        <p:xfrm>
          <a:off x="4335976" y="983137"/>
          <a:ext cx="146016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22" name="Equation" r:id="rId3" imgW="1460160" imgH="419040" progId="Equation.DSMT4">
                  <p:embed/>
                </p:oleObj>
              </mc:Choice>
              <mc:Fallback>
                <p:oleObj name="Equation" r:id="rId3" imgW="1460160" imgH="41904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A2632973-5916-4C6A-91F8-A74B59BB2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976" y="983137"/>
                        <a:ext cx="146016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8F7EFD66-09F1-4CFD-95F0-28B5575B9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941684"/>
              </p:ext>
            </p:extLst>
          </p:nvPr>
        </p:nvGraphicFramePr>
        <p:xfrm>
          <a:off x="2341843" y="954418"/>
          <a:ext cx="105408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23" name="Equation" r:id="rId5" imgW="1054080" imgH="419040" progId="Equation.DSMT4">
                  <p:embed/>
                </p:oleObj>
              </mc:Choice>
              <mc:Fallback>
                <p:oleObj name="Equation" r:id="rId5" imgW="1054080" imgH="41904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8F7EFD66-09F1-4CFD-95F0-28B5575B92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843" y="954418"/>
                        <a:ext cx="105408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>
            <a:extLst>
              <a:ext uri="{FF2B5EF4-FFF2-40B4-BE49-F238E27FC236}">
                <a16:creationId xmlns:a16="http://schemas.microsoft.com/office/drawing/2014/main" id="{195E3EBC-8148-4EAD-8967-CA665CF6E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819" y="929494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AF2A7A99-3AE4-4A97-89DC-0FBBA5D5C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027" y="1707654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可令</a:t>
            </a:r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29167368-EAFB-47D1-9410-10A800B56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900173"/>
              </p:ext>
            </p:extLst>
          </p:nvPr>
        </p:nvGraphicFramePr>
        <p:xfrm>
          <a:off x="2309763" y="1736219"/>
          <a:ext cx="220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24" name="Equation" r:id="rId7" imgW="53035200" imgH="10972800" progId="Equation.DSMT4">
                  <p:embed/>
                </p:oleObj>
              </mc:Choice>
              <mc:Fallback>
                <p:oleObj name="Equation" r:id="rId7" imgW="53035200" imgH="1097280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29167368-EAFB-47D1-9410-10A800B569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763" y="1736219"/>
                        <a:ext cx="2209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98B20E5E-E5AA-4688-83E0-94FAFF923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782349"/>
              </p:ext>
            </p:extLst>
          </p:nvPr>
        </p:nvGraphicFramePr>
        <p:xfrm>
          <a:off x="5550123" y="1741746"/>
          <a:ext cx="14349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25" name="Equation" r:id="rId9" imgW="34442400" imgH="9448800" progId="Equation.DSMT4">
                  <p:embed/>
                </p:oleObj>
              </mc:Choice>
              <mc:Fallback>
                <p:oleObj name="Equation" r:id="rId9" imgW="34442400" imgH="944880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98B20E5E-E5AA-4688-83E0-94FAFF9230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123" y="1741746"/>
                        <a:ext cx="1434960" cy="393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C807DCF2-81B2-48D8-B2EB-DADB255AD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662400"/>
              </p:ext>
            </p:extLst>
          </p:nvPr>
        </p:nvGraphicFramePr>
        <p:xfrm>
          <a:off x="7134299" y="1750040"/>
          <a:ext cx="353654" cy="397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26" name="Equation" r:id="rId11" imgW="7315200" imgH="8229600" progId="Equation.DSMT4">
                  <p:embed/>
                </p:oleObj>
              </mc:Choice>
              <mc:Fallback>
                <p:oleObj name="Equation" r:id="rId11" imgW="7315200" imgH="8229600" progId="Equation.DSMT4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C807DCF2-81B2-48D8-B2EB-DADB255AD5E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299" y="1750040"/>
                        <a:ext cx="353654" cy="3974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2">
            <a:extLst>
              <a:ext uri="{FF2B5EF4-FFF2-40B4-BE49-F238E27FC236}">
                <a16:creationId xmlns:a16="http://schemas.microsoft.com/office/drawing/2014/main" id="{AAABA8A2-9F38-4025-9130-DF2259F1C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23478"/>
            <a:ext cx="2970685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简单无理函数代换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18342794-7AC0-47A8-82B3-6F935174A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752" y="915566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(1)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8718C556-B545-49C9-898F-C9C39A90C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752" y="1729059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(2) </a:t>
            </a:r>
            <a:r>
              <a:rPr lang="zh-CN" altLang="en-US" sz="2400" b="1" dirty="0">
                <a:latin typeface="+mn-ea"/>
              </a:rPr>
              <a:t>含</a:t>
            </a:r>
          </a:p>
        </p:txBody>
      </p:sp>
      <p:grpSp>
        <p:nvGrpSpPr>
          <p:cNvPr id="12" name="Group 36">
            <a:extLst>
              <a:ext uri="{FF2B5EF4-FFF2-40B4-BE49-F238E27FC236}">
                <a16:creationId xmlns:a16="http://schemas.microsoft.com/office/drawing/2014/main" id="{7A26ECBD-CF0D-4F21-B98B-B9D032537F3C}"/>
              </a:ext>
            </a:extLst>
          </p:cNvPr>
          <p:cNvGrpSpPr>
            <a:grpSpLocks/>
          </p:cNvGrpSpPr>
          <p:nvPr/>
        </p:nvGrpSpPr>
        <p:grpSpPr bwMode="auto">
          <a:xfrm>
            <a:off x="7422331" y="1677740"/>
            <a:ext cx="1254125" cy="461962"/>
            <a:chOff x="2413" y="3783"/>
            <a:chExt cx="790" cy="291"/>
          </a:xfrm>
        </p:grpSpPr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0DF8D1FD-8526-463B-8FEE-724442126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783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为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4" name="Object 35">
              <a:extLst>
                <a:ext uri="{FF2B5EF4-FFF2-40B4-BE49-F238E27FC236}">
                  <a16:creationId xmlns:a16="http://schemas.microsoft.com/office/drawing/2014/main" id="{90A9A0BA-4714-48B3-A40A-1D248BC27D4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45" y="3798"/>
            <a:ext cx="4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927" name="Equation" r:id="rId13" imgW="15849600" imgH="9144000" progId="Equation.DSMT4">
                    <p:embed/>
                  </p:oleObj>
                </mc:Choice>
                <mc:Fallback>
                  <p:oleObj name="Equation" r:id="rId13" imgW="15849600" imgH="9144000" progId="Equation.DSMT4">
                    <p:embed/>
                    <p:pic>
                      <p:nvPicPr>
                        <p:cNvPr id="14" name="Object 35">
                          <a:extLst>
                            <a:ext uri="{FF2B5EF4-FFF2-40B4-BE49-F238E27FC236}">
                              <a16:creationId xmlns:a16="http://schemas.microsoft.com/office/drawing/2014/main" id="{90A9A0BA-4714-48B3-A40A-1D248BC27D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5" y="3798"/>
                          <a:ext cx="4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3">
            <a:extLst>
              <a:ext uri="{FF2B5EF4-FFF2-40B4-BE49-F238E27FC236}">
                <a16:creationId xmlns:a16="http://schemas.microsoft.com/office/drawing/2014/main" id="{FC91FD7A-31CC-4BAF-A5D3-892CF4B21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921" y="3209256"/>
            <a:ext cx="38513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2400" b="1" dirty="0">
                <a:latin typeface="+mn-ea"/>
              </a:rPr>
              <a:t>分母的次数较高时，可令</a:t>
            </a:r>
            <a:endParaRPr kumimoji="0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8FB8E387-C343-450D-8CF1-4D323BA76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993016"/>
              </p:ext>
            </p:extLst>
          </p:nvPr>
        </p:nvGraphicFramePr>
        <p:xfrm>
          <a:off x="6084168" y="3071808"/>
          <a:ext cx="7743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28" name="Equation" r:id="rId15" imgW="774360" imgH="736560" progId="Equation.DSMT4">
                  <p:embed/>
                </p:oleObj>
              </mc:Choice>
              <mc:Fallback>
                <p:oleObj name="Equation" r:id="rId15" imgW="774360" imgH="736560" progId="Equation.DSMT4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8FB8E387-C343-450D-8CF1-4D323BA763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3071808"/>
                        <a:ext cx="77436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6">
            <a:extLst>
              <a:ext uri="{FF2B5EF4-FFF2-40B4-BE49-F238E27FC236}">
                <a16:creationId xmlns:a16="http://schemas.microsoft.com/office/drawing/2014/main" id="{72768367-1C9D-4471-A11B-2B9EBF357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123" y="3138852"/>
            <a:ext cx="4572000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倒代换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643B38EF-0DDC-46D9-9083-754FB73F9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123" y="3871901"/>
            <a:ext cx="4572000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其它代换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52B400F2-372C-4418-9CF5-21B2CEAB7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39" y="2470125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的最小公倍数</a:t>
            </a:r>
            <a:r>
              <a:rPr lang="en-US" altLang="zh-CN" sz="24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229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15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6CB37F59-C31C-4D0A-93BB-81395D993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39502"/>
            <a:ext cx="26336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）分部积分法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5CFCC48E-2EF5-429F-9011-C607A5BDC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28661"/>
              </p:ext>
            </p:extLst>
          </p:nvPr>
        </p:nvGraphicFramePr>
        <p:xfrm>
          <a:off x="1263520" y="869583"/>
          <a:ext cx="26336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86" name="Equation" r:id="rId3" imgW="2603160" imgH="507960" progId="Equation.DSMT4">
                  <p:embed/>
                </p:oleObj>
              </mc:Choice>
              <mc:Fallback>
                <p:oleObj name="Equation" r:id="rId3" imgW="2603160" imgH="507960" progId="Equation.DSMT4">
                  <p:embed/>
                  <p:pic>
                    <p:nvPicPr>
                      <p:cNvPr id="3" name="Object 20">
                        <a:extLst>
                          <a:ext uri="{FF2B5EF4-FFF2-40B4-BE49-F238E27FC236}">
                            <a16:creationId xmlns:a16="http://schemas.microsoft.com/office/drawing/2014/main" id="{5CFCC48E-2EF5-429F-9011-C607A5BDC5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520" y="869583"/>
                        <a:ext cx="2633663" cy="5032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4A343813-0572-4273-9954-D30A257B4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241483"/>
              </p:ext>
            </p:extLst>
          </p:nvPr>
        </p:nvGraphicFramePr>
        <p:xfrm>
          <a:off x="4603403" y="846415"/>
          <a:ext cx="21288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87" name="Equation" r:id="rId5" imgW="2209680" imgH="507960" progId="Equation.DSMT4">
                  <p:embed/>
                </p:oleObj>
              </mc:Choice>
              <mc:Fallback>
                <p:oleObj name="Equation" r:id="rId5" imgW="2209680" imgH="507960" progId="Equation.DSMT4">
                  <p:embed/>
                  <p:pic>
                    <p:nvPicPr>
                      <p:cNvPr id="4" name="Object 21">
                        <a:extLst>
                          <a:ext uri="{FF2B5EF4-FFF2-40B4-BE49-F238E27FC236}">
                            <a16:creationId xmlns:a16="http://schemas.microsoft.com/office/drawing/2014/main" id="{4A343813-0572-4273-9954-D30A257B4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403" y="846415"/>
                        <a:ext cx="2128837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79551C4-BB14-4EB8-9A1E-B0C6F17E9510}"/>
              </a:ext>
            </a:extLst>
          </p:cNvPr>
          <p:cNvSpPr txBox="1"/>
          <p:nvPr/>
        </p:nvSpPr>
        <p:spPr>
          <a:xfrm>
            <a:off x="4015639" y="869583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或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D3FB9C4-3724-490A-B8E5-BC48E9A6F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032" y="1740042"/>
            <a:ext cx="4299575" cy="53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Times New Roman" pitchFamily="18" charset="0"/>
                <a:cs typeface="Times New Roman" pitchFamily="18" charset="0"/>
              </a:rPr>
              <a:t>注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一般来说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zh-CN" altLang="en-US" sz="2400" b="1" dirty="0">
                <a:latin typeface="+mn-ea"/>
              </a:rPr>
              <a:t>的选取顺序：</a:t>
            </a:r>
            <a:endParaRPr lang="zh-CN" altLang="en-US" sz="2400" b="1" dirty="0">
              <a:solidFill>
                <a:srgbClr val="4234FE"/>
              </a:solidFill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9649D3-EE9F-4478-90BD-13828BA75DEB}"/>
              </a:ext>
            </a:extLst>
          </p:cNvPr>
          <p:cNvGrpSpPr/>
          <p:nvPr/>
        </p:nvGrpSpPr>
        <p:grpSpPr>
          <a:xfrm>
            <a:off x="1021032" y="2321709"/>
            <a:ext cx="3312368" cy="534698"/>
            <a:chOff x="971600" y="1659108"/>
            <a:chExt cx="3312368" cy="53469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3F7A4BD1-D881-4448-B427-7174B5F3E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0" y="1659108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L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对数函数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44A0BD1-4F95-489D-874F-35501C190F4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683" y="1945735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82CE26A-041B-4359-9BCB-D4D99FE9EC4D}"/>
              </a:ext>
            </a:extLst>
          </p:cNvPr>
          <p:cNvGrpSpPr/>
          <p:nvPr/>
        </p:nvGrpSpPr>
        <p:grpSpPr>
          <a:xfrm>
            <a:off x="4011637" y="2315369"/>
            <a:ext cx="3312368" cy="534698"/>
            <a:chOff x="3923928" y="5130176"/>
            <a:chExt cx="3312368" cy="534698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681BCBD6-C547-4A24-B745-D0B607A1F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928" y="5130176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I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反三角函数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0EFAF39-0445-41AF-9724-1BBEDE4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4235711" y="5397525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D09A7EA-8B55-4221-86F2-6583710A2E52}"/>
              </a:ext>
            </a:extLst>
          </p:cNvPr>
          <p:cNvGrpSpPr/>
          <p:nvPr/>
        </p:nvGrpSpPr>
        <p:grpSpPr>
          <a:xfrm>
            <a:off x="1010469" y="3076310"/>
            <a:ext cx="3312368" cy="534698"/>
            <a:chOff x="-4350153" y="3032268"/>
            <a:chExt cx="3312368" cy="534698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C0218B5-DD8F-4A30-BCEA-412F33A25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50153" y="3032268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A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代数函数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F7252D6-1094-4D48-B52C-89C4B1D92A30}"/>
                </a:ext>
              </a:extLst>
            </p:cNvPr>
            <p:cNvCxnSpPr>
              <a:cxnSpLocks/>
            </p:cNvCxnSpPr>
            <p:nvPr/>
          </p:nvCxnSpPr>
          <p:spPr>
            <a:xfrm>
              <a:off x="-3948929" y="3357420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5D0C8B-BFC8-44FA-86AE-456B4AE65DA7}"/>
              </a:ext>
            </a:extLst>
          </p:cNvPr>
          <p:cNvGrpSpPr/>
          <p:nvPr/>
        </p:nvGrpSpPr>
        <p:grpSpPr>
          <a:xfrm>
            <a:off x="4011637" y="3155469"/>
            <a:ext cx="3312368" cy="534698"/>
            <a:chOff x="933050" y="3504095"/>
            <a:chExt cx="3312368" cy="534698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7E0C2556-30A0-4792-99AA-BC4237AA6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050" y="3504095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T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三角函数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7BF4171-BA5E-4675-9D67-2E7A3C86AD6A}"/>
                </a:ext>
              </a:extLst>
            </p:cNvPr>
            <p:cNvCxnSpPr>
              <a:cxnSpLocks/>
            </p:cNvCxnSpPr>
            <p:nvPr/>
          </p:nvCxnSpPr>
          <p:spPr>
            <a:xfrm>
              <a:off x="1338771" y="3789920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0A05547-D1E5-4F54-B001-DDDEB0518308}"/>
              </a:ext>
            </a:extLst>
          </p:cNvPr>
          <p:cNvGrpSpPr/>
          <p:nvPr/>
        </p:nvGrpSpPr>
        <p:grpSpPr>
          <a:xfrm>
            <a:off x="1021032" y="3881147"/>
            <a:ext cx="3312368" cy="534698"/>
            <a:chOff x="1115616" y="3445566"/>
            <a:chExt cx="3312368" cy="534698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92D360EA-AAE8-4920-8B6E-2AF106CC7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616" y="3445566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E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指数函数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A49404E-79E2-403B-9EEC-8604B17BA5E3}"/>
                </a:ext>
              </a:extLst>
            </p:cNvPr>
            <p:cNvCxnSpPr>
              <a:cxnSpLocks/>
            </p:cNvCxnSpPr>
            <p:nvPr/>
          </p:nvCxnSpPr>
          <p:spPr>
            <a:xfrm>
              <a:off x="1463873" y="3750968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3">
            <a:extLst>
              <a:ext uri="{FF2B5EF4-FFF2-40B4-BE49-F238E27FC236}">
                <a16:creationId xmlns:a16="http://schemas.microsoft.com/office/drawing/2014/main" id="{90239530-183E-407A-8CEF-CD72F23C4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1733702"/>
            <a:ext cx="3312368" cy="53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b="1" dirty="0">
                <a:solidFill>
                  <a:srgbClr val="0064FF"/>
                </a:solidFill>
                <a:latin typeface="Times New Roman" pitchFamily="18" charset="0"/>
                <a:cs typeface="Times New Roman" pitchFamily="18" charset="0"/>
              </a:rPr>
              <a:t>L-I-A-T-E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099FF7FF-3DA8-4DDE-8FFA-8BA7E8242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224" y="1188442"/>
            <a:ext cx="3312368" cy="53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  </a:t>
            </a:r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还原法</a:t>
            </a:r>
            <a:endParaRPr lang="zh-CN" altLang="en-US" sz="2400" b="1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93B96440-36D2-4DB9-ADEF-FC277D0A4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256" y="1683301"/>
            <a:ext cx="1872208" cy="518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</a:t>
            </a:r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相消法</a:t>
            </a:r>
            <a:endParaRPr lang="zh-CN" altLang="en-US" sz="2400" b="1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D64A5AA-0402-42C5-98B3-1E83ADE9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9007" y="2377705"/>
            <a:ext cx="1872208" cy="518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</a:t>
            </a:r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递推法</a:t>
            </a:r>
            <a:endParaRPr lang="zh-CN" altLang="en-US" sz="2400" b="1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637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B215DF85-7BB5-49D5-80E9-F54C8B97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843558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）几种特殊函数的积分的方法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3298D9BF-4BD1-46F4-A460-2CCEEDFB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563638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有理函数求不定积分</a:t>
            </a:r>
          </a:p>
        </p:txBody>
      </p:sp>
      <p:sp>
        <p:nvSpPr>
          <p:cNvPr id="4" name="Rectangle 71">
            <a:extLst>
              <a:ext uri="{FF2B5EF4-FFF2-40B4-BE49-F238E27FC236}">
                <a16:creationId xmlns:a16="http://schemas.microsoft.com/office/drawing/2014/main" id="{A3D8AB63-FA9A-4AEF-BA67-2B51C3986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278" y="2348744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三角有理函数求不定积分</a:t>
            </a:r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00A68CF6-D4DC-4AA6-A930-FDB85CDD4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992" y="2340917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万能代换</a:t>
            </a:r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ECD18F4E-E742-4613-8EAE-4473517A1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068824"/>
            <a:ext cx="5500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简单无理函数求不定积分</a:t>
            </a:r>
          </a:p>
        </p:txBody>
      </p:sp>
    </p:spTree>
    <p:extLst>
      <p:ext uri="{BB962C8B-B14F-4D97-AF65-F5344CB8AC3E}">
        <p14:creationId xmlns:p14="http://schemas.microsoft.com/office/powerpoint/2010/main" val="1031366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5CD0B4B4-55B0-4A94-9EE4-02F3AB278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3" y="352004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8FE171F-BC56-49C1-9B9E-1AD271AFD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831217"/>
              </p:ext>
            </p:extLst>
          </p:nvPr>
        </p:nvGraphicFramePr>
        <p:xfrm>
          <a:off x="1619672" y="195486"/>
          <a:ext cx="2438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03" name="Equation" r:id="rId3" imgW="2438280" imgH="774360" progId="Equation.DSMT4">
                  <p:embed/>
                </p:oleObj>
              </mc:Choice>
              <mc:Fallback>
                <p:oleObj name="Equation" r:id="rId3" imgW="243828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8FE171F-BC56-49C1-9B9E-1AD271AFD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95486"/>
                        <a:ext cx="2438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0553FEBE-7820-4235-993D-5723EF6E4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10" y="1318116"/>
            <a:ext cx="8145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F33654D-6E1A-43C6-AA86-088E0F0C1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810124"/>
              </p:ext>
            </p:extLst>
          </p:nvPr>
        </p:nvGraphicFramePr>
        <p:xfrm>
          <a:off x="1058863" y="1124075"/>
          <a:ext cx="530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04" name="Equation" r:id="rId5" imgW="5308560" imgH="850680" progId="Equation.DSMT4">
                  <p:embed/>
                </p:oleObj>
              </mc:Choice>
              <mc:Fallback>
                <p:oleObj name="Equation" r:id="rId5" imgW="5308560" imgH="8506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F33654D-6E1A-43C6-AA86-088E0F0C1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8863" y="1124075"/>
                        <a:ext cx="5308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AFD6E52-9724-4630-9C36-FE90CD096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999690"/>
              </p:ext>
            </p:extLst>
          </p:nvPr>
        </p:nvGraphicFramePr>
        <p:xfrm>
          <a:off x="850900" y="2252787"/>
          <a:ext cx="397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05" name="Equation" r:id="rId7" imgW="3974760" imgH="723600" progId="Equation.DSMT4">
                  <p:embed/>
                </p:oleObj>
              </mc:Choice>
              <mc:Fallback>
                <p:oleObj name="Equation" r:id="rId7" imgW="397476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AFD6E52-9724-4630-9C36-FE90CD096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0900" y="2252787"/>
                        <a:ext cx="3975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D76AA6E-E127-487A-894A-624E7B9F9F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592869"/>
              </p:ext>
            </p:extLst>
          </p:nvPr>
        </p:nvGraphicFramePr>
        <p:xfrm>
          <a:off x="893763" y="3183062"/>
          <a:ext cx="544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06" name="Equation" r:id="rId9" imgW="5448240" imgH="736560" progId="Equation.DSMT4">
                  <p:embed/>
                </p:oleObj>
              </mc:Choice>
              <mc:Fallback>
                <p:oleObj name="Equation" r:id="rId9" imgW="54482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76AA6E-E127-487A-894A-624E7B9F9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3763" y="3183062"/>
                        <a:ext cx="544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E70FEBA-38BE-4074-A8FC-470E8542E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698390"/>
              </p:ext>
            </p:extLst>
          </p:nvPr>
        </p:nvGraphicFramePr>
        <p:xfrm>
          <a:off x="893763" y="3899025"/>
          <a:ext cx="3937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07" name="Equation" r:id="rId11" imgW="3936960" imgH="812520" progId="Equation.DSMT4">
                  <p:embed/>
                </p:oleObj>
              </mc:Choice>
              <mc:Fallback>
                <p:oleObj name="Equation" r:id="rId11" imgW="3936960" imgH="812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E70FEBA-38BE-4074-A8FC-470E8542E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3763" y="3899025"/>
                        <a:ext cx="3937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2F66CCE-D204-4075-BC17-12C52BDA68D2}"/>
              </a:ext>
            </a:extLst>
          </p:cNvPr>
          <p:cNvSpPr txBox="1"/>
          <p:nvPr/>
        </p:nvSpPr>
        <p:spPr>
          <a:xfrm>
            <a:off x="6444208" y="1123499"/>
            <a:ext cx="2025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分母有理化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581EE9-DF4F-476D-AF86-683DF56D7F69}"/>
              </a:ext>
            </a:extLst>
          </p:cNvPr>
          <p:cNvSpPr txBox="1"/>
          <p:nvPr/>
        </p:nvSpPr>
        <p:spPr>
          <a:xfrm>
            <a:off x="6670288" y="3297783"/>
            <a:ext cx="2025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凑微分</a:t>
            </a:r>
          </a:p>
        </p:txBody>
      </p:sp>
    </p:spTree>
    <p:extLst>
      <p:ext uri="{BB962C8B-B14F-4D97-AF65-F5344CB8AC3E}">
        <p14:creationId xmlns:p14="http://schemas.microsoft.com/office/powerpoint/2010/main" val="385580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08E6B69D-CAAB-40BC-B98B-83D28B878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3" y="364704"/>
            <a:ext cx="11521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47A9DE7-C73F-4E5E-B7BD-1A3A063BF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165189"/>
              </p:ext>
            </p:extLst>
          </p:nvPr>
        </p:nvGraphicFramePr>
        <p:xfrm>
          <a:off x="1691680" y="195486"/>
          <a:ext cx="1841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78" name="Equation" r:id="rId3" imgW="1841400" imgH="799920" progId="Equation.DSMT4">
                  <p:embed/>
                </p:oleObj>
              </mc:Choice>
              <mc:Fallback>
                <p:oleObj name="Equation" r:id="rId3" imgW="1841400" imgH="7999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47A9DE7-C73F-4E5E-B7BD-1A3A063BF1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195486"/>
                        <a:ext cx="1841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67CC8FA7-89B6-483C-A9EC-B5E774AFF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228800"/>
            <a:ext cx="2088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F57F0EA-5B85-475C-AC85-0E669C82B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59771"/>
              </p:ext>
            </p:extLst>
          </p:nvPr>
        </p:nvGraphicFramePr>
        <p:xfrm>
          <a:off x="1835696" y="1034182"/>
          <a:ext cx="2197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79" name="Equation" r:id="rId5" imgW="2197080" imgH="850680" progId="Equation.DSMT4">
                  <p:embed/>
                </p:oleObj>
              </mc:Choice>
              <mc:Fallback>
                <p:oleObj name="Equation" r:id="rId5" imgW="2197080" imgH="8506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F57F0EA-5B85-475C-AC85-0E669C82B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1034182"/>
                        <a:ext cx="2197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A07DFE-7CE3-4FEF-9E82-C69718900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220836"/>
              </p:ext>
            </p:extLst>
          </p:nvPr>
        </p:nvGraphicFramePr>
        <p:xfrm>
          <a:off x="3779912" y="864965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0" name="Equation" r:id="rId7" imgW="1054080" imgH="380880" progId="Equation.DSMT4">
                  <p:embed/>
                </p:oleObj>
              </mc:Choice>
              <mc:Fallback>
                <p:oleObj name="Equation" r:id="rId7" imgW="105408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3A07DFE-7CE3-4FEF-9E82-C69718900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9912" y="864965"/>
                        <a:ext cx="1054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4CA88BF-E7DB-4CA9-B0EC-66F4FEEB6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764210"/>
              </p:ext>
            </p:extLst>
          </p:nvPr>
        </p:nvGraphicFramePr>
        <p:xfrm>
          <a:off x="4124945" y="1103462"/>
          <a:ext cx="1752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1" name="Equation" r:id="rId9" imgW="1752480" imgH="749160" progId="Equation.DSMT4">
                  <p:embed/>
                </p:oleObj>
              </mc:Choice>
              <mc:Fallback>
                <p:oleObj name="Equation" r:id="rId9" imgW="1752480" imgH="749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4CA88BF-E7DB-4CA9-B0EC-66F4FEEB61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24945" y="1103462"/>
                        <a:ext cx="17526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B78CDA2-7EC4-4578-907D-C7C1DC869E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882124"/>
              </p:ext>
            </p:extLst>
          </p:nvPr>
        </p:nvGraphicFramePr>
        <p:xfrm>
          <a:off x="1822872" y="2246413"/>
          <a:ext cx="2400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2" name="Equation" r:id="rId11" imgW="2400120" imgH="749160" progId="Equation.DSMT4">
                  <p:embed/>
                </p:oleObj>
              </mc:Choice>
              <mc:Fallback>
                <p:oleObj name="Equation" r:id="rId11" imgW="2400120" imgH="7491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B78CDA2-7EC4-4578-907D-C7C1DC869E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22872" y="2246413"/>
                        <a:ext cx="24003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1B22FEB-4C58-480A-9272-6C2CF4BB9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161982"/>
              </p:ext>
            </p:extLst>
          </p:nvPr>
        </p:nvGraphicFramePr>
        <p:xfrm>
          <a:off x="4223172" y="2195613"/>
          <a:ext cx="2413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3" name="Equation" r:id="rId13" imgW="2412720" imgH="799920" progId="Equation.DSMT4">
                  <p:embed/>
                </p:oleObj>
              </mc:Choice>
              <mc:Fallback>
                <p:oleObj name="Equation" r:id="rId13" imgW="2412720" imgH="7999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1B22FEB-4C58-480A-9272-6C2CF4BB9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3172" y="2195613"/>
                        <a:ext cx="24130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F68EBE9-54A7-4267-9FEB-03A14CDB60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04201"/>
              </p:ext>
            </p:extLst>
          </p:nvPr>
        </p:nvGraphicFramePr>
        <p:xfrm>
          <a:off x="6707906" y="2236912"/>
          <a:ext cx="167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4" name="Equation" r:id="rId15" imgW="1676160" imgH="799920" progId="Equation.DSMT4">
                  <p:embed/>
                </p:oleObj>
              </mc:Choice>
              <mc:Fallback>
                <p:oleObj name="Equation" r:id="rId15" imgW="167616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F68EBE9-54A7-4267-9FEB-03A14CDB60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07906" y="2236912"/>
                        <a:ext cx="16764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9D64874-5561-4EC7-A014-AB136606E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132672"/>
              </p:ext>
            </p:extLst>
          </p:nvPr>
        </p:nvGraphicFramePr>
        <p:xfrm>
          <a:off x="1835696" y="3198937"/>
          <a:ext cx="448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5" name="Equation" r:id="rId17" imgW="4483080" imgH="723600" progId="Equation.DSMT4">
                  <p:embed/>
                </p:oleObj>
              </mc:Choice>
              <mc:Fallback>
                <p:oleObj name="Equation" r:id="rId17" imgW="448308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9D64874-5561-4EC7-A014-AB136606E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35696" y="3198937"/>
                        <a:ext cx="4483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887AF4B-FF3E-40BB-9F05-B88F65199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556308"/>
              </p:ext>
            </p:extLst>
          </p:nvPr>
        </p:nvGraphicFramePr>
        <p:xfrm>
          <a:off x="1868140" y="4022850"/>
          <a:ext cx="486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6" name="Equation" r:id="rId19" imgW="4863960" imgH="723600" progId="Equation.DSMT4">
                  <p:embed/>
                </p:oleObj>
              </mc:Choice>
              <mc:Fallback>
                <p:oleObj name="Equation" r:id="rId19" imgW="486396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887AF4B-FF3E-40BB-9F05-B88F65199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68140" y="4022850"/>
                        <a:ext cx="4864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09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EAE84406-EFD6-4CF7-84EF-E6AB7293A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843558"/>
            <a:ext cx="7848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当被积函数中含有          或              时可采用分子分母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FE2C14A-72C5-4982-9D5D-EAB3CC29C1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944" y="849582"/>
          <a:ext cx="55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42" name="Equation" r:id="rId3" imgW="558720" imgH="355320" progId="Equation.DSMT4">
                  <p:embed/>
                </p:oleObj>
              </mc:Choice>
              <mc:Fallback>
                <p:oleObj name="Equation" r:id="rId3" imgW="5587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FE2C14A-72C5-4982-9D5D-EAB3CC29C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7944" y="849582"/>
                        <a:ext cx="558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53A6F84-4063-4C17-9BBD-F1D4AE5F60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0325" y="896938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43" name="Equation" r:id="rId5" imgW="863280" imgH="355320" progId="Equation.DSMT4">
                  <p:embed/>
                </p:oleObj>
              </mc:Choice>
              <mc:Fallback>
                <p:oleObj name="Equation" r:id="rId5" imgW="86328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53A6F84-4063-4C17-9BBD-F1D4AE5F60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0325" y="896938"/>
                        <a:ext cx="863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1">
            <a:extLst>
              <a:ext uri="{FF2B5EF4-FFF2-40B4-BE49-F238E27FC236}">
                <a16:creationId xmlns:a16="http://schemas.microsoft.com/office/drawing/2014/main" id="{C972F67C-1378-46C8-BEE0-123D5B083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707654"/>
            <a:ext cx="7848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同乘以      这一技巧，从而使原积分变为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B1054D4-2CDB-407A-98F0-2280B62CBA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648" y="1707654"/>
          <a:ext cx="279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44" name="Equation" r:id="rId7" imgW="279360" imgH="355320" progId="Equation.DSMT4">
                  <p:embed/>
                </p:oleObj>
              </mc:Choice>
              <mc:Fallback>
                <p:oleObj name="Equation" r:id="rId7" imgW="27936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B1054D4-2CDB-407A-98F0-2280B62CB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648" y="1707654"/>
                        <a:ext cx="279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2574860-03CD-4365-850F-CB97CE4092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448295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45" name="Equation" r:id="rId9" imgW="1295280" imgH="507960" progId="Equation.DSMT4">
                  <p:embed/>
                </p:oleObj>
              </mc:Choice>
              <mc:Fallback>
                <p:oleObj name="Equation" r:id="rId9" imgW="129528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2574860-03CD-4365-850F-CB97CE4092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6600" y="2448295"/>
                        <a:ext cx="1295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1">
            <a:extLst>
              <a:ext uri="{FF2B5EF4-FFF2-40B4-BE49-F238E27FC236}">
                <a16:creationId xmlns:a16="http://schemas.microsoft.com/office/drawing/2014/main" id="{16338592-C8CA-4C20-BC67-A8271A45B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08" y="3147814"/>
            <a:ext cx="7848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的积分形式，以便求解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56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027C2258-EDD1-4EFB-ACB9-3BCC73760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27" y="411510"/>
            <a:ext cx="11212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737F4F7-C0FE-4EBE-8745-579F5F051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793627"/>
              </p:ext>
            </p:extLst>
          </p:nvPr>
        </p:nvGraphicFramePr>
        <p:xfrm>
          <a:off x="1506538" y="195486"/>
          <a:ext cx="1625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49" name="Equation" r:id="rId3" imgW="1625400" imgH="850680" progId="Equation.DSMT4">
                  <p:embed/>
                </p:oleObj>
              </mc:Choice>
              <mc:Fallback>
                <p:oleObj name="Equation" r:id="rId3" imgW="1625400" imgH="850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737F4F7-C0FE-4EBE-8745-579F5F0519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6538" y="195486"/>
                        <a:ext cx="1625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F5DE2E-D591-40F3-8CAF-6743DF9131DE}"/>
              </a:ext>
            </a:extLst>
          </p:cNvPr>
          <p:cNvGrpSpPr/>
          <p:nvPr/>
        </p:nvGrpSpPr>
        <p:grpSpPr>
          <a:xfrm>
            <a:off x="498426" y="1190402"/>
            <a:ext cx="8604448" cy="461665"/>
            <a:chOff x="539552" y="1275606"/>
            <a:chExt cx="8604448" cy="461665"/>
          </a:xfrm>
        </p:grpSpPr>
        <p:sp>
          <p:nvSpPr>
            <p:cNvPr id="4" name="Rectangle 71">
              <a:extLst>
                <a:ext uri="{FF2B5EF4-FFF2-40B4-BE49-F238E27FC236}">
                  <a16:creationId xmlns:a16="http://schemas.microsoft.com/office/drawing/2014/main" id="{2F48FBB0-72D6-415F-BF63-B971E751B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275606"/>
              <a:ext cx="86044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  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令                  则                  故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CE214A8-8456-4B1C-A0A9-ABD278D3AC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965822"/>
                </p:ext>
              </p:extLst>
            </p:nvPr>
          </p:nvGraphicFramePr>
          <p:xfrm>
            <a:off x="1591815" y="1341338"/>
            <a:ext cx="1092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50" name="Equation" r:id="rId5" imgW="1091880" imgH="330120" progId="Equation.DSMT4">
                    <p:embed/>
                  </p:oleObj>
                </mc:Choice>
                <mc:Fallback>
                  <p:oleObj name="Equation" r:id="rId5" imgW="10918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CE214A8-8456-4B1C-A0A9-ABD278D3AC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91815" y="1341338"/>
                          <a:ext cx="1092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125D238-DF91-4271-B3EA-F6FE2CD6E8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9277791"/>
                </p:ext>
              </p:extLst>
            </p:nvPr>
          </p:nvGraphicFramePr>
          <p:xfrm>
            <a:off x="3275856" y="1322008"/>
            <a:ext cx="1104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51" name="Equation" r:id="rId7" imgW="1104840" imgH="279360" progId="Equation.DSMT4">
                    <p:embed/>
                  </p:oleObj>
                </mc:Choice>
                <mc:Fallback>
                  <p:oleObj name="Equation" r:id="rId7" imgW="110484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6125D238-DF91-4271-B3EA-F6FE2CD6E8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75856" y="1322008"/>
                          <a:ext cx="1104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A141F50-219A-498B-A538-0F1276A114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196930"/>
              </p:ext>
            </p:extLst>
          </p:nvPr>
        </p:nvGraphicFramePr>
        <p:xfrm>
          <a:off x="869881" y="1652066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52" name="Equation" r:id="rId9" imgW="3200400" imgH="850680" progId="Equation.DSMT4">
                  <p:embed/>
                </p:oleObj>
              </mc:Choice>
              <mc:Fallback>
                <p:oleObj name="Equation" r:id="rId9" imgW="3200400" imgH="8506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A141F50-219A-498B-A538-0F1276A114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9881" y="1652066"/>
                        <a:ext cx="3200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EE2B0F7-5C7A-4B9E-9491-9A6AA6573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384207"/>
              </p:ext>
            </p:extLst>
          </p:nvPr>
        </p:nvGraphicFramePr>
        <p:xfrm>
          <a:off x="4170834" y="1677466"/>
          <a:ext cx="2705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53" name="Equation" r:id="rId11" imgW="2705040" imgH="799920" progId="Equation.DSMT4">
                  <p:embed/>
                </p:oleObj>
              </mc:Choice>
              <mc:Fallback>
                <p:oleObj name="Equation" r:id="rId11" imgW="2705040" imgH="7999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EE2B0F7-5C7A-4B9E-9491-9A6AA6573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70834" y="1677466"/>
                        <a:ext cx="27051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4B04A5-6592-4E60-8630-D6774E381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66738"/>
              </p:ext>
            </p:extLst>
          </p:nvPr>
        </p:nvGraphicFramePr>
        <p:xfrm>
          <a:off x="685994" y="2702570"/>
          <a:ext cx="368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54" name="Equation" r:id="rId13" imgW="3682800" imgH="812520" progId="Equation.DSMT4">
                  <p:embed/>
                </p:oleObj>
              </mc:Choice>
              <mc:Fallback>
                <p:oleObj name="Equation" r:id="rId13" imgW="368280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84B04A5-6592-4E60-8630-D6774E3814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5994" y="2702570"/>
                        <a:ext cx="3683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95EBE1D-437F-46D7-A9A5-4535DBABD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098011"/>
              </p:ext>
            </p:extLst>
          </p:nvPr>
        </p:nvGraphicFramePr>
        <p:xfrm>
          <a:off x="685994" y="3782690"/>
          <a:ext cx="7086601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55" name="Equation" r:id="rId15" imgW="7086600" imgH="799920" progId="Equation.DSMT4">
                  <p:embed/>
                </p:oleObj>
              </mc:Choice>
              <mc:Fallback>
                <p:oleObj name="Equation" r:id="rId15" imgW="708660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95EBE1D-437F-46D7-A9A5-4535DBABD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5994" y="3782690"/>
                        <a:ext cx="7086601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230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DF9265F2-CC5F-43DB-9161-87FA5C0E3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3" y="496714"/>
            <a:ext cx="11521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137D7C2-7E11-47F5-AF02-91D9319DE9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664" y="308446"/>
          <a:ext cx="181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2" name="Equation" r:id="rId3" imgW="1815840" imgH="838080" progId="Equation.DSMT4">
                  <p:embed/>
                </p:oleObj>
              </mc:Choice>
              <mc:Fallback>
                <p:oleObj name="Equation" r:id="rId3" imgW="1815840" imgH="838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137D7C2-7E11-47F5-AF02-91D9319DE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308446"/>
                        <a:ext cx="18161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11E54234-D659-4EC7-B5FA-B6884F0B8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31" y="1419622"/>
            <a:ext cx="13601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7201E8C-F521-4388-9610-3AF330C70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3073" y="1373441"/>
          <a:ext cx="2349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3" name="Equation" r:id="rId5" imgW="2349360" imgH="558720" progId="Equation.DSMT4">
                  <p:embed/>
                </p:oleObj>
              </mc:Choice>
              <mc:Fallback>
                <p:oleObj name="Equation" r:id="rId5" imgW="2349360" imgH="558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7201E8C-F521-4388-9610-3AF330C707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13073" y="1373441"/>
                        <a:ext cx="23495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1">
            <a:extLst>
              <a:ext uri="{FF2B5EF4-FFF2-40B4-BE49-F238E27FC236}">
                <a16:creationId xmlns:a16="http://schemas.microsoft.com/office/drawing/2014/main" id="{9706F15F-D035-4FED-A131-E08C576CE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1045" y="1419622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分母有理化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BF851ED-E520-4525-A489-DFB76DDAA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725" y="2209800"/>
          <a:ext cx="354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4" name="Equation" r:id="rId7" imgW="3543120" imgH="723600" progId="Equation.DSMT4">
                  <p:embed/>
                </p:oleObj>
              </mc:Choice>
              <mc:Fallback>
                <p:oleObj name="Equation" r:id="rId7" imgW="354312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BF851ED-E520-4525-A489-DFB76DDAA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0725" y="2209800"/>
                        <a:ext cx="3543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58C0557-AAE6-49DF-BD2C-FB41E0BD1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8399" y="3132708"/>
          <a:ext cx="2806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5" name="Equation" r:id="rId9" imgW="2806560" imgH="825480" progId="Equation.DSMT4">
                  <p:embed/>
                </p:oleObj>
              </mc:Choice>
              <mc:Fallback>
                <p:oleObj name="Equation" r:id="rId9" imgW="280656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58C0557-AAE6-49DF-BD2C-FB41E0BD1C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8399" y="3132708"/>
                        <a:ext cx="2806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1">
            <a:extLst>
              <a:ext uri="{FF2B5EF4-FFF2-40B4-BE49-F238E27FC236}">
                <a16:creationId xmlns:a16="http://schemas.microsoft.com/office/drawing/2014/main" id="{674E6AAC-4C89-4D63-9E22-AF2586EE1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179" y="4011910"/>
            <a:ext cx="76552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本题关键是分母有理化，若用三角代换，会很繁琐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22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DF9265F2-CC5F-43DB-9161-87FA5C0E3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034" y="360214"/>
            <a:ext cx="12051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137D7C2-7E11-47F5-AF02-91D9319DE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632781"/>
              </p:ext>
            </p:extLst>
          </p:nvPr>
        </p:nvGraphicFramePr>
        <p:xfrm>
          <a:off x="1700945" y="165125"/>
          <a:ext cx="157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7" name="Equation" r:id="rId3" imgW="1574640" imgH="850680" progId="Equation.DSMT4">
                  <p:embed/>
                </p:oleObj>
              </mc:Choice>
              <mc:Fallback>
                <p:oleObj name="Equation" r:id="rId3" imgW="1574640" imgH="850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137D7C2-7E11-47F5-AF02-91D9319DE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0945" y="165125"/>
                        <a:ext cx="1574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11E54234-D659-4EC7-B5FA-B6884F0B8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31" y="1419622"/>
            <a:ext cx="14321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7201E8C-F521-4388-9610-3AF330C70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87960"/>
              </p:ext>
            </p:extLst>
          </p:nvPr>
        </p:nvGraphicFramePr>
        <p:xfrm>
          <a:off x="1755775" y="1220788"/>
          <a:ext cx="2362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8" name="Equation" r:id="rId5" imgW="2361960" imgH="888840" progId="Equation.DSMT4">
                  <p:embed/>
                </p:oleObj>
              </mc:Choice>
              <mc:Fallback>
                <p:oleObj name="Equation" r:id="rId5" imgW="2361960" imgH="8888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7201E8C-F521-4388-9610-3AF330C707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5775" y="1220788"/>
                        <a:ext cx="23622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BF851ED-E520-4525-A489-DFB76DDAA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6444" y="1297851"/>
          <a:ext cx="3200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59" name="Equation" r:id="rId7" imgW="3200400" imgH="799920" progId="Equation.DSMT4">
                  <p:embed/>
                </p:oleObj>
              </mc:Choice>
              <mc:Fallback>
                <p:oleObj name="Equation" r:id="rId7" imgW="3200400" imgH="7999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BF851ED-E520-4525-A489-DFB76DDAA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76444" y="1297851"/>
                        <a:ext cx="32004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EB5258F-E8C8-4D47-9F57-6F2FEA363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62102"/>
              </p:ext>
            </p:extLst>
          </p:nvPr>
        </p:nvGraphicFramePr>
        <p:xfrm>
          <a:off x="1749425" y="2466975"/>
          <a:ext cx="3975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60" name="Equation" r:id="rId9" imgW="3974760" imgH="850680" progId="Equation.DSMT4">
                  <p:embed/>
                </p:oleObj>
              </mc:Choice>
              <mc:Fallback>
                <p:oleObj name="Equation" r:id="rId9" imgW="3974760" imgH="8506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EB5258F-E8C8-4D47-9F57-6F2FEA363B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49425" y="2466975"/>
                        <a:ext cx="3975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61A86A2-1B45-40BE-8A16-C3A6ECA03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220827"/>
              </p:ext>
            </p:extLst>
          </p:nvPr>
        </p:nvGraphicFramePr>
        <p:xfrm>
          <a:off x="1744663" y="3675063"/>
          <a:ext cx="4851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61" name="Equation" r:id="rId11" imgW="4851360" imgH="825480" progId="Equation.DSMT4">
                  <p:embed/>
                </p:oleObj>
              </mc:Choice>
              <mc:Fallback>
                <p:oleObj name="Equation" r:id="rId11" imgW="4851360" imgH="825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61A86A2-1B45-40BE-8A16-C3A6ECA03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44663" y="3675063"/>
                        <a:ext cx="4851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826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85808EF-FA98-4334-A7D6-70802DCAF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527539"/>
              </p:ext>
            </p:extLst>
          </p:nvPr>
        </p:nvGraphicFramePr>
        <p:xfrm>
          <a:off x="1619672" y="339502"/>
          <a:ext cx="4851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9" name="Equation" r:id="rId3" imgW="4851360" imgH="825480" progId="Equation.DSMT4">
                  <p:embed/>
                </p:oleObj>
              </mc:Choice>
              <mc:Fallback>
                <p:oleObj name="Equation" r:id="rId3" imgW="4851360" imgH="8254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85808EF-FA98-4334-A7D6-70802DCAF7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339502"/>
                        <a:ext cx="4851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C656444-D237-4A95-9F72-156B379266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628895"/>
              </p:ext>
            </p:extLst>
          </p:nvPr>
        </p:nvGraphicFramePr>
        <p:xfrm>
          <a:off x="1619672" y="3667889"/>
          <a:ext cx="491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0" name="Equation" r:id="rId5" imgW="4914720" imgH="825480" progId="Equation.DSMT4">
                  <p:embed/>
                </p:oleObj>
              </mc:Choice>
              <mc:Fallback>
                <p:oleObj name="Equation" r:id="rId5" imgW="4914720" imgH="825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C656444-D237-4A95-9F72-156B37926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2" y="3667889"/>
                        <a:ext cx="4914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A4EA7AA-AE95-4C5B-9AC4-A19DAA2E5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261198"/>
              </p:ext>
            </p:extLst>
          </p:nvPr>
        </p:nvGraphicFramePr>
        <p:xfrm>
          <a:off x="1632372" y="1465823"/>
          <a:ext cx="599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1" name="Equation" r:id="rId7" imgW="5994360" imgH="825480" progId="Equation.DSMT4">
                  <p:embed/>
                </p:oleObj>
              </mc:Choice>
              <mc:Fallback>
                <p:oleObj name="Equation" r:id="rId7" imgW="5994360" imgH="825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C656444-D237-4A95-9F72-156B37926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2372" y="1465823"/>
                        <a:ext cx="5994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EBA6E87-7351-4CE5-B1C8-ADC891A1E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395195"/>
              </p:ext>
            </p:extLst>
          </p:nvPr>
        </p:nvGraphicFramePr>
        <p:xfrm>
          <a:off x="1603812" y="2562297"/>
          <a:ext cx="6350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2" name="Equation" r:id="rId9" imgW="6349680" imgH="825480" progId="Equation.DSMT4">
                  <p:embed/>
                </p:oleObj>
              </mc:Choice>
              <mc:Fallback>
                <p:oleObj name="Equation" r:id="rId9" imgW="6349680" imgH="825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A4EA7AA-AE95-4C5B-9AC4-A19DAA2E54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03812" y="2562297"/>
                        <a:ext cx="6350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430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0657">
            <a:extLst>
              <a:ext uri="{FF2B5EF4-FFF2-40B4-BE49-F238E27FC236}">
                <a16:creationId xmlns:a16="http://schemas.microsoft.com/office/drawing/2014/main" id="{19CAE488-8005-4A2E-A9D9-D982402AD12E}"/>
              </a:ext>
            </a:extLst>
          </p:cNvPr>
          <p:cNvSpPr txBox="1">
            <a:spLocks noChangeArrowheads="1"/>
          </p:cNvSpPr>
          <p:nvPr/>
        </p:nvSpPr>
        <p:spPr>
          <a:xfrm>
            <a:off x="522969" y="416000"/>
            <a:ext cx="1168711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7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70658">
            <a:extLst>
              <a:ext uri="{FF2B5EF4-FFF2-40B4-BE49-F238E27FC236}">
                <a16:creationId xmlns:a16="http://schemas.microsoft.com/office/drawing/2014/main" id="{C80CD5B9-6FD6-4C36-80BA-C64C5CA633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5095037"/>
              </p:ext>
            </p:extLst>
          </p:nvPr>
        </p:nvGraphicFramePr>
        <p:xfrm>
          <a:off x="1691680" y="195486"/>
          <a:ext cx="21097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4" name="Equation" r:id="rId3" imgW="2108160" imgH="774360" progId="Equation.DSMT4">
                  <p:embed/>
                </p:oleObj>
              </mc:Choice>
              <mc:Fallback>
                <p:oleObj name="Equation" r:id="rId3" imgW="2108160" imgH="774360" progId="Equation.DSMT4">
                  <p:embed/>
                  <p:pic>
                    <p:nvPicPr>
                      <p:cNvPr id="3" name="对象 70658">
                        <a:extLst>
                          <a:ext uri="{FF2B5EF4-FFF2-40B4-BE49-F238E27FC236}">
                            <a16:creationId xmlns:a16="http://schemas.microsoft.com/office/drawing/2014/main" id="{C80CD5B9-6FD6-4C36-80BA-C64C5CA633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95486"/>
                        <a:ext cx="210978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24627C5-482F-475F-9CCB-F7D4F8E2C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08" y="1064165"/>
            <a:ext cx="12623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5438BF3-AAF3-4F18-B723-AEC37C4E47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25721"/>
              </p:ext>
            </p:extLst>
          </p:nvPr>
        </p:nvGraphicFramePr>
        <p:xfrm>
          <a:off x="1652354" y="1081330"/>
          <a:ext cx="81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5" name="Equation" r:id="rId5" imgW="812520" imgH="457200" progId="Equation.DSMT4">
                  <p:embed/>
                </p:oleObj>
              </mc:Choice>
              <mc:Fallback>
                <p:oleObj name="Equation" r:id="rId5" imgW="812520" imgH="457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5438BF3-AAF3-4F18-B723-AEC37C4E47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354" y="1081330"/>
                        <a:ext cx="812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11A5C9-345A-4C4D-B05E-13999E99A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433" y="1107796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6E69155-0BA5-4B16-B283-27DC83794C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514480"/>
              </p:ext>
            </p:extLst>
          </p:nvPr>
        </p:nvGraphicFramePr>
        <p:xfrm>
          <a:off x="2840910" y="1201961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6" name="Equation" r:id="rId7" imgW="1155600" imgH="342720" progId="Equation.DSMT4">
                  <p:embed/>
                </p:oleObj>
              </mc:Choice>
              <mc:Fallback>
                <p:oleObj name="Equation" r:id="rId7" imgW="11556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6E69155-0BA5-4B16-B283-27DC83794C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910" y="1201961"/>
                        <a:ext cx="1155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5D1C76F-4499-4489-AC1D-6E5328B493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650631"/>
              </p:ext>
            </p:extLst>
          </p:nvPr>
        </p:nvGraphicFramePr>
        <p:xfrm>
          <a:off x="4108213" y="1053678"/>
          <a:ext cx="1143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7" name="Equation" r:id="rId9" imgW="1143000" imgH="609480" progId="Equation.DSMT4">
                  <p:embed/>
                </p:oleObj>
              </mc:Choice>
              <mc:Fallback>
                <p:oleObj name="Equation" r:id="rId9" imgW="1143000" imgH="609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5D1C76F-4499-4489-AC1D-6E5328B493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213" y="1053678"/>
                        <a:ext cx="1143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D076037-A83D-4C25-B158-255F8841C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40" y="1822212"/>
            <a:ext cx="8819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76A444E-B029-4AA5-BB67-6103B72359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6939747"/>
              </p:ext>
            </p:extLst>
          </p:nvPr>
        </p:nvGraphicFramePr>
        <p:xfrm>
          <a:off x="1426080" y="1719712"/>
          <a:ext cx="247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8" name="Equation" r:id="rId11" imgW="2476440" imgH="812520" progId="Equation.DSMT4">
                  <p:embed/>
                </p:oleObj>
              </mc:Choice>
              <mc:Fallback>
                <p:oleObj name="Equation" r:id="rId11" imgW="247644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76A444E-B029-4AA5-BB67-6103B72359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080" y="1719712"/>
                        <a:ext cx="247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834AD9C-482C-4E8D-9D66-5BCDEC668F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852047"/>
              </p:ext>
            </p:extLst>
          </p:nvPr>
        </p:nvGraphicFramePr>
        <p:xfrm>
          <a:off x="3898911" y="1733244"/>
          <a:ext cx="2286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9" name="Equation" r:id="rId13" imgW="2286000" imgH="812520" progId="Equation.DSMT4">
                  <p:embed/>
                </p:oleObj>
              </mc:Choice>
              <mc:Fallback>
                <p:oleObj name="Equation" r:id="rId13" imgW="2286000" imgH="8125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834AD9C-482C-4E8D-9D66-5BCDEC668F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11" y="1733244"/>
                        <a:ext cx="2286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4DB5BBEB-9D38-4003-A977-CABFE5F65024}"/>
              </a:ext>
            </a:extLst>
          </p:cNvPr>
          <p:cNvGrpSpPr/>
          <p:nvPr/>
        </p:nvGrpSpPr>
        <p:grpSpPr>
          <a:xfrm>
            <a:off x="1417090" y="2586802"/>
            <a:ext cx="3468687" cy="908050"/>
            <a:chOff x="1878013" y="3429000"/>
            <a:chExt cx="3468687" cy="908050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0A7C931-9D6D-4415-A13D-D789D7DCABD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78013" y="3429000"/>
            <a:ext cx="6477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0" name="Equation" r:id="rId15" imgW="647640" imgH="863280" progId="Equation.DSMT4">
                    <p:embed/>
                  </p:oleObj>
                </mc:Choice>
                <mc:Fallback>
                  <p:oleObj name="Equation" r:id="rId15" imgW="647640" imgH="8632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60A7C931-9D6D-4415-A13D-D789D7DCABD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8013" y="3429000"/>
                          <a:ext cx="647700" cy="863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2AC4719-C2D2-4C5C-B2A8-D7DE7D13C09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76513" y="3505200"/>
            <a:ext cx="1995487" cy="749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1" name="Equation" r:id="rId17" imgW="1993680" imgH="749160" progId="Equation.DSMT4">
                    <p:embed/>
                  </p:oleObj>
                </mc:Choice>
                <mc:Fallback>
                  <p:oleObj name="Equation" r:id="rId17" imgW="1993680" imgH="7491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C2AC4719-C2D2-4C5C-B2A8-D7DE7D13C09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6513" y="3505200"/>
                          <a:ext cx="1995487" cy="749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D732808-A82C-4BF1-9BBE-3800D5F4B10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00600" y="3473450"/>
            <a:ext cx="5461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2" name="Equation" r:id="rId19" imgW="545760" imgH="863280" progId="Equation.DSMT4">
                    <p:embed/>
                  </p:oleObj>
                </mc:Choice>
                <mc:Fallback>
                  <p:oleObj name="Equation" r:id="rId19" imgW="545760" imgH="8632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0D732808-A82C-4BF1-9BBE-3800D5F4B10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600" y="3473450"/>
                          <a:ext cx="546100" cy="863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9F91712-A4F6-4B30-84BE-86AC04EACAC4}"/>
              </a:ext>
            </a:extLst>
          </p:cNvPr>
          <p:cNvGrpSpPr/>
          <p:nvPr/>
        </p:nvGrpSpPr>
        <p:grpSpPr>
          <a:xfrm>
            <a:off x="1409008" y="3517489"/>
            <a:ext cx="5642118" cy="723900"/>
            <a:chOff x="1535465" y="3599076"/>
            <a:chExt cx="5642118" cy="723900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0064731-2F2A-42E0-B4B6-8C7BC3CC646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98136410"/>
                </p:ext>
              </p:extLst>
            </p:nvPr>
          </p:nvGraphicFramePr>
          <p:xfrm>
            <a:off x="1535465" y="3745499"/>
            <a:ext cx="977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3" name="Equation" r:id="rId21" imgW="977760" imgH="431640" progId="Equation.DSMT4">
                    <p:embed/>
                  </p:oleObj>
                </mc:Choice>
                <mc:Fallback>
                  <p:oleObj name="Equation" r:id="rId21" imgW="977760" imgH="4316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0064731-2F2A-42E0-B4B6-8C7BC3CC646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5465" y="3745499"/>
                          <a:ext cx="9779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36B3325-19EF-40D2-A87A-401356DDB7F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23695578"/>
                </p:ext>
              </p:extLst>
            </p:nvPr>
          </p:nvGraphicFramePr>
          <p:xfrm>
            <a:off x="2487154" y="3754235"/>
            <a:ext cx="1295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4" name="Equation" r:id="rId23" imgW="1295280" imgH="431640" progId="Equation.DSMT4">
                    <p:embed/>
                  </p:oleObj>
                </mc:Choice>
                <mc:Fallback>
                  <p:oleObj name="Equation" r:id="rId23" imgW="1295280" imgH="4316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736B3325-19EF-40D2-A87A-401356DDB7F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154" y="3754235"/>
                          <a:ext cx="12954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153A8D6-0998-47E1-B01F-1DB39263248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54503482"/>
                </p:ext>
              </p:extLst>
            </p:nvPr>
          </p:nvGraphicFramePr>
          <p:xfrm>
            <a:off x="3833206" y="3599076"/>
            <a:ext cx="1524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5" name="Equation" r:id="rId25" imgW="1523880" imgH="723600" progId="Equation.DSMT4">
                    <p:embed/>
                  </p:oleObj>
                </mc:Choice>
                <mc:Fallback>
                  <p:oleObj name="Equation" r:id="rId25" imgW="1523880" imgH="723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153A8D6-0998-47E1-B01F-1DB39263248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206" y="3599076"/>
                          <a:ext cx="15240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861A964-218B-4F42-BCDC-589ABDE04B2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83568193"/>
                </p:ext>
              </p:extLst>
            </p:nvPr>
          </p:nvGraphicFramePr>
          <p:xfrm>
            <a:off x="5436096" y="3821326"/>
            <a:ext cx="1741487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46" name="Equation" r:id="rId27" imgW="1739880" imgH="279360" progId="Equation.DSMT4">
                    <p:embed/>
                  </p:oleObj>
                </mc:Choice>
                <mc:Fallback>
                  <p:oleObj name="Equation" r:id="rId27" imgW="1739880" imgH="27936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8861A964-218B-4F42-BCDC-589ABDE04B2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096" y="3821326"/>
                          <a:ext cx="1741487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56D10E4-861D-41E2-AAC2-82243A8F6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3618495"/>
              </p:ext>
            </p:extLst>
          </p:nvPr>
        </p:nvGraphicFramePr>
        <p:xfrm>
          <a:off x="1424271" y="4277002"/>
          <a:ext cx="556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47" name="Equation" r:id="rId29" imgW="5562360" imgH="609480" progId="Equation.DSMT4">
                  <p:embed/>
                </p:oleObj>
              </mc:Choice>
              <mc:Fallback>
                <p:oleObj name="Equation" r:id="rId29" imgW="5562360" imgH="609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56D10E4-861D-41E2-AAC2-82243A8F6E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271" y="4277002"/>
                        <a:ext cx="5562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42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71681">
            <a:extLst>
              <a:ext uri="{FF2B5EF4-FFF2-40B4-BE49-F238E27FC236}">
                <a16:creationId xmlns:a16="http://schemas.microsoft.com/office/drawing/2014/main" id="{03A05ED4-29BD-4244-93BF-A8934E2857BA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510526"/>
            <a:ext cx="115212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8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EE4455-6280-4917-A1BB-9005FC320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11442"/>
            <a:ext cx="1008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B91845-9F96-416B-8B8E-595C42064BC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440657" y="1326204"/>
          <a:ext cx="161448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57" name="Equation" r:id="rId3" imgW="1612800" imgH="279360" progId="Equation.DSMT4">
                  <p:embed/>
                </p:oleObj>
              </mc:Choice>
              <mc:Fallback>
                <p:oleObj name="Equation" r:id="rId3" imgW="161280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B91845-9F96-416B-8B8E-595C42064B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657" y="1326204"/>
                        <a:ext cx="1614487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AF9584D-9372-4A09-83F1-475F9D00ED3F}"/>
              </a:ext>
            </a:extLst>
          </p:cNvPr>
          <p:cNvGraphicFramePr>
            <a:graphicFrameLocks/>
          </p:cNvGraphicFramePr>
          <p:nvPr/>
        </p:nvGraphicFramePr>
        <p:xfrm>
          <a:off x="3179763" y="1324681"/>
          <a:ext cx="4276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58" name="Equation" r:id="rId5" imgW="4279680" imgH="355320" progId="Equation.DSMT4">
                  <p:embed/>
                </p:oleObj>
              </mc:Choice>
              <mc:Fallback>
                <p:oleObj name="Equation" r:id="rId5" imgW="427968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AF9584D-9372-4A09-83F1-475F9D00ED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1324681"/>
                        <a:ext cx="42767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871679E-4B2A-4028-86C2-9E363685E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8606" y="394990"/>
          <a:ext cx="227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59" name="Equation" r:id="rId7" imgW="2273040" imgH="736560" progId="Equation.DSMT4">
                  <p:embed/>
                </p:oleObj>
              </mc:Choice>
              <mc:Fallback>
                <p:oleObj name="Equation" r:id="rId7" imgW="227304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871679E-4B2A-4028-86C2-9E363685E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8606" y="394990"/>
                        <a:ext cx="2273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EE516D8-0011-4A1F-A08D-4EB47BE2678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179763" y="1788231"/>
          <a:ext cx="3609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0" name="Equation" r:id="rId9" imgW="3606480" imgH="342720" progId="Equation.DSMT4">
                  <p:embed/>
                </p:oleObj>
              </mc:Choice>
              <mc:Fallback>
                <p:oleObj name="Equation" r:id="rId9" imgW="36064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EE516D8-0011-4A1F-A08D-4EB47BE267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1788231"/>
                        <a:ext cx="3609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01C763D-6AAF-474E-BB70-8A01C145A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02" y="2320813"/>
            <a:ext cx="24068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比较同类项系数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837C0F0-ACBD-45C1-9061-4515CDE1B70E}"/>
              </a:ext>
            </a:extLst>
          </p:cNvPr>
          <p:cNvGraphicFramePr>
            <a:graphicFrameLocks/>
          </p:cNvGraphicFramePr>
          <p:nvPr/>
        </p:nvGraphicFramePr>
        <p:xfrm>
          <a:off x="2653506" y="2208014"/>
          <a:ext cx="15509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1" name="Equation" r:id="rId11" imgW="1549080" imgH="863280" progId="Equation.DSMT4">
                  <p:embed/>
                </p:oleObj>
              </mc:Choice>
              <mc:Fallback>
                <p:oleObj name="Equation" r:id="rId11" imgW="1549080" imgH="863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837C0F0-ACBD-45C1-9061-4515CDE1B7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506" y="2208014"/>
                        <a:ext cx="15509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B6EF5B6-6C3F-444E-9A72-10AE0EE89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2328807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674BF26-7285-4C4B-AA11-54969FE779C9}"/>
              </a:ext>
            </a:extLst>
          </p:cNvPr>
          <p:cNvGraphicFramePr>
            <a:graphicFrameLocks/>
          </p:cNvGraphicFramePr>
          <p:nvPr/>
        </p:nvGraphicFramePr>
        <p:xfrm>
          <a:off x="4797425" y="2444750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2" name="Equation" r:id="rId13" imgW="1587240" imgH="342720" progId="Equation.DSMT4">
                  <p:embed/>
                </p:oleObj>
              </mc:Choice>
              <mc:Fallback>
                <p:oleObj name="Equation" r:id="rId13" imgW="158724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674BF26-7285-4C4B-AA11-54969FE779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444750"/>
                        <a:ext cx="1587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15C0AEB-4443-4B24-90A0-C42BEB2F6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315534"/>
            <a:ext cx="1008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084D760-4B00-42DF-BC26-E238901A5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068259"/>
              </p:ext>
            </p:extLst>
          </p:nvPr>
        </p:nvGraphicFramePr>
        <p:xfrm>
          <a:off x="1381944" y="3231047"/>
          <a:ext cx="4660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3" name="Equation" r:id="rId15" imgW="4660560" imgH="736560" progId="Equation.DSMT4">
                  <p:embed/>
                </p:oleObj>
              </mc:Choice>
              <mc:Fallback>
                <p:oleObj name="Equation" r:id="rId15" imgW="466056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871679E-4B2A-4028-86C2-9E363685E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81944" y="3231047"/>
                        <a:ext cx="4660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91DB3C5-E731-43C6-B80F-30874251E9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5608219"/>
              </p:ext>
            </p:extLst>
          </p:nvPr>
        </p:nvGraphicFramePr>
        <p:xfrm>
          <a:off x="1355750" y="4127080"/>
          <a:ext cx="31765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4" name="Equation" r:id="rId17" imgW="3174840" imgH="736560" progId="Equation.DSMT4">
                  <p:embed/>
                </p:oleObj>
              </mc:Choice>
              <mc:Fallback>
                <p:oleObj name="Equation" r:id="rId17" imgW="317484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A22DE56-EFC9-4C10-B9C0-D1009B376A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50" y="4127080"/>
                        <a:ext cx="31765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934978D-B6A5-4296-B376-E671487C79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2024235"/>
              </p:ext>
            </p:extLst>
          </p:nvPr>
        </p:nvGraphicFramePr>
        <p:xfrm>
          <a:off x="4581624" y="4279480"/>
          <a:ext cx="332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65" name="Equation" r:id="rId19" imgW="3327120" imgH="431640" progId="Equation.DSMT4">
                  <p:embed/>
                </p:oleObj>
              </mc:Choice>
              <mc:Fallback>
                <p:oleObj name="Equation" r:id="rId19" imgW="3327120" imgH="4316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C738AD0-54DA-4BD0-B009-5A0BC92694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624" y="4279480"/>
                        <a:ext cx="332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40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C3BC57-5C10-41A2-B7A7-B09A4B060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987574"/>
            <a:ext cx="4108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说明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此技巧适用于形为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F58071-2108-4186-82FA-48DF7F2B8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5608924"/>
              </p:ext>
            </p:extLst>
          </p:nvPr>
        </p:nvGraphicFramePr>
        <p:xfrm>
          <a:off x="3995936" y="869265"/>
          <a:ext cx="23875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52" name="Equation" r:id="rId3" imgW="2387520" imgH="736560" progId="Equation.DSMT4">
                  <p:embed/>
                </p:oleObj>
              </mc:Choice>
              <mc:Fallback>
                <p:oleObj name="Equation" r:id="rId3" imgW="238752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5AF780A4-4937-4063-BDE4-F00F39FF0E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869265"/>
                        <a:ext cx="23875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C09C6E4-79A2-4A7E-B03F-3B318AE3F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978816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的积分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354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4182DC2-DEC8-473D-9DF2-1CBD082DF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969" y="3204967"/>
            <a:ext cx="363538" cy="519112"/>
          </a:xfrm>
          <a:prstGeom prst="rect">
            <a:avLst/>
          </a:prstGeom>
          <a:noFill/>
          <a:ln w="9525">
            <a:noFill/>
            <a:miter lim="800000"/>
            <a:tailEnd type="none" w="sm" len="lg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800" b="1" noProof="1">
                <a:solidFill>
                  <a:srgbClr val="0066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7740C345-5A41-4A7C-9A69-BC25BDBA7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3265375"/>
              </p:ext>
            </p:extLst>
          </p:nvPr>
        </p:nvGraphicFramePr>
        <p:xfrm>
          <a:off x="1982838" y="195486"/>
          <a:ext cx="22986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78" name="Equation" r:id="rId3" imgW="2298600" imgH="838080" progId="Equation.DSMT4">
                  <p:embed/>
                </p:oleObj>
              </mc:Choice>
              <mc:Fallback>
                <p:oleObj name="Equation" r:id="rId3" imgW="2298600" imgH="838080" progId="Equation.DSMT4">
                  <p:embed/>
                  <p:pic>
                    <p:nvPicPr>
                      <p:cNvPr id="76803" name="Object 4">
                        <a:extLst>
                          <a:ext uri="{FF2B5EF4-FFF2-40B4-BE49-F238E27FC236}">
                            <a16:creationId xmlns:a16="http://schemas.microsoft.com/office/drawing/2014/main" id="{B7AD3842-E4B2-4B78-BFA0-74B81F8476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838" y="195486"/>
                        <a:ext cx="229860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5939BBED-1C1F-4129-BAAE-E4B1C0FB7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071283"/>
              </p:ext>
            </p:extLst>
          </p:nvPr>
        </p:nvGraphicFramePr>
        <p:xfrm>
          <a:off x="4005337" y="1001779"/>
          <a:ext cx="1434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79" name="Equation" r:id="rId5" imgW="1434960" imgH="685800" progId="Equation.DSMT4">
                  <p:embed/>
                </p:oleObj>
              </mc:Choice>
              <mc:Fallback>
                <p:oleObj name="Equation" r:id="rId5" imgW="1434960" imgH="685800" progId="Equation.DSMT4">
                  <p:embed/>
                  <p:pic>
                    <p:nvPicPr>
                      <p:cNvPr id="76804" name="Object 5">
                        <a:extLst>
                          <a:ext uri="{FF2B5EF4-FFF2-40B4-BE49-F238E27FC236}">
                            <a16:creationId xmlns:a16="http://schemas.microsoft.com/office/drawing/2014/main" id="{12377BBD-814F-4830-B169-745DCD0E72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337" y="1001779"/>
                        <a:ext cx="14349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D0583873-8CD6-4A13-B99E-4FD71F2F78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0022363"/>
              </p:ext>
            </p:extLst>
          </p:nvPr>
        </p:nvGraphicFramePr>
        <p:xfrm>
          <a:off x="1343046" y="2816060"/>
          <a:ext cx="1434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0" name="Equation" r:id="rId7" imgW="1434960" imgH="685800" progId="Equation.DSMT4">
                  <p:embed/>
                </p:oleObj>
              </mc:Choice>
              <mc:Fallback>
                <p:oleObj name="Equation" r:id="rId7" imgW="1434960" imgH="685800" progId="Equation.DSMT4">
                  <p:embed/>
                  <p:pic>
                    <p:nvPicPr>
                      <p:cNvPr id="76805" name="Object 6">
                        <a:extLst>
                          <a:ext uri="{FF2B5EF4-FFF2-40B4-BE49-F238E27FC236}">
                            <a16:creationId xmlns:a16="http://schemas.microsoft.com/office/drawing/2014/main" id="{2E81511F-7788-473B-9A93-FE45708147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46" y="2816060"/>
                        <a:ext cx="14349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E63D20E8-0083-4A16-ADB7-C6118BC7DD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841044"/>
              </p:ext>
            </p:extLst>
          </p:nvPr>
        </p:nvGraphicFramePr>
        <p:xfrm>
          <a:off x="1340000" y="3695648"/>
          <a:ext cx="126972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1" name="Equation" r:id="rId9" imgW="1269720" imgH="685800" progId="Equation.DSMT4">
                  <p:embed/>
                </p:oleObj>
              </mc:Choice>
              <mc:Fallback>
                <p:oleObj name="Equation" r:id="rId9" imgW="1269720" imgH="685800" progId="Equation.DSMT4">
                  <p:embed/>
                  <p:pic>
                    <p:nvPicPr>
                      <p:cNvPr id="76806" name="Object 7">
                        <a:extLst>
                          <a:ext uri="{FF2B5EF4-FFF2-40B4-BE49-F238E27FC236}">
                            <a16:creationId xmlns:a16="http://schemas.microsoft.com/office/drawing/2014/main" id="{10C6239E-E868-4FBB-871B-AA08B0BF74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000" y="3695648"/>
                        <a:ext cx="126972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5A6494E0-8DE0-4F40-991E-DBE9A94D72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280957"/>
              </p:ext>
            </p:extLst>
          </p:nvPr>
        </p:nvGraphicFramePr>
        <p:xfrm>
          <a:off x="4892507" y="3686461"/>
          <a:ext cx="146016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2" name="Equation" r:id="rId11" imgW="1460160" imgH="545760" progId="Equation.DSMT4">
                  <p:embed/>
                </p:oleObj>
              </mc:Choice>
              <mc:Fallback>
                <p:oleObj name="Equation" r:id="rId11" imgW="1460160" imgH="545760" progId="Equation.DSMT4">
                  <p:embed/>
                  <p:pic>
                    <p:nvPicPr>
                      <p:cNvPr id="76807" name="Object 8">
                        <a:extLst>
                          <a:ext uri="{FF2B5EF4-FFF2-40B4-BE49-F238E27FC236}">
                            <a16:creationId xmlns:a16="http://schemas.microsoft.com/office/drawing/2014/main" id="{71E8DDEC-16C8-4CC6-B148-478C3B8F9E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507" y="3686461"/>
                        <a:ext cx="1460160" cy="545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>
            <a:extLst>
              <a:ext uri="{FF2B5EF4-FFF2-40B4-BE49-F238E27FC236}">
                <a16:creationId xmlns:a16="http://schemas.microsoft.com/office/drawing/2014/main" id="{DB7C1717-E8F5-4AB3-89CA-DB0A08ED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557" y="114756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E44BB852-B811-443A-9373-7D5AEC12B6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5301131"/>
              </p:ext>
            </p:extLst>
          </p:nvPr>
        </p:nvGraphicFramePr>
        <p:xfrm>
          <a:off x="1622357" y="996755"/>
          <a:ext cx="22986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3" name="Equation" r:id="rId13" imgW="2298600" imgH="838080" progId="Equation.DSMT4">
                  <p:embed/>
                </p:oleObj>
              </mc:Choice>
              <mc:Fallback>
                <p:oleObj name="Equation" r:id="rId13" imgW="2298600" imgH="838080" progId="Equation.DSMT4">
                  <p:embed/>
                  <p:pic>
                    <p:nvPicPr>
                      <p:cNvPr id="76809" name="Object 11">
                        <a:extLst>
                          <a:ext uri="{FF2B5EF4-FFF2-40B4-BE49-F238E27FC236}">
                            <a16:creationId xmlns:a16="http://schemas.microsoft.com/office/drawing/2014/main" id="{AABF5718-0410-43CF-82A4-E85E64810A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357" y="996755"/>
                        <a:ext cx="229860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F4C60436-5456-4BF4-BB61-FA88A20882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514126"/>
              </p:ext>
            </p:extLst>
          </p:nvPr>
        </p:nvGraphicFramePr>
        <p:xfrm>
          <a:off x="1343046" y="1915798"/>
          <a:ext cx="1434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4" name="Equation" r:id="rId15" imgW="1434960" imgH="685800" progId="Equation.DSMT4">
                  <p:embed/>
                </p:oleObj>
              </mc:Choice>
              <mc:Fallback>
                <p:oleObj name="Equation" r:id="rId15" imgW="1434960" imgH="685800" progId="Equation.DSMT4">
                  <p:embed/>
                  <p:pic>
                    <p:nvPicPr>
                      <p:cNvPr id="76810" name="Object 12">
                        <a:extLst>
                          <a:ext uri="{FF2B5EF4-FFF2-40B4-BE49-F238E27FC236}">
                            <a16:creationId xmlns:a16="http://schemas.microsoft.com/office/drawing/2014/main" id="{EF55956D-9F51-4A0C-BAC2-A8F96321D9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46" y="1915798"/>
                        <a:ext cx="14349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C306F0A5-2A47-47A3-A93C-B54CB71D48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244901"/>
              </p:ext>
            </p:extLst>
          </p:nvPr>
        </p:nvGraphicFramePr>
        <p:xfrm>
          <a:off x="5522513" y="984089"/>
          <a:ext cx="21970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5" name="Equation" r:id="rId17" imgW="2197080" imgH="838080" progId="Equation.DSMT4">
                  <p:embed/>
                </p:oleObj>
              </mc:Choice>
              <mc:Fallback>
                <p:oleObj name="Equation" r:id="rId17" imgW="2197080" imgH="838080" progId="Equation.DSMT4">
                  <p:embed/>
                  <p:pic>
                    <p:nvPicPr>
                      <p:cNvPr id="76811" name="Object 13">
                        <a:extLst>
                          <a:ext uri="{FF2B5EF4-FFF2-40B4-BE49-F238E27FC236}">
                            <a16:creationId xmlns:a16="http://schemas.microsoft.com/office/drawing/2014/main" id="{1D55B15D-AC86-4B3C-BF28-7ACA0541A8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513" y="984089"/>
                        <a:ext cx="219708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E41D617D-2422-4673-A796-48AC328995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102743"/>
              </p:ext>
            </p:extLst>
          </p:nvPr>
        </p:nvGraphicFramePr>
        <p:xfrm>
          <a:off x="2935119" y="1883228"/>
          <a:ext cx="184140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6" name="Equation" r:id="rId19" imgW="1841400" imgH="787320" progId="Equation.DSMT4">
                  <p:embed/>
                </p:oleObj>
              </mc:Choice>
              <mc:Fallback>
                <p:oleObj name="Equation" r:id="rId19" imgW="1841400" imgH="787320" progId="Equation.DSMT4">
                  <p:embed/>
                  <p:pic>
                    <p:nvPicPr>
                      <p:cNvPr id="76812" name="Object 14">
                        <a:extLst>
                          <a:ext uri="{FF2B5EF4-FFF2-40B4-BE49-F238E27FC236}">
                            <a16:creationId xmlns:a16="http://schemas.microsoft.com/office/drawing/2014/main" id="{F29B084C-03F6-4835-A58F-BBEC9EDD49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119" y="1883228"/>
                        <a:ext cx="184140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3C5D44B7-BFBA-441C-9265-E93A2BE7FB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7815148"/>
              </p:ext>
            </p:extLst>
          </p:nvPr>
        </p:nvGraphicFramePr>
        <p:xfrm>
          <a:off x="2852859" y="2866197"/>
          <a:ext cx="1002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7" name="Equation" r:id="rId21" imgW="1002960" imgH="685800" progId="Equation.DSMT4">
                  <p:embed/>
                </p:oleObj>
              </mc:Choice>
              <mc:Fallback>
                <p:oleObj name="Equation" r:id="rId21" imgW="1002960" imgH="685800" progId="Equation.DSMT4">
                  <p:embed/>
                  <p:pic>
                    <p:nvPicPr>
                      <p:cNvPr id="76813" name="Object 15">
                        <a:extLst>
                          <a:ext uri="{FF2B5EF4-FFF2-40B4-BE49-F238E27FC236}">
                            <a16:creationId xmlns:a16="http://schemas.microsoft.com/office/drawing/2014/main" id="{CF067105-66B0-433E-B7DD-47DACCF54AD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859" y="2866197"/>
                        <a:ext cx="10029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7501399C-DAFE-4B39-AF0B-7AE59D0333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674751"/>
              </p:ext>
            </p:extLst>
          </p:nvPr>
        </p:nvGraphicFramePr>
        <p:xfrm>
          <a:off x="3804888" y="3690134"/>
          <a:ext cx="9777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8" name="Equation" r:id="rId23" imgW="977760" imgH="685800" progId="Equation.DSMT4">
                  <p:embed/>
                </p:oleObj>
              </mc:Choice>
              <mc:Fallback>
                <p:oleObj name="Equation" r:id="rId23" imgW="977760" imgH="685800" progId="Equation.DSMT4">
                  <p:embed/>
                  <p:pic>
                    <p:nvPicPr>
                      <p:cNvPr id="76814" name="Object 16">
                        <a:extLst>
                          <a:ext uri="{FF2B5EF4-FFF2-40B4-BE49-F238E27FC236}">
                            <a16:creationId xmlns:a16="http://schemas.microsoft.com/office/drawing/2014/main" id="{CF1F1D65-9AAB-48E7-BD2F-181509FA6E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888" y="3690134"/>
                        <a:ext cx="9777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7">
            <a:extLst>
              <a:ext uri="{FF2B5EF4-FFF2-40B4-BE49-F238E27FC236}">
                <a16:creationId xmlns:a16="http://schemas.microsoft.com/office/drawing/2014/main" id="{8DEEBA78-6D31-49DF-BEC7-B2A56661D1C5}"/>
              </a:ext>
            </a:extLst>
          </p:cNvPr>
          <p:cNvSpPr txBox="1">
            <a:spLocks noChangeArrowheads="1"/>
          </p:cNvSpPr>
          <p:nvPr/>
        </p:nvSpPr>
        <p:spPr>
          <a:xfrm>
            <a:off x="782469" y="306192"/>
            <a:ext cx="12954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9 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7F0B0A1-9517-4E06-A515-009F68EF0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047" y="1793620"/>
            <a:ext cx="1152525" cy="0"/>
          </a:xfrm>
          <a:prstGeom prst="line">
            <a:avLst/>
          </a:prstGeom>
          <a:noFill/>
          <a:ln w="28575">
            <a:solidFill>
              <a:srgbClr val="D22D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4046D816-F596-466B-A852-3D263679A5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495" y="2684961"/>
            <a:ext cx="1152525" cy="0"/>
          </a:xfrm>
          <a:prstGeom prst="line">
            <a:avLst/>
          </a:prstGeom>
          <a:noFill/>
          <a:ln w="28575">
            <a:solidFill>
              <a:srgbClr val="D22D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BA5398F0-E993-40AF-948D-6348C90B0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494" y="3621065"/>
            <a:ext cx="1152525" cy="0"/>
          </a:xfrm>
          <a:prstGeom prst="line">
            <a:avLst/>
          </a:prstGeom>
          <a:noFill/>
          <a:ln w="28575">
            <a:solidFill>
              <a:srgbClr val="D22D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31664E78-959E-496E-A29D-A0F6E9642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3006" y="3797104"/>
            <a:ext cx="860755" cy="521296"/>
          </a:xfrm>
          <a:prstGeom prst="line">
            <a:avLst/>
          </a:prstGeom>
          <a:noFill/>
          <a:ln w="28575">
            <a:solidFill>
              <a:srgbClr val="D22D0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0C14863D-4607-4156-8B46-A6E7404A08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2513" y="1822169"/>
            <a:ext cx="2197080" cy="12666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D1943986-A12D-4C68-893D-0EB574DC92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8178" y="2670548"/>
            <a:ext cx="1808341" cy="14413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090BCC4E-E7B2-43F5-9DFF-39E5A62EC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4250" y="3621065"/>
            <a:ext cx="1081087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65AAF38C-2723-4E41-9FFF-1EBB35AB6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0877" y="3792079"/>
            <a:ext cx="640437" cy="52632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59687C1B-663C-406A-A326-DED72CC6F4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8266889"/>
              </p:ext>
            </p:extLst>
          </p:nvPr>
        </p:nvGraphicFramePr>
        <p:xfrm>
          <a:off x="2667664" y="3716322"/>
          <a:ext cx="107928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89" name="Equation" r:id="rId25" imgW="1079280" imgH="545760" progId="Equation.DSMT4">
                  <p:embed/>
                </p:oleObj>
              </mc:Choice>
              <mc:Fallback>
                <p:oleObj name="Equation" r:id="rId25" imgW="1079280" imgH="545760" progId="Equation.DSMT4">
                  <p:embed/>
                  <p:pic>
                    <p:nvPicPr>
                      <p:cNvPr id="76829" name="Object 7">
                        <a:extLst>
                          <a:ext uri="{FF2B5EF4-FFF2-40B4-BE49-F238E27FC236}">
                            <a16:creationId xmlns:a16="http://schemas.microsoft.com/office/drawing/2014/main" id="{ECF17889-BC49-4EC3-BB21-7C959FA1163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664" y="3716322"/>
                        <a:ext cx="1079280" cy="545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29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6233267D-6AF4-490F-BBA9-917EE803AB9E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10 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1D840A2-E293-4C42-8D89-8BAB4938C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357076"/>
              </p:ext>
            </p:extLst>
          </p:nvPr>
        </p:nvGraphicFramePr>
        <p:xfrm>
          <a:off x="2195736" y="327610"/>
          <a:ext cx="260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1" name="Equation" r:id="rId3" imgW="2603160" imgH="787320" progId="Equation.DSMT4">
                  <p:embed/>
                </p:oleObj>
              </mc:Choice>
              <mc:Fallback>
                <p:oleObj name="Equation" r:id="rId3" imgW="2603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327610"/>
                        <a:ext cx="2603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E2BA5779-4550-42DD-965C-1D6EDA160B1B}"/>
              </a:ext>
            </a:extLst>
          </p:cNvPr>
          <p:cNvGrpSpPr/>
          <p:nvPr/>
        </p:nvGrpSpPr>
        <p:grpSpPr>
          <a:xfrm>
            <a:off x="762000" y="1268413"/>
            <a:ext cx="5898232" cy="609600"/>
            <a:chOff x="762000" y="1268413"/>
            <a:chExt cx="5898232" cy="609600"/>
          </a:xfrm>
        </p:grpSpPr>
        <p:sp>
          <p:nvSpPr>
            <p:cNvPr id="5" name="Rectangle 17">
              <a:extLst>
                <a:ext uri="{FF2B5EF4-FFF2-40B4-BE49-F238E27FC236}">
                  <a16:creationId xmlns:a16="http://schemas.microsoft.com/office/drawing/2014/main" id="{769A874B-6965-4703-B15E-6D0107AB5F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2000" y="1268413"/>
              <a:ext cx="5898232" cy="6096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分析 </a:t>
              </a:r>
              <a:r>
                <a:rPr lang="zh-CN" altLang="en-US" sz="2400" b="1" dirty="0">
                  <a:latin typeface="+mj-ea"/>
                  <a:ea typeface="+mj-ea"/>
                </a:rPr>
                <a:t>对三角有理函数                若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6D607F3-57AA-4B9C-AAE4-9007ECE785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4662178"/>
                </p:ext>
              </p:extLst>
            </p:nvPr>
          </p:nvGraphicFramePr>
          <p:xfrm>
            <a:off x="3851920" y="1269747"/>
            <a:ext cx="22225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52" name="Equation" r:id="rId5" imgW="2222280" imgH="507960" progId="Equation.DSMT4">
                    <p:embed/>
                  </p:oleObj>
                </mc:Choice>
                <mc:Fallback>
                  <p:oleObj name="Equation" r:id="rId5" imgW="222228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51920" y="1269747"/>
                          <a:ext cx="22225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130D297-2352-4050-B636-2DCCE7DB6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558810"/>
              </p:ext>
            </p:extLst>
          </p:nvPr>
        </p:nvGraphicFramePr>
        <p:xfrm>
          <a:off x="1043608" y="2055813"/>
          <a:ext cx="439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3" name="Equation" r:id="rId7" imgW="4394160" imgH="342720" progId="Equation.DSMT4">
                  <p:embed/>
                </p:oleObj>
              </mc:Choice>
              <mc:Fallback>
                <p:oleObj name="Equation" r:id="rId7" imgW="4394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8" y="2055813"/>
                        <a:ext cx="439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3DBC32-B457-455E-A066-B1FAA0D45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420093"/>
              </p:ext>
            </p:extLst>
          </p:nvPr>
        </p:nvGraphicFramePr>
        <p:xfrm>
          <a:off x="5796136" y="2049194"/>
          <a:ext cx="1473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4" name="Equation" r:id="rId9" imgW="1473120" imgH="368280" progId="Equation.DSMT4">
                  <p:embed/>
                </p:oleObj>
              </mc:Choice>
              <mc:Fallback>
                <p:oleObj name="Equation" r:id="rId9" imgW="147312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96136" y="2049194"/>
                        <a:ext cx="1473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7745896-835D-409B-B293-E15C941E42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151545"/>
              </p:ext>
            </p:extLst>
          </p:nvPr>
        </p:nvGraphicFramePr>
        <p:xfrm>
          <a:off x="1023938" y="2643188"/>
          <a:ext cx="443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5" name="Equation" r:id="rId11" imgW="4431960" imgH="342720" progId="Equation.DSMT4">
                  <p:embed/>
                </p:oleObj>
              </mc:Choice>
              <mc:Fallback>
                <p:oleObj name="Equation" r:id="rId11" imgW="443196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130D297-2352-4050-B636-2DCCE7DB6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3938" y="2643188"/>
                        <a:ext cx="443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7FB792E-A536-4457-88DC-04DE33D7F6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728702"/>
              </p:ext>
            </p:extLst>
          </p:nvPr>
        </p:nvGraphicFramePr>
        <p:xfrm>
          <a:off x="5815013" y="2636838"/>
          <a:ext cx="143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6" name="Equation" r:id="rId13" imgW="1434960" imgH="368280" progId="Equation.DSMT4">
                  <p:embed/>
                </p:oleObj>
              </mc:Choice>
              <mc:Fallback>
                <p:oleObj name="Equation" r:id="rId13" imgW="1434960" imgH="3682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3DBC32-B457-455E-A066-B1FAA0D452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15013" y="2636838"/>
                        <a:ext cx="1435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CCA7A24-D3ED-47F4-A0A4-15206C0D5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411114"/>
              </p:ext>
            </p:extLst>
          </p:nvPr>
        </p:nvGraphicFramePr>
        <p:xfrm>
          <a:off x="1036638" y="3224213"/>
          <a:ext cx="444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7" name="Equation" r:id="rId15" imgW="4444920" imgH="342720" progId="Equation.DSMT4">
                  <p:embed/>
                </p:oleObj>
              </mc:Choice>
              <mc:Fallback>
                <p:oleObj name="Equation" r:id="rId15" imgW="444492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7745896-835D-409B-B293-E15C941E42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36638" y="3224213"/>
                        <a:ext cx="4445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EC3413C-3869-4A27-BDB5-983A381F8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060615"/>
              </p:ext>
            </p:extLst>
          </p:nvPr>
        </p:nvGraphicFramePr>
        <p:xfrm>
          <a:off x="5834063" y="3230563"/>
          <a:ext cx="143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8" name="Equation" r:id="rId17" imgW="1434960" imgH="342720" progId="Equation.DSMT4">
                  <p:embed/>
                </p:oleObj>
              </mc:Choice>
              <mc:Fallback>
                <p:oleObj name="Equation" r:id="rId17" imgW="143496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7FB792E-A536-4457-88DC-04DE33D7F6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34063" y="3230563"/>
                        <a:ext cx="1435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509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10F9CE93-C062-4AA3-87FE-0D48288B714B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10 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451C833-D43D-4D64-9DB1-AFB5FDEEC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928005"/>
              </p:ext>
            </p:extLst>
          </p:nvPr>
        </p:nvGraphicFramePr>
        <p:xfrm>
          <a:off x="2195736" y="327610"/>
          <a:ext cx="260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1" name="Equation" r:id="rId3" imgW="2603160" imgH="787320" progId="Equation.DSMT4">
                  <p:embed/>
                </p:oleObj>
              </mc:Choice>
              <mc:Fallback>
                <p:oleObj name="Equation" r:id="rId3" imgW="260316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1D840A2-E293-4C42-8D89-8BAB4938C5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327610"/>
                        <a:ext cx="2603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DDBB142B-0C36-419B-B64E-F61472CFC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80" y="1219838"/>
            <a:ext cx="4770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81896FD-3D1E-4869-BD9C-528CBE909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5960"/>
              </p:ext>
            </p:extLst>
          </p:nvPr>
        </p:nvGraphicFramePr>
        <p:xfrm>
          <a:off x="1187624" y="1330207"/>
          <a:ext cx="421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2" name="Equation" r:id="rId5" imgW="4216320" imgH="342720" progId="Equation.DSMT4">
                  <p:embed/>
                </p:oleObj>
              </mc:Choice>
              <mc:Fallback>
                <p:oleObj name="Equation" r:id="rId5" imgW="421632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130D297-2352-4050-B636-2DCCE7DB6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330207"/>
                        <a:ext cx="421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567A314-5117-4CF1-AA42-BD699AA5E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649063"/>
              </p:ext>
            </p:extLst>
          </p:nvPr>
        </p:nvGraphicFramePr>
        <p:xfrm>
          <a:off x="5657850" y="1316038"/>
          <a:ext cx="146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3" name="Equation" r:id="rId7" imgW="1460160" imgH="342720" progId="Equation.DSMT4">
                  <p:embed/>
                </p:oleObj>
              </mc:Choice>
              <mc:Fallback>
                <p:oleObj name="Equation" r:id="rId7" imgW="146016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3DBC32-B457-455E-A066-B1FAA0D452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7850" y="1316038"/>
                        <a:ext cx="1460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012EBFE-81F4-407D-B357-75D06FE1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76" y="1888304"/>
            <a:ext cx="888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9390FB3-33A7-4BCE-B205-749C31F74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487752"/>
              </p:ext>
            </p:extLst>
          </p:nvPr>
        </p:nvGraphicFramePr>
        <p:xfrm>
          <a:off x="4605338" y="1844675"/>
          <a:ext cx="275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4" name="Equation" r:id="rId9" imgW="2755800" imgH="787320" progId="Equation.DSMT4">
                  <p:embed/>
                </p:oleObj>
              </mc:Choice>
              <mc:Fallback>
                <p:oleObj name="Equation" r:id="rId9" imgW="2755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05338" y="1844675"/>
                        <a:ext cx="275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ADFD93C-2EB0-4677-AA6A-194B20F53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833391"/>
              </p:ext>
            </p:extLst>
          </p:nvPr>
        </p:nvGraphicFramePr>
        <p:xfrm>
          <a:off x="1501775" y="1811338"/>
          <a:ext cx="2971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5" name="Equation" r:id="rId11" imgW="2971800" imgH="787320" progId="Equation.DSMT4">
                  <p:embed/>
                </p:oleObj>
              </mc:Choice>
              <mc:Fallback>
                <p:oleObj name="Equation" r:id="rId11" imgW="297180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451C833-D43D-4D64-9DB1-AFB5FDEEC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1775" y="1811338"/>
                        <a:ext cx="2971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EBAE70-C19E-4C60-8EC0-DC3808712F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469723"/>
              </p:ext>
            </p:extLst>
          </p:nvPr>
        </p:nvGraphicFramePr>
        <p:xfrm>
          <a:off x="7145633" y="1316038"/>
          <a:ext cx="175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6" name="Equation" r:id="rId13" imgW="1752480" imgH="279360" progId="Equation.DSMT4">
                  <p:embed/>
                </p:oleObj>
              </mc:Choice>
              <mc:Fallback>
                <p:oleObj name="Equation" r:id="rId13" imgW="1752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45633" y="1316038"/>
                        <a:ext cx="175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4D01817-CCAF-49AE-8269-934102C6F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697118"/>
              </p:ext>
            </p:extLst>
          </p:nvPr>
        </p:nvGraphicFramePr>
        <p:xfrm>
          <a:off x="1539875" y="2859088"/>
          <a:ext cx="2959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7" name="Equation" r:id="rId15" imgW="2958840" imgH="825480" progId="Equation.DSMT4">
                  <p:embed/>
                </p:oleObj>
              </mc:Choice>
              <mc:Fallback>
                <p:oleObj name="Equation" r:id="rId15" imgW="295884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9390FB3-33A7-4BCE-B205-749C31F742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39875" y="2859088"/>
                        <a:ext cx="2959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970960D-78B3-4F59-B01A-12953E587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464015"/>
              </p:ext>
            </p:extLst>
          </p:nvPr>
        </p:nvGraphicFramePr>
        <p:xfrm>
          <a:off x="4584700" y="2932113"/>
          <a:ext cx="3340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8" name="Equation" r:id="rId17" imgW="3340080" imgH="787320" progId="Equation.DSMT4">
                  <p:embed/>
                </p:oleObj>
              </mc:Choice>
              <mc:Fallback>
                <p:oleObj name="Equation" r:id="rId17" imgW="3340080" imgH="787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4D01817-CCAF-49AE-8269-934102C6F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84700" y="2932113"/>
                        <a:ext cx="3340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77A98B2-CC62-4E6F-89BB-EE2E47C9BD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802547"/>
              </p:ext>
            </p:extLst>
          </p:nvPr>
        </p:nvGraphicFramePr>
        <p:xfrm>
          <a:off x="1529050" y="4059157"/>
          <a:ext cx="284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9" name="Equation" r:id="rId19" imgW="2844720" imgH="812520" progId="Equation.DSMT4">
                  <p:embed/>
                </p:oleObj>
              </mc:Choice>
              <mc:Fallback>
                <p:oleObj name="Equation" r:id="rId19" imgW="28447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29050" y="4059157"/>
                        <a:ext cx="28448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C3265D5-A076-42F6-B5A4-1F2AFD42D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442372"/>
              </p:ext>
            </p:extLst>
          </p:nvPr>
        </p:nvGraphicFramePr>
        <p:xfrm>
          <a:off x="4373850" y="4059157"/>
          <a:ext cx="3771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20" name="Equation" r:id="rId21" imgW="3771720" imgH="812520" progId="Equation.DSMT4">
                  <p:embed/>
                </p:oleObj>
              </mc:Choice>
              <mc:Fallback>
                <p:oleObj name="Equation" r:id="rId21" imgW="3771720" imgH="8125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77A98B2-CC62-4E6F-89BB-EE2E47C9B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73850" y="4059157"/>
                        <a:ext cx="3771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37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A8BCA304-3DE1-402A-A7F4-5BF7D684803C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11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171A048-36C2-4691-87E2-8F7D27F6C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035306"/>
              </p:ext>
            </p:extLst>
          </p:nvPr>
        </p:nvGraphicFramePr>
        <p:xfrm>
          <a:off x="1979712" y="379413"/>
          <a:ext cx="1790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75" name="Equation" r:id="rId3" imgW="1790640" imgH="812520" progId="Equation.DSMT4">
                  <p:embed/>
                </p:oleObj>
              </mc:Choice>
              <mc:Fallback>
                <p:oleObj name="Equation" r:id="rId3" imgW="1790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379413"/>
                        <a:ext cx="1790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BB37226-C03A-47AC-BA8E-4004B4CB8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69380"/>
            <a:ext cx="14337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D3C71E-93F2-46B0-9F30-FF3262A7C7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643759"/>
              </p:ext>
            </p:extLst>
          </p:nvPr>
        </p:nvGraphicFramePr>
        <p:xfrm>
          <a:off x="1954213" y="1355725"/>
          <a:ext cx="3962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76" name="Equation" r:id="rId5" imgW="3962160" imgH="812520" progId="Equation.DSMT4">
                  <p:embed/>
                </p:oleObj>
              </mc:Choice>
              <mc:Fallback>
                <p:oleObj name="Equation" r:id="rId5" imgW="39621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4213" y="1355725"/>
                        <a:ext cx="3962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4F0DD54-3277-4644-A66A-272ECC1B9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930111"/>
              </p:ext>
            </p:extLst>
          </p:nvPr>
        </p:nvGraphicFramePr>
        <p:xfrm>
          <a:off x="1966913" y="2433638"/>
          <a:ext cx="496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77" name="Equation" r:id="rId7" imgW="4965480" imgH="914400" progId="Equation.DSMT4">
                  <p:embed/>
                </p:oleObj>
              </mc:Choice>
              <mc:Fallback>
                <p:oleObj name="Equation" r:id="rId7" imgW="4965480" imgH="914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D3C71E-93F2-46B0-9F30-FF3262A7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6913" y="2433638"/>
                        <a:ext cx="49657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BB5F9FC-D4A2-4472-BC1E-24159B40B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153761"/>
              </p:ext>
            </p:extLst>
          </p:nvPr>
        </p:nvGraphicFramePr>
        <p:xfrm>
          <a:off x="1966913" y="3878263"/>
          <a:ext cx="368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78" name="Equation" r:id="rId9" imgW="3682800" imgH="736560" progId="Equation.DSMT4">
                  <p:embed/>
                </p:oleObj>
              </mc:Choice>
              <mc:Fallback>
                <p:oleObj name="Equation" r:id="rId9" imgW="3682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66913" y="3878263"/>
                        <a:ext cx="368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1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9F7F933D-57A7-4940-9A6F-1DE49D2CE885}"/>
              </a:ext>
            </a:extLst>
          </p:cNvPr>
          <p:cNvSpPr txBox="1">
            <a:spLocks noChangeArrowheads="1"/>
          </p:cNvSpPr>
          <p:nvPr/>
        </p:nvSpPr>
        <p:spPr>
          <a:xfrm>
            <a:off x="565153" y="461732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12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583CB6E-6916-4D66-A6F7-5E5868ABA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549122"/>
              </p:ext>
            </p:extLst>
          </p:nvPr>
        </p:nvGraphicFramePr>
        <p:xfrm>
          <a:off x="1835696" y="461732"/>
          <a:ext cx="252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22" name="Equation" r:id="rId3" imgW="2527200" imgH="545760" progId="Equation.DSMT4">
                  <p:embed/>
                </p:oleObj>
              </mc:Choice>
              <mc:Fallback>
                <p:oleObj name="Equation" r:id="rId3" imgW="2527200" imgH="545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171A048-36C2-4691-87E2-8F7D27F6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461732"/>
                        <a:ext cx="25273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DFEBB91-D67D-4264-BC34-3CB7FAC30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3" y="1372384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960D533-44D0-47B4-8D68-837C9B8CB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983171"/>
              </p:ext>
            </p:extLst>
          </p:nvPr>
        </p:nvGraphicFramePr>
        <p:xfrm>
          <a:off x="1714500" y="1274763"/>
          <a:ext cx="664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23" name="Equation" r:id="rId5" imgW="6642000" imgH="812520" progId="Equation.DSMT4">
                  <p:embed/>
                </p:oleObj>
              </mc:Choice>
              <mc:Fallback>
                <p:oleObj name="Equation" r:id="rId5" imgW="664200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583CB6E-6916-4D66-A6F7-5E5868ABA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14500" y="1274763"/>
                        <a:ext cx="6642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59D5850-ADE4-4F9C-B3ED-28AABA0FAC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481623"/>
              </p:ext>
            </p:extLst>
          </p:nvPr>
        </p:nvGraphicFramePr>
        <p:xfrm>
          <a:off x="1720850" y="2292350"/>
          <a:ext cx="6121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24" name="Equation" r:id="rId7" imgW="6121080" imgH="545760" progId="Equation.DSMT4">
                  <p:embed/>
                </p:oleObj>
              </mc:Choice>
              <mc:Fallback>
                <p:oleObj name="Equation" r:id="rId7" imgW="6121080" imgH="5457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960D533-44D0-47B4-8D68-837C9B8CBB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0850" y="2292350"/>
                        <a:ext cx="61214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DFB8419-62F9-49CF-B16A-BF12519C8A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579039"/>
              </p:ext>
            </p:extLst>
          </p:nvPr>
        </p:nvGraphicFramePr>
        <p:xfrm>
          <a:off x="1701800" y="2992438"/>
          <a:ext cx="7226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25" name="Equation" r:id="rId9" imgW="7226280" imgH="914400" progId="Equation.DSMT4">
                  <p:embed/>
                </p:oleObj>
              </mc:Choice>
              <mc:Fallback>
                <p:oleObj name="Equation" r:id="rId9" imgW="7226280" imgH="914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59D5850-ADE4-4F9C-B3ED-28AABA0FA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01800" y="2992438"/>
                        <a:ext cx="7226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0F85CC5-C186-4180-9B3B-D8D6AB71D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956947"/>
              </p:ext>
            </p:extLst>
          </p:nvPr>
        </p:nvGraphicFramePr>
        <p:xfrm>
          <a:off x="1697038" y="4060825"/>
          <a:ext cx="6515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26" name="Equation" r:id="rId11" imgW="6514920" imgH="469800" progId="Equation.DSMT4">
                  <p:embed/>
                </p:oleObj>
              </mc:Choice>
              <mc:Fallback>
                <p:oleObj name="Equation" r:id="rId11" imgW="6514920" imgH="4698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DFB8419-62F9-49CF-B16A-BF12519C8A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97038" y="4060825"/>
                        <a:ext cx="65151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242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C38CF7A9-1DD8-49E6-91AE-685DE7A09F4F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13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038FBE3-E97D-497C-804C-6CE9656A3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755315"/>
              </p:ext>
            </p:extLst>
          </p:nvPr>
        </p:nvGraphicFramePr>
        <p:xfrm>
          <a:off x="1907704" y="379413"/>
          <a:ext cx="198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6" name="Equation" r:id="rId3" imgW="1981080" imgH="812520" progId="Equation.DSMT4">
                  <p:embed/>
                </p:oleObj>
              </mc:Choice>
              <mc:Fallback>
                <p:oleObj name="Equation" r:id="rId3" imgW="198108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583CB6E-6916-4D66-A6F7-5E5868ABA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79413"/>
                        <a:ext cx="1981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DF97A6C-49AC-4DD5-8772-905E0860B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69380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C58E0D8-C36D-47BC-8434-15F2658921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026985"/>
              </p:ext>
            </p:extLst>
          </p:nvPr>
        </p:nvGraphicFramePr>
        <p:xfrm>
          <a:off x="2019300" y="1316038"/>
          <a:ext cx="224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7" name="Equation" r:id="rId5" imgW="2247840" imgH="914400" progId="Equation.DSMT4">
                  <p:embed/>
                </p:oleObj>
              </mc:Choice>
              <mc:Fallback>
                <p:oleObj name="Equation" r:id="rId5" imgW="2247840" imgH="914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038FBE3-E97D-497C-804C-6CE9656A3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9300" y="1316038"/>
                        <a:ext cx="2247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EB649B3-0D96-41F7-884C-7DF9F820D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314621"/>
              </p:ext>
            </p:extLst>
          </p:nvPr>
        </p:nvGraphicFramePr>
        <p:xfrm>
          <a:off x="2025650" y="2709863"/>
          <a:ext cx="227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8" name="Equation" r:id="rId7" imgW="2273040" imgH="406080" progId="Equation.DSMT4">
                  <p:embed/>
                </p:oleObj>
              </mc:Choice>
              <mc:Fallback>
                <p:oleObj name="Equation" r:id="rId7" imgW="227304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C58E0D8-C36D-47BC-8434-15F2658921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25650" y="2709863"/>
                        <a:ext cx="2273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155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27D88A6C-7331-4683-869F-3116CD55FBD5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555526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14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261041D-D23B-4633-B341-94470A627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696377"/>
              </p:ext>
            </p:extLst>
          </p:nvPr>
        </p:nvGraphicFramePr>
        <p:xfrm>
          <a:off x="2051720" y="402246"/>
          <a:ext cx="2413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19" name="Equation" r:id="rId3" imgW="2412720" imgH="1104840" progId="Equation.DSMT4">
                  <p:embed/>
                </p:oleObj>
              </mc:Choice>
              <mc:Fallback>
                <p:oleObj name="Equation" r:id="rId3" imgW="2412720" imgH="11048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038FBE3-E97D-497C-804C-6CE9656A3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402246"/>
                        <a:ext cx="24130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B2D18FD-E4CE-4A6D-B7D7-4FFEBD296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340917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3BFBC4A-594F-4C78-A857-36F742893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50351"/>
              </p:ext>
            </p:extLst>
          </p:nvPr>
        </p:nvGraphicFramePr>
        <p:xfrm>
          <a:off x="2268538" y="3679279"/>
          <a:ext cx="240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20" name="Equation" r:id="rId5" imgW="2400120" imgH="812520" progId="Equation.DSMT4">
                  <p:embed/>
                </p:oleObj>
              </mc:Choice>
              <mc:Fallback>
                <p:oleObj name="Equation" r:id="rId5" imgW="2400120" imgH="8125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EB649B3-0D96-41F7-884C-7DF9F820DF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68538" y="3679279"/>
                        <a:ext cx="2400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BB7FC99-4868-460C-BF15-39E904CCA7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842364"/>
              </p:ext>
            </p:extLst>
          </p:nvPr>
        </p:nvGraphicFramePr>
        <p:xfrm>
          <a:off x="2290763" y="1779588"/>
          <a:ext cx="23495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21" name="Equation" r:id="rId7" imgW="2349360" imgH="1536480" progId="Equation.DSMT4">
                  <p:embed/>
                </p:oleObj>
              </mc:Choice>
              <mc:Fallback>
                <p:oleObj name="Equation" r:id="rId7" imgW="2349360" imgH="1536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261041D-D23B-4633-B341-94470A627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90763" y="1779588"/>
                        <a:ext cx="2349500" cy="153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28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27D88A6C-7331-4683-869F-3116CD55FBD5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555526"/>
            <a:ext cx="7986464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15 </a:t>
            </a:r>
            <a:r>
              <a:rPr lang="zh-CN" altLang="en-US" sz="2400" b="1" dirty="0">
                <a:latin typeface="+mj-ea"/>
                <a:ea typeface="+mj-ea"/>
              </a:rPr>
              <a:t>设                 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261041D-D23B-4633-B341-94470A627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809902"/>
              </p:ext>
            </p:extLst>
          </p:nvPr>
        </p:nvGraphicFramePr>
        <p:xfrm>
          <a:off x="2051720" y="567981"/>
          <a:ext cx="232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92" name="Equation" r:id="rId3" imgW="2323800" imgH="507960" progId="Equation.DSMT4">
                  <p:embed/>
                </p:oleObj>
              </mc:Choice>
              <mc:Fallback>
                <p:oleObj name="Equation" r:id="rId3" imgW="232380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261041D-D23B-4633-B341-94470A627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567981"/>
                        <a:ext cx="2324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020886"/>
              </p:ext>
            </p:extLst>
          </p:nvPr>
        </p:nvGraphicFramePr>
        <p:xfrm>
          <a:off x="4860342" y="555526"/>
          <a:ext cx="170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93" name="Equation" r:id="rId5" imgW="1701720" imgH="507960" progId="Equation.DSMT4">
                  <p:embed/>
                </p:oleObj>
              </mc:Choice>
              <mc:Fallback>
                <p:oleObj name="Equation" r:id="rId5" imgW="170172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342" y="555526"/>
                        <a:ext cx="1701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B2D18FD-E4CE-4A6D-B7D7-4FFEBD296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19622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259438"/>
              </p:ext>
            </p:extLst>
          </p:nvPr>
        </p:nvGraphicFramePr>
        <p:xfrm>
          <a:off x="1403648" y="1444476"/>
          <a:ext cx="1651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94" name="Equation" r:id="rId7" imgW="1650960" imgH="507960" progId="Equation.DSMT4">
                  <p:embed/>
                </p:oleObj>
              </mc:Choice>
              <mc:Fallback>
                <p:oleObj name="Equation" r:id="rId7" imgW="1650960" imgH="5079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648" y="1444476"/>
                        <a:ext cx="1651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25101"/>
              </p:ext>
            </p:extLst>
          </p:nvPr>
        </p:nvGraphicFramePr>
        <p:xfrm>
          <a:off x="3048000" y="1336675"/>
          <a:ext cx="2971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95" name="Equation" r:id="rId9" imgW="2971800" imgH="723600" progId="Equation.DSMT4">
                  <p:embed/>
                </p:oleObj>
              </mc:Choice>
              <mc:Fallback>
                <p:oleObj name="Equation" r:id="rId9" imgW="2971800" imgH="723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8000" y="1336675"/>
                        <a:ext cx="2971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259942"/>
              </p:ext>
            </p:extLst>
          </p:nvPr>
        </p:nvGraphicFramePr>
        <p:xfrm>
          <a:off x="3054648" y="2231826"/>
          <a:ext cx="223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96" name="Equation" r:id="rId11" imgW="2234880" imgH="723600" progId="Equation.DSMT4">
                  <p:embed/>
                </p:oleObj>
              </mc:Choice>
              <mc:Fallback>
                <p:oleObj name="Equation" r:id="rId11" imgW="2234880" imgH="723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54648" y="2231826"/>
                        <a:ext cx="2235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790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27D88A6C-7331-4683-869F-3116CD55FBD5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339502"/>
            <a:ext cx="7986464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16 </a:t>
            </a:r>
            <a:r>
              <a:rPr lang="zh-CN" altLang="en-US" sz="2400" b="1" dirty="0">
                <a:latin typeface="+mj-ea"/>
                <a:ea typeface="+mj-ea"/>
              </a:rPr>
              <a:t>已知                               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261041D-D23B-4633-B341-94470A627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168670"/>
              </p:ext>
            </p:extLst>
          </p:nvPr>
        </p:nvGraphicFramePr>
        <p:xfrm>
          <a:off x="2267744" y="402671"/>
          <a:ext cx="325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3" name="Equation" r:id="rId3" imgW="3251160" imgH="406080" progId="Equation.DSMT4">
                  <p:embed/>
                </p:oleObj>
              </mc:Choice>
              <mc:Fallback>
                <p:oleObj name="Equation" r:id="rId3" imgW="325116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261041D-D23B-4633-B341-94470A627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02671"/>
                        <a:ext cx="3251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651457"/>
              </p:ext>
            </p:extLst>
          </p:nvPr>
        </p:nvGraphicFramePr>
        <p:xfrm>
          <a:off x="5518944" y="466171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4" name="Equation" r:id="rId5" imgW="1320480" imgH="342720" progId="Equation.DSMT4">
                  <p:embed/>
                </p:oleObj>
              </mc:Choice>
              <mc:Fallback>
                <p:oleObj name="Equation" r:id="rId5" imgW="1320480" imgH="3427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8944" y="466171"/>
                        <a:ext cx="1320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647810"/>
              </p:ext>
            </p:extLst>
          </p:nvPr>
        </p:nvGraphicFramePr>
        <p:xfrm>
          <a:off x="7236296" y="466171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5" name="Equation" r:id="rId7" imgW="685800" imgH="342720" progId="Equation.DSMT4">
                  <p:embed/>
                </p:oleObj>
              </mc:Choice>
              <mc:Fallback>
                <p:oleObj name="Equation" r:id="rId7" imgW="685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36296" y="466171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B2D18FD-E4CE-4A6D-B7D7-4FFEBD296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134685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 </a:t>
            </a:r>
            <a:r>
              <a:rPr lang="zh-CN" altLang="en-US" sz="2400" b="1" dirty="0">
                <a:latin typeface="+mj-ea"/>
                <a:ea typeface="+mj-ea"/>
              </a:rPr>
              <a:t>由于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261041D-D23B-4633-B341-94470A627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58656"/>
              </p:ext>
            </p:extLst>
          </p:nvPr>
        </p:nvGraphicFramePr>
        <p:xfrm>
          <a:off x="2267744" y="1134685"/>
          <a:ext cx="325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6" name="Equation" r:id="rId9" imgW="3251160" imgH="406080" progId="Equation.DSMT4">
                  <p:embed/>
                </p:oleObj>
              </mc:Choice>
              <mc:Fallback>
                <p:oleObj name="Equation" r:id="rId9" imgW="325116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261041D-D23B-4633-B341-94470A627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1134685"/>
                        <a:ext cx="3251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261041D-D23B-4633-B341-94470A627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348287"/>
              </p:ext>
            </p:extLst>
          </p:nvPr>
        </p:nvGraphicFramePr>
        <p:xfrm>
          <a:off x="3505238" y="1742696"/>
          <a:ext cx="2971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7" name="Equation" r:id="rId10" imgW="2971800" imgH="774360" progId="Equation.DSMT4">
                  <p:embed/>
                </p:oleObj>
              </mc:Choice>
              <mc:Fallback>
                <p:oleObj name="Equation" r:id="rId10" imgW="297180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261041D-D23B-4633-B341-94470A627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05238" y="1742696"/>
                        <a:ext cx="2971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B2D18FD-E4CE-4A6D-B7D7-4FFEBD296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23" y="2856893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于是 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534442"/>
              </p:ext>
            </p:extLst>
          </p:nvPr>
        </p:nvGraphicFramePr>
        <p:xfrm>
          <a:off x="1772444" y="2746604"/>
          <a:ext cx="424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8" name="Equation" r:id="rId12" imgW="4241520" imgH="736560" progId="Equation.DSMT4">
                  <p:embed/>
                </p:oleObj>
              </mc:Choice>
              <mc:Fallback>
                <p:oleObj name="Equation" r:id="rId12" imgW="42415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72444" y="2746604"/>
                        <a:ext cx="4241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80071"/>
              </p:ext>
            </p:extLst>
          </p:nvPr>
        </p:nvGraphicFramePr>
        <p:xfrm>
          <a:off x="751183" y="3681885"/>
          <a:ext cx="205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79" name="Equation" r:id="rId14" imgW="2057400" imgH="507960" progId="Equation.DSMT4">
                  <p:embed/>
                </p:oleObj>
              </mc:Choice>
              <mc:Fallback>
                <p:oleObj name="Equation" r:id="rId14" imgW="2057400" imgH="50796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1183" y="3681885"/>
                        <a:ext cx="2057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509324"/>
              </p:ext>
            </p:extLst>
          </p:nvPr>
        </p:nvGraphicFramePr>
        <p:xfrm>
          <a:off x="2822611" y="3529485"/>
          <a:ext cx="492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80" name="Equation" r:id="rId16" imgW="4927320" imgH="812520" progId="Equation.DSMT4">
                  <p:embed/>
                </p:oleObj>
              </mc:Choice>
              <mc:Fallback>
                <p:oleObj name="Equation" r:id="rId16" imgW="4927320" imgH="81252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22611" y="3529485"/>
                        <a:ext cx="4927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315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21C147-3D20-48B5-BE84-74E5A1B7A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703" y="14944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练习题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9C92E19D-64B6-4408-854F-977E1F6BB5EA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987574"/>
            <a:ext cx="7986464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1.</a:t>
            </a:r>
            <a:r>
              <a:rPr lang="zh-CN" altLang="en-US" sz="2400" b="1" dirty="0">
                <a:latin typeface="+mj-ea"/>
                <a:ea typeface="+mj-ea"/>
              </a:rPr>
              <a:t>求不定积分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7D99C20-39C8-4D56-8878-69A4AC3B5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784562"/>
              </p:ext>
            </p:extLst>
          </p:nvPr>
        </p:nvGraphicFramePr>
        <p:xfrm>
          <a:off x="2627784" y="987574"/>
          <a:ext cx="1765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6" name="Equation" r:id="rId3" imgW="1765080" imgH="507960" progId="Equation.DSMT4">
                  <p:embed/>
                </p:oleObj>
              </mc:Choice>
              <mc:Fallback>
                <p:oleObj name="Equation" r:id="rId3" imgW="17650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987574"/>
                        <a:ext cx="17653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B14425F-88B4-48BC-AF87-39B2A7A07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711573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9A41BE0-8657-4A21-8C14-82E843DD2C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664107"/>
              </p:ext>
            </p:extLst>
          </p:nvPr>
        </p:nvGraphicFramePr>
        <p:xfrm>
          <a:off x="1187624" y="1510605"/>
          <a:ext cx="2819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7" name="Equation" r:id="rId5" imgW="2819160" imgH="863280" progId="Equation.DSMT4">
                  <p:embed/>
                </p:oleObj>
              </mc:Choice>
              <mc:Fallback>
                <p:oleObj name="Equation" r:id="rId5" imgW="28191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510605"/>
                        <a:ext cx="28194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883A7EA-3429-42E8-8036-0763248E3A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639376"/>
              </p:ext>
            </p:extLst>
          </p:nvPr>
        </p:nvGraphicFramePr>
        <p:xfrm>
          <a:off x="4364731" y="1292374"/>
          <a:ext cx="4305301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8" name="Equation" r:id="rId7" imgW="4305240" imgH="1244520" progId="Equation.DSMT4">
                  <p:embed/>
                </p:oleObj>
              </mc:Choice>
              <mc:Fallback>
                <p:oleObj name="Equation" r:id="rId7" imgW="430524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7D99C20-39C8-4D56-8878-69A4AC3B56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4731" y="1292374"/>
                        <a:ext cx="4305301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7">
            <a:extLst>
              <a:ext uri="{FF2B5EF4-FFF2-40B4-BE49-F238E27FC236}">
                <a16:creationId xmlns:a16="http://schemas.microsoft.com/office/drawing/2014/main" id="{0E13F166-9931-41E0-AAF5-E57015F85993}"/>
              </a:ext>
            </a:extLst>
          </p:cNvPr>
          <p:cNvSpPr txBox="1">
            <a:spLocks noChangeArrowheads="1"/>
          </p:cNvSpPr>
          <p:nvPr/>
        </p:nvSpPr>
        <p:spPr>
          <a:xfrm>
            <a:off x="632668" y="2665463"/>
            <a:ext cx="3362307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latin typeface="+mj-ea"/>
                <a:ea typeface="+mj-ea"/>
              </a:rPr>
              <a:t>由原函数的连续性，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FE2DEEF-2673-4D6D-9B6B-185298599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559672"/>
              </p:ext>
            </p:extLst>
          </p:nvPr>
        </p:nvGraphicFramePr>
        <p:xfrm>
          <a:off x="3396427" y="2680788"/>
          <a:ext cx="175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9" name="Equation" r:id="rId9" imgW="1752480" imgH="406080" progId="Equation.DSMT4">
                  <p:embed/>
                </p:oleObj>
              </mc:Choice>
              <mc:Fallback>
                <p:oleObj name="Equation" r:id="rId9" imgW="1752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96427" y="2680788"/>
                        <a:ext cx="1752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BDD08F-F7BC-4B14-9131-E2A355A63AFF}"/>
              </a:ext>
            </a:extLst>
          </p:cNvPr>
          <p:cNvGrpSpPr/>
          <p:nvPr/>
        </p:nvGrpSpPr>
        <p:grpSpPr>
          <a:xfrm>
            <a:off x="5149026" y="2536974"/>
            <a:ext cx="3521006" cy="723900"/>
            <a:chOff x="5149026" y="2536974"/>
            <a:chExt cx="3521006" cy="72390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6C3C896-B334-4101-BA42-C9AB9ECFF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9026" y="2653310"/>
              <a:ext cx="35210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即               从而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0AE68DA-F867-4600-86A6-F64D5CF8DD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848595"/>
                </p:ext>
              </p:extLst>
            </p:nvPr>
          </p:nvGraphicFramePr>
          <p:xfrm>
            <a:off x="5731922" y="2536974"/>
            <a:ext cx="1854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00" name="Equation" r:id="rId11" imgW="1854000" imgH="723600" progId="Equation.DSMT4">
                    <p:embed/>
                  </p:oleObj>
                </mc:Choice>
                <mc:Fallback>
                  <p:oleObj name="Equation" r:id="rId11" imgW="18540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731922" y="2536974"/>
                          <a:ext cx="1854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0EAE383-EDF6-4A93-990A-E5E3BFDD24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243704"/>
              </p:ext>
            </p:extLst>
          </p:nvPr>
        </p:nvGraphicFramePr>
        <p:xfrm>
          <a:off x="323528" y="3743438"/>
          <a:ext cx="151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1" name="Equation" r:id="rId13" imgW="1511280" imgH="723600" progId="Equation.DSMT4">
                  <p:embed/>
                </p:oleObj>
              </mc:Choice>
              <mc:Fallback>
                <p:oleObj name="Equation" r:id="rId13" imgW="15112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528" y="3743438"/>
                        <a:ext cx="1511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69FA2F1C-4863-4A36-8FEC-D0909254650E}"/>
              </a:ext>
            </a:extLst>
          </p:cNvPr>
          <p:cNvGrpSpPr/>
          <p:nvPr/>
        </p:nvGrpSpPr>
        <p:grpSpPr>
          <a:xfrm>
            <a:off x="1726627" y="3494127"/>
            <a:ext cx="6504915" cy="1244600"/>
            <a:chOff x="1726627" y="3494127"/>
            <a:chExt cx="6504915" cy="1244600"/>
          </a:xfrm>
        </p:grpSpPr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3D260AA0-D7C2-4834-885E-88EC818F682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726627" y="3851126"/>
              <a:ext cx="6504915" cy="6096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zh-CN" altLang="en-US" sz="2400" b="1" dirty="0">
                  <a:latin typeface="+mj-ea"/>
                  <a:ea typeface="+mj-ea"/>
                </a:rPr>
                <a:t>所以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6EAC1AF-81A8-4A0E-BFED-F3022182BB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1076581"/>
                </p:ext>
              </p:extLst>
            </p:nvPr>
          </p:nvGraphicFramePr>
          <p:xfrm>
            <a:off x="2483768" y="3494127"/>
            <a:ext cx="4699000" cy="1244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402" name="Equation" r:id="rId15" imgW="4698720" imgH="1244520" progId="Equation.DSMT4">
                    <p:embed/>
                  </p:oleObj>
                </mc:Choice>
                <mc:Fallback>
                  <p:oleObj name="Equation" r:id="rId15" imgW="4698720" imgH="12445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8883A7EA-3429-42E8-8036-0763248E3A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83768" y="3494127"/>
                          <a:ext cx="4699000" cy="1244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2944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4D78B81C-F971-445E-8354-8A0DD68096A9}"/>
              </a:ext>
            </a:extLst>
          </p:cNvPr>
          <p:cNvSpPr txBox="1">
            <a:spLocks noChangeArrowheads="1"/>
          </p:cNvSpPr>
          <p:nvPr/>
        </p:nvSpPr>
        <p:spPr>
          <a:xfrm>
            <a:off x="606438" y="306202"/>
            <a:ext cx="4392488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2.</a:t>
            </a:r>
            <a:r>
              <a:rPr lang="zh-CN" altLang="en-US" sz="2400" b="1" dirty="0">
                <a:latin typeface="+mj-ea"/>
                <a:ea typeface="+mj-ea"/>
              </a:rPr>
              <a:t>求下列三角函数的不定积分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6A867DE-6B02-4000-9059-50C80E12D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909979"/>
              </p:ext>
            </p:extLst>
          </p:nvPr>
        </p:nvGraphicFramePr>
        <p:xfrm>
          <a:off x="688975" y="1093788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2" name="Equation" r:id="rId3" imgW="2006280" imgH="736560" progId="Equation.DSMT4">
                  <p:embed/>
                </p:oleObj>
              </mc:Choice>
              <mc:Fallback>
                <p:oleObj name="Equation" r:id="rId3" imgW="2006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975" y="1093788"/>
                        <a:ext cx="200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91DEBE-CEFD-418B-8478-E98CB6B94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377938"/>
              </p:ext>
            </p:extLst>
          </p:nvPr>
        </p:nvGraphicFramePr>
        <p:xfrm>
          <a:off x="4090988" y="1131888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3" name="Equation" r:id="rId5" imgW="2908080" imgH="736560" progId="Equation.DSMT4">
                  <p:embed/>
                </p:oleObj>
              </mc:Choice>
              <mc:Fallback>
                <p:oleObj name="Equation" r:id="rId5" imgW="29080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6A867DE-6B02-4000-9059-50C80E12D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90988" y="1131888"/>
                        <a:ext cx="290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4BA6E85-1976-4FDE-85C1-5A6261CB1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9702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314C89-970A-41A1-A42E-CF2B1650F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166689"/>
              </p:ext>
            </p:extLst>
          </p:nvPr>
        </p:nvGraphicFramePr>
        <p:xfrm>
          <a:off x="1115616" y="2051050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4" name="Equation" r:id="rId7" imgW="1942920" imgH="736560" progId="Equation.DSMT4">
                  <p:embed/>
                </p:oleObj>
              </mc:Choice>
              <mc:Fallback>
                <p:oleObj name="Equation" r:id="rId7" imgW="194292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6A867DE-6B02-4000-9059-50C80E12D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2051050"/>
                        <a:ext cx="1943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6FB1AA3-C298-4BD3-950A-E92CEAF48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797652"/>
              </p:ext>
            </p:extLst>
          </p:nvPr>
        </p:nvGraphicFramePr>
        <p:xfrm>
          <a:off x="3058716" y="2051050"/>
          <a:ext cx="320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5" name="Equation" r:id="rId9" imgW="3200400" imgH="838080" progId="Equation.DSMT4">
                  <p:embed/>
                </p:oleObj>
              </mc:Choice>
              <mc:Fallback>
                <p:oleObj name="Equation" r:id="rId9" imgW="3200400" imgH="838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314C89-970A-41A1-A42E-CF2B1650F0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58716" y="2051050"/>
                        <a:ext cx="32004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23EC2A1-FDC2-459B-BE80-F2C777956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93416"/>
              </p:ext>
            </p:extLst>
          </p:nvPr>
        </p:nvGraphicFramePr>
        <p:xfrm>
          <a:off x="6300192" y="2051050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6" name="Equation" r:id="rId11" imgW="1790640" imgH="736560" progId="Equation.DSMT4">
                  <p:embed/>
                </p:oleObj>
              </mc:Choice>
              <mc:Fallback>
                <p:oleObj name="Equation" r:id="rId11" imgW="17906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6FB1AA3-C298-4BD3-950A-E92CEAF488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00192" y="2051050"/>
                        <a:ext cx="179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FCA9E75-AAB3-4C55-85D4-A035FE7A8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880006"/>
              </p:ext>
            </p:extLst>
          </p:nvPr>
        </p:nvGraphicFramePr>
        <p:xfrm>
          <a:off x="1259632" y="3219822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7" name="Equation" r:id="rId13" imgW="3085920" imgH="736560" progId="Equation.DSMT4">
                  <p:embed/>
                </p:oleObj>
              </mc:Choice>
              <mc:Fallback>
                <p:oleObj name="Equation" r:id="rId13" imgW="308592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23EC2A1-FDC2-459B-BE80-F2C777956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9632" y="3219822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E4433DE-4939-4268-A1B0-AF0BC1C20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361535"/>
              </p:ext>
            </p:extLst>
          </p:nvPr>
        </p:nvGraphicFramePr>
        <p:xfrm>
          <a:off x="4423966" y="3219822"/>
          <a:ext cx="367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8" name="Equation" r:id="rId15" imgW="3670200" imgH="736560" progId="Equation.DSMT4">
                  <p:embed/>
                </p:oleObj>
              </mc:Choice>
              <mc:Fallback>
                <p:oleObj name="Equation" r:id="rId15" imgW="367020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FCA9E75-AAB3-4C55-85D4-A035FE7A8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23966" y="3219822"/>
                        <a:ext cx="367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622371-BFAE-483F-AF94-727DF77EE4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348979"/>
              </p:ext>
            </p:extLst>
          </p:nvPr>
        </p:nvGraphicFramePr>
        <p:xfrm>
          <a:off x="1259632" y="4286994"/>
          <a:ext cx="2755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29" name="Equation" r:id="rId17" imgW="2755800" imgH="507960" progId="Equation.DSMT4">
                  <p:embed/>
                </p:oleObj>
              </mc:Choice>
              <mc:Fallback>
                <p:oleObj name="Equation" r:id="rId17" imgW="2755800" imgH="507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E4433DE-4939-4268-A1B0-AF0BC1C207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59632" y="4286994"/>
                        <a:ext cx="2755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16404A8-F467-4A1D-A04E-7E5C0DCADF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790041"/>
              </p:ext>
            </p:extLst>
          </p:nvPr>
        </p:nvGraphicFramePr>
        <p:xfrm>
          <a:off x="4139952" y="4388594"/>
          <a:ext cx="2235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0" name="Equation" r:id="rId19" imgW="2234880" imgH="279360" progId="Equation.DSMT4">
                  <p:embed/>
                </p:oleObj>
              </mc:Choice>
              <mc:Fallback>
                <p:oleObj name="Equation" r:id="rId19" imgW="2234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39952" y="4388594"/>
                        <a:ext cx="2235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5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E29A922-B475-40D7-9D8F-F36CDDEF8B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375374"/>
              </p:ext>
            </p:extLst>
          </p:nvPr>
        </p:nvGraphicFramePr>
        <p:xfrm>
          <a:off x="1187624" y="195486"/>
          <a:ext cx="285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16" name="Equation" r:id="rId3" imgW="2857320" imgH="736560" progId="Equation.DSMT4">
                  <p:embed/>
                </p:oleObj>
              </mc:Choice>
              <mc:Fallback>
                <p:oleObj name="Equation" r:id="rId3" imgW="285732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491DEBE-CEFD-418B-8478-E98CB6B94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195486"/>
                        <a:ext cx="2857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1CFDACC-1F52-4372-921E-5ACF2CC5C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956280"/>
              </p:ext>
            </p:extLst>
          </p:nvPr>
        </p:nvGraphicFramePr>
        <p:xfrm>
          <a:off x="1496616" y="1018754"/>
          <a:ext cx="34671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17" name="Equation" r:id="rId5" imgW="3466800" imgH="1104840" progId="Equation.DSMT4">
                  <p:embed/>
                </p:oleObj>
              </mc:Choice>
              <mc:Fallback>
                <p:oleObj name="Equation" r:id="rId5" imgW="3466800" imgH="11048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E29A922-B475-40D7-9D8F-F36CDDEF8B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6616" y="1018754"/>
                        <a:ext cx="34671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5CE1F7-3C2C-4503-BF96-ADFDB1429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173587"/>
              </p:ext>
            </p:extLst>
          </p:nvPr>
        </p:nvGraphicFramePr>
        <p:xfrm>
          <a:off x="4989143" y="1018754"/>
          <a:ext cx="29591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18" name="Equation" r:id="rId7" imgW="2958840" imgH="1104840" progId="Equation.DSMT4">
                  <p:embed/>
                </p:oleObj>
              </mc:Choice>
              <mc:Fallback>
                <p:oleObj name="Equation" r:id="rId7" imgW="2958840" imgH="11048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1CFDACC-1F52-4372-921E-5ACF2CC5C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89143" y="1018754"/>
                        <a:ext cx="29591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D9E6938-C9FA-459A-A1AF-31B6BEFF3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959110"/>
              </p:ext>
            </p:extLst>
          </p:nvPr>
        </p:nvGraphicFramePr>
        <p:xfrm>
          <a:off x="1517824" y="2268116"/>
          <a:ext cx="2197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19" name="Equation" r:id="rId9" imgW="2197080" imgH="1447560" progId="Equation.DSMT4">
                  <p:embed/>
                </p:oleObj>
              </mc:Choice>
              <mc:Fallback>
                <p:oleObj name="Equation" r:id="rId9" imgW="2197080" imgH="1447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95CE1F7-3C2C-4503-BF96-ADFDB14294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17824" y="2268116"/>
                        <a:ext cx="21971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8BEC84A-9C28-4547-85A6-BC5FC4609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613646"/>
              </p:ext>
            </p:extLst>
          </p:nvPr>
        </p:nvGraphicFramePr>
        <p:xfrm>
          <a:off x="3801294" y="2290621"/>
          <a:ext cx="1854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20" name="Equation" r:id="rId11" imgW="1854000" imgH="1447560" progId="Equation.DSMT4">
                  <p:embed/>
                </p:oleObj>
              </mc:Choice>
              <mc:Fallback>
                <p:oleObj name="Equation" r:id="rId11" imgW="1854000" imgH="1447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D9E6938-C9FA-459A-A1AF-31B6BEFF3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01294" y="2290621"/>
                        <a:ext cx="18542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BDE5FB5-AFEF-4183-B379-A8CBFBDC0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176572"/>
              </p:ext>
            </p:extLst>
          </p:nvPr>
        </p:nvGraphicFramePr>
        <p:xfrm>
          <a:off x="1569046" y="3889739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21" name="Equation" r:id="rId13" imgW="2286000" imgH="723600" progId="Equation.DSMT4">
                  <p:embed/>
                </p:oleObj>
              </mc:Choice>
              <mc:Fallback>
                <p:oleObj name="Equation" r:id="rId13" imgW="22860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69046" y="3889739"/>
                        <a:ext cx="2286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728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7168092-201F-4939-99F0-53ECC21D12C9}"/>
              </a:ext>
            </a:extLst>
          </p:cNvPr>
          <p:cNvGrpSpPr/>
          <p:nvPr/>
        </p:nvGrpSpPr>
        <p:grpSpPr>
          <a:xfrm>
            <a:off x="2606720" y="498902"/>
            <a:ext cx="4065018" cy="639509"/>
            <a:chOff x="699194" y="474391"/>
            <a:chExt cx="4065018" cy="639509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1D6E1C09-CECB-4FFA-B07A-D5EB7FBCA9A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99194" y="474391"/>
            <a:ext cx="1689100" cy="620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21" name="Equation" r:id="rId3" imgW="1688760" imgH="622080" progId="Equation.DSMT4">
                    <p:embed/>
                  </p:oleObj>
                </mc:Choice>
                <mc:Fallback>
                  <p:oleObj name="Equation" r:id="rId3" imgW="1688760" imgH="622080" progId="Equation.DSMT4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B52690A9-FD6D-49B4-8C85-0160EE93FF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194" y="474391"/>
                          <a:ext cx="1689100" cy="6207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6">
              <a:extLst>
                <a:ext uri="{FF2B5EF4-FFF2-40B4-BE49-F238E27FC236}">
                  <a16:creationId xmlns:a16="http://schemas.microsoft.com/office/drawing/2014/main" id="{257F7967-EE6E-4E58-9054-42E02980029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479800" y="504300"/>
            <a:ext cx="2284412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22" name="Equation" r:id="rId5" imgW="2286000" imgH="609480" progId="Equation.DSMT4">
                    <p:embed/>
                  </p:oleObj>
                </mc:Choice>
                <mc:Fallback>
                  <p:oleObj name="Equation" r:id="rId5" imgW="2286000" imgH="609480" progId="Equation.DSMT4">
                    <p:embed/>
                    <p:pic>
                      <p:nvPicPr>
                        <p:cNvPr id="4" name="Object 6">
                          <a:extLst>
                            <a:ext uri="{FF2B5EF4-FFF2-40B4-BE49-F238E27FC236}">
                              <a16:creationId xmlns:a16="http://schemas.microsoft.com/office/drawing/2014/main" id="{C6CF004A-75EB-4268-8E62-E41546EFFF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800" y="504300"/>
                          <a:ext cx="2284412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296E85-990D-40FE-AC31-DAA15F007E9D}"/>
              </a:ext>
            </a:extLst>
          </p:cNvPr>
          <p:cNvGrpSpPr/>
          <p:nvPr/>
        </p:nvGrpSpPr>
        <p:grpSpPr>
          <a:xfrm>
            <a:off x="2581841" y="2212200"/>
            <a:ext cx="4280370" cy="685800"/>
            <a:chOff x="2116436" y="1592347"/>
            <a:chExt cx="4280370" cy="685800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DCBF4A90-C61A-45CC-B088-0160DDCA92F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16436" y="1601091"/>
            <a:ext cx="16891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23" name="Equation" r:id="rId7" imgW="1688760" imgH="622080" progId="Equation.DSMT4">
                    <p:embed/>
                  </p:oleObj>
                </mc:Choice>
                <mc:Fallback>
                  <p:oleObj name="Equation" r:id="rId7" imgW="1688760" imgH="62208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FD2D2478-9389-4A5A-ACCB-29EC26B2C4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436" y="1601091"/>
                          <a:ext cx="1689100" cy="622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344E952D-92EA-4C2A-93F3-C2E4A0F22E7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69506" y="1592347"/>
            <a:ext cx="252730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24" name="Equation" r:id="rId9" imgW="2527200" imgH="685800" progId="Equation.DSMT4">
                    <p:embed/>
                  </p:oleObj>
                </mc:Choice>
                <mc:Fallback>
                  <p:oleObj name="Equation" r:id="rId9" imgW="2527200" imgH="685800" progId="Equation.DSMT4">
                    <p:embed/>
                    <p:pic>
                      <p:nvPicPr>
                        <p:cNvPr id="7" name="Object 7">
                          <a:extLst>
                            <a:ext uri="{FF2B5EF4-FFF2-40B4-BE49-F238E27FC236}">
                              <a16:creationId xmlns:a16="http://schemas.microsoft.com/office/drawing/2014/main" id="{66ECB108-991A-45DE-946D-E2836EFB71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9506" y="1592347"/>
                          <a:ext cx="2527300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F0E7A89-9F1C-4573-AE93-DF663C34C04F}"/>
              </a:ext>
            </a:extLst>
          </p:cNvPr>
          <p:cNvGrpSpPr/>
          <p:nvPr/>
        </p:nvGrpSpPr>
        <p:grpSpPr>
          <a:xfrm>
            <a:off x="2606720" y="1286704"/>
            <a:ext cx="4002260" cy="698500"/>
            <a:chOff x="787127" y="2846825"/>
            <a:chExt cx="4002260" cy="698500"/>
          </a:xfrm>
        </p:grpSpPr>
        <p:graphicFrame>
          <p:nvGraphicFramePr>
            <p:cNvPr id="9" name="Object 3">
              <a:extLst>
                <a:ext uri="{FF2B5EF4-FFF2-40B4-BE49-F238E27FC236}">
                  <a16:creationId xmlns:a16="http://schemas.microsoft.com/office/drawing/2014/main" id="{B799351E-6A41-43F8-9E01-B75D3279009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7127" y="2846825"/>
            <a:ext cx="18796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25" name="Equation" r:id="rId11" imgW="1879560" imgH="698400" progId="Equation.DSMT4">
                    <p:embed/>
                  </p:oleObj>
                </mc:Choice>
                <mc:Fallback>
                  <p:oleObj name="Equation" r:id="rId11" imgW="1879560" imgH="698400" progId="Equation.DSMT4">
                    <p:embed/>
                    <p:pic>
                      <p:nvPicPr>
                        <p:cNvPr id="9" name="Object 3">
                          <a:extLst>
                            <a:ext uri="{FF2B5EF4-FFF2-40B4-BE49-F238E27FC236}">
                              <a16:creationId xmlns:a16="http://schemas.microsoft.com/office/drawing/2014/main" id="{8F5E949B-1605-4B2C-9F57-60D0BAFD3C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127" y="2846825"/>
                          <a:ext cx="1879600" cy="698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6B219992-02A9-4D88-9F02-4A2887F3A72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44687" y="2846825"/>
            <a:ext cx="20447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526" name="Equation" r:id="rId13" imgW="2044440" imgH="609480" progId="Equation.DSMT4">
                    <p:embed/>
                  </p:oleObj>
                </mc:Choice>
                <mc:Fallback>
                  <p:oleObj name="Equation" r:id="rId13" imgW="2044440" imgH="609480" progId="Equation.DSMT4">
                    <p:embed/>
                    <p:pic>
                      <p:nvPicPr>
                        <p:cNvPr id="10" name="Object 8">
                          <a:extLst>
                            <a:ext uri="{FF2B5EF4-FFF2-40B4-BE49-F238E27FC236}">
                              <a16:creationId xmlns:a16="http://schemas.microsoft.com/office/drawing/2014/main" id="{2CCBB8B0-A842-4FCC-8066-2D9D0DA8E9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687" y="2846825"/>
                          <a:ext cx="2044700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5AD98EBA-AEF5-429A-BDFF-307EDC7CB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599568"/>
              </p:ext>
            </p:extLst>
          </p:nvPr>
        </p:nvGraphicFramePr>
        <p:xfrm>
          <a:off x="2543075" y="3139830"/>
          <a:ext cx="46101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27" name="Equation" r:id="rId15" imgW="4609800" imgH="698400" progId="Equation.DSMT4">
                  <p:embed/>
                </p:oleObj>
              </mc:Choice>
              <mc:Fallback>
                <p:oleObj name="Equation" r:id="rId15" imgW="4609800" imgH="698400" progId="Equation.DSMT4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8463ECDE-102F-417C-9F38-285367E84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075" y="3139830"/>
                        <a:ext cx="461010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5EE6A285-7FDD-43AF-BFF1-8A5EC4788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977528"/>
              </p:ext>
            </p:extLst>
          </p:nvPr>
        </p:nvGraphicFramePr>
        <p:xfrm>
          <a:off x="2531963" y="4019322"/>
          <a:ext cx="46323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28" name="Equation" r:id="rId17" imgW="4635360" imgH="698400" progId="Equation.DSMT4">
                  <p:embed/>
                </p:oleObj>
              </mc:Choice>
              <mc:Fallback>
                <p:oleObj name="Equation" r:id="rId17" imgW="4635360" imgH="6984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7B345F40-BF55-45EE-AD6C-1402E1D00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963" y="4019322"/>
                        <a:ext cx="463232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D41D7E8-9E05-4454-B2F5-D078E3334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548697"/>
              </p:ext>
            </p:extLst>
          </p:nvPr>
        </p:nvGraphicFramePr>
        <p:xfrm>
          <a:off x="2077785" y="663303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29" name="Equation" r:id="rId19" imgW="558720" imgH="342720" progId="Equation.DSMT4">
                  <p:embed/>
                </p:oleObj>
              </mc:Choice>
              <mc:Fallback>
                <p:oleObj name="Equation" r:id="rId19" imgW="55872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FECC928-855B-4720-92E2-4F7D8AFF2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77785" y="663303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C053118-7BFD-4E07-924B-544F53923B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512585"/>
              </p:ext>
            </p:extLst>
          </p:nvPr>
        </p:nvGraphicFramePr>
        <p:xfrm>
          <a:off x="2059826" y="1452563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30" name="Equation" r:id="rId21" imgW="533160" imgH="342720" progId="Equation.DSMT4">
                  <p:embed/>
                </p:oleObj>
              </mc:Choice>
              <mc:Fallback>
                <p:oleObj name="Equation" r:id="rId21" imgW="53316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D328C44-08C4-478A-B8C1-A926F5DCF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59826" y="1452563"/>
                        <a:ext cx="53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703269A-B183-43B4-B972-35C695BC3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177769"/>
              </p:ext>
            </p:extLst>
          </p:nvPr>
        </p:nvGraphicFramePr>
        <p:xfrm>
          <a:off x="2034426" y="2378075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31" name="Equation" r:id="rId23" imgW="558720" imgH="342720" progId="Equation.DSMT4">
                  <p:embed/>
                </p:oleObj>
              </mc:Choice>
              <mc:Fallback>
                <p:oleObj name="Equation" r:id="rId23" imgW="55872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0BC0AA5-F293-40D3-A638-D0E448824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34426" y="2378075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F3812D9-3025-4EEE-AA0C-155C7DCAB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913722"/>
              </p:ext>
            </p:extLst>
          </p:nvPr>
        </p:nvGraphicFramePr>
        <p:xfrm>
          <a:off x="2040776" y="3314700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32" name="Equation" r:id="rId25" imgW="545760" imgH="342720" progId="Equation.DSMT4">
                  <p:embed/>
                </p:oleObj>
              </mc:Choice>
              <mc:Fallback>
                <p:oleObj name="Equation" r:id="rId25" imgW="54576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5804C01-EBEE-4459-9F64-674BC0145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40776" y="3314700"/>
                        <a:ext cx="54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30FE01E-85E1-4D6C-80CB-494D2BCED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809403"/>
              </p:ext>
            </p:extLst>
          </p:nvPr>
        </p:nvGraphicFramePr>
        <p:xfrm>
          <a:off x="2034426" y="4227496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33" name="Equation" r:id="rId27" imgW="558720" imgH="342720" progId="Equation.DSMT4">
                  <p:embed/>
                </p:oleObj>
              </mc:Choice>
              <mc:Fallback>
                <p:oleObj name="Equation" r:id="rId27" imgW="55872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4ACF510-AC25-49AF-8521-2AB4233ADD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34426" y="4227496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7381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971305F-D24B-468B-A99F-49A49C6F92A2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2CA18185-DB93-4867-9303-29B57E8AB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371045"/>
              </p:ext>
            </p:extLst>
          </p:nvPr>
        </p:nvGraphicFramePr>
        <p:xfrm>
          <a:off x="1680947" y="412049"/>
          <a:ext cx="19288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8" name="Equation" r:id="rId3" imgW="1930320" imgH="749160" progId="Equation.DSMT4">
                  <p:embed/>
                </p:oleObj>
              </mc:Choice>
              <mc:Fallback>
                <p:oleObj name="Equation" r:id="rId3" imgW="193032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E65B1BC-3153-4F5D-945F-EA20836CA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947" y="412049"/>
                        <a:ext cx="19288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CBEEAAE8-7647-4C9D-ADDE-70DD9C9B5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786" y="1578873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997838F-C784-472B-9009-A9553EE93E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851049"/>
              </p:ext>
            </p:extLst>
          </p:nvPr>
        </p:nvGraphicFramePr>
        <p:xfrm>
          <a:off x="2269338" y="1433616"/>
          <a:ext cx="25368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9" name="Equation" r:id="rId5" imgW="2539800" imgH="1257120" progId="Equation.DSMT4">
                  <p:embed/>
                </p:oleObj>
              </mc:Choice>
              <mc:Fallback>
                <p:oleObj name="Equation" r:id="rId5" imgW="2539800" imgH="12571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A391E4A-E749-4F86-AE20-7EEC924F2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9338" y="1433616"/>
                        <a:ext cx="25368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4DB1490-A22B-4170-85CA-D14893C23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146202"/>
              </p:ext>
            </p:extLst>
          </p:nvPr>
        </p:nvGraphicFramePr>
        <p:xfrm>
          <a:off x="4716016" y="1423571"/>
          <a:ext cx="3970337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40" name="Equation" r:id="rId7" imgW="3974760" imgH="1422360" progId="Equation.DSMT4">
                  <p:embed/>
                </p:oleObj>
              </mc:Choice>
              <mc:Fallback>
                <p:oleObj name="Equation" r:id="rId7" imgW="3974760" imgH="142236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FD5DA785-A64C-46B2-9B36-86FC56B2F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423571"/>
                        <a:ext cx="3970337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CAFE1F80-BE39-4637-BFC9-5D24AC464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17125"/>
              </p:ext>
            </p:extLst>
          </p:nvPr>
        </p:nvGraphicFramePr>
        <p:xfrm>
          <a:off x="2341346" y="3194751"/>
          <a:ext cx="27273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41" name="Equation" r:id="rId9" imgW="2730240" imgH="1536480" progId="Equation.DSMT4">
                  <p:embed/>
                </p:oleObj>
              </mc:Choice>
              <mc:Fallback>
                <p:oleObj name="Equation" r:id="rId9" imgW="2730240" imgH="153648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C6A199BC-8A98-4A0B-AF2F-E16E3E5A79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346" y="3194751"/>
                        <a:ext cx="27273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270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84040F1-8E21-453D-8236-3F9D9AB9D923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429BB267-95F8-43EE-83A5-24D8DED8D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618696"/>
              </p:ext>
            </p:extLst>
          </p:nvPr>
        </p:nvGraphicFramePr>
        <p:xfrm>
          <a:off x="1763688" y="431825"/>
          <a:ext cx="1878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2" name="Equation" r:id="rId3" imgW="1879560" imgH="838080" progId="Equation.DSMT4">
                  <p:embed/>
                </p:oleObj>
              </mc:Choice>
              <mc:Fallback>
                <p:oleObj name="Equation" r:id="rId3" imgW="187956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336E91A-004E-40A7-8BF4-2C83CA67C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31825"/>
                        <a:ext cx="18780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CEF791B1-86CB-4CDA-8AAA-C8C1E8C9D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1A064D7-CC6A-456E-A737-36C1B9C95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08285"/>
              </p:ext>
            </p:extLst>
          </p:nvPr>
        </p:nvGraphicFramePr>
        <p:xfrm>
          <a:off x="2335213" y="1492250"/>
          <a:ext cx="24368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3" name="Equation" r:id="rId5" imgW="2438280" imgH="901440" progId="Equation.DSMT4">
                  <p:embed/>
                </p:oleObj>
              </mc:Choice>
              <mc:Fallback>
                <p:oleObj name="Equation" r:id="rId5" imgW="2438280" imgH="9014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05B2D6AF-85E7-4216-83E7-4E8A309B21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1492250"/>
                        <a:ext cx="24368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81BF4B2-D401-44B9-984C-885126B927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267113"/>
              </p:ext>
            </p:extLst>
          </p:nvPr>
        </p:nvGraphicFramePr>
        <p:xfrm>
          <a:off x="2371872" y="2748257"/>
          <a:ext cx="29924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4" name="Equation" r:id="rId7" imgW="2997000" imgH="901440" progId="Equation.DSMT4">
                  <p:embed/>
                </p:oleObj>
              </mc:Choice>
              <mc:Fallback>
                <p:oleObj name="Equation" r:id="rId7" imgW="2997000" imgH="901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208A358-F989-47C2-852D-480E63FCB8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872" y="2748257"/>
                        <a:ext cx="29924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229C790-A6CC-460F-AEBF-7BF75C3DD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97887"/>
              </p:ext>
            </p:extLst>
          </p:nvPr>
        </p:nvGraphicFramePr>
        <p:xfrm>
          <a:off x="2364873" y="4004264"/>
          <a:ext cx="21288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65" name="Equation" r:id="rId9" imgW="2133360" imgH="736560" progId="Equation.DSMT4">
                  <p:embed/>
                </p:oleObj>
              </mc:Choice>
              <mc:Fallback>
                <p:oleObj name="Equation" r:id="rId9" imgW="2133360" imgH="73656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79E4E720-F541-4210-814E-FAF57646B0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873" y="4004264"/>
                        <a:ext cx="21288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65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B51CF4-70A7-4B54-9676-3B110ED820F7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5.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1CB5EAB1-FAEE-4183-9838-9F9E1FEB2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769496"/>
              </p:ext>
            </p:extLst>
          </p:nvPr>
        </p:nvGraphicFramePr>
        <p:xfrm>
          <a:off x="1835696" y="443139"/>
          <a:ext cx="22955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95" name="Equation" r:id="rId3" imgW="2298600" imgH="838080" progId="Equation.DSMT4">
                  <p:embed/>
                </p:oleObj>
              </mc:Choice>
              <mc:Fallback>
                <p:oleObj name="Equation" r:id="rId3" imgW="229860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327F9729-1917-45ED-A9ED-86C6EB3C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43139"/>
                        <a:ext cx="22955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BE3A6608-BD98-4DD7-850D-67FEF8A58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3915826-CF46-4268-87A4-8549E06C3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874260"/>
              </p:ext>
            </p:extLst>
          </p:nvPr>
        </p:nvGraphicFramePr>
        <p:xfrm>
          <a:off x="2391927" y="1491630"/>
          <a:ext cx="27273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96" name="Equation" r:id="rId5" imgW="2730240" imgH="901440" progId="Equation.DSMT4">
                  <p:embed/>
                </p:oleObj>
              </mc:Choice>
              <mc:Fallback>
                <p:oleObj name="Equation" r:id="rId5" imgW="2730240" imgH="9014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D125698-A361-4750-A7A0-8E0A4FA2D1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927" y="1491630"/>
                        <a:ext cx="27273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2FF25C4-35E3-4053-8E22-CED976D71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227046"/>
              </p:ext>
            </p:extLst>
          </p:nvPr>
        </p:nvGraphicFramePr>
        <p:xfrm>
          <a:off x="5213350" y="1492250"/>
          <a:ext cx="2438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97" name="Equation" r:id="rId7" imgW="2438280" imgH="901440" progId="Equation.DSMT4">
                  <p:embed/>
                </p:oleObj>
              </mc:Choice>
              <mc:Fallback>
                <p:oleObj name="Equation" r:id="rId7" imgW="2438280" imgH="9014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6AEF4EE-F68A-4DAC-8142-CDB89BA71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13350" y="1492250"/>
                        <a:ext cx="24384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F17D7F6-0F17-4396-8686-562E93BE0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067515"/>
              </p:ext>
            </p:extLst>
          </p:nvPr>
        </p:nvGraphicFramePr>
        <p:xfrm>
          <a:off x="2403475" y="2697163"/>
          <a:ext cx="3619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98" name="Equation" r:id="rId9" imgW="3619440" imgH="1117440" progId="Equation.DSMT4">
                  <p:embed/>
                </p:oleObj>
              </mc:Choice>
              <mc:Fallback>
                <p:oleObj name="Equation" r:id="rId9" imgW="3619440" imgH="11174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D605D16-B3B6-435B-A457-8228BED12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03475" y="2697163"/>
                        <a:ext cx="36195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D72E864-B3D3-4A98-96AE-3AD1FA23D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212099"/>
              </p:ext>
            </p:extLst>
          </p:nvPr>
        </p:nvGraphicFramePr>
        <p:xfrm>
          <a:off x="2391927" y="3923588"/>
          <a:ext cx="2146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99" name="Equation" r:id="rId11" imgW="2145960" imgH="774360" progId="Equation.DSMT4">
                  <p:embed/>
                </p:oleObj>
              </mc:Choice>
              <mc:Fallback>
                <p:oleObj name="Equation" r:id="rId11" imgW="2145960" imgH="774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136D954-E059-439A-AE55-55ECDD607B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1927" y="3923588"/>
                        <a:ext cx="2146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11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D36973-84BE-426C-AE2D-C1DB54E466C7}"/>
              </a:ext>
            </a:extLst>
          </p:cNvPr>
          <p:cNvSpPr txBox="1">
            <a:spLocks noChangeArrowheads="1"/>
          </p:cNvSpPr>
          <p:nvPr/>
        </p:nvSpPr>
        <p:spPr>
          <a:xfrm>
            <a:off x="929677" y="615977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6.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DB2C6FAF-FB91-4D84-B92D-B871DE14E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888040"/>
              </p:ext>
            </p:extLst>
          </p:nvPr>
        </p:nvGraphicFramePr>
        <p:xfrm>
          <a:off x="1835696" y="448396"/>
          <a:ext cx="19653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19" name="Equation" r:id="rId3" imgW="1968480" imgH="838080" progId="Equation.DSMT4">
                  <p:embed/>
                </p:oleObj>
              </mc:Choice>
              <mc:Fallback>
                <p:oleObj name="Equation" r:id="rId3" imgW="196848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75444D34-03B4-4044-BDB5-78BE36092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48396"/>
                        <a:ext cx="19653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4BA50849-2D40-47C7-83D8-3367AD896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C5C5678-2D22-4346-8FED-D61FC8D3D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480660"/>
              </p:ext>
            </p:extLst>
          </p:nvPr>
        </p:nvGraphicFramePr>
        <p:xfrm>
          <a:off x="2339752" y="1491630"/>
          <a:ext cx="2105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0" name="Equation" r:id="rId5" imgW="2108160" imgH="838080" progId="Equation.DSMT4">
                  <p:embed/>
                </p:oleObj>
              </mc:Choice>
              <mc:Fallback>
                <p:oleObj name="Equation" r:id="rId5" imgW="2108160" imgH="8380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C02C7BF-76C3-4B46-8925-D6FD98E1F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491630"/>
                        <a:ext cx="2105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93F8D84-FD22-4DBC-8C47-D581D6251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953067"/>
              </p:ext>
            </p:extLst>
          </p:nvPr>
        </p:nvGraphicFramePr>
        <p:xfrm>
          <a:off x="4471773" y="1491630"/>
          <a:ext cx="25733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1" name="Equation" r:id="rId7" imgW="2577960" imgH="901440" progId="Equation.DSMT4">
                  <p:embed/>
                </p:oleObj>
              </mc:Choice>
              <mc:Fallback>
                <p:oleObj name="Equation" r:id="rId7" imgW="2577960" imgH="901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10E8E1D-0D37-4264-9F30-9C8522B666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773" y="1491630"/>
                        <a:ext cx="25733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5AE9069C-8619-415E-8AA9-41FEC57BF1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693564"/>
              </p:ext>
            </p:extLst>
          </p:nvPr>
        </p:nvGraphicFramePr>
        <p:xfrm>
          <a:off x="2320578" y="2861937"/>
          <a:ext cx="3536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2" name="Equation" r:id="rId9" imgW="3543120" imgH="901440" progId="Equation.DSMT4">
                  <p:embed/>
                </p:oleObj>
              </mc:Choice>
              <mc:Fallback>
                <p:oleObj name="Equation" r:id="rId9" imgW="3543120" imgH="90144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222ED1D8-E99A-42CE-A2F1-0D2C89737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578" y="2861937"/>
                        <a:ext cx="35369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86C3D5-2533-490A-84DC-67921435B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905014"/>
              </p:ext>
            </p:extLst>
          </p:nvPr>
        </p:nvGraphicFramePr>
        <p:xfrm>
          <a:off x="2315495" y="4166313"/>
          <a:ext cx="2400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23" name="Equation" r:id="rId11" imgW="2400120" imgH="723600" progId="Equation.DSMT4">
                  <p:embed/>
                </p:oleObj>
              </mc:Choice>
              <mc:Fallback>
                <p:oleObj name="Equation" r:id="rId11" imgW="240012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404E887-4B81-4FFF-AC90-EDA2885A2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5495" y="4166313"/>
                        <a:ext cx="2400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299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AF3BAA-616A-4826-829A-992FDBBC55CB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7.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2364EC6A-1EC9-40FF-8A4B-AAB74E453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96665"/>
              </p:ext>
            </p:extLst>
          </p:nvPr>
        </p:nvGraphicFramePr>
        <p:xfrm>
          <a:off x="1808877" y="441485"/>
          <a:ext cx="1812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3" name="Equation" r:id="rId3" imgW="1815840" imgH="749160" progId="Equation.DSMT4">
                  <p:embed/>
                </p:oleObj>
              </mc:Choice>
              <mc:Fallback>
                <p:oleObj name="Equation" r:id="rId3" imgW="181584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61452B39-05ED-455E-8D2F-28CA28FE62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877" y="441485"/>
                        <a:ext cx="1812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0EC806E7-2163-4044-8268-FEFAD118D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94" y="1491630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0672354-FA6F-4754-B1EF-B1EE183E8C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933761"/>
              </p:ext>
            </p:extLst>
          </p:nvPr>
        </p:nvGraphicFramePr>
        <p:xfrm>
          <a:off x="2339975" y="1316062"/>
          <a:ext cx="28146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4" name="Equation" r:id="rId5" imgW="2819160" imgH="812520" progId="Equation.DSMT4">
                  <p:embed/>
                </p:oleObj>
              </mc:Choice>
              <mc:Fallback>
                <p:oleObj name="Equation" r:id="rId5" imgW="2819160" imgH="8125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391A3C85-7EA3-4E9B-A700-97063BA14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316062"/>
                        <a:ext cx="28146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A137E7C-8BC1-48D7-8DD4-4CCAE7907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912949"/>
              </p:ext>
            </p:extLst>
          </p:nvPr>
        </p:nvGraphicFramePr>
        <p:xfrm>
          <a:off x="2339975" y="2427288"/>
          <a:ext cx="34226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5" name="Equation" r:id="rId7" imgW="3429000" imgH="812520" progId="Equation.DSMT4">
                  <p:embed/>
                </p:oleObj>
              </mc:Choice>
              <mc:Fallback>
                <p:oleObj name="Equation" r:id="rId7" imgW="3429000" imgH="8125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CBEB671-5CF3-4297-8F25-1600A25CC8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427288"/>
                        <a:ext cx="34226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4109F94-C445-4C96-9C5C-9F7CE26E8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845988"/>
              </p:ext>
            </p:extLst>
          </p:nvPr>
        </p:nvGraphicFramePr>
        <p:xfrm>
          <a:off x="2339975" y="3544612"/>
          <a:ext cx="3086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6" name="Equation" r:id="rId9" imgW="3085920" imgH="939600" progId="Equation.DSMT4">
                  <p:embed/>
                </p:oleObj>
              </mc:Choice>
              <mc:Fallback>
                <p:oleObj name="Equation" r:id="rId9" imgW="3085920" imgH="939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35BC0B5-99DB-405D-8401-BA417CA41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9975" y="3544612"/>
                        <a:ext cx="3086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E286ED4-BE7C-4885-BF3C-3E8038969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98979"/>
              </p:ext>
            </p:extLst>
          </p:nvPr>
        </p:nvGraphicFramePr>
        <p:xfrm>
          <a:off x="5445199" y="3544612"/>
          <a:ext cx="2781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7" name="Equation" r:id="rId11" imgW="2781000" imgH="939600" progId="Equation.DSMT4">
                  <p:embed/>
                </p:oleObj>
              </mc:Choice>
              <mc:Fallback>
                <p:oleObj name="Equation" r:id="rId11" imgW="278100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FFDFB65-67BB-4EB8-993B-E92244ACAD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45199" y="3544612"/>
                        <a:ext cx="27813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299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ACF5C1-A16A-40D1-B8A2-9C3387EFF565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8.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A87BF6FF-DD5B-4535-8313-E784B1E86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495123"/>
              </p:ext>
            </p:extLst>
          </p:nvPr>
        </p:nvGraphicFramePr>
        <p:xfrm>
          <a:off x="2051720" y="398441"/>
          <a:ext cx="16478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6" name="Equation" r:id="rId3" imgW="1650960" imgH="749160" progId="Equation.DSMT4">
                  <p:embed/>
                </p:oleObj>
              </mc:Choice>
              <mc:Fallback>
                <p:oleObj name="Equation" r:id="rId3" imgW="165096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A9D246D7-4F1A-46BE-ACBD-00FBA8C9D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98441"/>
                        <a:ext cx="16478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D0DDDEB-69AD-4EFC-A81F-E29783311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600" y="1491630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D089DA9-165F-4528-91AB-E573880C7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327704"/>
              </p:ext>
            </p:extLst>
          </p:nvPr>
        </p:nvGraphicFramePr>
        <p:xfrm>
          <a:off x="2311981" y="1384219"/>
          <a:ext cx="22050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7" name="Equation" r:id="rId5" imgW="2209680" imgH="799920" progId="Equation.DSMT4">
                  <p:embed/>
                </p:oleObj>
              </mc:Choice>
              <mc:Fallback>
                <p:oleObj name="Equation" r:id="rId5" imgW="2209680" imgH="7999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7A5458C-1386-42B2-A6E0-75BE7DFFE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981" y="1384219"/>
                        <a:ext cx="22050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0D01AED-3359-4DD4-A178-69AB72B22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716967"/>
              </p:ext>
            </p:extLst>
          </p:nvPr>
        </p:nvGraphicFramePr>
        <p:xfrm>
          <a:off x="4499992" y="1348107"/>
          <a:ext cx="23828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8" name="Equation" r:id="rId7" imgW="2387520" imgH="799920" progId="Equation.DSMT4">
                  <p:embed/>
                </p:oleObj>
              </mc:Choice>
              <mc:Fallback>
                <p:oleObj name="Equation" r:id="rId7" imgW="2387520" imgH="7999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F62D4D0-608C-47DA-A7D9-677000341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348107"/>
                        <a:ext cx="23828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851D087D-264D-41F4-99AA-37080AE9D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47510"/>
              </p:ext>
            </p:extLst>
          </p:nvPr>
        </p:nvGraphicFramePr>
        <p:xfrm>
          <a:off x="2311981" y="2384685"/>
          <a:ext cx="29670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9" name="Equation" r:id="rId9" imgW="2971800" imgH="799920" progId="Equation.DSMT4">
                  <p:embed/>
                </p:oleObj>
              </mc:Choice>
              <mc:Fallback>
                <p:oleObj name="Equation" r:id="rId9" imgW="2971800" imgH="79992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A373FA01-347B-4F01-A94B-3DBDAA5B32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981" y="2384685"/>
                        <a:ext cx="29670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7C01C85D-24A6-48D0-9638-82BD0D423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63195"/>
              </p:ext>
            </p:extLst>
          </p:nvPr>
        </p:nvGraphicFramePr>
        <p:xfrm>
          <a:off x="2314277" y="3450364"/>
          <a:ext cx="2968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0" name="Equation" r:id="rId11" imgW="2971800" imgH="812520" progId="Equation.DSMT4">
                  <p:embed/>
                </p:oleObj>
              </mc:Choice>
              <mc:Fallback>
                <p:oleObj name="Equation" r:id="rId11" imgW="2971800" imgH="81252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BE289A8-86C4-471A-88BB-2544C48DD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277" y="3450364"/>
                        <a:ext cx="2968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27289417-D95A-433C-A492-1CCD7DF71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476118"/>
              </p:ext>
            </p:extLst>
          </p:nvPr>
        </p:nvGraphicFramePr>
        <p:xfrm>
          <a:off x="5364088" y="3450364"/>
          <a:ext cx="23082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1" name="Equation" r:id="rId13" imgW="2311200" imgH="812520" progId="Equation.DSMT4">
                  <p:embed/>
                </p:oleObj>
              </mc:Choice>
              <mc:Fallback>
                <p:oleObj name="Equation" r:id="rId13" imgW="2311200" imgH="81252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68A207EF-6C2F-4019-96DA-B12369A89C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450364"/>
                        <a:ext cx="23082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757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BD04E034-08DF-4081-9766-D38DC2BC9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965172"/>
              </p:ext>
            </p:extLst>
          </p:nvPr>
        </p:nvGraphicFramePr>
        <p:xfrm>
          <a:off x="1835696" y="340276"/>
          <a:ext cx="15621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3" name="Equation" r:id="rId3" imgW="1511280" imgH="838080" progId="Equation.DSMT4">
                  <p:embed/>
                </p:oleObj>
              </mc:Choice>
              <mc:Fallback>
                <p:oleObj name="Equation" r:id="rId3" imgW="1511280" imgH="8380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F5D74C51-2916-4E39-AA33-BB7A95A5E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0276"/>
                        <a:ext cx="1562100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93189F41-3148-42AD-B8AD-431CB0158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83518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9.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DF36925B-314A-4CD7-9ECE-1CEA4841C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99" y="183430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EF6D2C25-3F5B-43E2-ACB3-D36A789B2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950755"/>
              </p:ext>
            </p:extLst>
          </p:nvPr>
        </p:nvGraphicFramePr>
        <p:xfrm>
          <a:off x="1566863" y="1708150"/>
          <a:ext cx="3779837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4" name="Equation" r:id="rId5" imgW="3657600" imgH="901440" progId="Equation.DSMT4">
                  <p:embed/>
                </p:oleObj>
              </mc:Choice>
              <mc:Fallback>
                <p:oleObj name="Equation" r:id="rId5" imgW="3657600" imgH="90144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A41ABF31-3222-4D62-9DB3-9B208C6AC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1708150"/>
                        <a:ext cx="3779837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65558DDA-59C5-441B-9E11-E2FFFEB74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614929"/>
              </p:ext>
            </p:extLst>
          </p:nvPr>
        </p:nvGraphicFramePr>
        <p:xfrm>
          <a:off x="1709738" y="3151188"/>
          <a:ext cx="31908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5" name="Equation" r:id="rId7" imgW="3085920" imgH="723600" progId="Equation.DSMT4">
                  <p:embed/>
                </p:oleObj>
              </mc:Choice>
              <mc:Fallback>
                <p:oleObj name="Equation" r:id="rId7" imgW="3085920" imgH="72360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BFB611B8-CD7B-4DA8-A984-3C74FB5B25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3151188"/>
                        <a:ext cx="3190875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293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267AB06A-14AA-4486-AD9B-CDAC8C23B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289107"/>
              </p:ext>
            </p:extLst>
          </p:nvPr>
        </p:nvGraphicFramePr>
        <p:xfrm>
          <a:off x="1619250" y="411163"/>
          <a:ext cx="19939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6" name="Equation" r:id="rId3" imgW="1930320" imgH="838080" progId="Equation.DSMT4">
                  <p:embed/>
                </p:oleObj>
              </mc:Choice>
              <mc:Fallback>
                <p:oleObj name="Equation" r:id="rId3" imgW="1930320" imgH="8380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44D72FD3-4851-4D4A-A3B8-FFA809C9F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11163"/>
                        <a:ext cx="1993900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E0A4A4E4-C312-4603-AE68-D2842B018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75" y="546800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7A2C2F7-2E73-49E4-AE7C-B78006D34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75" y="163564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9E56A5D-4B3F-4FB7-AA89-B9117C92E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733460"/>
              </p:ext>
            </p:extLst>
          </p:nvPr>
        </p:nvGraphicFramePr>
        <p:xfrm>
          <a:off x="1259632" y="1485901"/>
          <a:ext cx="40005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7" name="Equation" r:id="rId5" imgW="3873240" imgH="901440" progId="Equation.DSMT4">
                  <p:embed/>
                </p:oleObj>
              </mc:Choice>
              <mc:Fallback>
                <p:oleObj name="Equation" r:id="rId5" imgW="3873240" imgH="90144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EA543E1-98F9-4406-8F7A-B2AD27DB7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485901"/>
                        <a:ext cx="4000500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84A6AD3A-B0D1-4522-BFC9-32D46DDF1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580565"/>
              </p:ext>
            </p:extLst>
          </p:nvPr>
        </p:nvGraphicFramePr>
        <p:xfrm>
          <a:off x="3106738" y="2781300"/>
          <a:ext cx="3644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8" name="Equation" r:id="rId7" imgW="3644640" imgH="660240" progId="Equation.DSMT4">
                  <p:embed/>
                </p:oleObj>
              </mc:Choice>
              <mc:Fallback>
                <p:oleObj name="Equation" r:id="rId7" imgW="3644640" imgH="66024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4D14FE5A-BF19-4C55-BA4D-CC30E427AC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2781300"/>
                        <a:ext cx="3644900" cy="660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E5ACA932-D9CE-494F-8DBB-3D5EADEA88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112831"/>
              </p:ext>
            </p:extLst>
          </p:nvPr>
        </p:nvGraphicFramePr>
        <p:xfrm>
          <a:off x="3106738" y="3835400"/>
          <a:ext cx="3543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9" name="Equation" r:id="rId9" imgW="3543120" imgH="660240" progId="Equation.DSMT4">
                  <p:embed/>
                </p:oleObj>
              </mc:Choice>
              <mc:Fallback>
                <p:oleObj name="Equation" r:id="rId9" imgW="3543120" imgH="6602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D8EAE79-29D8-468A-9BA8-5DF0634A0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3835400"/>
                        <a:ext cx="3543300" cy="660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09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4967AB9-A78A-48A6-B01D-A0874DC88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892549"/>
              </p:ext>
            </p:extLst>
          </p:nvPr>
        </p:nvGraphicFramePr>
        <p:xfrm>
          <a:off x="1841500" y="339725"/>
          <a:ext cx="15494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1" name="Equation" r:id="rId3" imgW="1498320" imgH="838080" progId="Equation.DSMT4">
                  <p:embed/>
                </p:oleObj>
              </mc:Choice>
              <mc:Fallback>
                <p:oleObj name="Equation" r:id="rId3" imgW="1498320" imgH="8380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4FD536CD-5553-4FDA-B367-990E00DF4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339725"/>
                        <a:ext cx="1549400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1227ED66-BC7C-4F32-85C5-535B66592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555526"/>
            <a:ext cx="2209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11.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9CE43E25-5ECE-4B3F-A352-83CEDD0B1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5" y="1832498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8331577-AAB4-4CB0-8DAD-BCAB82BC3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884877"/>
              </p:ext>
            </p:extLst>
          </p:nvPr>
        </p:nvGraphicFramePr>
        <p:xfrm>
          <a:off x="1691680" y="1746436"/>
          <a:ext cx="36623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2" name="Equation" r:id="rId5" imgW="3543120" imgH="901440" progId="Equation.DSMT4">
                  <p:embed/>
                </p:oleObj>
              </mc:Choice>
              <mc:Fallback>
                <p:oleObj name="Equation" r:id="rId5" imgW="3543120" imgH="90144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2AD97DFA-FF47-4B3C-97F2-A567208371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746436"/>
                        <a:ext cx="3662362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8700ECC8-4A05-4ED1-93E5-53F96846B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96024"/>
              </p:ext>
            </p:extLst>
          </p:nvPr>
        </p:nvGraphicFramePr>
        <p:xfrm>
          <a:off x="3146996" y="3219821"/>
          <a:ext cx="31242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3" name="Equation" r:id="rId7" imgW="3022560" imgH="723600" progId="Equation.DSMT4">
                  <p:embed/>
                </p:oleObj>
              </mc:Choice>
              <mc:Fallback>
                <p:oleObj name="Equation" r:id="rId7" imgW="3022560" imgH="72360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91B99F65-F382-4D2A-8D10-4B7B5B31FA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996" y="3219821"/>
                        <a:ext cx="31242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30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871EA31C-FE13-44B3-A3D4-732948A8C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027266"/>
              </p:ext>
            </p:extLst>
          </p:nvPr>
        </p:nvGraphicFramePr>
        <p:xfrm>
          <a:off x="1763688" y="356429"/>
          <a:ext cx="21177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4" name="Equation" r:id="rId3" imgW="2120760" imgH="838080" progId="Equation.DSMT4">
                  <p:embed/>
                </p:oleObj>
              </mc:Choice>
              <mc:Fallback>
                <p:oleObj name="Equation" r:id="rId3" imgW="2120760" imgH="83808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252C20C3-F53E-41F2-995D-526FC56D4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56429"/>
                        <a:ext cx="21177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4C0905AE-76D0-4E26-9A13-6459E590FF45}"/>
              </a:ext>
            </a:extLst>
          </p:cNvPr>
          <p:cNvSpPr txBox="1">
            <a:spLocks noChangeArrowheads="1"/>
          </p:cNvSpPr>
          <p:nvPr/>
        </p:nvSpPr>
        <p:spPr>
          <a:xfrm>
            <a:off x="661908" y="508829"/>
            <a:ext cx="131780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12.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22120FF2-25C8-4AF4-8434-0AF5B3CEA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75" y="163564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1291EEED-06DA-44D7-BA57-8234C8072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693451"/>
              </p:ext>
            </p:extLst>
          </p:nvPr>
        </p:nvGraphicFramePr>
        <p:xfrm>
          <a:off x="1484453" y="1424408"/>
          <a:ext cx="369887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5" name="Equation" r:id="rId5" imgW="3581280" imgH="901440" progId="Equation.DSMT4">
                  <p:embed/>
                </p:oleObj>
              </mc:Choice>
              <mc:Fallback>
                <p:oleObj name="Equation" r:id="rId5" imgW="3581280" imgH="90144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61B1637C-3DE2-49B2-8EC2-22DDD344DD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453" y="1424408"/>
                        <a:ext cx="3698875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4C2342CC-241D-4025-A27F-AF9A07428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941934"/>
              </p:ext>
            </p:extLst>
          </p:nvPr>
        </p:nvGraphicFramePr>
        <p:xfrm>
          <a:off x="3132138" y="2701862"/>
          <a:ext cx="3886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6" name="Equation" r:id="rId7" imgW="3886200" imgH="888840" progId="Equation.DSMT4">
                  <p:embed/>
                </p:oleObj>
              </mc:Choice>
              <mc:Fallback>
                <p:oleObj name="Equation" r:id="rId7" imgW="3886200" imgH="88884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CCAEFFF3-2853-458E-8830-BB2078DB7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701862"/>
                        <a:ext cx="3886200" cy="889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0D397235-4547-405B-A7F4-5E4E8CEDE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393988"/>
              </p:ext>
            </p:extLst>
          </p:nvPr>
        </p:nvGraphicFramePr>
        <p:xfrm>
          <a:off x="3132138" y="3867894"/>
          <a:ext cx="3136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7" name="Equation" r:id="rId9" imgW="3136680" imgH="660240" progId="Equation.DSMT4">
                  <p:embed/>
                </p:oleObj>
              </mc:Choice>
              <mc:Fallback>
                <p:oleObj name="Equation" r:id="rId9" imgW="3136680" imgH="66024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2877B41A-46DA-4245-96A8-54DB98728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867894"/>
                        <a:ext cx="3136900" cy="660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599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9820</TotalTime>
  <Words>691</Words>
  <Application>Microsoft Office PowerPoint</Application>
  <PresentationFormat>全屏显示(16:9)</PresentationFormat>
  <Paragraphs>170</Paragraphs>
  <Slides>54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楷体</vt:lpstr>
      <vt:lpstr>楷体_GB2312</vt:lpstr>
      <vt:lpstr>隶书</vt:lpstr>
      <vt:lpstr>宋体</vt:lpstr>
      <vt:lpstr>微软雅黑</vt:lpstr>
      <vt:lpstr>Angsana New</vt:lpstr>
      <vt:lpstr>Arial</vt:lpstr>
      <vt:lpstr>Calibri</vt:lpstr>
      <vt:lpstr>Times New Roman</vt:lpstr>
      <vt:lpstr>Wingdings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467</cp:revision>
  <dcterms:created xsi:type="dcterms:W3CDTF">2018-09-27T06:48:14Z</dcterms:created>
  <dcterms:modified xsi:type="dcterms:W3CDTF">2023-11-23T16:06:47Z</dcterms:modified>
</cp:coreProperties>
</file>