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0"/>
  </p:notesMasterIdLst>
  <p:sldIdLst>
    <p:sldId id="288" r:id="rId2"/>
    <p:sldId id="648" r:id="rId3"/>
    <p:sldId id="448" r:id="rId4"/>
    <p:sldId id="650" r:id="rId5"/>
    <p:sldId id="651" r:id="rId6"/>
    <p:sldId id="652" r:id="rId7"/>
    <p:sldId id="654" r:id="rId8"/>
    <p:sldId id="653" r:id="rId9"/>
    <p:sldId id="446" r:id="rId10"/>
    <p:sldId id="447" r:id="rId11"/>
    <p:sldId id="659" r:id="rId12"/>
    <p:sldId id="660" r:id="rId13"/>
    <p:sldId id="662" r:id="rId14"/>
    <p:sldId id="636" r:id="rId15"/>
    <p:sldId id="640" r:id="rId16"/>
    <p:sldId id="641" r:id="rId17"/>
    <p:sldId id="590" r:id="rId18"/>
    <p:sldId id="591" r:id="rId19"/>
    <p:sldId id="592" r:id="rId20"/>
    <p:sldId id="593" r:id="rId21"/>
    <p:sldId id="594" r:id="rId22"/>
    <p:sldId id="595" r:id="rId23"/>
    <p:sldId id="663" r:id="rId24"/>
    <p:sldId id="602" r:id="rId25"/>
    <p:sldId id="623" r:id="rId26"/>
    <p:sldId id="624" r:id="rId27"/>
    <p:sldId id="596" r:id="rId28"/>
    <p:sldId id="603" r:id="rId29"/>
    <p:sldId id="597" r:id="rId30"/>
    <p:sldId id="598" r:id="rId31"/>
    <p:sldId id="689" r:id="rId32"/>
    <p:sldId id="615" r:id="rId33"/>
    <p:sldId id="622" r:id="rId34"/>
    <p:sldId id="628" r:id="rId35"/>
    <p:sldId id="690" r:id="rId36"/>
    <p:sldId id="691" r:id="rId37"/>
    <p:sldId id="599" r:id="rId38"/>
    <p:sldId id="600" r:id="rId39"/>
    <p:sldId id="606" r:id="rId40"/>
    <p:sldId id="629" r:id="rId41"/>
    <p:sldId id="626" r:id="rId42"/>
    <p:sldId id="674" r:id="rId43"/>
    <p:sldId id="675" r:id="rId44"/>
    <p:sldId id="676" r:id="rId45"/>
    <p:sldId id="645" r:id="rId46"/>
    <p:sldId id="646" r:id="rId47"/>
    <p:sldId id="647" r:id="rId48"/>
    <p:sldId id="608" r:id="rId49"/>
    <p:sldId id="677" r:id="rId50"/>
    <p:sldId id="678" r:id="rId51"/>
    <p:sldId id="610" r:id="rId52"/>
    <p:sldId id="611" r:id="rId53"/>
    <p:sldId id="680" r:id="rId54"/>
    <p:sldId id="681" r:id="rId55"/>
    <p:sldId id="682" r:id="rId56"/>
    <p:sldId id="684" r:id="rId57"/>
    <p:sldId id="685" r:id="rId58"/>
    <p:sldId id="686" r:id="rId59"/>
    <p:sldId id="616" r:id="rId60"/>
    <p:sldId id="683" r:id="rId61"/>
    <p:sldId id="687" r:id="rId62"/>
    <p:sldId id="688" r:id="rId63"/>
    <p:sldId id="609" r:id="rId64"/>
    <p:sldId id="613" r:id="rId65"/>
    <p:sldId id="642" r:id="rId66"/>
    <p:sldId id="643" r:id="rId67"/>
    <p:sldId id="635" r:id="rId68"/>
    <p:sldId id="299" r:id="rId69"/>
  </p:sldIdLst>
  <p:sldSz cx="9144000" cy="5143500" type="screen16x9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703" userDrawn="1">
          <p15:clr>
            <a:srgbClr val="A4A3A4"/>
          </p15:clr>
        </p15:guide>
        <p15:guide id="4" pos="4876" userDrawn="1">
          <p15:clr>
            <a:srgbClr val="A4A3A4"/>
          </p15:clr>
        </p15:guide>
        <p15:guide id="5" orient="horz" pos="16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4234FE"/>
    <a:srgbClr val="0099CC"/>
    <a:srgbClr val="993300"/>
    <a:srgbClr val="F2BFFF"/>
    <a:srgbClr val="FFFFFF"/>
    <a:srgbClr val="660033"/>
    <a:srgbClr val="990000"/>
    <a:srgbClr val="2F4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94" autoAdjust="0"/>
    <p:restoredTop sz="84249" autoAdjust="0"/>
  </p:normalViewPr>
  <p:slideViewPr>
    <p:cSldViewPr>
      <p:cViewPr varScale="1">
        <p:scale>
          <a:sx n="136" d="100"/>
          <a:sy n="136" d="100"/>
        </p:scale>
        <p:origin x="132" y="282"/>
      </p:cViewPr>
      <p:guideLst>
        <p:guide orient="horz" pos="2300"/>
        <p:guide pos="2880"/>
        <p:guide pos="703"/>
        <p:guide pos="4876"/>
        <p:guide orient="horz" pos="166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70.wmf"/><Relationship Id="rId7" Type="http://schemas.openxmlformats.org/officeDocument/2006/relationships/image" Target="../media/image74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9" Type="http://schemas.openxmlformats.org/officeDocument/2006/relationships/image" Target="../media/image7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image" Target="../media/image115.wmf"/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12" Type="http://schemas.openxmlformats.org/officeDocument/2006/relationships/image" Target="../media/image114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11" Type="http://schemas.openxmlformats.org/officeDocument/2006/relationships/image" Target="../media/image113.wmf"/><Relationship Id="rId5" Type="http://schemas.openxmlformats.org/officeDocument/2006/relationships/image" Target="../media/image107.wmf"/><Relationship Id="rId15" Type="http://schemas.openxmlformats.org/officeDocument/2006/relationships/image" Target="../media/image117.wmf"/><Relationship Id="rId10" Type="http://schemas.openxmlformats.org/officeDocument/2006/relationships/image" Target="../media/image112.wmf"/><Relationship Id="rId4" Type="http://schemas.openxmlformats.org/officeDocument/2006/relationships/image" Target="../media/image106.wmf"/><Relationship Id="rId9" Type="http://schemas.openxmlformats.org/officeDocument/2006/relationships/image" Target="../media/image111.wmf"/><Relationship Id="rId14" Type="http://schemas.openxmlformats.org/officeDocument/2006/relationships/image" Target="../media/image11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12.wmf"/><Relationship Id="rId1" Type="http://schemas.openxmlformats.org/officeDocument/2006/relationships/image" Target="../media/image109.wmf"/><Relationship Id="rId4" Type="http://schemas.openxmlformats.org/officeDocument/2006/relationships/image" Target="../media/image125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image" Target="../media/image138.wmf"/><Relationship Id="rId18" Type="http://schemas.openxmlformats.org/officeDocument/2006/relationships/image" Target="../media/image143.wmf"/><Relationship Id="rId3" Type="http://schemas.openxmlformats.org/officeDocument/2006/relationships/image" Target="../media/image128.wmf"/><Relationship Id="rId21" Type="http://schemas.openxmlformats.org/officeDocument/2006/relationships/image" Target="../media/image146.wmf"/><Relationship Id="rId7" Type="http://schemas.openxmlformats.org/officeDocument/2006/relationships/image" Target="../media/image132.wmf"/><Relationship Id="rId12" Type="http://schemas.openxmlformats.org/officeDocument/2006/relationships/image" Target="../media/image137.wmf"/><Relationship Id="rId17" Type="http://schemas.openxmlformats.org/officeDocument/2006/relationships/image" Target="../media/image142.wmf"/><Relationship Id="rId2" Type="http://schemas.openxmlformats.org/officeDocument/2006/relationships/image" Target="../media/image127.wmf"/><Relationship Id="rId16" Type="http://schemas.openxmlformats.org/officeDocument/2006/relationships/image" Target="../media/image141.wmf"/><Relationship Id="rId20" Type="http://schemas.openxmlformats.org/officeDocument/2006/relationships/image" Target="../media/image145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11" Type="http://schemas.openxmlformats.org/officeDocument/2006/relationships/image" Target="../media/image136.wmf"/><Relationship Id="rId5" Type="http://schemas.openxmlformats.org/officeDocument/2006/relationships/image" Target="../media/image130.wmf"/><Relationship Id="rId15" Type="http://schemas.openxmlformats.org/officeDocument/2006/relationships/image" Target="../media/image140.wmf"/><Relationship Id="rId10" Type="http://schemas.openxmlformats.org/officeDocument/2006/relationships/image" Target="../media/image135.wmf"/><Relationship Id="rId19" Type="http://schemas.openxmlformats.org/officeDocument/2006/relationships/image" Target="../media/image144.wmf"/><Relationship Id="rId4" Type="http://schemas.openxmlformats.org/officeDocument/2006/relationships/image" Target="../media/image129.wmf"/><Relationship Id="rId9" Type="http://schemas.openxmlformats.org/officeDocument/2006/relationships/image" Target="../media/image134.wmf"/><Relationship Id="rId14" Type="http://schemas.openxmlformats.org/officeDocument/2006/relationships/image" Target="../media/image13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image" Target="../media/image158.wmf"/><Relationship Id="rId3" Type="http://schemas.openxmlformats.org/officeDocument/2006/relationships/image" Target="../media/image149.wmf"/><Relationship Id="rId7" Type="http://schemas.openxmlformats.org/officeDocument/2006/relationships/image" Target="../media/image153.wmf"/><Relationship Id="rId12" Type="http://schemas.openxmlformats.org/officeDocument/2006/relationships/image" Target="../media/image137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11" Type="http://schemas.openxmlformats.org/officeDocument/2006/relationships/image" Target="../media/image157.wmf"/><Relationship Id="rId5" Type="http://schemas.openxmlformats.org/officeDocument/2006/relationships/image" Target="../media/image151.wmf"/><Relationship Id="rId10" Type="http://schemas.openxmlformats.org/officeDocument/2006/relationships/image" Target="../media/image156.wmf"/><Relationship Id="rId4" Type="http://schemas.openxmlformats.org/officeDocument/2006/relationships/image" Target="../media/image150.wmf"/><Relationship Id="rId9" Type="http://schemas.openxmlformats.org/officeDocument/2006/relationships/image" Target="../media/image155.wmf"/><Relationship Id="rId14" Type="http://schemas.openxmlformats.org/officeDocument/2006/relationships/image" Target="../media/image139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image" Target="../media/image170.wmf"/><Relationship Id="rId3" Type="http://schemas.openxmlformats.org/officeDocument/2006/relationships/image" Target="../media/image161.wmf"/><Relationship Id="rId7" Type="http://schemas.openxmlformats.org/officeDocument/2006/relationships/image" Target="../media/image165.wmf"/><Relationship Id="rId12" Type="http://schemas.openxmlformats.org/officeDocument/2006/relationships/image" Target="../media/image139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6" Type="http://schemas.openxmlformats.org/officeDocument/2006/relationships/image" Target="../media/image164.wmf"/><Relationship Id="rId11" Type="http://schemas.openxmlformats.org/officeDocument/2006/relationships/image" Target="../media/image169.wmf"/><Relationship Id="rId5" Type="http://schemas.openxmlformats.org/officeDocument/2006/relationships/image" Target="../media/image163.wmf"/><Relationship Id="rId10" Type="http://schemas.openxmlformats.org/officeDocument/2006/relationships/image" Target="../media/image168.wmf"/><Relationship Id="rId4" Type="http://schemas.openxmlformats.org/officeDocument/2006/relationships/image" Target="../media/image162.wmf"/><Relationship Id="rId9" Type="http://schemas.openxmlformats.org/officeDocument/2006/relationships/image" Target="../media/image167.wmf"/><Relationship Id="rId14" Type="http://schemas.openxmlformats.org/officeDocument/2006/relationships/image" Target="../media/image17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image" Target="../media/image184.wmf"/><Relationship Id="rId3" Type="http://schemas.openxmlformats.org/officeDocument/2006/relationships/image" Target="../media/image174.wmf"/><Relationship Id="rId7" Type="http://schemas.openxmlformats.org/officeDocument/2006/relationships/image" Target="../media/image178.wmf"/><Relationship Id="rId12" Type="http://schemas.openxmlformats.org/officeDocument/2006/relationships/image" Target="../media/image183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6" Type="http://schemas.openxmlformats.org/officeDocument/2006/relationships/image" Target="../media/image177.wmf"/><Relationship Id="rId11" Type="http://schemas.openxmlformats.org/officeDocument/2006/relationships/image" Target="../media/image182.wmf"/><Relationship Id="rId5" Type="http://schemas.openxmlformats.org/officeDocument/2006/relationships/image" Target="../media/image176.wmf"/><Relationship Id="rId10" Type="http://schemas.openxmlformats.org/officeDocument/2006/relationships/image" Target="../media/image181.wmf"/><Relationship Id="rId4" Type="http://schemas.openxmlformats.org/officeDocument/2006/relationships/image" Target="../media/image175.wmf"/><Relationship Id="rId9" Type="http://schemas.openxmlformats.org/officeDocument/2006/relationships/image" Target="../media/image18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5" Type="http://schemas.openxmlformats.org/officeDocument/2006/relationships/image" Target="../media/image189.wmf"/><Relationship Id="rId4" Type="http://schemas.openxmlformats.org/officeDocument/2006/relationships/image" Target="../media/image188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3" Type="http://schemas.openxmlformats.org/officeDocument/2006/relationships/image" Target="../media/image192.wmf"/><Relationship Id="rId7" Type="http://schemas.openxmlformats.org/officeDocument/2006/relationships/image" Target="../media/image196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6" Type="http://schemas.openxmlformats.org/officeDocument/2006/relationships/image" Target="../media/image195.wmf"/><Relationship Id="rId11" Type="http://schemas.openxmlformats.org/officeDocument/2006/relationships/image" Target="../media/image200.wmf"/><Relationship Id="rId5" Type="http://schemas.openxmlformats.org/officeDocument/2006/relationships/image" Target="../media/image194.wmf"/><Relationship Id="rId10" Type="http://schemas.openxmlformats.org/officeDocument/2006/relationships/image" Target="../media/image199.wmf"/><Relationship Id="rId4" Type="http://schemas.openxmlformats.org/officeDocument/2006/relationships/image" Target="../media/image193.wmf"/><Relationship Id="rId9" Type="http://schemas.openxmlformats.org/officeDocument/2006/relationships/image" Target="../media/image198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13" Type="http://schemas.openxmlformats.org/officeDocument/2006/relationships/image" Target="../media/image212.wmf"/><Relationship Id="rId3" Type="http://schemas.openxmlformats.org/officeDocument/2006/relationships/image" Target="../media/image203.wmf"/><Relationship Id="rId7" Type="http://schemas.openxmlformats.org/officeDocument/2006/relationships/image" Target="../media/image207.wmf"/><Relationship Id="rId12" Type="http://schemas.openxmlformats.org/officeDocument/2006/relationships/image" Target="../media/image211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Relationship Id="rId6" Type="http://schemas.openxmlformats.org/officeDocument/2006/relationships/image" Target="../media/image206.wmf"/><Relationship Id="rId11" Type="http://schemas.openxmlformats.org/officeDocument/2006/relationships/image" Target="../media/image210.wmf"/><Relationship Id="rId5" Type="http://schemas.openxmlformats.org/officeDocument/2006/relationships/image" Target="../media/image205.wmf"/><Relationship Id="rId10" Type="http://schemas.openxmlformats.org/officeDocument/2006/relationships/image" Target="../media/image209.wmf"/><Relationship Id="rId4" Type="http://schemas.openxmlformats.org/officeDocument/2006/relationships/image" Target="../media/image204.wmf"/><Relationship Id="rId9" Type="http://schemas.openxmlformats.org/officeDocument/2006/relationships/image" Target="../media/image20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3" Type="http://schemas.openxmlformats.org/officeDocument/2006/relationships/image" Target="../media/image192.wmf"/><Relationship Id="rId7" Type="http://schemas.openxmlformats.org/officeDocument/2006/relationships/image" Target="../media/image219.wmf"/><Relationship Id="rId12" Type="http://schemas.openxmlformats.org/officeDocument/2006/relationships/image" Target="../media/image224.wmf"/><Relationship Id="rId2" Type="http://schemas.openxmlformats.org/officeDocument/2006/relationships/image" Target="../media/image215.wmf"/><Relationship Id="rId1" Type="http://schemas.openxmlformats.org/officeDocument/2006/relationships/image" Target="../media/image190.wmf"/><Relationship Id="rId6" Type="http://schemas.openxmlformats.org/officeDocument/2006/relationships/image" Target="../media/image218.wmf"/><Relationship Id="rId11" Type="http://schemas.openxmlformats.org/officeDocument/2006/relationships/image" Target="../media/image223.wmf"/><Relationship Id="rId5" Type="http://schemas.openxmlformats.org/officeDocument/2006/relationships/image" Target="../media/image217.wmf"/><Relationship Id="rId10" Type="http://schemas.openxmlformats.org/officeDocument/2006/relationships/image" Target="../media/image222.wmf"/><Relationship Id="rId4" Type="http://schemas.openxmlformats.org/officeDocument/2006/relationships/image" Target="../media/image216.wmf"/><Relationship Id="rId9" Type="http://schemas.openxmlformats.org/officeDocument/2006/relationships/image" Target="../media/image22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Relationship Id="rId4" Type="http://schemas.openxmlformats.org/officeDocument/2006/relationships/image" Target="../media/image228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image" Target="../media/image230.wmf"/><Relationship Id="rId1" Type="http://schemas.openxmlformats.org/officeDocument/2006/relationships/image" Target="../media/image229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emf"/><Relationship Id="rId13" Type="http://schemas.openxmlformats.org/officeDocument/2006/relationships/image" Target="../media/image247.wmf"/><Relationship Id="rId18" Type="http://schemas.openxmlformats.org/officeDocument/2006/relationships/image" Target="../media/image252.wmf"/><Relationship Id="rId3" Type="http://schemas.openxmlformats.org/officeDocument/2006/relationships/image" Target="../media/image237.emf"/><Relationship Id="rId21" Type="http://schemas.openxmlformats.org/officeDocument/2006/relationships/image" Target="../media/image255.wmf"/><Relationship Id="rId7" Type="http://schemas.openxmlformats.org/officeDocument/2006/relationships/image" Target="../media/image241.emf"/><Relationship Id="rId12" Type="http://schemas.openxmlformats.org/officeDocument/2006/relationships/image" Target="../media/image246.wmf"/><Relationship Id="rId17" Type="http://schemas.openxmlformats.org/officeDocument/2006/relationships/image" Target="../media/image251.wmf"/><Relationship Id="rId2" Type="http://schemas.openxmlformats.org/officeDocument/2006/relationships/image" Target="../media/image236.wmf"/><Relationship Id="rId16" Type="http://schemas.openxmlformats.org/officeDocument/2006/relationships/image" Target="../media/image250.emf"/><Relationship Id="rId20" Type="http://schemas.openxmlformats.org/officeDocument/2006/relationships/image" Target="../media/image254.wmf"/><Relationship Id="rId1" Type="http://schemas.openxmlformats.org/officeDocument/2006/relationships/image" Target="../media/image235.wmf"/><Relationship Id="rId6" Type="http://schemas.openxmlformats.org/officeDocument/2006/relationships/image" Target="../media/image240.wmf"/><Relationship Id="rId11" Type="http://schemas.openxmlformats.org/officeDocument/2006/relationships/image" Target="../media/image245.wmf"/><Relationship Id="rId24" Type="http://schemas.openxmlformats.org/officeDocument/2006/relationships/image" Target="../media/image258.wmf"/><Relationship Id="rId5" Type="http://schemas.openxmlformats.org/officeDocument/2006/relationships/image" Target="../media/image239.emf"/><Relationship Id="rId15" Type="http://schemas.openxmlformats.org/officeDocument/2006/relationships/image" Target="../media/image249.emf"/><Relationship Id="rId23" Type="http://schemas.openxmlformats.org/officeDocument/2006/relationships/image" Target="../media/image257.wmf"/><Relationship Id="rId10" Type="http://schemas.openxmlformats.org/officeDocument/2006/relationships/image" Target="../media/image244.wmf"/><Relationship Id="rId19" Type="http://schemas.openxmlformats.org/officeDocument/2006/relationships/image" Target="../media/image253.wmf"/><Relationship Id="rId4" Type="http://schemas.openxmlformats.org/officeDocument/2006/relationships/image" Target="../media/image238.wmf"/><Relationship Id="rId9" Type="http://schemas.openxmlformats.org/officeDocument/2006/relationships/image" Target="../media/image243.wmf"/><Relationship Id="rId14" Type="http://schemas.openxmlformats.org/officeDocument/2006/relationships/image" Target="../media/image248.wmf"/><Relationship Id="rId22" Type="http://schemas.openxmlformats.org/officeDocument/2006/relationships/image" Target="../media/image256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wmf"/><Relationship Id="rId3" Type="http://schemas.openxmlformats.org/officeDocument/2006/relationships/image" Target="../media/image261.wmf"/><Relationship Id="rId7" Type="http://schemas.openxmlformats.org/officeDocument/2006/relationships/image" Target="../media/image265.wmf"/><Relationship Id="rId2" Type="http://schemas.openxmlformats.org/officeDocument/2006/relationships/image" Target="../media/image260.emf"/><Relationship Id="rId1" Type="http://schemas.openxmlformats.org/officeDocument/2006/relationships/image" Target="../media/image259.wmf"/><Relationship Id="rId6" Type="http://schemas.openxmlformats.org/officeDocument/2006/relationships/image" Target="../media/image264.wmf"/><Relationship Id="rId5" Type="http://schemas.openxmlformats.org/officeDocument/2006/relationships/image" Target="../media/image263.wmf"/><Relationship Id="rId10" Type="http://schemas.openxmlformats.org/officeDocument/2006/relationships/image" Target="../media/image251.wmf"/><Relationship Id="rId4" Type="http://schemas.openxmlformats.org/officeDocument/2006/relationships/image" Target="../media/image262.wmf"/><Relationship Id="rId9" Type="http://schemas.openxmlformats.org/officeDocument/2006/relationships/image" Target="../media/image267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3" Type="http://schemas.openxmlformats.org/officeDocument/2006/relationships/image" Target="../media/image269.wmf"/><Relationship Id="rId7" Type="http://schemas.openxmlformats.org/officeDocument/2006/relationships/image" Target="../media/image266.wmf"/><Relationship Id="rId2" Type="http://schemas.openxmlformats.org/officeDocument/2006/relationships/image" Target="../media/image207.wmf"/><Relationship Id="rId1" Type="http://schemas.openxmlformats.org/officeDocument/2006/relationships/image" Target="../media/image268.wmf"/><Relationship Id="rId6" Type="http://schemas.openxmlformats.org/officeDocument/2006/relationships/image" Target="../media/image264.wmf"/><Relationship Id="rId5" Type="http://schemas.openxmlformats.org/officeDocument/2006/relationships/image" Target="../media/image263.wmf"/><Relationship Id="rId4" Type="http://schemas.openxmlformats.org/officeDocument/2006/relationships/image" Target="../media/image252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wmf"/><Relationship Id="rId2" Type="http://schemas.openxmlformats.org/officeDocument/2006/relationships/image" Target="../media/image271.wmf"/><Relationship Id="rId1" Type="http://schemas.openxmlformats.org/officeDocument/2006/relationships/image" Target="../media/image270.wmf"/><Relationship Id="rId4" Type="http://schemas.openxmlformats.org/officeDocument/2006/relationships/image" Target="../media/image273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wmf"/><Relationship Id="rId2" Type="http://schemas.openxmlformats.org/officeDocument/2006/relationships/image" Target="../media/image275.wmf"/><Relationship Id="rId1" Type="http://schemas.openxmlformats.org/officeDocument/2006/relationships/image" Target="../media/image274.wmf"/><Relationship Id="rId5" Type="http://schemas.openxmlformats.org/officeDocument/2006/relationships/image" Target="../media/image273.wmf"/><Relationship Id="rId4" Type="http://schemas.openxmlformats.org/officeDocument/2006/relationships/image" Target="../media/image277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9.wmf"/><Relationship Id="rId1" Type="http://schemas.openxmlformats.org/officeDocument/2006/relationships/image" Target="../media/image278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wmf"/><Relationship Id="rId2" Type="http://schemas.openxmlformats.org/officeDocument/2006/relationships/image" Target="../media/image281.wmf"/><Relationship Id="rId1" Type="http://schemas.openxmlformats.org/officeDocument/2006/relationships/image" Target="../media/image280.wmf"/><Relationship Id="rId6" Type="http://schemas.openxmlformats.org/officeDocument/2006/relationships/image" Target="../media/image285.wmf"/><Relationship Id="rId5" Type="http://schemas.openxmlformats.org/officeDocument/2006/relationships/image" Target="../media/image284.wmf"/><Relationship Id="rId4" Type="http://schemas.openxmlformats.org/officeDocument/2006/relationships/image" Target="../media/image283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wmf"/><Relationship Id="rId2" Type="http://schemas.openxmlformats.org/officeDocument/2006/relationships/image" Target="../media/image287.wmf"/><Relationship Id="rId1" Type="http://schemas.openxmlformats.org/officeDocument/2006/relationships/image" Target="../media/image286.wmf"/><Relationship Id="rId6" Type="http://schemas.openxmlformats.org/officeDocument/2006/relationships/image" Target="../media/image291.wmf"/><Relationship Id="rId5" Type="http://schemas.openxmlformats.org/officeDocument/2006/relationships/image" Target="../media/image290.wmf"/><Relationship Id="rId4" Type="http://schemas.openxmlformats.org/officeDocument/2006/relationships/image" Target="../media/image289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3" Type="http://schemas.openxmlformats.org/officeDocument/2006/relationships/image" Target="../media/image294.wmf"/><Relationship Id="rId7" Type="http://schemas.openxmlformats.org/officeDocument/2006/relationships/image" Target="../media/image298.wmf"/><Relationship Id="rId2" Type="http://schemas.openxmlformats.org/officeDocument/2006/relationships/image" Target="../media/image293.wmf"/><Relationship Id="rId1" Type="http://schemas.openxmlformats.org/officeDocument/2006/relationships/image" Target="../media/image292.wmf"/><Relationship Id="rId6" Type="http://schemas.openxmlformats.org/officeDocument/2006/relationships/image" Target="../media/image297.wmf"/><Relationship Id="rId5" Type="http://schemas.openxmlformats.org/officeDocument/2006/relationships/image" Target="../media/image296.wmf"/><Relationship Id="rId4" Type="http://schemas.openxmlformats.org/officeDocument/2006/relationships/image" Target="../media/image295.wmf"/><Relationship Id="rId9" Type="http://schemas.openxmlformats.org/officeDocument/2006/relationships/image" Target="../media/image300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wmf"/><Relationship Id="rId3" Type="http://schemas.openxmlformats.org/officeDocument/2006/relationships/image" Target="../media/image302.wmf"/><Relationship Id="rId7" Type="http://schemas.openxmlformats.org/officeDocument/2006/relationships/image" Target="../media/image306.wmf"/><Relationship Id="rId2" Type="http://schemas.openxmlformats.org/officeDocument/2006/relationships/image" Target="../media/image301.wmf"/><Relationship Id="rId1" Type="http://schemas.openxmlformats.org/officeDocument/2006/relationships/image" Target="../media/image300.wmf"/><Relationship Id="rId6" Type="http://schemas.openxmlformats.org/officeDocument/2006/relationships/image" Target="../media/image305.wmf"/><Relationship Id="rId5" Type="http://schemas.openxmlformats.org/officeDocument/2006/relationships/image" Target="../media/image304.wmf"/><Relationship Id="rId4" Type="http://schemas.openxmlformats.org/officeDocument/2006/relationships/image" Target="../media/image303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wmf"/><Relationship Id="rId3" Type="http://schemas.openxmlformats.org/officeDocument/2006/relationships/image" Target="../media/image309.wmf"/><Relationship Id="rId7" Type="http://schemas.openxmlformats.org/officeDocument/2006/relationships/image" Target="../media/image312.wmf"/><Relationship Id="rId2" Type="http://schemas.openxmlformats.org/officeDocument/2006/relationships/image" Target="../media/image246.wmf"/><Relationship Id="rId1" Type="http://schemas.openxmlformats.org/officeDocument/2006/relationships/image" Target="../media/image308.wmf"/><Relationship Id="rId6" Type="http://schemas.openxmlformats.org/officeDocument/2006/relationships/image" Target="../media/image311.wmf"/><Relationship Id="rId5" Type="http://schemas.openxmlformats.org/officeDocument/2006/relationships/image" Target="../media/image310.wmf"/><Relationship Id="rId10" Type="http://schemas.openxmlformats.org/officeDocument/2006/relationships/image" Target="../media/image315.wmf"/><Relationship Id="rId4" Type="http://schemas.openxmlformats.org/officeDocument/2006/relationships/image" Target="../media/image295.wmf"/><Relationship Id="rId9" Type="http://schemas.openxmlformats.org/officeDocument/2006/relationships/image" Target="../media/image314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wmf"/><Relationship Id="rId2" Type="http://schemas.openxmlformats.org/officeDocument/2006/relationships/image" Target="../media/image317.wmf"/><Relationship Id="rId1" Type="http://schemas.openxmlformats.org/officeDocument/2006/relationships/image" Target="../media/image316.wmf"/><Relationship Id="rId6" Type="http://schemas.openxmlformats.org/officeDocument/2006/relationships/image" Target="../media/image321.wmf"/><Relationship Id="rId5" Type="http://schemas.openxmlformats.org/officeDocument/2006/relationships/image" Target="../media/image320.wmf"/><Relationship Id="rId4" Type="http://schemas.openxmlformats.org/officeDocument/2006/relationships/image" Target="../media/image319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wmf"/><Relationship Id="rId2" Type="http://schemas.openxmlformats.org/officeDocument/2006/relationships/image" Target="../media/image323.wmf"/><Relationship Id="rId1" Type="http://schemas.openxmlformats.org/officeDocument/2006/relationships/image" Target="../media/image322.wmf"/><Relationship Id="rId6" Type="http://schemas.openxmlformats.org/officeDocument/2006/relationships/image" Target="../media/image327.wmf"/><Relationship Id="rId5" Type="http://schemas.openxmlformats.org/officeDocument/2006/relationships/image" Target="../media/image326.wmf"/><Relationship Id="rId4" Type="http://schemas.openxmlformats.org/officeDocument/2006/relationships/image" Target="../media/image325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wmf"/><Relationship Id="rId3" Type="http://schemas.openxmlformats.org/officeDocument/2006/relationships/image" Target="../media/image330.wmf"/><Relationship Id="rId7" Type="http://schemas.openxmlformats.org/officeDocument/2006/relationships/image" Target="../media/image334.wmf"/><Relationship Id="rId2" Type="http://schemas.openxmlformats.org/officeDocument/2006/relationships/image" Target="../media/image329.wmf"/><Relationship Id="rId1" Type="http://schemas.openxmlformats.org/officeDocument/2006/relationships/image" Target="../media/image328.wmf"/><Relationship Id="rId6" Type="http://schemas.openxmlformats.org/officeDocument/2006/relationships/image" Target="../media/image333.wmf"/><Relationship Id="rId11" Type="http://schemas.openxmlformats.org/officeDocument/2006/relationships/image" Target="../media/image338.wmf"/><Relationship Id="rId5" Type="http://schemas.openxmlformats.org/officeDocument/2006/relationships/image" Target="../media/image332.wmf"/><Relationship Id="rId10" Type="http://schemas.openxmlformats.org/officeDocument/2006/relationships/image" Target="../media/image337.wmf"/><Relationship Id="rId4" Type="http://schemas.openxmlformats.org/officeDocument/2006/relationships/image" Target="../media/image331.wmf"/><Relationship Id="rId9" Type="http://schemas.openxmlformats.org/officeDocument/2006/relationships/image" Target="../media/image336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wmf"/><Relationship Id="rId3" Type="http://schemas.openxmlformats.org/officeDocument/2006/relationships/image" Target="../media/image341.wmf"/><Relationship Id="rId7" Type="http://schemas.openxmlformats.org/officeDocument/2006/relationships/image" Target="../media/image345.wmf"/><Relationship Id="rId2" Type="http://schemas.openxmlformats.org/officeDocument/2006/relationships/image" Target="../media/image340.wmf"/><Relationship Id="rId1" Type="http://schemas.openxmlformats.org/officeDocument/2006/relationships/image" Target="../media/image339.wmf"/><Relationship Id="rId6" Type="http://schemas.openxmlformats.org/officeDocument/2006/relationships/image" Target="../media/image344.wmf"/><Relationship Id="rId5" Type="http://schemas.openxmlformats.org/officeDocument/2006/relationships/image" Target="../media/image343.wmf"/><Relationship Id="rId10" Type="http://schemas.openxmlformats.org/officeDocument/2006/relationships/image" Target="../media/image333.wmf"/><Relationship Id="rId4" Type="http://schemas.openxmlformats.org/officeDocument/2006/relationships/image" Target="../media/image342.wmf"/><Relationship Id="rId9" Type="http://schemas.openxmlformats.org/officeDocument/2006/relationships/image" Target="../media/image328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wmf"/><Relationship Id="rId3" Type="http://schemas.openxmlformats.org/officeDocument/2006/relationships/image" Target="../media/image349.wmf"/><Relationship Id="rId7" Type="http://schemas.openxmlformats.org/officeDocument/2006/relationships/image" Target="../media/image353.wmf"/><Relationship Id="rId2" Type="http://schemas.openxmlformats.org/officeDocument/2006/relationships/image" Target="../media/image348.wmf"/><Relationship Id="rId1" Type="http://schemas.openxmlformats.org/officeDocument/2006/relationships/image" Target="../media/image347.wmf"/><Relationship Id="rId6" Type="http://schemas.openxmlformats.org/officeDocument/2006/relationships/image" Target="../media/image352.wmf"/><Relationship Id="rId5" Type="http://schemas.openxmlformats.org/officeDocument/2006/relationships/image" Target="../media/image351.wmf"/><Relationship Id="rId4" Type="http://schemas.openxmlformats.org/officeDocument/2006/relationships/image" Target="../media/image350.wmf"/><Relationship Id="rId9" Type="http://schemas.openxmlformats.org/officeDocument/2006/relationships/image" Target="../media/image355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3.wmf"/><Relationship Id="rId3" Type="http://schemas.openxmlformats.org/officeDocument/2006/relationships/image" Target="../media/image358.wmf"/><Relationship Id="rId7" Type="http://schemas.openxmlformats.org/officeDocument/2006/relationships/image" Target="../media/image362.wmf"/><Relationship Id="rId2" Type="http://schemas.openxmlformats.org/officeDocument/2006/relationships/image" Target="../media/image357.wmf"/><Relationship Id="rId1" Type="http://schemas.openxmlformats.org/officeDocument/2006/relationships/image" Target="../media/image356.wmf"/><Relationship Id="rId6" Type="http://schemas.openxmlformats.org/officeDocument/2006/relationships/image" Target="../media/image361.wmf"/><Relationship Id="rId5" Type="http://schemas.openxmlformats.org/officeDocument/2006/relationships/image" Target="../media/image360.wmf"/><Relationship Id="rId4" Type="http://schemas.openxmlformats.org/officeDocument/2006/relationships/image" Target="../media/image359.wmf"/><Relationship Id="rId9" Type="http://schemas.openxmlformats.org/officeDocument/2006/relationships/image" Target="../media/image364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5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8.wmf"/><Relationship Id="rId7" Type="http://schemas.openxmlformats.org/officeDocument/2006/relationships/image" Target="../media/image372.wmf"/><Relationship Id="rId2" Type="http://schemas.openxmlformats.org/officeDocument/2006/relationships/image" Target="../media/image367.wmf"/><Relationship Id="rId1" Type="http://schemas.openxmlformats.org/officeDocument/2006/relationships/image" Target="../media/image366.wmf"/><Relationship Id="rId6" Type="http://schemas.openxmlformats.org/officeDocument/2006/relationships/image" Target="../media/image371.wmf"/><Relationship Id="rId5" Type="http://schemas.openxmlformats.org/officeDocument/2006/relationships/image" Target="../media/image370.wmf"/><Relationship Id="rId4" Type="http://schemas.openxmlformats.org/officeDocument/2006/relationships/image" Target="../media/image369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wmf"/><Relationship Id="rId3" Type="http://schemas.openxmlformats.org/officeDocument/2006/relationships/image" Target="../media/image375.wmf"/><Relationship Id="rId7" Type="http://schemas.openxmlformats.org/officeDocument/2006/relationships/image" Target="../media/image379.wmf"/><Relationship Id="rId2" Type="http://schemas.openxmlformats.org/officeDocument/2006/relationships/image" Target="../media/image374.wmf"/><Relationship Id="rId1" Type="http://schemas.openxmlformats.org/officeDocument/2006/relationships/image" Target="../media/image373.wmf"/><Relationship Id="rId6" Type="http://schemas.openxmlformats.org/officeDocument/2006/relationships/image" Target="../media/image378.wmf"/><Relationship Id="rId11" Type="http://schemas.openxmlformats.org/officeDocument/2006/relationships/image" Target="../media/image383.wmf"/><Relationship Id="rId5" Type="http://schemas.openxmlformats.org/officeDocument/2006/relationships/image" Target="../media/image377.wmf"/><Relationship Id="rId10" Type="http://schemas.openxmlformats.org/officeDocument/2006/relationships/image" Target="../media/image382.wmf"/><Relationship Id="rId4" Type="http://schemas.openxmlformats.org/officeDocument/2006/relationships/image" Target="../media/image376.wmf"/><Relationship Id="rId9" Type="http://schemas.openxmlformats.org/officeDocument/2006/relationships/image" Target="../media/image381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7.wmf"/><Relationship Id="rId2" Type="http://schemas.openxmlformats.org/officeDocument/2006/relationships/image" Target="../media/image385.wmf"/><Relationship Id="rId1" Type="http://schemas.openxmlformats.org/officeDocument/2006/relationships/image" Target="../media/image384.wmf"/><Relationship Id="rId6" Type="http://schemas.openxmlformats.org/officeDocument/2006/relationships/image" Target="../media/image383.wmf"/><Relationship Id="rId5" Type="http://schemas.openxmlformats.org/officeDocument/2006/relationships/image" Target="../media/image387.wmf"/><Relationship Id="rId4" Type="http://schemas.openxmlformats.org/officeDocument/2006/relationships/image" Target="../media/image386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wmf"/><Relationship Id="rId3" Type="http://schemas.openxmlformats.org/officeDocument/2006/relationships/image" Target="../media/image390.wmf"/><Relationship Id="rId7" Type="http://schemas.openxmlformats.org/officeDocument/2006/relationships/image" Target="../media/image394.wmf"/><Relationship Id="rId2" Type="http://schemas.openxmlformats.org/officeDocument/2006/relationships/image" Target="../media/image389.wmf"/><Relationship Id="rId1" Type="http://schemas.openxmlformats.org/officeDocument/2006/relationships/image" Target="../media/image388.wmf"/><Relationship Id="rId6" Type="http://schemas.openxmlformats.org/officeDocument/2006/relationships/image" Target="../media/image393.wmf"/><Relationship Id="rId11" Type="http://schemas.openxmlformats.org/officeDocument/2006/relationships/image" Target="../media/image398.wmf"/><Relationship Id="rId5" Type="http://schemas.openxmlformats.org/officeDocument/2006/relationships/image" Target="../media/image392.wmf"/><Relationship Id="rId10" Type="http://schemas.openxmlformats.org/officeDocument/2006/relationships/image" Target="../media/image397.wmf"/><Relationship Id="rId4" Type="http://schemas.openxmlformats.org/officeDocument/2006/relationships/image" Target="../media/image391.wmf"/><Relationship Id="rId9" Type="http://schemas.openxmlformats.org/officeDocument/2006/relationships/image" Target="../media/image396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wmf"/><Relationship Id="rId3" Type="http://schemas.openxmlformats.org/officeDocument/2006/relationships/image" Target="../media/image401.wmf"/><Relationship Id="rId7" Type="http://schemas.openxmlformats.org/officeDocument/2006/relationships/image" Target="../media/image405.wmf"/><Relationship Id="rId2" Type="http://schemas.openxmlformats.org/officeDocument/2006/relationships/image" Target="../media/image400.wmf"/><Relationship Id="rId1" Type="http://schemas.openxmlformats.org/officeDocument/2006/relationships/image" Target="../media/image399.wmf"/><Relationship Id="rId6" Type="http://schemas.openxmlformats.org/officeDocument/2006/relationships/image" Target="../media/image404.wmf"/><Relationship Id="rId5" Type="http://schemas.openxmlformats.org/officeDocument/2006/relationships/image" Target="../media/image403.wmf"/><Relationship Id="rId10" Type="http://schemas.openxmlformats.org/officeDocument/2006/relationships/image" Target="../media/image408.wmf"/><Relationship Id="rId4" Type="http://schemas.openxmlformats.org/officeDocument/2006/relationships/image" Target="../media/image402.wmf"/><Relationship Id="rId9" Type="http://schemas.openxmlformats.org/officeDocument/2006/relationships/image" Target="../media/image407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6.wmf"/><Relationship Id="rId3" Type="http://schemas.openxmlformats.org/officeDocument/2006/relationships/image" Target="../media/image411.wmf"/><Relationship Id="rId7" Type="http://schemas.openxmlformats.org/officeDocument/2006/relationships/image" Target="../media/image415.wmf"/><Relationship Id="rId2" Type="http://schemas.openxmlformats.org/officeDocument/2006/relationships/image" Target="../media/image410.wmf"/><Relationship Id="rId1" Type="http://schemas.openxmlformats.org/officeDocument/2006/relationships/image" Target="../media/image409.wmf"/><Relationship Id="rId6" Type="http://schemas.openxmlformats.org/officeDocument/2006/relationships/image" Target="../media/image414.wmf"/><Relationship Id="rId5" Type="http://schemas.openxmlformats.org/officeDocument/2006/relationships/image" Target="../media/image413.wmf"/><Relationship Id="rId4" Type="http://schemas.openxmlformats.org/officeDocument/2006/relationships/image" Target="../media/image412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9.wmf"/><Relationship Id="rId7" Type="http://schemas.openxmlformats.org/officeDocument/2006/relationships/image" Target="../media/image423.wmf"/><Relationship Id="rId2" Type="http://schemas.openxmlformats.org/officeDocument/2006/relationships/image" Target="../media/image418.wmf"/><Relationship Id="rId1" Type="http://schemas.openxmlformats.org/officeDocument/2006/relationships/image" Target="../media/image417.wmf"/><Relationship Id="rId6" Type="http://schemas.openxmlformats.org/officeDocument/2006/relationships/image" Target="../media/image422.wmf"/><Relationship Id="rId5" Type="http://schemas.openxmlformats.org/officeDocument/2006/relationships/image" Target="../media/image421.wmf"/><Relationship Id="rId4" Type="http://schemas.openxmlformats.org/officeDocument/2006/relationships/image" Target="../media/image420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6.wmf"/><Relationship Id="rId2" Type="http://schemas.openxmlformats.org/officeDocument/2006/relationships/image" Target="../media/image425.wmf"/><Relationship Id="rId1" Type="http://schemas.openxmlformats.org/officeDocument/2006/relationships/image" Target="../media/image424.wmf"/><Relationship Id="rId6" Type="http://schemas.openxmlformats.org/officeDocument/2006/relationships/image" Target="../media/image429.wmf"/><Relationship Id="rId5" Type="http://schemas.openxmlformats.org/officeDocument/2006/relationships/image" Target="../media/image428.wmf"/><Relationship Id="rId4" Type="http://schemas.openxmlformats.org/officeDocument/2006/relationships/image" Target="../media/image427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wmf"/><Relationship Id="rId3" Type="http://schemas.openxmlformats.org/officeDocument/2006/relationships/image" Target="../media/image432.wmf"/><Relationship Id="rId7" Type="http://schemas.openxmlformats.org/officeDocument/2006/relationships/image" Target="../media/image436.wmf"/><Relationship Id="rId12" Type="http://schemas.openxmlformats.org/officeDocument/2006/relationships/image" Target="../media/image441.wmf"/><Relationship Id="rId2" Type="http://schemas.openxmlformats.org/officeDocument/2006/relationships/image" Target="../media/image431.wmf"/><Relationship Id="rId1" Type="http://schemas.openxmlformats.org/officeDocument/2006/relationships/image" Target="../media/image430.wmf"/><Relationship Id="rId6" Type="http://schemas.openxmlformats.org/officeDocument/2006/relationships/image" Target="../media/image435.wmf"/><Relationship Id="rId11" Type="http://schemas.openxmlformats.org/officeDocument/2006/relationships/image" Target="../media/image440.wmf"/><Relationship Id="rId5" Type="http://schemas.openxmlformats.org/officeDocument/2006/relationships/image" Target="../media/image434.wmf"/><Relationship Id="rId10" Type="http://schemas.openxmlformats.org/officeDocument/2006/relationships/image" Target="../media/image439.wmf"/><Relationship Id="rId4" Type="http://schemas.openxmlformats.org/officeDocument/2006/relationships/image" Target="../media/image433.wmf"/><Relationship Id="rId9" Type="http://schemas.openxmlformats.org/officeDocument/2006/relationships/image" Target="../media/image4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B16FA-C879-4226-B89F-E7EB85904D3A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42D36-8605-4790-AF9E-62C1D973FAD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7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651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570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04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3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1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57.bin"/><Relationship Id="rId18" Type="http://schemas.openxmlformats.org/officeDocument/2006/relationships/image" Target="../media/image60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5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10" Type="http://schemas.openxmlformats.org/officeDocument/2006/relationships/image" Target="../media/image56.wmf"/><Relationship Id="rId19" Type="http://schemas.openxmlformats.org/officeDocument/2006/relationships/oleObject" Target="../embeddings/oleObject60.bin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5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66.bin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75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6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10" Type="http://schemas.openxmlformats.org/officeDocument/2006/relationships/image" Target="../media/image71.wmf"/><Relationship Id="rId19" Type="http://schemas.openxmlformats.org/officeDocument/2006/relationships/oleObject" Target="../embeddings/oleObject75.bin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7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81.bin"/><Relationship Id="rId18" Type="http://schemas.openxmlformats.org/officeDocument/2006/relationships/oleObject" Target="../embeddings/oleObject84.bin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80.wmf"/><Relationship Id="rId19" Type="http://schemas.openxmlformats.org/officeDocument/2006/relationships/image" Target="../media/image84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8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8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0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9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image" Target="../media/image102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101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0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09.bin"/><Relationship Id="rId18" Type="http://schemas.openxmlformats.org/officeDocument/2006/relationships/image" Target="../media/image110.wmf"/><Relationship Id="rId26" Type="http://schemas.openxmlformats.org/officeDocument/2006/relationships/image" Target="../media/image114.wmf"/><Relationship Id="rId3" Type="http://schemas.openxmlformats.org/officeDocument/2006/relationships/oleObject" Target="../embeddings/oleObject104.bin"/><Relationship Id="rId21" Type="http://schemas.openxmlformats.org/officeDocument/2006/relationships/oleObject" Target="../embeddings/oleObject113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111.bin"/><Relationship Id="rId25" Type="http://schemas.openxmlformats.org/officeDocument/2006/relationships/oleObject" Target="../embeddings/oleObject1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9.wmf"/><Relationship Id="rId20" Type="http://schemas.openxmlformats.org/officeDocument/2006/relationships/image" Target="../media/image111.wmf"/><Relationship Id="rId29" Type="http://schemas.openxmlformats.org/officeDocument/2006/relationships/oleObject" Target="../embeddings/oleObject117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08.bin"/><Relationship Id="rId24" Type="http://schemas.openxmlformats.org/officeDocument/2006/relationships/image" Target="../media/image113.wmf"/><Relationship Id="rId32" Type="http://schemas.openxmlformats.org/officeDocument/2006/relationships/image" Target="../media/image117.wmf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23" Type="http://schemas.openxmlformats.org/officeDocument/2006/relationships/oleObject" Target="../embeddings/oleObject114.bin"/><Relationship Id="rId28" Type="http://schemas.openxmlformats.org/officeDocument/2006/relationships/image" Target="../media/image115.wmf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112.bin"/><Relationship Id="rId31" Type="http://schemas.openxmlformats.org/officeDocument/2006/relationships/oleObject" Target="../embeddings/oleObject118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08.wmf"/><Relationship Id="rId22" Type="http://schemas.openxmlformats.org/officeDocument/2006/relationships/image" Target="../media/image112.wmf"/><Relationship Id="rId27" Type="http://schemas.openxmlformats.org/officeDocument/2006/relationships/oleObject" Target="../embeddings/oleObject116.bin"/><Relationship Id="rId30" Type="http://schemas.openxmlformats.org/officeDocument/2006/relationships/image" Target="../media/image11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24.bin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2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125.wmf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26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0.wmf"/><Relationship Id="rId18" Type="http://schemas.openxmlformats.org/officeDocument/2006/relationships/oleObject" Target="../embeddings/oleObject134.bin"/><Relationship Id="rId26" Type="http://schemas.openxmlformats.org/officeDocument/2006/relationships/oleObject" Target="../embeddings/oleObject138.bin"/><Relationship Id="rId39" Type="http://schemas.openxmlformats.org/officeDocument/2006/relationships/image" Target="../media/image143.wmf"/><Relationship Id="rId21" Type="http://schemas.openxmlformats.org/officeDocument/2006/relationships/image" Target="../media/image134.wmf"/><Relationship Id="rId34" Type="http://schemas.openxmlformats.org/officeDocument/2006/relationships/oleObject" Target="../embeddings/oleObject142.bin"/><Relationship Id="rId42" Type="http://schemas.openxmlformats.org/officeDocument/2006/relationships/oleObject" Target="../embeddings/oleObject146.bin"/><Relationship Id="rId7" Type="http://schemas.openxmlformats.org/officeDocument/2006/relationships/image" Target="../media/image12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3.bin"/><Relationship Id="rId29" Type="http://schemas.openxmlformats.org/officeDocument/2006/relationships/image" Target="../media/image138.w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29.wmf"/><Relationship Id="rId24" Type="http://schemas.openxmlformats.org/officeDocument/2006/relationships/oleObject" Target="../embeddings/oleObject137.bin"/><Relationship Id="rId32" Type="http://schemas.openxmlformats.org/officeDocument/2006/relationships/oleObject" Target="../embeddings/oleObject141.bin"/><Relationship Id="rId37" Type="http://schemas.openxmlformats.org/officeDocument/2006/relationships/image" Target="../media/image142.wmf"/><Relationship Id="rId40" Type="http://schemas.openxmlformats.org/officeDocument/2006/relationships/oleObject" Target="../embeddings/oleObject145.bin"/><Relationship Id="rId45" Type="http://schemas.openxmlformats.org/officeDocument/2006/relationships/image" Target="../media/image146.wmf"/><Relationship Id="rId5" Type="http://schemas.openxmlformats.org/officeDocument/2006/relationships/image" Target="../media/image126.wmf"/><Relationship Id="rId15" Type="http://schemas.openxmlformats.org/officeDocument/2006/relationships/image" Target="../media/image131.wmf"/><Relationship Id="rId23" Type="http://schemas.openxmlformats.org/officeDocument/2006/relationships/image" Target="../media/image135.wmf"/><Relationship Id="rId28" Type="http://schemas.openxmlformats.org/officeDocument/2006/relationships/oleObject" Target="../embeddings/oleObject139.bin"/><Relationship Id="rId36" Type="http://schemas.openxmlformats.org/officeDocument/2006/relationships/oleObject" Target="../embeddings/oleObject143.bin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33.wmf"/><Relationship Id="rId31" Type="http://schemas.openxmlformats.org/officeDocument/2006/relationships/image" Target="../media/image139.wmf"/><Relationship Id="rId44" Type="http://schemas.openxmlformats.org/officeDocument/2006/relationships/oleObject" Target="../embeddings/oleObject147.bin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28.wmf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136.bin"/><Relationship Id="rId27" Type="http://schemas.openxmlformats.org/officeDocument/2006/relationships/image" Target="../media/image137.wmf"/><Relationship Id="rId30" Type="http://schemas.openxmlformats.org/officeDocument/2006/relationships/oleObject" Target="../embeddings/oleObject140.bin"/><Relationship Id="rId35" Type="http://schemas.openxmlformats.org/officeDocument/2006/relationships/image" Target="../media/image141.wmf"/><Relationship Id="rId43" Type="http://schemas.openxmlformats.org/officeDocument/2006/relationships/image" Target="../media/image145.wmf"/><Relationship Id="rId8" Type="http://schemas.openxmlformats.org/officeDocument/2006/relationships/oleObject" Target="../embeddings/oleObject129.bin"/><Relationship Id="rId3" Type="http://schemas.openxmlformats.org/officeDocument/2006/relationships/notesSlide" Target="../notesSlides/notesSlide2.xml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32.wmf"/><Relationship Id="rId25" Type="http://schemas.openxmlformats.org/officeDocument/2006/relationships/image" Target="../media/image136.wmf"/><Relationship Id="rId33" Type="http://schemas.openxmlformats.org/officeDocument/2006/relationships/image" Target="../media/image140.wmf"/><Relationship Id="rId38" Type="http://schemas.openxmlformats.org/officeDocument/2006/relationships/oleObject" Target="../embeddings/oleObject144.bin"/><Relationship Id="rId20" Type="http://schemas.openxmlformats.org/officeDocument/2006/relationships/oleObject" Target="../embeddings/oleObject135.bin"/><Relationship Id="rId41" Type="http://schemas.openxmlformats.org/officeDocument/2006/relationships/image" Target="../media/image14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54.wmf"/><Relationship Id="rId26" Type="http://schemas.openxmlformats.org/officeDocument/2006/relationships/image" Target="../media/image137.wmf"/><Relationship Id="rId3" Type="http://schemas.openxmlformats.org/officeDocument/2006/relationships/oleObject" Target="../embeddings/oleObject148.bin"/><Relationship Id="rId21" Type="http://schemas.openxmlformats.org/officeDocument/2006/relationships/oleObject" Target="../embeddings/oleObject157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51.wmf"/><Relationship Id="rId17" Type="http://schemas.openxmlformats.org/officeDocument/2006/relationships/oleObject" Target="../embeddings/oleObject155.bin"/><Relationship Id="rId25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3.wmf"/><Relationship Id="rId20" Type="http://schemas.openxmlformats.org/officeDocument/2006/relationships/image" Target="../media/image155.wmf"/><Relationship Id="rId29" Type="http://schemas.openxmlformats.org/officeDocument/2006/relationships/oleObject" Target="../embeddings/oleObject140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52.bin"/><Relationship Id="rId24" Type="http://schemas.openxmlformats.org/officeDocument/2006/relationships/image" Target="../media/image157.wmf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23" Type="http://schemas.openxmlformats.org/officeDocument/2006/relationships/oleObject" Target="../embeddings/oleObject158.bin"/><Relationship Id="rId28" Type="http://schemas.openxmlformats.org/officeDocument/2006/relationships/image" Target="../media/image158.wmf"/><Relationship Id="rId10" Type="http://schemas.openxmlformats.org/officeDocument/2006/relationships/image" Target="../media/image150.wmf"/><Relationship Id="rId19" Type="http://schemas.openxmlformats.org/officeDocument/2006/relationships/oleObject" Target="../embeddings/oleObject156.bin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52.wmf"/><Relationship Id="rId22" Type="http://schemas.openxmlformats.org/officeDocument/2006/relationships/image" Target="../media/image156.wmf"/><Relationship Id="rId27" Type="http://schemas.openxmlformats.org/officeDocument/2006/relationships/oleObject" Target="../embeddings/oleObject159.bin"/><Relationship Id="rId30" Type="http://schemas.openxmlformats.org/officeDocument/2006/relationships/image" Target="../media/image13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oleObject" Target="../embeddings/oleObject165.bin"/><Relationship Id="rId18" Type="http://schemas.openxmlformats.org/officeDocument/2006/relationships/image" Target="../media/image166.wmf"/><Relationship Id="rId26" Type="http://schemas.openxmlformats.org/officeDocument/2006/relationships/image" Target="../media/image139.wmf"/><Relationship Id="rId3" Type="http://schemas.openxmlformats.org/officeDocument/2006/relationships/oleObject" Target="../embeddings/oleObject160.bin"/><Relationship Id="rId21" Type="http://schemas.openxmlformats.org/officeDocument/2006/relationships/oleObject" Target="../embeddings/oleObject169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63.wmf"/><Relationship Id="rId17" Type="http://schemas.openxmlformats.org/officeDocument/2006/relationships/oleObject" Target="../embeddings/oleObject167.bin"/><Relationship Id="rId25" Type="http://schemas.openxmlformats.org/officeDocument/2006/relationships/oleObject" Target="../embeddings/oleObject1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5.wmf"/><Relationship Id="rId20" Type="http://schemas.openxmlformats.org/officeDocument/2006/relationships/image" Target="../media/image167.wmf"/><Relationship Id="rId29" Type="http://schemas.openxmlformats.org/officeDocument/2006/relationships/oleObject" Target="../embeddings/oleObject172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64.bin"/><Relationship Id="rId24" Type="http://schemas.openxmlformats.org/officeDocument/2006/relationships/image" Target="../media/image169.wmf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23" Type="http://schemas.openxmlformats.org/officeDocument/2006/relationships/oleObject" Target="../embeddings/oleObject170.bin"/><Relationship Id="rId28" Type="http://schemas.openxmlformats.org/officeDocument/2006/relationships/image" Target="../media/image170.wmf"/><Relationship Id="rId10" Type="http://schemas.openxmlformats.org/officeDocument/2006/relationships/image" Target="../media/image162.wmf"/><Relationship Id="rId19" Type="http://schemas.openxmlformats.org/officeDocument/2006/relationships/oleObject" Target="../embeddings/oleObject168.bin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64.wmf"/><Relationship Id="rId22" Type="http://schemas.openxmlformats.org/officeDocument/2006/relationships/image" Target="../media/image168.wmf"/><Relationship Id="rId27" Type="http://schemas.openxmlformats.org/officeDocument/2006/relationships/oleObject" Target="../embeddings/oleObject171.bin"/><Relationship Id="rId30" Type="http://schemas.openxmlformats.org/officeDocument/2006/relationships/image" Target="../media/image17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oleObject" Target="../embeddings/oleObject178.bin"/><Relationship Id="rId18" Type="http://schemas.openxmlformats.org/officeDocument/2006/relationships/image" Target="../media/image179.wmf"/><Relationship Id="rId26" Type="http://schemas.openxmlformats.org/officeDocument/2006/relationships/image" Target="../media/image183.wmf"/><Relationship Id="rId3" Type="http://schemas.openxmlformats.org/officeDocument/2006/relationships/oleObject" Target="../embeddings/oleObject173.bin"/><Relationship Id="rId21" Type="http://schemas.openxmlformats.org/officeDocument/2006/relationships/oleObject" Target="../embeddings/oleObject182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76.wmf"/><Relationship Id="rId17" Type="http://schemas.openxmlformats.org/officeDocument/2006/relationships/oleObject" Target="../embeddings/oleObject180.bin"/><Relationship Id="rId25" Type="http://schemas.openxmlformats.org/officeDocument/2006/relationships/oleObject" Target="../embeddings/oleObject1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8.wmf"/><Relationship Id="rId20" Type="http://schemas.openxmlformats.org/officeDocument/2006/relationships/image" Target="../media/image180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3.wmf"/><Relationship Id="rId11" Type="http://schemas.openxmlformats.org/officeDocument/2006/relationships/oleObject" Target="../embeddings/oleObject177.bin"/><Relationship Id="rId24" Type="http://schemas.openxmlformats.org/officeDocument/2006/relationships/image" Target="../media/image182.wmf"/><Relationship Id="rId5" Type="http://schemas.openxmlformats.org/officeDocument/2006/relationships/oleObject" Target="../embeddings/oleObject174.bin"/><Relationship Id="rId15" Type="http://schemas.openxmlformats.org/officeDocument/2006/relationships/oleObject" Target="../embeddings/oleObject179.bin"/><Relationship Id="rId23" Type="http://schemas.openxmlformats.org/officeDocument/2006/relationships/oleObject" Target="../embeddings/oleObject183.bin"/><Relationship Id="rId28" Type="http://schemas.openxmlformats.org/officeDocument/2006/relationships/image" Target="../media/image184.wmf"/><Relationship Id="rId10" Type="http://schemas.openxmlformats.org/officeDocument/2006/relationships/image" Target="../media/image175.wmf"/><Relationship Id="rId19" Type="http://schemas.openxmlformats.org/officeDocument/2006/relationships/oleObject" Target="../embeddings/oleObject181.bin"/><Relationship Id="rId4" Type="http://schemas.openxmlformats.org/officeDocument/2006/relationships/image" Target="../media/image172.w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177.wmf"/><Relationship Id="rId22" Type="http://schemas.openxmlformats.org/officeDocument/2006/relationships/image" Target="../media/image181.wmf"/><Relationship Id="rId27" Type="http://schemas.openxmlformats.org/officeDocument/2006/relationships/oleObject" Target="../embeddings/oleObject18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3" Type="http://schemas.openxmlformats.org/officeDocument/2006/relationships/oleObject" Target="../embeddings/oleObject186.bin"/><Relationship Id="rId7" Type="http://schemas.openxmlformats.org/officeDocument/2006/relationships/oleObject" Target="../embeddings/oleObject188.bin"/><Relationship Id="rId12" Type="http://schemas.openxmlformats.org/officeDocument/2006/relationships/image" Target="../media/image18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190.bin"/><Relationship Id="rId5" Type="http://schemas.openxmlformats.org/officeDocument/2006/relationships/oleObject" Target="../embeddings/oleObject187.bin"/><Relationship Id="rId10" Type="http://schemas.openxmlformats.org/officeDocument/2006/relationships/image" Target="../media/image188.wmf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18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oleObject" Target="../embeddings/oleObject196.bin"/><Relationship Id="rId18" Type="http://schemas.openxmlformats.org/officeDocument/2006/relationships/image" Target="../media/image197.wmf"/><Relationship Id="rId3" Type="http://schemas.openxmlformats.org/officeDocument/2006/relationships/oleObject" Target="../embeddings/oleObject191.bin"/><Relationship Id="rId21" Type="http://schemas.openxmlformats.org/officeDocument/2006/relationships/oleObject" Target="../embeddings/oleObject200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94.wmf"/><Relationship Id="rId17" Type="http://schemas.openxmlformats.org/officeDocument/2006/relationships/oleObject" Target="../embeddings/oleObject1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6.wmf"/><Relationship Id="rId20" Type="http://schemas.openxmlformats.org/officeDocument/2006/relationships/image" Target="../media/image198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91.wmf"/><Relationship Id="rId11" Type="http://schemas.openxmlformats.org/officeDocument/2006/relationships/oleObject" Target="../embeddings/oleObject195.bin"/><Relationship Id="rId24" Type="http://schemas.openxmlformats.org/officeDocument/2006/relationships/image" Target="../media/image200.wmf"/><Relationship Id="rId5" Type="http://schemas.openxmlformats.org/officeDocument/2006/relationships/oleObject" Target="../embeddings/oleObject192.bin"/><Relationship Id="rId15" Type="http://schemas.openxmlformats.org/officeDocument/2006/relationships/oleObject" Target="../embeddings/oleObject197.bin"/><Relationship Id="rId23" Type="http://schemas.openxmlformats.org/officeDocument/2006/relationships/oleObject" Target="../embeddings/oleObject201.bin"/><Relationship Id="rId10" Type="http://schemas.openxmlformats.org/officeDocument/2006/relationships/image" Target="../media/image193.wmf"/><Relationship Id="rId19" Type="http://schemas.openxmlformats.org/officeDocument/2006/relationships/oleObject" Target="../embeddings/oleObject199.bin"/><Relationship Id="rId4" Type="http://schemas.openxmlformats.org/officeDocument/2006/relationships/image" Target="../media/image190.wmf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195.wmf"/><Relationship Id="rId22" Type="http://schemas.openxmlformats.org/officeDocument/2006/relationships/image" Target="../media/image19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190.wmf"/><Relationship Id="rId26" Type="http://schemas.openxmlformats.org/officeDocument/2006/relationships/image" Target="../media/image211.wmf"/><Relationship Id="rId3" Type="http://schemas.openxmlformats.org/officeDocument/2006/relationships/oleObject" Target="../embeddings/oleObject202.bin"/><Relationship Id="rId21" Type="http://schemas.openxmlformats.org/officeDocument/2006/relationships/oleObject" Target="../embeddings/oleObject211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205.wmf"/><Relationship Id="rId17" Type="http://schemas.openxmlformats.org/officeDocument/2006/relationships/oleObject" Target="../embeddings/oleObject209.bin"/><Relationship Id="rId25" Type="http://schemas.openxmlformats.org/officeDocument/2006/relationships/oleObject" Target="../embeddings/oleObject2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7.wmf"/><Relationship Id="rId20" Type="http://schemas.openxmlformats.org/officeDocument/2006/relationships/image" Target="../media/image208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02.wmf"/><Relationship Id="rId11" Type="http://schemas.openxmlformats.org/officeDocument/2006/relationships/oleObject" Target="../embeddings/oleObject206.bin"/><Relationship Id="rId24" Type="http://schemas.openxmlformats.org/officeDocument/2006/relationships/image" Target="../media/image210.wmf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23" Type="http://schemas.openxmlformats.org/officeDocument/2006/relationships/oleObject" Target="../embeddings/oleObject212.bin"/><Relationship Id="rId28" Type="http://schemas.openxmlformats.org/officeDocument/2006/relationships/image" Target="../media/image212.wmf"/><Relationship Id="rId10" Type="http://schemas.openxmlformats.org/officeDocument/2006/relationships/image" Target="../media/image204.wmf"/><Relationship Id="rId19" Type="http://schemas.openxmlformats.org/officeDocument/2006/relationships/oleObject" Target="../embeddings/oleObject210.bin"/><Relationship Id="rId4" Type="http://schemas.openxmlformats.org/officeDocument/2006/relationships/image" Target="../media/image201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206.wmf"/><Relationship Id="rId22" Type="http://schemas.openxmlformats.org/officeDocument/2006/relationships/image" Target="../media/image209.wmf"/><Relationship Id="rId27" Type="http://schemas.openxmlformats.org/officeDocument/2006/relationships/oleObject" Target="../embeddings/oleObject214.bin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220.wmf"/><Relationship Id="rId26" Type="http://schemas.openxmlformats.org/officeDocument/2006/relationships/image" Target="../media/image224.wmf"/><Relationship Id="rId3" Type="http://schemas.openxmlformats.org/officeDocument/2006/relationships/oleObject" Target="../embeddings/oleObject209.bin"/><Relationship Id="rId21" Type="http://schemas.openxmlformats.org/officeDocument/2006/relationships/oleObject" Target="../embeddings/oleObject222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217.wmf"/><Relationship Id="rId17" Type="http://schemas.openxmlformats.org/officeDocument/2006/relationships/oleObject" Target="../embeddings/oleObject220.bin"/><Relationship Id="rId25" Type="http://schemas.openxmlformats.org/officeDocument/2006/relationships/oleObject" Target="../embeddings/oleObject2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9.wmf"/><Relationship Id="rId20" Type="http://schemas.openxmlformats.org/officeDocument/2006/relationships/image" Target="../media/image221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17.bin"/><Relationship Id="rId24" Type="http://schemas.openxmlformats.org/officeDocument/2006/relationships/image" Target="../media/image223.wmf"/><Relationship Id="rId5" Type="http://schemas.openxmlformats.org/officeDocument/2006/relationships/oleObject" Target="../embeddings/oleObject215.bin"/><Relationship Id="rId15" Type="http://schemas.openxmlformats.org/officeDocument/2006/relationships/oleObject" Target="../embeddings/oleObject219.bin"/><Relationship Id="rId23" Type="http://schemas.openxmlformats.org/officeDocument/2006/relationships/oleObject" Target="../embeddings/oleObject223.bin"/><Relationship Id="rId10" Type="http://schemas.openxmlformats.org/officeDocument/2006/relationships/image" Target="../media/image216.wmf"/><Relationship Id="rId19" Type="http://schemas.openxmlformats.org/officeDocument/2006/relationships/oleObject" Target="../embeddings/oleObject221.bin"/><Relationship Id="rId4" Type="http://schemas.openxmlformats.org/officeDocument/2006/relationships/image" Target="../media/image190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218.wmf"/><Relationship Id="rId22" Type="http://schemas.openxmlformats.org/officeDocument/2006/relationships/image" Target="../media/image22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oleObject" Target="../embeddings/oleObject225.bin"/><Relationship Id="rId7" Type="http://schemas.openxmlformats.org/officeDocument/2006/relationships/oleObject" Target="../embeddings/oleObject2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26.wmf"/><Relationship Id="rId5" Type="http://schemas.openxmlformats.org/officeDocument/2006/relationships/oleObject" Target="../embeddings/oleObject226.bin"/><Relationship Id="rId10" Type="http://schemas.openxmlformats.org/officeDocument/2006/relationships/image" Target="../media/image228.wmf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28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oleObject" Target="../embeddings/oleObject229.bin"/><Relationship Id="rId7" Type="http://schemas.openxmlformats.org/officeDocument/2006/relationships/oleObject" Target="../embeddings/oleObject231.bin"/><Relationship Id="rId12" Type="http://schemas.openxmlformats.org/officeDocument/2006/relationships/image" Target="../media/image23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30.wmf"/><Relationship Id="rId11" Type="http://schemas.openxmlformats.org/officeDocument/2006/relationships/oleObject" Target="../embeddings/oleObject233.bin"/><Relationship Id="rId5" Type="http://schemas.openxmlformats.org/officeDocument/2006/relationships/oleObject" Target="../embeddings/oleObject230.bin"/><Relationship Id="rId10" Type="http://schemas.openxmlformats.org/officeDocument/2006/relationships/image" Target="../media/image231.wmf"/><Relationship Id="rId4" Type="http://schemas.openxmlformats.org/officeDocument/2006/relationships/image" Target="../media/image229.wmf"/><Relationship Id="rId9" Type="http://schemas.openxmlformats.org/officeDocument/2006/relationships/oleObject" Target="../embeddings/oleObject232.bin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9.bin"/><Relationship Id="rId18" Type="http://schemas.openxmlformats.org/officeDocument/2006/relationships/image" Target="../media/image242.emf"/><Relationship Id="rId26" Type="http://schemas.openxmlformats.org/officeDocument/2006/relationships/image" Target="../media/image246.wmf"/><Relationship Id="rId39" Type="http://schemas.openxmlformats.org/officeDocument/2006/relationships/oleObject" Target="../embeddings/oleObject252.bin"/><Relationship Id="rId21" Type="http://schemas.openxmlformats.org/officeDocument/2006/relationships/oleObject" Target="../embeddings/oleObject243.bin"/><Relationship Id="rId34" Type="http://schemas.openxmlformats.org/officeDocument/2006/relationships/image" Target="../media/image250.emf"/><Relationship Id="rId42" Type="http://schemas.openxmlformats.org/officeDocument/2006/relationships/image" Target="../media/image254.wmf"/><Relationship Id="rId47" Type="http://schemas.openxmlformats.org/officeDocument/2006/relationships/oleObject" Target="../embeddings/oleObject256.bin"/><Relationship Id="rId50" Type="http://schemas.openxmlformats.org/officeDocument/2006/relationships/image" Target="../media/image258.wmf"/><Relationship Id="rId7" Type="http://schemas.openxmlformats.org/officeDocument/2006/relationships/oleObject" Target="../embeddings/oleObject2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1.emf"/><Relationship Id="rId29" Type="http://schemas.openxmlformats.org/officeDocument/2006/relationships/oleObject" Target="../embeddings/oleObject247.bin"/><Relationship Id="rId11" Type="http://schemas.openxmlformats.org/officeDocument/2006/relationships/oleObject" Target="../embeddings/oleObject238.bin"/><Relationship Id="rId24" Type="http://schemas.openxmlformats.org/officeDocument/2006/relationships/image" Target="../media/image245.wmf"/><Relationship Id="rId32" Type="http://schemas.openxmlformats.org/officeDocument/2006/relationships/image" Target="../media/image249.emf"/><Relationship Id="rId37" Type="http://schemas.openxmlformats.org/officeDocument/2006/relationships/oleObject" Target="../embeddings/oleObject251.bin"/><Relationship Id="rId40" Type="http://schemas.openxmlformats.org/officeDocument/2006/relationships/image" Target="../media/image253.wmf"/><Relationship Id="rId45" Type="http://schemas.openxmlformats.org/officeDocument/2006/relationships/oleObject" Target="../embeddings/oleObject255.bin"/><Relationship Id="rId5" Type="http://schemas.openxmlformats.org/officeDocument/2006/relationships/oleObject" Target="../embeddings/oleObject235.bin"/><Relationship Id="rId15" Type="http://schemas.openxmlformats.org/officeDocument/2006/relationships/oleObject" Target="../embeddings/oleObject240.bin"/><Relationship Id="rId23" Type="http://schemas.openxmlformats.org/officeDocument/2006/relationships/oleObject" Target="../embeddings/oleObject244.bin"/><Relationship Id="rId28" Type="http://schemas.openxmlformats.org/officeDocument/2006/relationships/image" Target="../media/image247.wmf"/><Relationship Id="rId36" Type="http://schemas.openxmlformats.org/officeDocument/2006/relationships/image" Target="../media/image251.wmf"/><Relationship Id="rId49" Type="http://schemas.openxmlformats.org/officeDocument/2006/relationships/oleObject" Target="../embeddings/oleObject257.bin"/><Relationship Id="rId10" Type="http://schemas.openxmlformats.org/officeDocument/2006/relationships/image" Target="../media/image238.wmf"/><Relationship Id="rId19" Type="http://schemas.openxmlformats.org/officeDocument/2006/relationships/oleObject" Target="../embeddings/oleObject242.bin"/><Relationship Id="rId31" Type="http://schemas.openxmlformats.org/officeDocument/2006/relationships/oleObject" Target="../embeddings/oleObject248.bin"/><Relationship Id="rId44" Type="http://schemas.openxmlformats.org/officeDocument/2006/relationships/image" Target="../media/image255.wmf"/><Relationship Id="rId4" Type="http://schemas.openxmlformats.org/officeDocument/2006/relationships/image" Target="../media/image235.wmf"/><Relationship Id="rId9" Type="http://schemas.openxmlformats.org/officeDocument/2006/relationships/oleObject" Target="../embeddings/oleObject237.bin"/><Relationship Id="rId14" Type="http://schemas.openxmlformats.org/officeDocument/2006/relationships/image" Target="../media/image240.wmf"/><Relationship Id="rId22" Type="http://schemas.openxmlformats.org/officeDocument/2006/relationships/image" Target="../media/image244.wmf"/><Relationship Id="rId27" Type="http://schemas.openxmlformats.org/officeDocument/2006/relationships/oleObject" Target="../embeddings/oleObject246.bin"/><Relationship Id="rId30" Type="http://schemas.openxmlformats.org/officeDocument/2006/relationships/image" Target="../media/image248.wmf"/><Relationship Id="rId35" Type="http://schemas.openxmlformats.org/officeDocument/2006/relationships/oleObject" Target="../embeddings/oleObject250.bin"/><Relationship Id="rId43" Type="http://schemas.openxmlformats.org/officeDocument/2006/relationships/oleObject" Target="../embeddings/oleObject254.bin"/><Relationship Id="rId48" Type="http://schemas.openxmlformats.org/officeDocument/2006/relationships/image" Target="../media/image257.wmf"/><Relationship Id="rId8" Type="http://schemas.openxmlformats.org/officeDocument/2006/relationships/image" Target="../media/image237.emf"/><Relationship Id="rId3" Type="http://schemas.openxmlformats.org/officeDocument/2006/relationships/oleObject" Target="../embeddings/oleObject234.bin"/><Relationship Id="rId12" Type="http://schemas.openxmlformats.org/officeDocument/2006/relationships/image" Target="../media/image239.emf"/><Relationship Id="rId17" Type="http://schemas.openxmlformats.org/officeDocument/2006/relationships/oleObject" Target="../embeddings/oleObject241.bin"/><Relationship Id="rId25" Type="http://schemas.openxmlformats.org/officeDocument/2006/relationships/oleObject" Target="../embeddings/oleObject245.bin"/><Relationship Id="rId33" Type="http://schemas.openxmlformats.org/officeDocument/2006/relationships/oleObject" Target="../embeddings/oleObject249.bin"/><Relationship Id="rId38" Type="http://schemas.openxmlformats.org/officeDocument/2006/relationships/image" Target="../media/image252.wmf"/><Relationship Id="rId46" Type="http://schemas.openxmlformats.org/officeDocument/2006/relationships/image" Target="../media/image256.wmf"/><Relationship Id="rId20" Type="http://schemas.openxmlformats.org/officeDocument/2006/relationships/image" Target="../media/image243.wmf"/><Relationship Id="rId41" Type="http://schemas.openxmlformats.org/officeDocument/2006/relationships/oleObject" Target="../embeddings/oleObject253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36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13" Type="http://schemas.openxmlformats.org/officeDocument/2006/relationships/oleObject" Target="../embeddings/oleObject263.bin"/><Relationship Id="rId18" Type="http://schemas.openxmlformats.org/officeDocument/2006/relationships/image" Target="../media/image266.wmf"/><Relationship Id="rId3" Type="http://schemas.openxmlformats.org/officeDocument/2006/relationships/oleObject" Target="../embeddings/oleObject258.bin"/><Relationship Id="rId21" Type="http://schemas.openxmlformats.org/officeDocument/2006/relationships/oleObject" Target="../embeddings/oleObject267.bin"/><Relationship Id="rId7" Type="http://schemas.openxmlformats.org/officeDocument/2006/relationships/oleObject" Target="../embeddings/oleObject260.bin"/><Relationship Id="rId12" Type="http://schemas.openxmlformats.org/officeDocument/2006/relationships/image" Target="../media/image263.wmf"/><Relationship Id="rId17" Type="http://schemas.openxmlformats.org/officeDocument/2006/relationships/oleObject" Target="../embeddings/oleObject2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5.wmf"/><Relationship Id="rId20" Type="http://schemas.openxmlformats.org/officeDocument/2006/relationships/image" Target="../media/image267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60.emf"/><Relationship Id="rId11" Type="http://schemas.openxmlformats.org/officeDocument/2006/relationships/oleObject" Target="../embeddings/oleObject262.bin"/><Relationship Id="rId5" Type="http://schemas.openxmlformats.org/officeDocument/2006/relationships/oleObject" Target="../embeddings/oleObject259.bin"/><Relationship Id="rId15" Type="http://schemas.openxmlformats.org/officeDocument/2006/relationships/oleObject" Target="../embeddings/oleObject264.bin"/><Relationship Id="rId10" Type="http://schemas.openxmlformats.org/officeDocument/2006/relationships/image" Target="../media/image262.wmf"/><Relationship Id="rId19" Type="http://schemas.openxmlformats.org/officeDocument/2006/relationships/oleObject" Target="../embeddings/oleObject266.bin"/><Relationship Id="rId4" Type="http://schemas.openxmlformats.org/officeDocument/2006/relationships/image" Target="../media/image259.wmf"/><Relationship Id="rId9" Type="http://schemas.openxmlformats.org/officeDocument/2006/relationships/oleObject" Target="../embeddings/oleObject261.bin"/><Relationship Id="rId14" Type="http://schemas.openxmlformats.org/officeDocument/2006/relationships/image" Target="../media/image264.wmf"/><Relationship Id="rId22" Type="http://schemas.openxmlformats.org/officeDocument/2006/relationships/image" Target="../media/image251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13" Type="http://schemas.openxmlformats.org/officeDocument/2006/relationships/oleObject" Target="../embeddings/oleObject273.bin"/><Relationship Id="rId18" Type="http://schemas.openxmlformats.org/officeDocument/2006/relationships/image" Target="../media/image251.wmf"/><Relationship Id="rId3" Type="http://schemas.openxmlformats.org/officeDocument/2006/relationships/oleObject" Target="../embeddings/oleObject268.bin"/><Relationship Id="rId7" Type="http://schemas.openxmlformats.org/officeDocument/2006/relationships/oleObject" Target="../embeddings/oleObject270.bin"/><Relationship Id="rId12" Type="http://schemas.openxmlformats.org/officeDocument/2006/relationships/image" Target="../media/image263.wmf"/><Relationship Id="rId17" Type="http://schemas.openxmlformats.org/officeDocument/2006/relationships/oleObject" Target="../embeddings/oleObject2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6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07.wmf"/><Relationship Id="rId11" Type="http://schemas.openxmlformats.org/officeDocument/2006/relationships/oleObject" Target="../embeddings/oleObject272.bin"/><Relationship Id="rId5" Type="http://schemas.openxmlformats.org/officeDocument/2006/relationships/oleObject" Target="../embeddings/oleObject269.bin"/><Relationship Id="rId15" Type="http://schemas.openxmlformats.org/officeDocument/2006/relationships/oleObject" Target="../embeddings/oleObject274.bin"/><Relationship Id="rId10" Type="http://schemas.openxmlformats.org/officeDocument/2006/relationships/image" Target="../media/image252.wmf"/><Relationship Id="rId4" Type="http://schemas.openxmlformats.org/officeDocument/2006/relationships/image" Target="../media/image268.wmf"/><Relationship Id="rId9" Type="http://schemas.openxmlformats.org/officeDocument/2006/relationships/oleObject" Target="../embeddings/oleObject271.bin"/><Relationship Id="rId14" Type="http://schemas.openxmlformats.org/officeDocument/2006/relationships/image" Target="../media/image264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3" Type="http://schemas.openxmlformats.org/officeDocument/2006/relationships/oleObject" Target="../embeddings/oleObject275.bin"/><Relationship Id="rId7" Type="http://schemas.openxmlformats.org/officeDocument/2006/relationships/oleObject" Target="../embeddings/oleObject2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71.wmf"/><Relationship Id="rId5" Type="http://schemas.openxmlformats.org/officeDocument/2006/relationships/oleObject" Target="../embeddings/oleObject276.bin"/><Relationship Id="rId10" Type="http://schemas.openxmlformats.org/officeDocument/2006/relationships/image" Target="../media/image273.wmf"/><Relationship Id="rId4" Type="http://schemas.openxmlformats.org/officeDocument/2006/relationships/image" Target="../media/image270.wmf"/><Relationship Id="rId9" Type="http://schemas.openxmlformats.org/officeDocument/2006/relationships/oleObject" Target="../embeddings/oleObject278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wmf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27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75.wmf"/><Relationship Id="rId11" Type="http://schemas.openxmlformats.org/officeDocument/2006/relationships/oleObject" Target="../embeddings/oleObject283.bin"/><Relationship Id="rId5" Type="http://schemas.openxmlformats.org/officeDocument/2006/relationships/oleObject" Target="../embeddings/oleObject280.bin"/><Relationship Id="rId10" Type="http://schemas.openxmlformats.org/officeDocument/2006/relationships/image" Target="../media/image277.wmf"/><Relationship Id="rId4" Type="http://schemas.openxmlformats.org/officeDocument/2006/relationships/image" Target="../media/image274.wmf"/><Relationship Id="rId9" Type="http://schemas.openxmlformats.org/officeDocument/2006/relationships/oleObject" Target="../embeddings/oleObject282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79.wmf"/><Relationship Id="rId5" Type="http://schemas.openxmlformats.org/officeDocument/2006/relationships/oleObject" Target="../embeddings/oleObject285.bin"/><Relationship Id="rId4" Type="http://schemas.openxmlformats.org/officeDocument/2006/relationships/image" Target="../media/image278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13" Type="http://schemas.openxmlformats.org/officeDocument/2006/relationships/oleObject" Target="../embeddings/oleObject291.bin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88.bin"/><Relationship Id="rId12" Type="http://schemas.openxmlformats.org/officeDocument/2006/relationships/image" Target="../media/image28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81.wmf"/><Relationship Id="rId11" Type="http://schemas.openxmlformats.org/officeDocument/2006/relationships/oleObject" Target="../embeddings/oleObject290.bin"/><Relationship Id="rId5" Type="http://schemas.openxmlformats.org/officeDocument/2006/relationships/oleObject" Target="../embeddings/oleObject287.bin"/><Relationship Id="rId10" Type="http://schemas.openxmlformats.org/officeDocument/2006/relationships/image" Target="../media/image283.wmf"/><Relationship Id="rId4" Type="http://schemas.openxmlformats.org/officeDocument/2006/relationships/image" Target="../media/image280.wmf"/><Relationship Id="rId9" Type="http://schemas.openxmlformats.org/officeDocument/2006/relationships/oleObject" Target="../embeddings/oleObject289.bin"/><Relationship Id="rId14" Type="http://schemas.openxmlformats.org/officeDocument/2006/relationships/image" Target="../media/image285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wmf"/><Relationship Id="rId13" Type="http://schemas.openxmlformats.org/officeDocument/2006/relationships/oleObject" Target="../embeddings/oleObject297.bin"/><Relationship Id="rId3" Type="http://schemas.openxmlformats.org/officeDocument/2006/relationships/oleObject" Target="../embeddings/oleObject292.bin"/><Relationship Id="rId7" Type="http://schemas.openxmlformats.org/officeDocument/2006/relationships/oleObject" Target="../embeddings/oleObject294.bin"/><Relationship Id="rId12" Type="http://schemas.openxmlformats.org/officeDocument/2006/relationships/image" Target="../media/image29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87.wmf"/><Relationship Id="rId11" Type="http://schemas.openxmlformats.org/officeDocument/2006/relationships/oleObject" Target="../embeddings/oleObject296.bin"/><Relationship Id="rId5" Type="http://schemas.openxmlformats.org/officeDocument/2006/relationships/oleObject" Target="../embeddings/oleObject293.bin"/><Relationship Id="rId10" Type="http://schemas.openxmlformats.org/officeDocument/2006/relationships/image" Target="../media/image289.wmf"/><Relationship Id="rId4" Type="http://schemas.openxmlformats.org/officeDocument/2006/relationships/image" Target="../media/image286.wmf"/><Relationship Id="rId9" Type="http://schemas.openxmlformats.org/officeDocument/2006/relationships/oleObject" Target="../embeddings/oleObject295.bin"/><Relationship Id="rId14" Type="http://schemas.openxmlformats.org/officeDocument/2006/relationships/image" Target="../media/image291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wmf"/><Relationship Id="rId13" Type="http://schemas.openxmlformats.org/officeDocument/2006/relationships/oleObject" Target="../embeddings/oleObject303.bin"/><Relationship Id="rId18" Type="http://schemas.openxmlformats.org/officeDocument/2006/relationships/image" Target="../media/image299.wmf"/><Relationship Id="rId3" Type="http://schemas.openxmlformats.org/officeDocument/2006/relationships/oleObject" Target="../embeddings/oleObject298.bin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296.wmf"/><Relationship Id="rId17" Type="http://schemas.openxmlformats.org/officeDocument/2006/relationships/oleObject" Target="../embeddings/oleObject3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8.wmf"/><Relationship Id="rId20" Type="http://schemas.openxmlformats.org/officeDocument/2006/relationships/image" Target="../media/image300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93.wmf"/><Relationship Id="rId11" Type="http://schemas.openxmlformats.org/officeDocument/2006/relationships/oleObject" Target="../embeddings/oleObject302.bin"/><Relationship Id="rId5" Type="http://schemas.openxmlformats.org/officeDocument/2006/relationships/oleObject" Target="../embeddings/oleObject299.bin"/><Relationship Id="rId15" Type="http://schemas.openxmlformats.org/officeDocument/2006/relationships/oleObject" Target="../embeddings/oleObject304.bin"/><Relationship Id="rId10" Type="http://schemas.openxmlformats.org/officeDocument/2006/relationships/image" Target="../media/image295.wmf"/><Relationship Id="rId19" Type="http://schemas.openxmlformats.org/officeDocument/2006/relationships/oleObject" Target="../embeddings/oleObject306.bin"/><Relationship Id="rId4" Type="http://schemas.openxmlformats.org/officeDocument/2006/relationships/image" Target="../media/image292.wmf"/><Relationship Id="rId9" Type="http://schemas.openxmlformats.org/officeDocument/2006/relationships/oleObject" Target="../embeddings/oleObject301.bin"/><Relationship Id="rId14" Type="http://schemas.openxmlformats.org/officeDocument/2006/relationships/image" Target="../media/image297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wmf"/><Relationship Id="rId13" Type="http://schemas.openxmlformats.org/officeDocument/2006/relationships/oleObject" Target="../embeddings/oleObject312.bin"/><Relationship Id="rId18" Type="http://schemas.openxmlformats.org/officeDocument/2006/relationships/image" Target="../media/image307.wmf"/><Relationship Id="rId3" Type="http://schemas.openxmlformats.org/officeDocument/2006/relationships/oleObject" Target="../embeddings/oleObject307.bin"/><Relationship Id="rId7" Type="http://schemas.openxmlformats.org/officeDocument/2006/relationships/oleObject" Target="../embeddings/oleObject309.bin"/><Relationship Id="rId12" Type="http://schemas.openxmlformats.org/officeDocument/2006/relationships/image" Target="../media/image304.wmf"/><Relationship Id="rId17" Type="http://schemas.openxmlformats.org/officeDocument/2006/relationships/oleObject" Target="../embeddings/oleObject3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6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01.wmf"/><Relationship Id="rId11" Type="http://schemas.openxmlformats.org/officeDocument/2006/relationships/oleObject" Target="../embeddings/oleObject311.bin"/><Relationship Id="rId5" Type="http://schemas.openxmlformats.org/officeDocument/2006/relationships/oleObject" Target="../embeddings/oleObject308.bin"/><Relationship Id="rId15" Type="http://schemas.openxmlformats.org/officeDocument/2006/relationships/oleObject" Target="../embeddings/oleObject313.bin"/><Relationship Id="rId10" Type="http://schemas.openxmlformats.org/officeDocument/2006/relationships/image" Target="../media/image303.wmf"/><Relationship Id="rId4" Type="http://schemas.openxmlformats.org/officeDocument/2006/relationships/image" Target="../media/image300.wmf"/><Relationship Id="rId9" Type="http://schemas.openxmlformats.org/officeDocument/2006/relationships/oleObject" Target="../embeddings/oleObject310.bin"/><Relationship Id="rId14" Type="http://schemas.openxmlformats.org/officeDocument/2006/relationships/image" Target="../media/image305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wmf"/><Relationship Id="rId13" Type="http://schemas.openxmlformats.org/officeDocument/2006/relationships/oleObject" Target="../embeddings/oleObject319.bin"/><Relationship Id="rId18" Type="http://schemas.openxmlformats.org/officeDocument/2006/relationships/image" Target="../media/image313.wmf"/><Relationship Id="rId3" Type="http://schemas.openxmlformats.org/officeDocument/2006/relationships/oleObject" Target="../embeddings/oleObject315.bin"/><Relationship Id="rId21" Type="http://schemas.openxmlformats.org/officeDocument/2006/relationships/oleObject" Target="../embeddings/oleObject323.bin"/><Relationship Id="rId7" Type="http://schemas.openxmlformats.org/officeDocument/2006/relationships/oleObject" Target="../embeddings/oleObject316.bin"/><Relationship Id="rId12" Type="http://schemas.openxmlformats.org/officeDocument/2006/relationships/image" Target="../media/image310.wmf"/><Relationship Id="rId17" Type="http://schemas.openxmlformats.org/officeDocument/2006/relationships/oleObject" Target="../embeddings/oleObject3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2.wmf"/><Relationship Id="rId20" Type="http://schemas.openxmlformats.org/officeDocument/2006/relationships/image" Target="../media/image314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46.wmf"/><Relationship Id="rId11" Type="http://schemas.openxmlformats.org/officeDocument/2006/relationships/oleObject" Target="../embeddings/oleObject318.bin"/><Relationship Id="rId5" Type="http://schemas.openxmlformats.org/officeDocument/2006/relationships/oleObject" Target="../embeddings/oleObject245.bin"/><Relationship Id="rId15" Type="http://schemas.openxmlformats.org/officeDocument/2006/relationships/oleObject" Target="../embeddings/oleObject320.bin"/><Relationship Id="rId10" Type="http://schemas.openxmlformats.org/officeDocument/2006/relationships/image" Target="../media/image295.wmf"/><Relationship Id="rId19" Type="http://schemas.openxmlformats.org/officeDocument/2006/relationships/oleObject" Target="../embeddings/oleObject322.bin"/><Relationship Id="rId4" Type="http://schemas.openxmlformats.org/officeDocument/2006/relationships/image" Target="../media/image308.wmf"/><Relationship Id="rId9" Type="http://schemas.openxmlformats.org/officeDocument/2006/relationships/oleObject" Target="../embeddings/oleObject317.bin"/><Relationship Id="rId14" Type="http://schemas.openxmlformats.org/officeDocument/2006/relationships/image" Target="../media/image311.wmf"/><Relationship Id="rId22" Type="http://schemas.openxmlformats.org/officeDocument/2006/relationships/image" Target="../media/image315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8.wmf"/><Relationship Id="rId13" Type="http://schemas.openxmlformats.org/officeDocument/2006/relationships/oleObject" Target="../embeddings/oleObject329.bin"/><Relationship Id="rId3" Type="http://schemas.openxmlformats.org/officeDocument/2006/relationships/oleObject" Target="../embeddings/oleObject324.bin"/><Relationship Id="rId7" Type="http://schemas.openxmlformats.org/officeDocument/2006/relationships/oleObject" Target="../embeddings/oleObject326.bin"/><Relationship Id="rId12" Type="http://schemas.openxmlformats.org/officeDocument/2006/relationships/image" Target="../media/image3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17.wmf"/><Relationship Id="rId11" Type="http://schemas.openxmlformats.org/officeDocument/2006/relationships/oleObject" Target="../embeddings/oleObject328.bin"/><Relationship Id="rId5" Type="http://schemas.openxmlformats.org/officeDocument/2006/relationships/oleObject" Target="../embeddings/oleObject325.bin"/><Relationship Id="rId10" Type="http://schemas.openxmlformats.org/officeDocument/2006/relationships/image" Target="../media/image319.wmf"/><Relationship Id="rId4" Type="http://schemas.openxmlformats.org/officeDocument/2006/relationships/image" Target="../media/image316.wmf"/><Relationship Id="rId9" Type="http://schemas.openxmlformats.org/officeDocument/2006/relationships/oleObject" Target="../embeddings/oleObject327.bin"/><Relationship Id="rId14" Type="http://schemas.openxmlformats.org/officeDocument/2006/relationships/image" Target="../media/image321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wmf"/><Relationship Id="rId13" Type="http://schemas.openxmlformats.org/officeDocument/2006/relationships/oleObject" Target="../embeddings/oleObject335.bin"/><Relationship Id="rId3" Type="http://schemas.openxmlformats.org/officeDocument/2006/relationships/oleObject" Target="../embeddings/oleObject330.bin"/><Relationship Id="rId7" Type="http://schemas.openxmlformats.org/officeDocument/2006/relationships/oleObject" Target="../embeddings/oleObject332.bin"/><Relationship Id="rId12" Type="http://schemas.openxmlformats.org/officeDocument/2006/relationships/image" Target="../media/image3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23.wmf"/><Relationship Id="rId11" Type="http://schemas.openxmlformats.org/officeDocument/2006/relationships/oleObject" Target="../embeddings/oleObject334.bin"/><Relationship Id="rId5" Type="http://schemas.openxmlformats.org/officeDocument/2006/relationships/oleObject" Target="../embeddings/oleObject331.bin"/><Relationship Id="rId10" Type="http://schemas.openxmlformats.org/officeDocument/2006/relationships/image" Target="../media/image325.wmf"/><Relationship Id="rId4" Type="http://schemas.openxmlformats.org/officeDocument/2006/relationships/image" Target="../media/image322.wmf"/><Relationship Id="rId9" Type="http://schemas.openxmlformats.org/officeDocument/2006/relationships/oleObject" Target="../embeddings/oleObject333.bin"/><Relationship Id="rId14" Type="http://schemas.openxmlformats.org/officeDocument/2006/relationships/image" Target="../media/image327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wmf"/><Relationship Id="rId13" Type="http://schemas.openxmlformats.org/officeDocument/2006/relationships/oleObject" Target="../embeddings/oleObject341.bin"/><Relationship Id="rId18" Type="http://schemas.openxmlformats.org/officeDocument/2006/relationships/image" Target="../media/image335.wmf"/><Relationship Id="rId3" Type="http://schemas.openxmlformats.org/officeDocument/2006/relationships/oleObject" Target="../embeddings/oleObject336.bin"/><Relationship Id="rId21" Type="http://schemas.openxmlformats.org/officeDocument/2006/relationships/oleObject" Target="../embeddings/oleObject345.bin"/><Relationship Id="rId7" Type="http://schemas.openxmlformats.org/officeDocument/2006/relationships/oleObject" Target="../embeddings/oleObject338.bin"/><Relationship Id="rId12" Type="http://schemas.openxmlformats.org/officeDocument/2006/relationships/image" Target="../media/image332.wmf"/><Relationship Id="rId17" Type="http://schemas.openxmlformats.org/officeDocument/2006/relationships/oleObject" Target="../embeddings/oleObject3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4.wmf"/><Relationship Id="rId20" Type="http://schemas.openxmlformats.org/officeDocument/2006/relationships/image" Target="../media/image336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29.wmf"/><Relationship Id="rId11" Type="http://schemas.openxmlformats.org/officeDocument/2006/relationships/oleObject" Target="../embeddings/oleObject340.bin"/><Relationship Id="rId24" Type="http://schemas.openxmlformats.org/officeDocument/2006/relationships/image" Target="../media/image338.wmf"/><Relationship Id="rId5" Type="http://schemas.openxmlformats.org/officeDocument/2006/relationships/oleObject" Target="../embeddings/oleObject337.bin"/><Relationship Id="rId15" Type="http://schemas.openxmlformats.org/officeDocument/2006/relationships/oleObject" Target="../embeddings/oleObject342.bin"/><Relationship Id="rId23" Type="http://schemas.openxmlformats.org/officeDocument/2006/relationships/oleObject" Target="../embeddings/oleObject346.bin"/><Relationship Id="rId10" Type="http://schemas.openxmlformats.org/officeDocument/2006/relationships/image" Target="../media/image331.wmf"/><Relationship Id="rId19" Type="http://schemas.openxmlformats.org/officeDocument/2006/relationships/oleObject" Target="../embeddings/oleObject344.bin"/><Relationship Id="rId4" Type="http://schemas.openxmlformats.org/officeDocument/2006/relationships/image" Target="../media/image328.wmf"/><Relationship Id="rId9" Type="http://schemas.openxmlformats.org/officeDocument/2006/relationships/oleObject" Target="../embeddings/oleObject339.bin"/><Relationship Id="rId14" Type="http://schemas.openxmlformats.org/officeDocument/2006/relationships/image" Target="../media/image333.wmf"/><Relationship Id="rId22" Type="http://schemas.openxmlformats.org/officeDocument/2006/relationships/image" Target="../media/image337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wmf"/><Relationship Id="rId13" Type="http://schemas.openxmlformats.org/officeDocument/2006/relationships/oleObject" Target="../embeddings/oleObject352.bin"/><Relationship Id="rId18" Type="http://schemas.openxmlformats.org/officeDocument/2006/relationships/image" Target="../media/image346.wmf"/><Relationship Id="rId3" Type="http://schemas.openxmlformats.org/officeDocument/2006/relationships/oleObject" Target="../embeddings/oleObject347.bin"/><Relationship Id="rId21" Type="http://schemas.openxmlformats.org/officeDocument/2006/relationships/oleObject" Target="../embeddings/oleObject356.bin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343.wmf"/><Relationship Id="rId17" Type="http://schemas.openxmlformats.org/officeDocument/2006/relationships/oleObject" Target="../embeddings/oleObject3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5.wmf"/><Relationship Id="rId20" Type="http://schemas.openxmlformats.org/officeDocument/2006/relationships/image" Target="../media/image328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40.wmf"/><Relationship Id="rId11" Type="http://schemas.openxmlformats.org/officeDocument/2006/relationships/oleObject" Target="../embeddings/oleObject351.bin"/><Relationship Id="rId5" Type="http://schemas.openxmlformats.org/officeDocument/2006/relationships/oleObject" Target="../embeddings/oleObject348.bin"/><Relationship Id="rId15" Type="http://schemas.openxmlformats.org/officeDocument/2006/relationships/oleObject" Target="../embeddings/oleObject353.bin"/><Relationship Id="rId10" Type="http://schemas.openxmlformats.org/officeDocument/2006/relationships/image" Target="../media/image342.wmf"/><Relationship Id="rId19" Type="http://schemas.openxmlformats.org/officeDocument/2006/relationships/oleObject" Target="../embeddings/oleObject355.bin"/><Relationship Id="rId4" Type="http://schemas.openxmlformats.org/officeDocument/2006/relationships/image" Target="../media/image339.wmf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344.wmf"/><Relationship Id="rId22" Type="http://schemas.openxmlformats.org/officeDocument/2006/relationships/image" Target="../media/image333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wmf"/><Relationship Id="rId13" Type="http://schemas.openxmlformats.org/officeDocument/2006/relationships/oleObject" Target="../embeddings/oleObject362.bin"/><Relationship Id="rId18" Type="http://schemas.openxmlformats.org/officeDocument/2006/relationships/image" Target="../media/image354.wmf"/><Relationship Id="rId3" Type="http://schemas.openxmlformats.org/officeDocument/2006/relationships/oleObject" Target="../embeddings/oleObject357.bin"/><Relationship Id="rId7" Type="http://schemas.openxmlformats.org/officeDocument/2006/relationships/oleObject" Target="../embeddings/oleObject359.bin"/><Relationship Id="rId12" Type="http://schemas.openxmlformats.org/officeDocument/2006/relationships/image" Target="../media/image351.wmf"/><Relationship Id="rId17" Type="http://schemas.openxmlformats.org/officeDocument/2006/relationships/oleObject" Target="../embeddings/oleObject3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3.wmf"/><Relationship Id="rId20" Type="http://schemas.openxmlformats.org/officeDocument/2006/relationships/image" Target="../media/image355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48.wmf"/><Relationship Id="rId11" Type="http://schemas.openxmlformats.org/officeDocument/2006/relationships/oleObject" Target="../embeddings/oleObject361.bin"/><Relationship Id="rId5" Type="http://schemas.openxmlformats.org/officeDocument/2006/relationships/oleObject" Target="../embeddings/oleObject358.bin"/><Relationship Id="rId15" Type="http://schemas.openxmlformats.org/officeDocument/2006/relationships/oleObject" Target="../embeddings/oleObject363.bin"/><Relationship Id="rId10" Type="http://schemas.openxmlformats.org/officeDocument/2006/relationships/image" Target="../media/image350.wmf"/><Relationship Id="rId19" Type="http://schemas.openxmlformats.org/officeDocument/2006/relationships/oleObject" Target="../embeddings/oleObject365.bin"/><Relationship Id="rId4" Type="http://schemas.openxmlformats.org/officeDocument/2006/relationships/image" Target="../media/image347.wmf"/><Relationship Id="rId9" Type="http://schemas.openxmlformats.org/officeDocument/2006/relationships/oleObject" Target="../embeddings/oleObject360.bin"/><Relationship Id="rId14" Type="http://schemas.openxmlformats.org/officeDocument/2006/relationships/image" Target="../media/image352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wmf"/><Relationship Id="rId13" Type="http://schemas.openxmlformats.org/officeDocument/2006/relationships/oleObject" Target="../embeddings/oleObject371.bin"/><Relationship Id="rId18" Type="http://schemas.openxmlformats.org/officeDocument/2006/relationships/image" Target="../media/image363.wmf"/><Relationship Id="rId3" Type="http://schemas.openxmlformats.org/officeDocument/2006/relationships/oleObject" Target="../embeddings/oleObject366.bin"/><Relationship Id="rId7" Type="http://schemas.openxmlformats.org/officeDocument/2006/relationships/oleObject" Target="../embeddings/oleObject368.bin"/><Relationship Id="rId12" Type="http://schemas.openxmlformats.org/officeDocument/2006/relationships/image" Target="../media/image360.wmf"/><Relationship Id="rId17" Type="http://schemas.openxmlformats.org/officeDocument/2006/relationships/oleObject" Target="../embeddings/oleObject3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2.wmf"/><Relationship Id="rId20" Type="http://schemas.openxmlformats.org/officeDocument/2006/relationships/image" Target="../media/image364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57.wmf"/><Relationship Id="rId11" Type="http://schemas.openxmlformats.org/officeDocument/2006/relationships/oleObject" Target="../embeddings/oleObject370.bin"/><Relationship Id="rId5" Type="http://schemas.openxmlformats.org/officeDocument/2006/relationships/oleObject" Target="../embeddings/oleObject367.bin"/><Relationship Id="rId15" Type="http://schemas.openxmlformats.org/officeDocument/2006/relationships/oleObject" Target="../embeddings/oleObject372.bin"/><Relationship Id="rId10" Type="http://schemas.openxmlformats.org/officeDocument/2006/relationships/image" Target="../media/image359.wmf"/><Relationship Id="rId19" Type="http://schemas.openxmlformats.org/officeDocument/2006/relationships/oleObject" Target="../embeddings/oleObject374.bin"/><Relationship Id="rId4" Type="http://schemas.openxmlformats.org/officeDocument/2006/relationships/image" Target="../media/image356.wmf"/><Relationship Id="rId9" Type="http://schemas.openxmlformats.org/officeDocument/2006/relationships/oleObject" Target="../embeddings/oleObject369.bin"/><Relationship Id="rId14" Type="http://schemas.openxmlformats.org/officeDocument/2006/relationships/image" Target="../media/image361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365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wmf"/><Relationship Id="rId13" Type="http://schemas.openxmlformats.org/officeDocument/2006/relationships/oleObject" Target="../embeddings/oleObject381.bin"/><Relationship Id="rId3" Type="http://schemas.openxmlformats.org/officeDocument/2006/relationships/oleObject" Target="../embeddings/oleObject376.bin"/><Relationship Id="rId7" Type="http://schemas.openxmlformats.org/officeDocument/2006/relationships/oleObject" Target="../embeddings/oleObject378.bin"/><Relationship Id="rId12" Type="http://schemas.openxmlformats.org/officeDocument/2006/relationships/image" Target="../media/image37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2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67.wmf"/><Relationship Id="rId11" Type="http://schemas.openxmlformats.org/officeDocument/2006/relationships/oleObject" Target="../embeddings/oleObject380.bin"/><Relationship Id="rId5" Type="http://schemas.openxmlformats.org/officeDocument/2006/relationships/oleObject" Target="../embeddings/oleObject377.bin"/><Relationship Id="rId15" Type="http://schemas.openxmlformats.org/officeDocument/2006/relationships/oleObject" Target="../embeddings/oleObject382.bin"/><Relationship Id="rId10" Type="http://schemas.openxmlformats.org/officeDocument/2006/relationships/image" Target="../media/image369.wmf"/><Relationship Id="rId4" Type="http://schemas.openxmlformats.org/officeDocument/2006/relationships/image" Target="../media/image366.wmf"/><Relationship Id="rId9" Type="http://schemas.openxmlformats.org/officeDocument/2006/relationships/oleObject" Target="../embeddings/oleObject379.bin"/><Relationship Id="rId14" Type="http://schemas.openxmlformats.org/officeDocument/2006/relationships/image" Target="../media/image371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5.wmf"/><Relationship Id="rId13" Type="http://schemas.openxmlformats.org/officeDocument/2006/relationships/oleObject" Target="../embeddings/oleObject388.bin"/><Relationship Id="rId18" Type="http://schemas.openxmlformats.org/officeDocument/2006/relationships/image" Target="../media/image380.wmf"/><Relationship Id="rId3" Type="http://schemas.openxmlformats.org/officeDocument/2006/relationships/oleObject" Target="../embeddings/oleObject383.bin"/><Relationship Id="rId21" Type="http://schemas.openxmlformats.org/officeDocument/2006/relationships/oleObject" Target="../embeddings/oleObject392.bin"/><Relationship Id="rId7" Type="http://schemas.openxmlformats.org/officeDocument/2006/relationships/oleObject" Target="../embeddings/oleObject385.bin"/><Relationship Id="rId12" Type="http://schemas.openxmlformats.org/officeDocument/2006/relationships/image" Target="../media/image377.wmf"/><Relationship Id="rId17" Type="http://schemas.openxmlformats.org/officeDocument/2006/relationships/oleObject" Target="../embeddings/oleObject3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9.wmf"/><Relationship Id="rId20" Type="http://schemas.openxmlformats.org/officeDocument/2006/relationships/image" Target="../media/image381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74.wmf"/><Relationship Id="rId11" Type="http://schemas.openxmlformats.org/officeDocument/2006/relationships/oleObject" Target="../embeddings/oleObject387.bin"/><Relationship Id="rId24" Type="http://schemas.openxmlformats.org/officeDocument/2006/relationships/image" Target="../media/image383.wmf"/><Relationship Id="rId5" Type="http://schemas.openxmlformats.org/officeDocument/2006/relationships/oleObject" Target="../embeddings/oleObject384.bin"/><Relationship Id="rId15" Type="http://schemas.openxmlformats.org/officeDocument/2006/relationships/oleObject" Target="../embeddings/oleObject389.bin"/><Relationship Id="rId23" Type="http://schemas.openxmlformats.org/officeDocument/2006/relationships/oleObject" Target="../embeddings/oleObject393.bin"/><Relationship Id="rId10" Type="http://schemas.openxmlformats.org/officeDocument/2006/relationships/image" Target="../media/image376.wmf"/><Relationship Id="rId19" Type="http://schemas.openxmlformats.org/officeDocument/2006/relationships/oleObject" Target="../embeddings/oleObject391.bin"/><Relationship Id="rId4" Type="http://schemas.openxmlformats.org/officeDocument/2006/relationships/image" Target="../media/image373.wmf"/><Relationship Id="rId9" Type="http://schemas.openxmlformats.org/officeDocument/2006/relationships/oleObject" Target="../embeddings/oleObject386.bin"/><Relationship Id="rId14" Type="http://schemas.openxmlformats.org/officeDocument/2006/relationships/image" Target="../media/image378.wmf"/><Relationship Id="rId22" Type="http://schemas.openxmlformats.org/officeDocument/2006/relationships/image" Target="../media/image382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wmf"/><Relationship Id="rId13" Type="http://schemas.openxmlformats.org/officeDocument/2006/relationships/oleObject" Target="../embeddings/oleObject399.bin"/><Relationship Id="rId3" Type="http://schemas.openxmlformats.org/officeDocument/2006/relationships/oleObject" Target="../embeddings/oleObject394.bin"/><Relationship Id="rId7" Type="http://schemas.openxmlformats.org/officeDocument/2006/relationships/oleObject" Target="../embeddings/oleObject396.bin"/><Relationship Id="rId12" Type="http://schemas.openxmlformats.org/officeDocument/2006/relationships/image" Target="../media/image38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85.wmf"/><Relationship Id="rId11" Type="http://schemas.openxmlformats.org/officeDocument/2006/relationships/oleObject" Target="../embeddings/oleObject398.bin"/><Relationship Id="rId5" Type="http://schemas.openxmlformats.org/officeDocument/2006/relationships/oleObject" Target="../embeddings/oleObject395.bin"/><Relationship Id="rId10" Type="http://schemas.openxmlformats.org/officeDocument/2006/relationships/image" Target="../media/image386.wmf"/><Relationship Id="rId4" Type="http://schemas.openxmlformats.org/officeDocument/2006/relationships/image" Target="../media/image384.wmf"/><Relationship Id="rId9" Type="http://schemas.openxmlformats.org/officeDocument/2006/relationships/oleObject" Target="../embeddings/oleObject397.bin"/><Relationship Id="rId14" Type="http://schemas.openxmlformats.org/officeDocument/2006/relationships/image" Target="../media/image383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wmf"/><Relationship Id="rId13" Type="http://schemas.openxmlformats.org/officeDocument/2006/relationships/oleObject" Target="../embeddings/oleObject405.bin"/><Relationship Id="rId18" Type="http://schemas.openxmlformats.org/officeDocument/2006/relationships/image" Target="../media/image395.wmf"/><Relationship Id="rId3" Type="http://schemas.openxmlformats.org/officeDocument/2006/relationships/oleObject" Target="../embeddings/oleObject400.bin"/><Relationship Id="rId21" Type="http://schemas.openxmlformats.org/officeDocument/2006/relationships/oleObject" Target="../embeddings/oleObject409.bin"/><Relationship Id="rId7" Type="http://schemas.openxmlformats.org/officeDocument/2006/relationships/oleObject" Target="../embeddings/oleObject402.bin"/><Relationship Id="rId12" Type="http://schemas.openxmlformats.org/officeDocument/2006/relationships/image" Target="../media/image392.wmf"/><Relationship Id="rId17" Type="http://schemas.openxmlformats.org/officeDocument/2006/relationships/oleObject" Target="../embeddings/oleObject4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4.wmf"/><Relationship Id="rId20" Type="http://schemas.openxmlformats.org/officeDocument/2006/relationships/image" Target="../media/image396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89.wmf"/><Relationship Id="rId11" Type="http://schemas.openxmlformats.org/officeDocument/2006/relationships/oleObject" Target="../embeddings/oleObject404.bin"/><Relationship Id="rId24" Type="http://schemas.openxmlformats.org/officeDocument/2006/relationships/image" Target="../media/image398.wmf"/><Relationship Id="rId5" Type="http://schemas.openxmlformats.org/officeDocument/2006/relationships/oleObject" Target="../embeddings/oleObject401.bin"/><Relationship Id="rId15" Type="http://schemas.openxmlformats.org/officeDocument/2006/relationships/oleObject" Target="../embeddings/oleObject406.bin"/><Relationship Id="rId23" Type="http://schemas.openxmlformats.org/officeDocument/2006/relationships/oleObject" Target="../embeddings/oleObject410.bin"/><Relationship Id="rId10" Type="http://schemas.openxmlformats.org/officeDocument/2006/relationships/image" Target="../media/image391.wmf"/><Relationship Id="rId19" Type="http://schemas.openxmlformats.org/officeDocument/2006/relationships/oleObject" Target="../embeddings/oleObject408.bin"/><Relationship Id="rId4" Type="http://schemas.openxmlformats.org/officeDocument/2006/relationships/image" Target="../media/image388.wmf"/><Relationship Id="rId9" Type="http://schemas.openxmlformats.org/officeDocument/2006/relationships/oleObject" Target="../embeddings/oleObject403.bin"/><Relationship Id="rId14" Type="http://schemas.openxmlformats.org/officeDocument/2006/relationships/image" Target="../media/image393.wmf"/><Relationship Id="rId22" Type="http://schemas.openxmlformats.org/officeDocument/2006/relationships/image" Target="../media/image397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1.wmf"/><Relationship Id="rId13" Type="http://schemas.openxmlformats.org/officeDocument/2006/relationships/oleObject" Target="../embeddings/oleObject416.bin"/><Relationship Id="rId18" Type="http://schemas.openxmlformats.org/officeDocument/2006/relationships/image" Target="../media/image406.wmf"/><Relationship Id="rId3" Type="http://schemas.openxmlformats.org/officeDocument/2006/relationships/oleObject" Target="../embeddings/oleObject411.bin"/><Relationship Id="rId21" Type="http://schemas.openxmlformats.org/officeDocument/2006/relationships/oleObject" Target="../embeddings/oleObject420.bin"/><Relationship Id="rId7" Type="http://schemas.openxmlformats.org/officeDocument/2006/relationships/oleObject" Target="../embeddings/oleObject413.bin"/><Relationship Id="rId12" Type="http://schemas.openxmlformats.org/officeDocument/2006/relationships/image" Target="../media/image403.wmf"/><Relationship Id="rId17" Type="http://schemas.openxmlformats.org/officeDocument/2006/relationships/oleObject" Target="../embeddings/oleObject4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5.wmf"/><Relationship Id="rId20" Type="http://schemas.openxmlformats.org/officeDocument/2006/relationships/image" Target="../media/image407.w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400.wmf"/><Relationship Id="rId11" Type="http://schemas.openxmlformats.org/officeDocument/2006/relationships/oleObject" Target="../embeddings/oleObject415.bin"/><Relationship Id="rId5" Type="http://schemas.openxmlformats.org/officeDocument/2006/relationships/oleObject" Target="../embeddings/oleObject412.bin"/><Relationship Id="rId15" Type="http://schemas.openxmlformats.org/officeDocument/2006/relationships/oleObject" Target="../embeddings/oleObject417.bin"/><Relationship Id="rId10" Type="http://schemas.openxmlformats.org/officeDocument/2006/relationships/image" Target="../media/image402.wmf"/><Relationship Id="rId19" Type="http://schemas.openxmlformats.org/officeDocument/2006/relationships/oleObject" Target="../embeddings/oleObject419.bin"/><Relationship Id="rId4" Type="http://schemas.openxmlformats.org/officeDocument/2006/relationships/image" Target="../media/image399.wmf"/><Relationship Id="rId9" Type="http://schemas.openxmlformats.org/officeDocument/2006/relationships/oleObject" Target="../embeddings/oleObject414.bin"/><Relationship Id="rId14" Type="http://schemas.openxmlformats.org/officeDocument/2006/relationships/image" Target="../media/image404.wmf"/><Relationship Id="rId22" Type="http://schemas.openxmlformats.org/officeDocument/2006/relationships/image" Target="../media/image408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wmf"/><Relationship Id="rId13" Type="http://schemas.openxmlformats.org/officeDocument/2006/relationships/oleObject" Target="../embeddings/oleObject426.bin"/><Relationship Id="rId18" Type="http://schemas.openxmlformats.org/officeDocument/2006/relationships/image" Target="../media/image416.wmf"/><Relationship Id="rId3" Type="http://schemas.openxmlformats.org/officeDocument/2006/relationships/oleObject" Target="../embeddings/oleObject421.bin"/><Relationship Id="rId7" Type="http://schemas.openxmlformats.org/officeDocument/2006/relationships/oleObject" Target="../embeddings/oleObject423.bin"/><Relationship Id="rId12" Type="http://schemas.openxmlformats.org/officeDocument/2006/relationships/image" Target="../media/image413.wmf"/><Relationship Id="rId17" Type="http://schemas.openxmlformats.org/officeDocument/2006/relationships/oleObject" Target="../embeddings/oleObject4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5.w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410.wmf"/><Relationship Id="rId11" Type="http://schemas.openxmlformats.org/officeDocument/2006/relationships/oleObject" Target="../embeddings/oleObject425.bin"/><Relationship Id="rId5" Type="http://schemas.openxmlformats.org/officeDocument/2006/relationships/oleObject" Target="../embeddings/oleObject422.bin"/><Relationship Id="rId15" Type="http://schemas.openxmlformats.org/officeDocument/2006/relationships/oleObject" Target="../embeddings/oleObject427.bin"/><Relationship Id="rId10" Type="http://schemas.openxmlformats.org/officeDocument/2006/relationships/image" Target="../media/image412.wmf"/><Relationship Id="rId4" Type="http://schemas.openxmlformats.org/officeDocument/2006/relationships/image" Target="../media/image409.wmf"/><Relationship Id="rId9" Type="http://schemas.openxmlformats.org/officeDocument/2006/relationships/oleObject" Target="../embeddings/oleObject424.bin"/><Relationship Id="rId14" Type="http://schemas.openxmlformats.org/officeDocument/2006/relationships/image" Target="../media/image414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9.wmf"/><Relationship Id="rId13" Type="http://schemas.openxmlformats.org/officeDocument/2006/relationships/oleObject" Target="../embeddings/oleObject434.bin"/><Relationship Id="rId3" Type="http://schemas.openxmlformats.org/officeDocument/2006/relationships/oleObject" Target="../embeddings/oleObject429.bin"/><Relationship Id="rId7" Type="http://schemas.openxmlformats.org/officeDocument/2006/relationships/oleObject" Target="../embeddings/oleObject431.bin"/><Relationship Id="rId12" Type="http://schemas.openxmlformats.org/officeDocument/2006/relationships/image" Target="../media/image42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3.w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418.wmf"/><Relationship Id="rId11" Type="http://schemas.openxmlformats.org/officeDocument/2006/relationships/oleObject" Target="../embeddings/oleObject433.bin"/><Relationship Id="rId5" Type="http://schemas.openxmlformats.org/officeDocument/2006/relationships/oleObject" Target="../embeddings/oleObject430.bin"/><Relationship Id="rId15" Type="http://schemas.openxmlformats.org/officeDocument/2006/relationships/oleObject" Target="../embeddings/oleObject435.bin"/><Relationship Id="rId10" Type="http://schemas.openxmlformats.org/officeDocument/2006/relationships/image" Target="../media/image420.wmf"/><Relationship Id="rId4" Type="http://schemas.openxmlformats.org/officeDocument/2006/relationships/image" Target="../media/image417.wmf"/><Relationship Id="rId9" Type="http://schemas.openxmlformats.org/officeDocument/2006/relationships/oleObject" Target="../embeddings/oleObject432.bin"/><Relationship Id="rId14" Type="http://schemas.openxmlformats.org/officeDocument/2006/relationships/image" Target="../media/image422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6.wmf"/><Relationship Id="rId13" Type="http://schemas.openxmlformats.org/officeDocument/2006/relationships/oleObject" Target="../embeddings/oleObject441.bin"/><Relationship Id="rId3" Type="http://schemas.openxmlformats.org/officeDocument/2006/relationships/oleObject" Target="../embeddings/oleObject436.bin"/><Relationship Id="rId7" Type="http://schemas.openxmlformats.org/officeDocument/2006/relationships/oleObject" Target="../embeddings/oleObject438.bin"/><Relationship Id="rId12" Type="http://schemas.openxmlformats.org/officeDocument/2006/relationships/image" Target="../media/image4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425.wmf"/><Relationship Id="rId11" Type="http://schemas.openxmlformats.org/officeDocument/2006/relationships/oleObject" Target="../embeddings/oleObject440.bin"/><Relationship Id="rId5" Type="http://schemas.openxmlformats.org/officeDocument/2006/relationships/oleObject" Target="../embeddings/oleObject437.bin"/><Relationship Id="rId10" Type="http://schemas.openxmlformats.org/officeDocument/2006/relationships/image" Target="../media/image427.wmf"/><Relationship Id="rId4" Type="http://schemas.openxmlformats.org/officeDocument/2006/relationships/image" Target="../media/image424.wmf"/><Relationship Id="rId9" Type="http://schemas.openxmlformats.org/officeDocument/2006/relationships/oleObject" Target="../embeddings/oleObject439.bin"/><Relationship Id="rId14" Type="http://schemas.openxmlformats.org/officeDocument/2006/relationships/image" Target="../media/image429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2.wmf"/><Relationship Id="rId13" Type="http://schemas.openxmlformats.org/officeDocument/2006/relationships/oleObject" Target="../embeddings/oleObject447.bin"/><Relationship Id="rId18" Type="http://schemas.openxmlformats.org/officeDocument/2006/relationships/image" Target="../media/image437.wmf"/><Relationship Id="rId26" Type="http://schemas.openxmlformats.org/officeDocument/2006/relationships/image" Target="../media/image441.wmf"/><Relationship Id="rId3" Type="http://schemas.openxmlformats.org/officeDocument/2006/relationships/oleObject" Target="../embeddings/oleObject442.bin"/><Relationship Id="rId21" Type="http://schemas.openxmlformats.org/officeDocument/2006/relationships/oleObject" Target="../embeddings/oleObject451.bin"/><Relationship Id="rId7" Type="http://schemas.openxmlformats.org/officeDocument/2006/relationships/oleObject" Target="../embeddings/oleObject444.bin"/><Relationship Id="rId12" Type="http://schemas.openxmlformats.org/officeDocument/2006/relationships/image" Target="../media/image434.wmf"/><Relationship Id="rId17" Type="http://schemas.openxmlformats.org/officeDocument/2006/relationships/oleObject" Target="../embeddings/oleObject449.bin"/><Relationship Id="rId25" Type="http://schemas.openxmlformats.org/officeDocument/2006/relationships/oleObject" Target="../embeddings/oleObject4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6.wmf"/><Relationship Id="rId20" Type="http://schemas.openxmlformats.org/officeDocument/2006/relationships/image" Target="../media/image438.w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431.wmf"/><Relationship Id="rId11" Type="http://schemas.openxmlformats.org/officeDocument/2006/relationships/oleObject" Target="../embeddings/oleObject446.bin"/><Relationship Id="rId24" Type="http://schemas.openxmlformats.org/officeDocument/2006/relationships/image" Target="../media/image440.wmf"/><Relationship Id="rId5" Type="http://schemas.openxmlformats.org/officeDocument/2006/relationships/oleObject" Target="../embeddings/oleObject443.bin"/><Relationship Id="rId15" Type="http://schemas.openxmlformats.org/officeDocument/2006/relationships/oleObject" Target="../embeddings/oleObject448.bin"/><Relationship Id="rId23" Type="http://schemas.openxmlformats.org/officeDocument/2006/relationships/oleObject" Target="../embeddings/oleObject452.bin"/><Relationship Id="rId10" Type="http://schemas.openxmlformats.org/officeDocument/2006/relationships/image" Target="../media/image433.wmf"/><Relationship Id="rId19" Type="http://schemas.openxmlformats.org/officeDocument/2006/relationships/oleObject" Target="../embeddings/oleObject450.bin"/><Relationship Id="rId4" Type="http://schemas.openxmlformats.org/officeDocument/2006/relationships/image" Target="../media/image430.wmf"/><Relationship Id="rId9" Type="http://schemas.openxmlformats.org/officeDocument/2006/relationships/oleObject" Target="../embeddings/oleObject445.bin"/><Relationship Id="rId14" Type="http://schemas.openxmlformats.org/officeDocument/2006/relationships/image" Target="../media/image435.wmf"/><Relationship Id="rId22" Type="http://schemas.openxmlformats.org/officeDocument/2006/relationships/image" Target="../media/image439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F341A752-2E77-4779-82D4-024622920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705371"/>
            <a:ext cx="7772400" cy="1101725"/>
          </a:xfrm>
        </p:spPr>
        <p:txBody>
          <a:bodyPr/>
          <a:lstStyle/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 不定积分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BD77E358-D86B-4B42-B0C1-0BF0FB405641}"/>
              </a:ext>
            </a:extLst>
          </p:cNvPr>
          <p:cNvSpPr txBox="1">
            <a:spLocks/>
          </p:cNvSpPr>
          <p:nvPr/>
        </p:nvSpPr>
        <p:spPr>
          <a:xfrm>
            <a:off x="1371600" y="2139702"/>
            <a:ext cx="6400800" cy="65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换元积分法（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015D97-E54C-48CE-B55B-487063D27F82}"/>
              </a:ext>
            </a:extLst>
          </p:cNvPr>
          <p:cNvSpPr txBox="1"/>
          <p:nvPr/>
        </p:nvSpPr>
        <p:spPr>
          <a:xfrm>
            <a:off x="3059832" y="3291830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数学与统计学院   郭晓峰</a:t>
            </a:r>
          </a:p>
        </p:txBody>
      </p:sp>
    </p:spTree>
    <p:extLst>
      <p:ext uri="{BB962C8B-B14F-4D97-AF65-F5344CB8AC3E}">
        <p14:creationId xmlns:p14="http://schemas.microsoft.com/office/powerpoint/2010/main" val="422597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DA3EA4C8-2261-4441-A174-AB5B578AB20D}"/>
              </a:ext>
            </a:extLst>
          </p:cNvPr>
          <p:cNvSpPr txBox="1">
            <a:spLocks/>
          </p:cNvSpPr>
          <p:nvPr/>
        </p:nvSpPr>
        <p:spPr>
          <a:xfrm>
            <a:off x="2007268" y="699542"/>
            <a:ext cx="5000600" cy="657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8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charset="-122"/>
              </a:rPr>
              <a:t>温故而知新</a:t>
            </a:r>
          </a:p>
        </p:txBody>
      </p:sp>
      <p:pic>
        <p:nvPicPr>
          <p:cNvPr id="198658" name="Picture 2" descr="https://gimg2.baidu.com/image_search/src=http%3A%2F%2Fbkimg.cdn.bcebos.com%2Fpic%2Fa044ad345982b2b7008a912f33adcbef77099bc0&amp;refer=http%3A%2F%2Fbkimg.cdn.bcebos.com&amp;app=2002&amp;size=f9999,10000&amp;q=a80&amp;n=0&amp;g=0n&amp;fmt=auto?sec=1670575562&amp;t=b8b79afbb9f17ba88c570ae47008c261">
            <a:extLst>
              <a:ext uri="{FF2B5EF4-FFF2-40B4-BE49-F238E27FC236}">
                <a16:creationId xmlns:a16="http://schemas.microsoft.com/office/drawing/2014/main" id="{317A29B6-1DB3-4714-AD0A-F7F7B8773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026" y="1707654"/>
            <a:ext cx="3003798" cy="300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19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4FC5B034-2C66-44CC-B2AE-E040171B46A8}"/>
              </a:ext>
            </a:extLst>
          </p:cNvPr>
          <p:cNvGrpSpPr/>
          <p:nvPr/>
        </p:nvGrpSpPr>
        <p:grpSpPr>
          <a:xfrm>
            <a:off x="1835696" y="1258543"/>
            <a:ext cx="5034378" cy="2885711"/>
            <a:chOff x="73642" y="1244319"/>
            <a:chExt cx="5034378" cy="2885711"/>
          </a:xfrm>
        </p:grpSpPr>
        <p:graphicFrame>
          <p:nvGraphicFramePr>
            <p:cNvPr id="2" name="Object 2">
              <a:extLst>
                <a:ext uri="{FF2B5EF4-FFF2-40B4-BE49-F238E27FC236}">
                  <a16:creationId xmlns:a16="http://schemas.microsoft.com/office/drawing/2014/main" id="{50B170D7-E988-4045-AC19-F912DF01D8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728655"/>
                </p:ext>
              </p:extLst>
            </p:nvPr>
          </p:nvGraphicFramePr>
          <p:xfrm>
            <a:off x="107504" y="1244319"/>
            <a:ext cx="2006600" cy="747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790" name="Equation" r:id="rId3" imgW="2006280" imgH="749160" progId="Equation.DSMT4">
                    <p:embed/>
                  </p:oleObj>
                </mc:Choice>
                <mc:Fallback>
                  <p:oleObj name="Equation" r:id="rId3" imgW="2006280" imgH="749160" progId="Equation.DSMT4">
                    <p:embed/>
                    <p:pic>
                      <p:nvPicPr>
                        <p:cNvPr id="2" name="Object 2">
                          <a:extLst>
                            <a:ext uri="{FF2B5EF4-FFF2-40B4-BE49-F238E27FC236}">
                              <a16:creationId xmlns:a16="http://schemas.microsoft.com/office/drawing/2014/main" id="{50B170D7-E988-4045-AC19-F912DF01D8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504" y="1244319"/>
                          <a:ext cx="2006600" cy="7477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ct 3">
              <a:extLst>
                <a:ext uri="{FF2B5EF4-FFF2-40B4-BE49-F238E27FC236}">
                  <a16:creationId xmlns:a16="http://schemas.microsoft.com/office/drawing/2014/main" id="{FB312D87-F4F6-43EE-8249-82EDF22F08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0632679"/>
                </p:ext>
              </p:extLst>
            </p:nvPr>
          </p:nvGraphicFramePr>
          <p:xfrm>
            <a:off x="73642" y="3291830"/>
            <a:ext cx="22352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791" name="Equation" r:id="rId5" imgW="2234880" imgH="838080" progId="Equation.DSMT4">
                    <p:embed/>
                  </p:oleObj>
                </mc:Choice>
                <mc:Fallback>
                  <p:oleObj name="Equation" r:id="rId5" imgW="2234880" imgH="838080" progId="Equation.DSMT4">
                    <p:embed/>
                    <p:pic>
                      <p:nvPicPr>
                        <p:cNvPr id="3" name="Object 3">
                          <a:extLst>
                            <a:ext uri="{FF2B5EF4-FFF2-40B4-BE49-F238E27FC236}">
                              <a16:creationId xmlns:a16="http://schemas.microsoft.com/office/drawing/2014/main" id="{FB312D87-F4F6-43EE-8249-82EDF22F08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42" y="3291830"/>
                          <a:ext cx="2235200" cy="838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5">
              <a:extLst>
                <a:ext uri="{FF2B5EF4-FFF2-40B4-BE49-F238E27FC236}">
                  <a16:creationId xmlns:a16="http://schemas.microsoft.com/office/drawing/2014/main" id="{C1D4DA06-528B-48F6-BD95-D47964B3A6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3041250"/>
                </p:ext>
              </p:extLst>
            </p:nvPr>
          </p:nvGraphicFramePr>
          <p:xfrm>
            <a:off x="73642" y="2208165"/>
            <a:ext cx="2006600" cy="749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792" name="Equation" r:id="rId7" imgW="2006280" imgH="749160" progId="Equation.DSMT4">
                    <p:embed/>
                  </p:oleObj>
                </mc:Choice>
                <mc:Fallback>
                  <p:oleObj name="Equation" r:id="rId7" imgW="2006280" imgH="749160" progId="Equation.DSMT4">
                    <p:embed/>
                    <p:pic>
                      <p:nvPicPr>
                        <p:cNvPr id="4" name="Object 5">
                          <a:extLst>
                            <a:ext uri="{FF2B5EF4-FFF2-40B4-BE49-F238E27FC236}">
                              <a16:creationId xmlns:a16="http://schemas.microsoft.com/office/drawing/2014/main" id="{C1D4DA06-528B-48F6-BD95-D47964B3A6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42" y="2208165"/>
                          <a:ext cx="2006600" cy="749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6">
              <a:extLst>
                <a:ext uri="{FF2B5EF4-FFF2-40B4-BE49-F238E27FC236}">
                  <a16:creationId xmlns:a16="http://schemas.microsoft.com/office/drawing/2014/main" id="{BB76535C-C82A-4A98-849C-8DB4F72DF3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5573814"/>
                </p:ext>
              </p:extLst>
            </p:nvPr>
          </p:nvGraphicFramePr>
          <p:xfrm>
            <a:off x="2140839" y="1246617"/>
            <a:ext cx="2727325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793" name="Equation" r:id="rId9" imgW="2730240" imgH="736560" progId="Equation.DSMT4">
                    <p:embed/>
                  </p:oleObj>
                </mc:Choice>
                <mc:Fallback>
                  <p:oleObj name="Equation" r:id="rId9" imgW="2730240" imgH="736560" progId="Equation.DSMT4">
                    <p:embed/>
                    <p:pic>
                      <p:nvPicPr>
                        <p:cNvPr id="5" name="Object 6">
                          <a:extLst>
                            <a:ext uri="{FF2B5EF4-FFF2-40B4-BE49-F238E27FC236}">
                              <a16:creationId xmlns:a16="http://schemas.microsoft.com/office/drawing/2014/main" id="{BB76535C-C82A-4A98-849C-8DB4F72DF3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0839" y="1246617"/>
                          <a:ext cx="2727325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7">
              <a:extLst>
                <a:ext uri="{FF2B5EF4-FFF2-40B4-BE49-F238E27FC236}">
                  <a16:creationId xmlns:a16="http://schemas.microsoft.com/office/drawing/2014/main" id="{C0E2DFA4-4863-4A9F-8EBF-CE853699D4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812935"/>
                </p:ext>
              </p:extLst>
            </p:nvPr>
          </p:nvGraphicFramePr>
          <p:xfrm>
            <a:off x="2098120" y="2176415"/>
            <a:ext cx="30099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794" name="Equation" r:id="rId11" imgW="3009600" imgH="812520" progId="Equation.DSMT4">
                    <p:embed/>
                  </p:oleObj>
                </mc:Choice>
                <mc:Fallback>
                  <p:oleObj name="Equation" r:id="rId11" imgW="3009600" imgH="812520" progId="Equation.DSMT4">
                    <p:embed/>
                    <p:pic>
                      <p:nvPicPr>
                        <p:cNvPr id="6" name="Object 7">
                          <a:extLst>
                            <a:ext uri="{FF2B5EF4-FFF2-40B4-BE49-F238E27FC236}">
                              <a16:creationId xmlns:a16="http://schemas.microsoft.com/office/drawing/2014/main" id="{C0E2DFA4-4863-4A9F-8EBF-CE853699D4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8120" y="2176415"/>
                          <a:ext cx="3009900" cy="812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8">
              <a:extLst>
                <a:ext uri="{FF2B5EF4-FFF2-40B4-BE49-F238E27FC236}">
                  <a16:creationId xmlns:a16="http://schemas.microsoft.com/office/drawing/2014/main" id="{FE655820-7260-46F1-AC4D-C5EEEA990E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0064229"/>
                </p:ext>
              </p:extLst>
            </p:nvPr>
          </p:nvGraphicFramePr>
          <p:xfrm>
            <a:off x="2308842" y="3282950"/>
            <a:ext cx="2438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795" name="Equation" r:id="rId13" imgW="2438280" imgH="736560" progId="Equation.DSMT4">
                    <p:embed/>
                  </p:oleObj>
                </mc:Choice>
                <mc:Fallback>
                  <p:oleObj name="Equation" r:id="rId13" imgW="2438280" imgH="736560" progId="Equation.DSMT4">
                    <p:embed/>
                    <p:pic>
                      <p:nvPicPr>
                        <p:cNvPr id="7" name="Object 8">
                          <a:extLst>
                            <a:ext uri="{FF2B5EF4-FFF2-40B4-BE49-F238E27FC236}">
                              <a16:creationId xmlns:a16="http://schemas.microsoft.com/office/drawing/2014/main" id="{FE655820-7260-46F1-AC4D-C5EEEA990E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8842" y="3282950"/>
                          <a:ext cx="24384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7FEF2D0-2FA3-43C3-9C48-C814725F094E}"/>
              </a:ext>
            </a:extLst>
          </p:cNvPr>
          <p:cNvGrpSpPr/>
          <p:nvPr/>
        </p:nvGrpSpPr>
        <p:grpSpPr>
          <a:xfrm>
            <a:off x="2699792" y="552344"/>
            <a:ext cx="2995464" cy="609600"/>
            <a:chOff x="712440" y="627534"/>
            <a:chExt cx="2995464" cy="609600"/>
          </a:xfrm>
        </p:grpSpPr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56D5E0B4-1239-4EE1-83D4-EAAE25C84E8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28464" y="627534"/>
              <a:ext cx="2779440" cy="6096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>
                  <a:solidFill>
                    <a:srgbClr val="0064FF"/>
                  </a:solidFill>
                  <a:latin typeface="+mn-ea"/>
                  <a:ea typeface="+mn-ea"/>
                  <a:cs typeface="+mn-cs"/>
                </a:rPr>
                <a:t>常用基本积分公式</a:t>
              </a:r>
              <a:endParaRPr lang="en-US" altLang="zh-CN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endParaRPr>
            </a:p>
          </p:txBody>
        </p:sp>
        <p:sp>
          <p:nvSpPr>
            <p:cNvPr id="9" name="星形: 五角 8">
              <a:extLst>
                <a:ext uri="{FF2B5EF4-FFF2-40B4-BE49-F238E27FC236}">
                  <a16:creationId xmlns:a16="http://schemas.microsoft.com/office/drawing/2014/main" id="{A61FB003-9CE5-4287-9E72-03A5948D7980}"/>
                </a:ext>
              </a:extLst>
            </p:cNvPr>
            <p:cNvSpPr/>
            <p:nvPr/>
          </p:nvSpPr>
          <p:spPr>
            <a:xfrm>
              <a:off x="712440" y="718933"/>
              <a:ext cx="216024" cy="216024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885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BE69930-F491-4060-92D2-A9A4828ACD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035732"/>
              </p:ext>
            </p:extLst>
          </p:nvPr>
        </p:nvGraphicFramePr>
        <p:xfrm>
          <a:off x="1964260" y="2326045"/>
          <a:ext cx="16240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58" name="Equation" r:id="rId3" imgW="1625400" imgH="507960" progId="Equation.DSMT4">
                  <p:embed/>
                </p:oleObj>
              </mc:Choice>
              <mc:Fallback>
                <p:oleObj name="Equation" r:id="rId3" imgW="1625400" imgH="5079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44BD009-28F5-4546-B4F6-9DD0E75E33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260" y="2326045"/>
                        <a:ext cx="1624012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D7A8A80D-0524-4809-BADC-C6540B08DED4}"/>
              </a:ext>
            </a:extLst>
          </p:cNvPr>
          <p:cNvGrpSpPr/>
          <p:nvPr/>
        </p:nvGrpSpPr>
        <p:grpSpPr>
          <a:xfrm>
            <a:off x="1956322" y="1516420"/>
            <a:ext cx="3616895" cy="506412"/>
            <a:chOff x="1956322" y="1516420"/>
            <a:chExt cx="3616895" cy="506412"/>
          </a:xfrm>
        </p:grpSpPr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8798F2D1-5C9E-4008-BD9A-4E06450CC1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0634564"/>
                </p:ext>
              </p:extLst>
            </p:nvPr>
          </p:nvGraphicFramePr>
          <p:xfrm>
            <a:off x="1956322" y="1516420"/>
            <a:ext cx="1638300" cy="506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59" name="Equation" r:id="rId5" imgW="1638000" imgH="507960" progId="Equation.DSMT4">
                    <p:embed/>
                  </p:oleObj>
                </mc:Choice>
                <mc:Fallback>
                  <p:oleObj name="Equation" r:id="rId5" imgW="1638000" imgH="5079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B33D33C2-EFBF-4A24-B59F-B22F87ADD0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6322" y="1516420"/>
                          <a:ext cx="1638300" cy="5064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F8F39DC7-C9FC-45F0-88B8-5D078043C9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7985636"/>
                </p:ext>
              </p:extLst>
            </p:nvPr>
          </p:nvGraphicFramePr>
          <p:xfrm>
            <a:off x="3707904" y="1563638"/>
            <a:ext cx="1865313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60" name="Equation" r:id="rId7" imgW="1866900" imgH="431800" progId="Equation.DSMT4">
                    <p:embed/>
                  </p:oleObj>
                </mc:Choice>
                <mc:Fallback>
                  <p:oleObj name="Equation" r:id="rId7" imgW="1866900" imgH="43180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9298B341-D48B-431C-A1F7-67BFF5BA04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904" y="1563638"/>
                          <a:ext cx="1865313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2CD6144-5E71-44BD-9C02-384D325650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422118"/>
              </p:ext>
            </p:extLst>
          </p:nvPr>
        </p:nvGraphicFramePr>
        <p:xfrm>
          <a:off x="3893989" y="2364393"/>
          <a:ext cx="161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61" name="Equation" r:id="rId9" imgW="1612900" imgH="431800" progId="Equation.DSMT4">
                  <p:embed/>
                </p:oleObj>
              </mc:Choice>
              <mc:Fallback>
                <p:oleObj name="Equation" r:id="rId9" imgW="1612900" imgH="4318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8ADDC6A-F642-4BC8-ABFA-22971F4FA1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3989" y="2364393"/>
                        <a:ext cx="1612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67C695C-3F30-4D25-B85E-5EB6285917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133865"/>
              </p:ext>
            </p:extLst>
          </p:nvPr>
        </p:nvGraphicFramePr>
        <p:xfrm>
          <a:off x="1956322" y="3115032"/>
          <a:ext cx="162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62" name="Equation" r:id="rId11" imgW="1625400" imgH="507960" progId="Equation.DSMT4">
                  <p:embed/>
                </p:oleObj>
              </mc:Choice>
              <mc:Fallback>
                <p:oleObj name="Equation" r:id="rId11" imgW="1625400" imgH="5079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32EAC39-981F-416A-80F0-4E26CB35ED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6322" y="3115032"/>
                        <a:ext cx="1625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6A4C5FD-D101-4668-AE63-03E7D1B738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803368"/>
              </p:ext>
            </p:extLst>
          </p:nvPr>
        </p:nvGraphicFramePr>
        <p:xfrm>
          <a:off x="1962672" y="3910370"/>
          <a:ext cx="162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63" name="Equation" r:id="rId13" imgW="1625400" imgH="507960" progId="Equation.DSMT4">
                  <p:embed/>
                </p:oleObj>
              </mc:Choice>
              <mc:Fallback>
                <p:oleObj name="Equation" r:id="rId13" imgW="1625400" imgH="5079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97AFDEB-D86D-433A-A9A7-64E18F3634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672" y="3910370"/>
                        <a:ext cx="1625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F64A2FA-B045-49A9-8008-4ABC511D82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775046"/>
              </p:ext>
            </p:extLst>
          </p:nvPr>
        </p:nvGraphicFramePr>
        <p:xfrm>
          <a:off x="3893989" y="3129865"/>
          <a:ext cx="248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64" name="Equation" r:id="rId15" imgW="2489200" imgH="431800" progId="Equation.DSMT4">
                  <p:embed/>
                </p:oleObj>
              </mc:Choice>
              <mc:Fallback>
                <p:oleObj name="Equation" r:id="rId15" imgW="2489200" imgH="4318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3BE0843-1C54-4C4D-8CF8-A2C65FAD6F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3989" y="3129865"/>
                        <a:ext cx="24892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17B6EE7-654C-4699-A274-0690544C1E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909863"/>
              </p:ext>
            </p:extLst>
          </p:nvPr>
        </p:nvGraphicFramePr>
        <p:xfrm>
          <a:off x="3886052" y="3946428"/>
          <a:ext cx="247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65" name="Equation" r:id="rId17" imgW="2476500" imgH="431800" progId="Equation.DSMT4">
                  <p:embed/>
                </p:oleObj>
              </mc:Choice>
              <mc:Fallback>
                <p:oleObj name="Equation" r:id="rId17" imgW="2476500" imgH="4318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AF947144-6EF3-4486-A250-0F9F089859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052" y="3946428"/>
                        <a:ext cx="24765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CE7C746C-E456-40F7-94FC-0276CC2ABB57}"/>
              </a:ext>
            </a:extLst>
          </p:cNvPr>
          <p:cNvGrpSpPr/>
          <p:nvPr/>
        </p:nvGrpSpPr>
        <p:grpSpPr>
          <a:xfrm>
            <a:off x="2339752" y="541852"/>
            <a:ext cx="2995464" cy="609600"/>
            <a:chOff x="712440" y="627534"/>
            <a:chExt cx="2995464" cy="609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B9C68A-FDBF-42F7-A512-EFE518B3411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28464" y="627534"/>
              <a:ext cx="2779440" cy="6096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>
                  <a:solidFill>
                    <a:srgbClr val="0064FF"/>
                  </a:solidFill>
                  <a:latin typeface="+mn-ea"/>
                  <a:ea typeface="+mn-ea"/>
                  <a:cs typeface="+mn-cs"/>
                </a:rPr>
                <a:t>常用基本积分公式</a:t>
              </a:r>
              <a:endParaRPr lang="en-US" altLang="zh-CN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2" name="星形: 五角 11">
              <a:extLst>
                <a:ext uri="{FF2B5EF4-FFF2-40B4-BE49-F238E27FC236}">
                  <a16:creationId xmlns:a16="http://schemas.microsoft.com/office/drawing/2014/main" id="{92069791-CEF5-4B0C-B122-4581BED85A84}"/>
                </a:ext>
              </a:extLst>
            </p:cNvPr>
            <p:cNvSpPr/>
            <p:nvPr/>
          </p:nvSpPr>
          <p:spPr>
            <a:xfrm>
              <a:off x="712440" y="718933"/>
              <a:ext cx="216024" cy="216024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45061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579F096-BE90-4BB3-8CAE-5A81FA373C49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1.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743B64E6-23EE-4502-95E8-DCA80F451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863520"/>
              </p:ext>
            </p:extLst>
          </p:nvPr>
        </p:nvGraphicFramePr>
        <p:xfrm>
          <a:off x="2203676" y="417739"/>
          <a:ext cx="192881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95" name="Equation" r:id="rId3" imgW="1930320" imgH="749160" progId="Equation.DSMT4">
                  <p:embed/>
                </p:oleObj>
              </mc:Choice>
              <mc:Fallback>
                <p:oleObj name="Equation" r:id="rId3" imgW="1930320" imgH="7491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4E65B1BC-3153-4F5D-945F-EA20836CA4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676" y="417739"/>
                        <a:ext cx="192881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E66CB37B-839A-4859-AC17-900A74981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794" y="1358900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41473F6E-E7DE-49F5-99E1-804DCCE72E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375291"/>
              </p:ext>
            </p:extLst>
          </p:nvPr>
        </p:nvGraphicFramePr>
        <p:xfrm>
          <a:off x="2358652" y="1251509"/>
          <a:ext cx="253682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96" name="Equation" r:id="rId5" imgW="2539800" imgH="1257120" progId="Equation.DSMT4">
                  <p:embed/>
                </p:oleObj>
              </mc:Choice>
              <mc:Fallback>
                <p:oleObj name="Equation" r:id="rId5" imgW="2539800" imgH="12571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A391E4A-E749-4F86-AE20-7EEC924F20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652" y="1251509"/>
                        <a:ext cx="253682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CC77188C-E2D1-4684-97C2-1EA8C59CE9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820778"/>
              </p:ext>
            </p:extLst>
          </p:nvPr>
        </p:nvGraphicFramePr>
        <p:xfrm>
          <a:off x="4895477" y="1187508"/>
          <a:ext cx="3970337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97" name="Equation" r:id="rId7" imgW="3974760" imgH="1422360" progId="Equation.DSMT4">
                  <p:embed/>
                </p:oleObj>
              </mc:Choice>
              <mc:Fallback>
                <p:oleObj name="Equation" r:id="rId7" imgW="3974760" imgH="142236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FD5DA785-A64C-46B2-9B36-86FC56B2F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477" y="1187508"/>
                        <a:ext cx="3970337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80D48081-9645-42FA-ACD2-D8229E77D8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090920"/>
              </p:ext>
            </p:extLst>
          </p:nvPr>
        </p:nvGraphicFramePr>
        <p:xfrm>
          <a:off x="2411413" y="2815796"/>
          <a:ext cx="2727325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98" name="Equation" r:id="rId9" imgW="2730240" imgH="1536480" progId="Equation.DSMT4">
                  <p:embed/>
                </p:oleObj>
              </mc:Choice>
              <mc:Fallback>
                <p:oleObj name="Equation" r:id="rId9" imgW="2730240" imgH="1536480" progId="Equation.DSMT4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C6A199BC-8A98-4A0B-AF2F-E16E3E5A79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815796"/>
                        <a:ext cx="2727325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432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C65407C-25E4-4BD6-8750-B6FA45EEF844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2.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BA546748-D164-4DB1-81B8-EA7E90C0B3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359403"/>
              </p:ext>
            </p:extLst>
          </p:nvPr>
        </p:nvGraphicFramePr>
        <p:xfrm>
          <a:off x="2051720" y="419747"/>
          <a:ext cx="18780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10" name="Equation" r:id="rId3" imgW="1879560" imgH="838080" progId="Equation.DSMT4">
                  <p:embed/>
                </p:oleObj>
              </mc:Choice>
              <mc:Fallback>
                <p:oleObj name="Equation" r:id="rId3" imgW="187956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E336E91A-004E-40A7-8BF4-2C83CA67C6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419747"/>
                        <a:ext cx="18780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22622F82-C506-410C-BFCC-7B4368E7E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763" y="1635646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CAF0CC1A-9258-4FAF-92AE-9D4AFB00EE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440770"/>
              </p:ext>
            </p:extLst>
          </p:nvPr>
        </p:nvGraphicFramePr>
        <p:xfrm>
          <a:off x="2335213" y="1492250"/>
          <a:ext cx="24368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11" name="Equation" r:id="rId5" imgW="2438280" imgH="901440" progId="Equation.DSMT4">
                  <p:embed/>
                </p:oleObj>
              </mc:Choice>
              <mc:Fallback>
                <p:oleObj name="Equation" r:id="rId5" imgW="2438280" imgH="90144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05B2D6AF-85E7-4216-83E7-4E8A309B21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1492250"/>
                        <a:ext cx="243681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B4E2413-33DF-49C0-8A1E-8F999FEDE0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00572"/>
              </p:ext>
            </p:extLst>
          </p:nvPr>
        </p:nvGraphicFramePr>
        <p:xfrm>
          <a:off x="2371872" y="2748257"/>
          <a:ext cx="29924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12" name="Equation" r:id="rId7" imgW="2997000" imgH="901440" progId="Equation.DSMT4">
                  <p:embed/>
                </p:oleObj>
              </mc:Choice>
              <mc:Fallback>
                <p:oleObj name="Equation" r:id="rId7" imgW="2997000" imgH="9014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208A358-F989-47C2-852D-480E63FCB8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872" y="2748257"/>
                        <a:ext cx="29924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7B9D02E7-42E3-40DE-81CD-048CE81334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8437"/>
              </p:ext>
            </p:extLst>
          </p:nvPr>
        </p:nvGraphicFramePr>
        <p:xfrm>
          <a:off x="2364873" y="4004264"/>
          <a:ext cx="212883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13" name="Equation" r:id="rId9" imgW="2133360" imgH="736560" progId="Equation.DSMT4">
                  <p:embed/>
                </p:oleObj>
              </mc:Choice>
              <mc:Fallback>
                <p:oleObj name="Equation" r:id="rId9" imgW="2133360" imgH="73656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79E4E720-F541-4210-814E-FAF57646B0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4873" y="4004264"/>
                        <a:ext cx="212883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955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23422C0-BA26-46EC-84C8-4D65B636E58F}"/>
              </a:ext>
            </a:extLst>
          </p:cNvPr>
          <p:cNvSpPr txBox="1">
            <a:spLocks noChangeArrowheads="1"/>
          </p:cNvSpPr>
          <p:nvPr/>
        </p:nvSpPr>
        <p:spPr>
          <a:xfrm>
            <a:off x="913466" y="599428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3.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9644A0D3-6978-43E7-AE60-01799F70C4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310343"/>
              </p:ext>
            </p:extLst>
          </p:nvPr>
        </p:nvGraphicFramePr>
        <p:xfrm>
          <a:off x="2123728" y="443139"/>
          <a:ext cx="22955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59" name="Equation" r:id="rId3" imgW="2298600" imgH="838080" progId="Equation.DSMT4">
                  <p:embed/>
                </p:oleObj>
              </mc:Choice>
              <mc:Fallback>
                <p:oleObj name="Equation" r:id="rId3" imgW="229860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327F9729-1917-45ED-A9ED-86C6EB3CA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443139"/>
                        <a:ext cx="22955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F4213ACD-5093-4CD3-B930-B5DD5DA10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763" y="1635646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03318BBA-C0B5-4DFC-9291-CFFA2B0F6D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9698"/>
              </p:ext>
            </p:extLst>
          </p:nvPr>
        </p:nvGraphicFramePr>
        <p:xfrm>
          <a:off x="2391927" y="1491630"/>
          <a:ext cx="27273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60" name="Equation" r:id="rId5" imgW="2730240" imgH="901440" progId="Equation.DSMT4">
                  <p:embed/>
                </p:oleObj>
              </mc:Choice>
              <mc:Fallback>
                <p:oleObj name="Equation" r:id="rId5" imgW="2730240" imgH="90144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8D125698-A361-4750-A7A0-8E0A4FA2D1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927" y="1491630"/>
                        <a:ext cx="27273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823E5AD-FA8D-4053-B1F2-F320FFC994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286559"/>
              </p:ext>
            </p:extLst>
          </p:nvPr>
        </p:nvGraphicFramePr>
        <p:xfrm>
          <a:off x="5213350" y="1492250"/>
          <a:ext cx="2438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61" name="Equation" r:id="rId7" imgW="2438280" imgH="901440" progId="Equation.DSMT4">
                  <p:embed/>
                </p:oleObj>
              </mc:Choice>
              <mc:Fallback>
                <p:oleObj name="Equation" r:id="rId7" imgW="2438280" imgH="9014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6AEF4EE-F68A-4DAC-8142-CDB89BA71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13350" y="1492250"/>
                        <a:ext cx="24384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2AF706D-9431-4391-90DC-C4CBB85FAE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571915"/>
              </p:ext>
            </p:extLst>
          </p:nvPr>
        </p:nvGraphicFramePr>
        <p:xfrm>
          <a:off x="2403475" y="2697163"/>
          <a:ext cx="36195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62" name="Equation" r:id="rId9" imgW="3619440" imgH="1117440" progId="Equation.DSMT4">
                  <p:embed/>
                </p:oleObj>
              </mc:Choice>
              <mc:Fallback>
                <p:oleObj name="Equation" r:id="rId9" imgW="3619440" imgH="11174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D605D16-B3B6-435B-A457-8228BED12B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03475" y="2697163"/>
                        <a:ext cx="3619500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CB6AE52-C2BA-43BA-9805-DF4EDDED98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502004"/>
              </p:ext>
            </p:extLst>
          </p:nvPr>
        </p:nvGraphicFramePr>
        <p:xfrm>
          <a:off x="2391927" y="3923588"/>
          <a:ext cx="2146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63" name="Equation" r:id="rId11" imgW="2145960" imgH="774360" progId="Equation.DSMT4">
                  <p:embed/>
                </p:oleObj>
              </mc:Choice>
              <mc:Fallback>
                <p:oleObj name="Equation" r:id="rId11" imgW="2145960" imgH="7743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136D954-E059-439A-AE55-55ECDD607B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91927" y="3923588"/>
                        <a:ext cx="2146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696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D11DA9B-A537-4958-80E3-1663E96A643A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4.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0F0F8B8B-F0C9-41FA-A935-A2AC8432AB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538866"/>
              </p:ext>
            </p:extLst>
          </p:nvPr>
        </p:nvGraphicFramePr>
        <p:xfrm>
          <a:off x="2123728" y="443139"/>
          <a:ext cx="19653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89" name="Equation" r:id="rId3" imgW="1968480" imgH="838080" progId="Equation.DSMT4">
                  <p:embed/>
                </p:oleObj>
              </mc:Choice>
              <mc:Fallback>
                <p:oleObj name="Equation" r:id="rId3" imgW="196848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75444D34-03B4-4044-BDB5-78BE360924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443139"/>
                        <a:ext cx="19653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CDBAB311-A365-468E-94C7-0829F8AE9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763" y="1635646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BC30D986-1C0C-4224-B215-0BA9523DA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798638"/>
              </p:ext>
            </p:extLst>
          </p:nvPr>
        </p:nvGraphicFramePr>
        <p:xfrm>
          <a:off x="2339752" y="1491630"/>
          <a:ext cx="2105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90" name="Equation" r:id="rId5" imgW="2108160" imgH="838080" progId="Equation.DSMT4">
                  <p:embed/>
                </p:oleObj>
              </mc:Choice>
              <mc:Fallback>
                <p:oleObj name="Equation" r:id="rId5" imgW="2108160" imgH="8380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5C02C7BF-76C3-4B46-8925-D6FD98E1F5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491630"/>
                        <a:ext cx="2105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A5BCF98-175F-443F-B222-9E1B8533E2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331938"/>
              </p:ext>
            </p:extLst>
          </p:nvPr>
        </p:nvGraphicFramePr>
        <p:xfrm>
          <a:off x="4471773" y="1491630"/>
          <a:ext cx="25733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91" name="Equation" r:id="rId7" imgW="2577960" imgH="901440" progId="Equation.DSMT4">
                  <p:embed/>
                </p:oleObj>
              </mc:Choice>
              <mc:Fallback>
                <p:oleObj name="Equation" r:id="rId7" imgW="2577960" imgH="9014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10E8E1D-0D37-4264-9F30-9C8522B666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773" y="1491630"/>
                        <a:ext cx="257333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EDAD72AD-96E0-40FB-8E85-D53B86434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331428"/>
              </p:ext>
            </p:extLst>
          </p:nvPr>
        </p:nvGraphicFramePr>
        <p:xfrm>
          <a:off x="2320578" y="2861937"/>
          <a:ext cx="35369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92" name="Equation" r:id="rId9" imgW="3543120" imgH="901440" progId="Equation.DSMT4">
                  <p:embed/>
                </p:oleObj>
              </mc:Choice>
              <mc:Fallback>
                <p:oleObj name="Equation" r:id="rId9" imgW="3543120" imgH="90144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222ED1D8-E99A-42CE-A2F1-0D2C897375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578" y="2861937"/>
                        <a:ext cx="35369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A2BC7BF-79EB-49B6-935C-896D9F1F02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427629"/>
              </p:ext>
            </p:extLst>
          </p:nvPr>
        </p:nvGraphicFramePr>
        <p:xfrm>
          <a:off x="2315495" y="4166313"/>
          <a:ext cx="2400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93" name="Equation" r:id="rId11" imgW="2400120" imgH="723600" progId="Equation.DSMT4">
                  <p:embed/>
                </p:oleObj>
              </mc:Choice>
              <mc:Fallback>
                <p:oleObj name="Equation" r:id="rId11" imgW="2400120" imgH="723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404E887-4B81-4FFF-AC90-EDA2885A26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15495" y="4166313"/>
                        <a:ext cx="2400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148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F0EDEB-48B1-4803-B3C9-5E17A2E40F29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5.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61452B39-05ED-455E-8D2F-28CA28FE624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39752" y="407786"/>
          <a:ext cx="18129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7" name="Equation" r:id="rId3" imgW="1815840" imgH="749160" progId="Equation.DSMT4">
                  <p:embed/>
                </p:oleObj>
              </mc:Choice>
              <mc:Fallback>
                <p:oleObj name="Equation" r:id="rId3" imgW="1815840" imgH="7491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61452B39-05ED-455E-8D2F-28CA28FE62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07786"/>
                        <a:ext cx="18129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285CE906-3DB3-4B51-8AC2-143079104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794" y="1491630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391A3C85-7EA3-4E9B-A700-97063BA145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323690"/>
              </p:ext>
            </p:extLst>
          </p:nvPr>
        </p:nvGraphicFramePr>
        <p:xfrm>
          <a:off x="2309894" y="1348109"/>
          <a:ext cx="28146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8" name="Equation" r:id="rId5" imgW="2819160" imgH="812520" progId="Equation.DSMT4">
                  <p:embed/>
                </p:oleObj>
              </mc:Choice>
              <mc:Fallback>
                <p:oleObj name="Equation" r:id="rId5" imgW="2819160" imgH="8125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391A3C85-7EA3-4E9B-A700-97063BA145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94" y="1348109"/>
                        <a:ext cx="281463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CBEB671-5CF3-4297-8F25-1600A25CC8F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39752" y="2443239"/>
          <a:ext cx="34226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9" name="Equation" r:id="rId7" imgW="3429000" imgH="812520" progId="Equation.DSMT4">
                  <p:embed/>
                </p:oleObj>
              </mc:Choice>
              <mc:Fallback>
                <p:oleObj name="Equation" r:id="rId7" imgW="3429000" imgH="8125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1CBEB671-5CF3-4297-8F25-1600A25CC8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2443239"/>
                        <a:ext cx="342265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35BC0B5-99DB-405D-8401-BA417CA415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140167"/>
              </p:ext>
            </p:extLst>
          </p:nvPr>
        </p:nvGraphicFramePr>
        <p:xfrm>
          <a:off x="2324904" y="3555463"/>
          <a:ext cx="3086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0" name="Equation" r:id="rId9" imgW="3085920" imgH="939600" progId="Equation.DSMT4">
                  <p:embed/>
                </p:oleObj>
              </mc:Choice>
              <mc:Fallback>
                <p:oleObj name="Equation" r:id="rId9" imgW="3085920" imgH="939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35BC0B5-99DB-405D-8401-BA417CA41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24904" y="3555463"/>
                        <a:ext cx="30861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FFDFB65-67BB-4EB8-993B-E92244ACAD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893838"/>
              </p:ext>
            </p:extLst>
          </p:nvPr>
        </p:nvGraphicFramePr>
        <p:xfrm>
          <a:off x="5436096" y="3538369"/>
          <a:ext cx="2781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1" name="Equation" r:id="rId11" imgW="2781000" imgH="939600" progId="Equation.DSMT4">
                  <p:embed/>
                </p:oleObj>
              </mc:Choice>
              <mc:Fallback>
                <p:oleObj name="Equation" r:id="rId11" imgW="2781000" imgH="939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FFDFB65-67BB-4EB8-993B-E92244ACAD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36096" y="3538369"/>
                        <a:ext cx="27813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705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E68D49A-CC07-490E-9006-EAE02C5637D7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6.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A9D246D7-4F1A-46BE-ACBD-00FBA8C9DCE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67744" y="417739"/>
          <a:ext cx="16478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52" name="Equation" r:id="rId3" imgW="1650960" imgH="749160" progId="Equation.DSMT4">
                  <p:embed/>
                </p:oleObj>
              </mc:Choice>
              <mc:Fallback>
                <p:oleObj name="Equation" r:id="rId3" imgW="1650960" imgH="7491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A9D246D7-4F1A-46BE-ACBD-00FBA8C9DC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417739"/>
                        <a:ext cx="16478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26E5BB71-2FF8-4B58-944A-F1E876C1E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600" y="1491630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87A5458C-1386-42B2-A6E0-75BE7DFFE23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11981" y="1384219"/>
          <a:ext cx="22050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53" name="Equation" r:id="rId5" imgW="2209680" imgH="799920" progId="Equation.DSMT4">
                  <p:embed/>
                </p:oleObj>
              </mc:Choice>
              <mc:Fallback>
                <p:oleObj name="Equation" r:id="rId5" imgW="2209680" imgH="7999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87A5458C-1386-42B2-A6E0-75BE7DFFE2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981" y="1384219"/>
                        <a:ext cx="22050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F62D4D0-608C-47DA-A7D9-67700034141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99992" y="1348107"/>
          <a:ext cx="23828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54" name="Equation" r:id="rId7" imgW="2387520" imgH="799920" progId="Equation.DSMT4">
                  <p:embed/>
                </p:oleObj>
              </mc:Choice>
              <mc:Fallback>
                <p:oleObj name="Equation" r:id="rId7" imgW="2387520" imgH="7999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F62D4D0-608C-47DA-A7D9-6770003414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1348107"/>
                        <a:ext cx="23828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A373FA01-347B-4F01-A94B-3DBDAA5B32C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50730" y="2401500"/>
          <a:ext cx="29670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55" name="Equation" r:id="rId9" imgW="2971800" imgH="799920" progId="Equation.DSMT4">
                  <p:embed/>
                </p:oleObj>
              </mc:Choice>
              <mc:Fallback>
                <p:oleObj name="Equation" r:id="rId9" imgW="2971800" imgH="79992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A373FA01-347B-4F01-A94B-3DBDAA5B32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730" y="2401500"/>
                        <a:ext cx="29670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5BE289A8-86C4-471A-88BB-2544C48DD58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49143" y="3460956"/>
          <a:ext cx="29686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56" name="Equation" r:id="rId11" imgW="2971800" imgH="812520" progId="Equation.DSMT4">
                  <p:embed/>
                </p:oleObj>
              </mc:Choice>
              <mc:Fallback>
                <p:oleObj name="Equation" r:id="rId11" imgW="2971800" imgH="81252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5BE289A8-86C4-471A-88BB-2544C48DD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143" y="3460956"/>
                        <a:ext cx="29686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68A207EF-6C2F-4019-96DA-B12369A89C0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36096" y="3460956"/>
          <a:ext cx="23082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57" name="Equation" r:id="rId13" imgW="2311200" imgH="812520" progId="Equation.DSMT4">
                  <p:embed/>
                </p:oleObj>
              </mc:Choice>
              <mc:Fallback>
                <p:oleObj name="Equation" r:id="rId13" imgW="2311200" imgH="81252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68A207EF-6C2F-4019-96DA-B12369A89C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3460956"/>
                        <a:ext cx="23082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462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AF3A6DD-D6D3-4EF4-8952-D2A70461AB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229962"/>
              </p:ext>
            </p:extLst>
          </p:nvPr>
        </p:nvGraphicFramePr>
        <p:xfrm>
          <a:off x="1475656" y="1720425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46" name="Equation" r:id="rId3" imgW="1396800" imgH="507960" progId="Equation.DSMT4">
                  <p:embed/>
                </p:oleObj>
              </mc:Choice>
              <mc:Fallback>
                <p:oleObj name="Equation" r:id="rId3" imgW="13968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5656" y="1720425"/>
                        <a:ext cx="1397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4">
            <a:extLst>
              <a:ext uri="{FF2B5EF4-FFF2-40B4-BE49-F238E27FC236}">
                <a16:creationId xmlns:a16="http://schemas.microsoft.com/office/drawing/2014/main" id="{1E6A675C-BCCC-43B0-A21E-274E5F2235B6}"/>
              </a:ext>
            </a:extLst>
          </p:cNvPr>
          <p:cNvSpPr txBox="1">
            <a:spLocks noChangeArrowheads="1"/>
          </p:cNvSpPr>
          <p:nvPr/>
        </p:nvSpPr>
        <p:spPr>
          <a:xfrm>
            <a:off x="822016" y="87041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7.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3B009AE-4CD8-40FF-BF2D-D4693E4BF8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639505"/>
              </p:ext>
            </p:extLst>
          </p:nvPr>
        </p:nvGraphicFramePr>
        <p:xfrm>
          <a:off x="2029950" y="870419"/>
          <a:ext cx="1447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47" name="Equation" r:id="rId5" imgW="1447560" imgH="507960" progId="Equation.DSMT4">
                  <p:embed/>
                </p:oleObj>
              </mc:Choice>
              <mc:Fallback>
                <p:oleObj name="Equation" r:id="rId5" imgW="14475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29950" y="870419"/>
                        <a:ext cx="1447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FA188675-A3E8-4C1D-950A-71AA4DC81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12" y="1720425"/>
            <a:ext cx="6147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59E4CB2-FA79-4446-A1D5-BE324A6C5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552047"/>
              </p:ext>
            </p:extLst>
          </p:nvPr>
        </p:nvGraphicFramePr>
        <p:xfrm>
          <a:off x="1267950" y="2482533"/>
          <a:ext cx="1524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48" name="Equation" r:id="rId7" imgW="1523880" imgH="507960" progId="Equation.DSMT4">
                  <p:embed/>
                </p:oleObj>
              </mc:Choice>
              <mc:Fallback>
                <p:oleObj name="Equation" r:id="rId7" imgW="15238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67950" y="2482533"/>
                        <a:ext cx="1524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EDB229D-9F51-4A13-BC97-B467DC0295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713720"/>
              </p:ext>
            </p:extLst>
          </p:nvPr>
        </p:nvGraphicFramePr>
        <p:xfrm>
          <a:off x="1267950" y="3373412"/>
          <a:ext cx="1473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49" name="Equation" r:id="rId9" imgW="1473120" imgH="342720" progId="Equation.DSMT4">
                  <p:embed/>
                </p:oleObj>
              </mc:Choice>
              <mc:Fallback>
                <p:oleObj name="Equation" r:id="rId9" imgW="14731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67950" y="3373412"/>
                        <a:ext cx="1473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DF112D1B-49EA-4C1A-A487-5E462DE93E6A}"/>
              </a:ext>
            </a:extLst>
          </p:cNvPr>
          <p:cNvSpPr txBox="1">
            <a:spLocks noChangeArrowheads="1"/>
          </p:cNvSpPr>
          <p:nvPr/>
        </p:nvSpPr>
        <p:spPr>
          <a:xfrm>
            <a:off x="4767496" y="87041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8.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91A74E3-2E9A-4592-803A-E39ACDEB45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18341"/>
              </p:ext>
            </p:extLst>
          </p:nvPr>
        </p:nvGraphicFramePr>
        <p:xfrm>
          <a:off x="5580112" y="1568025"/>
          <a:ext cx="1816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50" name="Equation" r:id="rId11" imgW="1815840" imgH="812520" progId="Equation.DSMT4">
                  <p:embed/>
                </p:oleObj>
              </mc:Choice>
              <mc:Fallback>
                <p:oleObj name="Equation" r:id="rId11" imgW="18158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80112" y="1568025"/>
                        <a:ext cx="1816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492EA86-CCDC-41B8-B1B3-6803BF56ED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119614"/>
              </p:ext>
            </p:extLst>
          </p:nvPr>
        </p:nvGraphicFramePr>
        <p:xfrm>
          <a:off x="6156176" y="699542"/>
          <a:ext cx="1866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51" name="Equation" r:id="rId13" imgW="1866600" imgH="812520" progId="Equation.DSMT4">
                  <p:embed/>
                </p:oleObj>
              </mc:Choice>
              <mc:Fallback>
                <p:oleObj name="Equation" r:id="rId13" imgW="18666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56176" y="699542"/>
                        <a:ext cx="1866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">
            <a:extLst>
              <a:ext uri="{FF2B5EF4-FFF2-40B4-BE49-F238E27FC236}">
                <a16:creationId xmlns:a16="http://schemas.microsoft.com/office/drawing/2014/main" id="{1D41FD96-2329-4DD2-83C7-BFA8B4B0C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9706" y="1720425"/>
            <a:ext cx="6147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D9613B8-A2A0-4FD8-97D5-96A646907B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676138"/>
              </p:ext>
            </p:extLst>
          </p:nvPr>
        </p:nvGraphicFramePr>
        <p:xfrm>
          <a:off x="5196081" y="2644478"/>
          <a:ext cx="3111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52" name="Equation" r:id="rId15" imgW="3111480" imgH="774360" progId="Equation.DSMT4">
                  <p:embed/>
                </p:oleObj>
              </mc:Choice>
              <mc:Fallback>
                <p:oleObj name="Equation" r:id="rId15" imgW="31114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96081" y="2644478"/>
                        <a:ext cx="3111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ED6C504-3DE6-47BB-9425-27E091DB29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105722"/>
              </p:ext>
            </p:extLst>
          </p:nvPr>
        </p:nvGraphicFramePr>
        <p:xfrm>
          <a:off x="5206316" y="3617913"/>
          <a:ext cx="214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53" name="Equation" r:id="rId17" imgW="2145960" imgH="393480" progId="Equation.DSMT4">
                  <p:embed/>
                </p:oleObj>
              </mc:Choice>
              <mc:Fallback>
                <p:oleObj name="Equation" r:id="rId17" imgW="2145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06316" y="3617913"/>
                        <a:ext cx="2146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756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51AE119-57A6-427E-8C65-92E986509E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459543"/>
              </p:ext>
            </p:extLst>
          </p:nvPr>
        </p:nvGraphicFramePr>
        <p:xfrm>
          <a:off x="1331640" y="1491630"/>
          <a:ext cx="1524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67" name="Equation" r:id="rId3" imgW="1523880" imgH="850680" progId="Equation.DSMT4">
                  <p:embed/>
                </p:oleObj>
              </mc:Choice>
              <mc:Fallback>
                <p:oleObj name="Equation" r:id="rId3" imgW="152388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1491630"/>
                        <a:ext cx="15240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4">
            <a:extLst>
              <a:ext uri="{FF2B5EF4-FFF2-40B4-BE49-F238E27FC236}">
                <a16:creationId xmlns:a16="http://schemas.microsoft.com/office/drawing/2014/main" id="{DD8BF097-2A21-4645-B32C-DC5BFC745593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555526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9.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2CAF8FA-BCF7-40EB-8AB1-913D22910A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815362"/>
              </p:ext>
            </p:extLst>
          </p:nvPr>
        </p:nvGraphicFramePr>
        <p:xfrm>
          <a:off x="1835696" y="434876"/>
          <a:ext cx="1562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68" name="Equation" r:id="rId5" imgW="1562040" imgH="850680" progId="Equation.DSMT4">
                  <p:embed/>
                </p:oleObj>
              </mc:Choice>
              <mc:Fallback>
                <p:oleObj name="Equation" r:id="rId5" imgW="156204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5696" y="434876"/>
                        <a:ext cx="15621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2FCA4A65-62A1-404C-ACE0-ECCB236DC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637605"/>
            <a:ext cx="6147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E98D76F-44C0-4A69-91BF-7E324C1670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98942"/>
              </p:ext>
            </p:extLst>
          </p:nvPr>
        </p:nvGraphicFramePr>
        <p:xfrm>
          <a:off x="1015237" y="2606081"/>
          <a:ext cx="2413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69" name="Equation" r:id="rId7" imgW="2412720" imgH="876240" progId="Equation.DSMT4">
                  <p:embed/>
                </p:oleObj>
              </mc:Choice>
              <mc:Fallback>
                <p:oleObj name="Equation" r:id="rId7" imgW="241272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15237" y="2606081"/>
                        <a:ext cx="24130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7339C93-DA95-4AA1-8CFC-62CCC12C07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955815"/>
              </p:ext>
            </p:extLst>
          </p:nvPr>
        </p:nvGraphicFramePr>
        <p:xfrm>
          <a:off x="1015237" y="3806784"/>
          <a:ext cx="207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70" name="Equation" r:id="rId9" imgW="2070000" imgH="736560" progId="Equation.DSMT4">
                  <p:embed/>
                </p:oleObj>
              </mc:Choice>
              <mc:Fallback>
                <p:oleObj name="Equation" r:id="rId9" imgW="20700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15237" y="3806784"/>
                        <a:ext cx="207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2E223BAE-778E-4DA9-94A6-9BF13721580B}"/>
              </a:ext>
            </a:extLst>
          </p:cNvPr>
          <p:cNvSpPr txBox="1">
            <a:spLocks noChangeArrowheads="1"/>
          </p:cNvSpPr>
          <p:nvPr/>
        </p:nvSpPr>
        <p:spPr>
          <a:xfrm>
            <a:off x="5076825" y="536611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10.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2AEECFC-FAA0-44AF-9C7E-7BBA9A9660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901505"/>
              </p:ext>
            </p:extLst>
          </p:nvPr>
        </p:nvGraphicFramePr>
        <p:xfrm>
          <a:off x="5697812" y="1491630"/>
          <a:ext cx="1181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71" name="Equation" r:id="rId11" imgW="1180800" imgH="774360" progId="Equation.DSMT4">
                  <p:embed/>
                </p:oleObj>
              </mc:Choice>
              <mc:Fallback>
                <p:oleObj name="Equation" r:id="rId11" imgW="11808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97812" y="1491630"/>
                        <a:ext cx="1181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6727D36-EC2F-44AE-9A6F-5B31D3A735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456808"/>
              </p:ext>
            </p:extLst>
          </p:nvPr>
        </p:nvGraphicFramePr>
        <p:xfrm>
          <a:off x="6381750" y="384696"/>
          <a:ext cx="1358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72" name="Equation" r:id="rId13" imgW="1358640" imgH="774360" progId="Equation.DSMT4">
                  <p:embed/>
                </p:oleObj>
              </mc:Choice>
              <mc:Fallback>
                <p:oleObj name="Equation" r:id="rId13" imgW="13586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81750" y="384696"/>
                        <a:ext cx="1358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">
            <a:extLst>
              <a:ext uri="{FF2B5EF4-FFF2-40B4-BE49-F238E27FC236}">
                <a16:creationId xmlns:a16="http://schemas.microsoft.com/office/drawing/2014/main" id="{43D0EB27-EE15-48F8-84E7-CCA283C5C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375" y="1637605"/>
            <a:ext cx="6147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8E12310-19AD-4929-8E46-508057CBD2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292774"/>
              </p:ext>
            </p:extLst>
          </p:nvPr>
        </p:nvGraphicFramePr>
        <p:xfrm>
          <a:off x="5435600" y="2489821"/>
          <a:ext cx="1892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73" name="Equation" r:id="rId15" imgW="1892160" imgH="774360" progId="Equation.DSMT4">
                  <p:embed/>
                </p:oleObj>
              </mc:Choice>
              <mc:Fallback>
                <p:oleObj name="Equation" r:id="rId15" imgW="18921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35600" y="2489821"/>
                        <a:ext cx="1892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175D845-5A95-4F93-93A8-EF7EDF2218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508923"/>
              </p:ext>
            </p:extLst>
          </p:nvPr>
        </p:nvGraphicFramePr>
        <p:xfrm>
          <a:off x="5435600" y="3363838"/>
          <a:ext cx="208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74" name="Equation" r:id="rId17" imgW="2082600" imgH="736560" progId="Equation.DSMT4">
                  <p:embed/>
                </p:oleObj>
              </mc:Choice>
              <mc:Fallback>
                <p:oleObj name="Equation" r:id="rId17" imgW="20826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35600" y="3363838"/>
                        <a:ext cx="2082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BB34E18-642E-4357-8B35-9FFA407A19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893883"/>
              </p:ext>
            </p:extLst>
          </p:nvPr>
        </p:nvGraphicFramePr>
        <p:xfrm>
          <a:off x="5433775" y="4100438"/>
          <a:ext cx="2870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75" name="Equation" r:id="rId19" imgW="2869920" imgH="723600" progId="Equation.DSMT4">
                  <p:embed/>
                </p:oleObj>
              </mc:Choice>
              <mc:Fallback>
                <p:oleObj name="Equation" r:id="rId19" imgW="28699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433775" y="4100438"/>
                        <a:ext cx="2870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153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EF89328-740F-463E-B829-BAAB9A98B3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500617"/>
              </p:ext>
            </p:extLst>
          </p:nvPr>
        </p:nvGraphicFramePr>
        <p:xfrm>
          <a:off x="1244324" y="3851374"/>
          <a:ext cx="5156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51" name="Equation" r:id="rId3" imgW="5155920" imgH="736560" progId="Equation.DSMT4">
                  <p:embed/>
                </p:oleObj>
              </mc:Choice>
              <mc:Fallback>
                <p:oleObj name="Equation" r:id="rId3" imgW="51559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44324" y="3851374"/>
                        <a:ext cx="5156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2CB2974-EF69-48C5-A901-922390234E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432482"/>
              </p:ext>
            </p:extLst>
          </p:nvPr>
        </p:nvGraphicFramePr>
        <p:xfrm>
          <a:off x="1474204" y="1400117"/>
          <a:ext cx="220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52" name="Equation" r:id="rId5" imgW="2209680" imgH="736560" progId="Equation.DSMT4">
                  <p:embed/>
                </p:oleObj>
              </mc:Choice>
              <mc:Fallback>
                <p:oleObj name="Equation" r:id="rId5" imgW="220968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528FE95-4FFD-47D8-BE30-C02D3AEBDF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4204" y="1400117"/>
                        <a:ext cx="2209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9FF3644-883F-47C0-9753-DAC595F203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951146"/>
              </p:ext>
            </p:extLst>
          </p:nvPr>
        </p:nvGraphicFramePr>
        <p:xfrm>
          <a:off x="1979712" y="428526"/>
          <a:ext cx="238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53" name="Equation" r:id="rId7" imgW="2387520" imgH="736560" progId="Equation.DSMT4">
                  <p:embed/>
                </p:oleObj>
              </mc:Choice>
              <mc:Fallback>
                <p:oleObj name="Equation" r:id="rId7" imgW="238752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9949C489-C866-4E81-9F1E-AC9F6855E1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9712" y="428526"/>
                        <a:ext cx="2387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A4714E5-1253-4FCC-AB83-EBFE830FEEC2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555526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11.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5DCC1D4E-F78B-44A0-97D2-F5880FAE5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21" y="1596983"/>
            <a:ext cx="6147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AF2BA8F-9251-47D8-8E3A-F6D15976E8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256024"/>
              </p:ext>
            </p:extLst>
          </p:nvPr>
        </p:nvGraphicFramePr>
        <p:xfrm>
          <a:off x="1222867" y="2496824"/>
          <a:ext cx="24384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54" name="Equation" r:id="rId9" imgW="2438280" imgH="1104840" progId="Equation.DSMT4">
                  <p:embed/>
                </p:oleObj>
              </mc:Choice>
              <mc:Fallback>
                <p:oleObj name="Equation" r:id="rId9" imgW="2438280" imgH="11048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7E5304F-1B3E-45A0-B5A1-424AEB74B7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22867" y="2496824"/>
                        <a:ext cx="24384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D5FC10D-4586-4557-A540-9F1C8D76FF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464826"/>
              </p:ext>
            </p:extLst>
          </p:nvPr>
        </p:nvGraphicFramePr>
        <p:xfrm>
          <a:off x="3684004" y="2504984"/>
          <a:ext cx="26924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55" name="Equation" r:id="rId11" imgW="2692080" imgH="1104840" progId="Equation.DSMT4">
                  <p:embed/>
                </p:oleObj>
              </mc:Choice>
              <mc:Fallback>
                <p:oleObj name="Equation" r:id="rId11" imgW="2692080" imgH="11048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8921B62-70A0-4D00-B61F-AB4DF660B6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84004" y="2504984"/>
                        <a:ext cx="26924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B703691-0F1F-45EF-A9BC-6D133D7940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947237"/>
              </p:ext>
            </p:extLst>
          </p:nvPr>
        </p:nvGraphicFramePr>
        <p:xfrm>
          <a:off x="3684004" y="1400117"/>
          <a:ext cx="4686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56" name="Equation" r:id="rId13" imgW="4686120" imgH="787320" progId="Equation.DSMT4">
                  <p:embed/>
                </p:oleObj>
              </mc:Choice>
              <mc:Fallback>
                <p:oleObj name="Equation" r:id="rId13" imgW="46861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84004" y="1400117"/>
                        <a:ext cx="4686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270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7FF7C316-6136-46C4-BA73-BF66DB3425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622492"/>
              </p:ext>
            </p:extLst>
          </p:nvPr>
        </p:nvGraphicFramePr>
        <p:xfrm>
          <a:off x="4357433" y="1575950"/>
          <a:ext cx="35782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54" name="Equation" r:id="rId3" imgW="3581280" imgH="850680" progId="Equation.DSMT4">
                  <p:embed/>
                </p:oleObj>
              </mc:Choice>
              <mc:Fallback>
                <p:oleObj name="Equation" r:id="rId3" imgW="3581280" imgH="850680" progId="Equation.DSMT4">
                  <p:embed/>
                  <p:pic>
                    <p:nvPicPr>
                      <p:cNvPr id="22537" name="Object 9">
                        <a:extLst>
                          <a:ext uri="{FF2B5EF4-FFF2-40B4-BE49-F238E27FC236}">
                            <a16:creationId xmlns:a16="http://schemas.microsoft.com/office/drawing/2014/main" id="{21CACA29-E95D-4856-BA42-80C5AAFECC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433" y="1575950"/>
                        <a:ext cx="35782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3DB8C36-C2CC-4D6E-B8A4-869E9D73BB20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538282"/>
            <a:ext cx="2155552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</a:rPr>
              <a:t>12.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CF7B2F1-3FD5-4DA0-B442-690EB008C2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257411"/>
              </p:ext>
            </p:extLst>
          </p:nvPr>
        </p:nvGraphicFramePr>
        <p:xfrm>
          <a:off x="2123728" y="362070"/>
          <a:ext cx="1955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55" name="Equation" r:id="rId5" imgW="1955520" imgH="850680" progId="Equation.DSMT4">
                  <p:embed/>
                </p:oleObj>
              </mc:Choice>
              <mc:Fallback>
                <p:oleObj name="Equation" r:id="rId5" imgW="1955520" imgH="850680" progId="Equation.DSMT4">
                  <p:embed/>
                  <p:pic>
                    <p:nvPicPr>
                      <p:cNvPr id="22531" name="Object 3">
                        <a:extLst>
                          <a:ext uri="{FF2B5EF4-FFF2-40B4-BE49-F238E27FC236}">
                            <a16:creationId xmlns:a16="http://schemas.microsoft.com/office/drawing/2014/main" id="{256C10AF-D71E-47DA-A4BF-C4E6E5A6A7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62070"/>
                        <a:ext cx="1955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AE25052B-47A2-4DDE-8C61-CDE31F011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925" y="1710381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 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原式 </a:t>
            </a:r>
            <a:r>
              <a:rPr lang="en-US" altLang="zh-CN" sz="2400" b="1" dirty="0">
                <a:latin typeface="+mj-ea"/>
                <a:ea typeface="+mj-ea"/>
              </a:rPr>
              <a:t>=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6BDF6CD-13FE-4B1E-A3AA-8C7DE03299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051274"/>
              </p:ext>
            </p:extLst>
          </p:nvPr>
        </p:nvGraphicFramePr>
        <p:xfrm>
          <a:off x="2531144" y="1561361"/>
          <a:ext cx="1778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56" name="Equation" r:id="rId7" imgW="1777680" imgH="850680" progId="Equation.DSMT4">
                  <p:embed/>
                </p:oleObj>
              </mc:Choice>
              <mc:Fallback>
                <p:oleObj name="Equation" r:id="rId7" imgW="1777680" imgH="850680" progId="Equation.DSMT4">
                  <p:embed/>
                  <p:pic>
                    <p:nvPicPr>
                      <p:cNvPr id="22533" name="Object 5">
                        <a:extLst>
                          <a:ext uri="{FF2B5EF4-FFF2-40B4-BE49-F238E27FC236}">
                            <a16:creationId xmlns:a16="http://schemas.microsoft.com/office/drawing/2014/main" id="{F273910E-20D8-4A49-A30A-D2DF853253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144" y="1561361"/>
                        <a:ext cx="1778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D191D89-D2E3-4379-B3E3-1C33C2CE90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121312"/>
              </p:ext>
            </p:extLst>
          </p:nvPr>
        </p:nvGraphicFramePr>
        <p:xfrm>
          <a:off x="2289844" y="1592325"/>
          <a:ext cx="241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57" name="Equation" r:id="rId9" imgW="241200" imgH="723600" progId="Equation.DSMT4">
                  <p:embed/>
                </p:oleObj>
              </mc:Choice>
              <mc:Fallback>
                <p:oleObj name="Equation" r:id="rId9" imgW="241200" imgH="723600" progId="Equation.DSMT4">
                  <p:embed/>
                  <p:pic>
                    <p:nvPicPr>
                      <p:cNvPr id="22535" name="Object 7">
                        <a:extLst>
                          <a:ext uri="{FF2B5EF4-FFF2-40B4-BE49-F238E27FC236}">
                            <a16:creationId xmlns:a16="http://schemas.microsoft.com/office/drawing/2014/main" id="{1B8FE49C-F130-4556-85A6-DC134D46D4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844" y="1592325"/>
                        <a:ext cx="241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52C0FC7C-9A24-4DBB-85CD-AB02E32814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009218"/>
              </p:ext>
            </p:extLst>
          </p:nvPr>
        </p:nvGraphicFramePr>
        <p:xfrm>
          <a:off x="1968001" y="2833319"/>
          <a:ext cx="3251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58" name="Equation" r:id="rId11" imgW="3251160" imgH="723600" progId="Equation.DSMT4">
                  <p:embed/>
                </p:oleObj>
              </mc:Choice>
              <mc:Fallback>
                <p:oleObj name="Equation" r:id="rId11" imgW="3251160" imgH="723600" progId="Equation.DSMT4">
                  <p:embed/>
                  <p:pic>
                    <p:nvPicPr>
                      <p:cNvPr id="22538" name="Object 10">
                        <a:extLst>
                          <a:ext uri="{FF2B5EF4-FFF2-40B4-BE49-F238E27FC236}">
                            <a16:creationId xmlns:a16="http://schemas.microsoft.com/office/drawing/2014/main" id="{EC3BB96F-F099-4360-9DF4-93328AD723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001" y="2833319"/>
                        <a:ext cx="3251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4AC40CCC-B159-46E2-B5D4-CCFBA74EE8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292937"/>
              </p:ext>
            </p:extLst>
          </p:nvPr>
        </p:nvGraphicFramePr>
        <p:xfrm>
          <a:off x="5292080" y="2795219"/>
          <a:ext cx="33639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59" name="Equation" r:id="rId13" imgW="3365280" imgH="761760" progId="Equation.DSMT4">
                  <p:embed/>
                </p:oleObj>
              </mc:Choice>
              <mc:Fallback>
                <p:oleObj name="Equation" r:id="rId13" imgW="3365280" imgH="761760" progId="Equation.DSMT4">
                  <p:embed/>
                  <p:pic>
                    <p:nvPicPr>
                      <p:cNvPr id="22540" name="Object 12">
                        <a:extLst>
                          <a:ext uri="{FF2B5EF4-FFF2-40B4-BE49-F238E27FC236}">
                            <a16:creationId xmlns:a16="http://schemas.microsoft.com/office/drawing/2014/main" id="{6668DF5C-63F1-469C-AC26-F58355FDBB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2795219"/>
                        <a:ext cx="33639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D31F8709-8B48-4CFF-A904-A2F37EC1A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309491"/>
              </p:ext>
            </p:extLst>
          </p:nvPr>
        </p:nvGraphicFramePr>
        <p:xfrm>
          <a:off x="2039574" y="4077447"/>
          <a:ext cx="13573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60" name="Equation" r:id="rId15" imgW="1358640" imgH="431640" progId="Equation.DSMT4">
                  <p:embed/>
                </p:oleObj>
              </mc:Choice>
              <mc:Fallback>
                <p:oleObj name="Equation" r:id="rId15" imgW="1358640" imgH="431640" progId="Equation.DSMT4">
                  <p:embed/>
                  <p:pic>
                    <p:nvPicPr>
                      <p:cNvPr id="22542" name="Object 14">
                        <a:extLst>
                          <a:ext uri="{FF2B5EF4-FFF2-40B4-BE49-F238E27FC236}">
                            <a16:creationId xmlns:a16="http://schemas.microsoft.com/office/drawing/2014/main" id="{82A63BDC-C248-4CE0-BB9C-5AB6FFB52F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574" y="4077447"/>
                        <a:ext cx="13573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6551C4CE-A802-4759-A1CC-7795572478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174"/>
              </p:ext>
            </p:extLst>
          </p:nvPr>
        </p:nvGraphicFramePr>
        <p:xfrm>
          <a:off x="3460750" y="3904904"/>
          <a:ext cx="1371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61" name="Equation" r:id="rId17" imgW="1371600" imgH="850680" progId="Equation.DSMT4">
                  <p:embed/>
                </p:oleObj>
              </mc:Choice>
              <mc:Fallback>
                <p:oleObj name="Equation" r:id="rId17" imgW="1371600" imgH="850680" progId="Equation.DSMT4">
                  <p:embed/>
                  <p:pic>
                    <p:nvPicPr>
                      <p:cNvPr id="22543" name="Object 15">
                        <a:extLst>
                          <a:ext uri="{FF2B5EF4-FFF2-40B4-BE49-F238E27FC236}">
                            <a16:creationId xmlns:a16="http://schemas.microsoft.com/office/drawing/2014/main" id="{6E2C09E5-7A15-4817-856F-039D07A4BE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3904904"/>
                        <a:ext cx="13716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8E3AB5DA-3DB6-480F-AC22-9D98F269E9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55283"/>
              </p:ext>
            </p:extLst>
          </p:nvPr>
        </p:nvGraphicFramePr>
        <p:xfrm>
          <a:off x="4864530" y="4163321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62" name="Equation" r:id="rId19" imgW="482400" imgH="279360" progId="Equation.DSMT4">
                  <p:embed/>
                </p:oleObj>
              </mc:Choice>
              <mc:Fallback>
                <p:oleObj name="Equation" r:id="rId19" imgW="482400" imgH="279360" progId="Equation.DSMT4">
                  <p:embed/>
                  <p:pic>
                    <p:nvPicPr>
                      <p:cNvPr id="22544" name="Object 16">
                        <a:extLst>
                          <a:ext uri="{FF2B5EF4-FFF2-40B4-BE49-F238E27FC236}">
                            <a16:creationId xmlns:a16="http://schemas.microsoft.com/office/drawing/2014/main" id="{649C58FA-D577-4662-95A4-54047030E4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530" y="4163321"/>
                        <a:ext cx="482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628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8E69E4-5F98-4775-AAAB-1839FC36C82C}"/>
              </a:ext>
            </a:extLst>
          </p:cNvPr>
          <p:cNvSpPr txBox="1">
            <a:spLocks noChangeArrowheads="1"/>
          </p:cNvSpPr>
          <p:nvPr/>
        </p:nvSpPr>
        <p:spPr>
          <a:xfrm>
            <a:off x="678573" y="533514"/>
            <a:ext cx="1371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111C63D-43F3-4022-94D8-EAACD82713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361285"/>
              </p:ext>
            </p:extLst>
          </p:nvPr>
        </p:nvGraphicFramePr>
        <p:xfrm>
          <a:off x="1907704" y="357822"/>
          <a:ext cx="1498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7" name="Equation" r:id="rId3" imgW="1498320" imgH="799920" progId="Equation.DSMT4">
                  <p:embed/>
                </p:oleObj>
              </mc:Choice>
              <mc:Fallback>
                <p:oleObj name="Equation" r:id="rId3" imgW="1498320" imgH="799920" progId="Equation.DSMT4">
                  <p:embed/>
                  <p:pic>
                    <p:nvPicPr>
                      <p:cNvPr id="29700" name="Object 4">
                        <a:extLst>
                          <a:ext uri="{FF2B5EF4-FFF2-40B4-BE49-F238E27FC236}">
                            <a16:creationId xmlns:a16="http://schemas.microsoft.com/office/drawing/2014/main" id="{146DF89B-3807-435F-BAA2-DB7AF371D0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57822"/>
                        <a:ext cx="1498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DD698767-01A4-4349-847F-929C73309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064438"/>
              </p:ext>
            </p:extLst>
          </p:nvPr>
        </p:nvGraphicFramePr>
        <p:xfrm>
          <a:off x="706264" y="1916113"/>
          <a:ext cx="1473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8" name="Equation" r:id="rId5" imgW="1473120" imgH="799920" progId="Equation.DSMT4">
                  <p:embed/>
                </p:oleObj>
              </mc:Choice>
              <mc:Fallback>
                <p:oleObj name="Equation" r:id="rId5" imgW="1473120" imgH="799920" progId="Equation.DSMT4">
                  <p:embed/>
                  <p:pic>
                    <p:nvPicPr>
                      <p:cNvPr id="29703" name="Object 7">
                        <a:extLst>
                          <a:ext uri="{FF2B5EF4-FFF2-40B4-BE49-F238E27FC236}">
                            <a16:creationId xmlns:a16="http://schemas.microsoft.com/office/drawing/2014/main" id="{F584C35F-A515-471E-BFAB-54D78F34E9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64" y="1916113"/>
                        <a:ext cx="1473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6">
            <a:extLst>
              <a:ext uri="{FF2B5EF4-FFF2-40B4-BE49-F238E27FC236}">
                <a16:creationId xmlns:a16="http://schemas.microsoft.com/office/drawing/2014/main" id="{472DC4A7-5C88-4870-8050-D827093DF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573" y="1278835"/>
            <a:ext cx="6916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0">
            <a:extLst>
              <a:ext uri="{FF2B5EF4-FFF2-40B4-BE49-F238E27FC236}">
                <a16:creationId xmlns:a16="http://schemas.microsoft.com/office/drawing/2014/main" id="{EBF78477-B8A4-4565-AE72-B8A04834B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502028"/>
              </p:ext>
            </p:extLst>
          </p:nvPr>
        </p:nvGraphicFramePr>
        <p:xfrm>
          <a:off x="4944847" y="1980802"/>
          <a:ext cx="1168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9" name="Equation" r:id="rId7" imgW="1168200" imgH="799920" progId="Equation.DSMT4">
                  <p:embed/>
                </p:oleObj>
              </mc:Choice>
              <mc:Fallback>
                <p:oleObj name="Equation" r:id="rId7" imgW="1168200" imgH="799920" progId="Equation.DSMT4">
                  <p:embed/>
                  <p:pic>
                    <p:nvPicPr>
                      <p:cNvPr id="2" name="Object 20">
                        <a:extLst>
                          <a:ext uri="{FF2B5EF4-FFF2-40B4-BE49-F238E27FC236}">
                            <a16:creationId xmlns:a16="http://schemas.microsoft.com/office/drawing/2014/main" id="{BC57DAF0-C774-4C60-808E-3D0AAD4026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847" y="1980802"/>
                        <a:ext cx="11684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0">
            <a:extLst>
              <a:ext uri="{FF2B5EF4-FFF2-40B4-BE49-F238E27FC236}">
                <a16:creationId xmlns:a16="http://schemas.microsoft.com/office/drawing/2014/main" id="{8B370DE9-37B9-43AB-ABF1-0F731B7158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249378"/>
              </p:ext>
            </p:extLst>
          </p:nvPr>
        </p:nvGraphicFramePr>
        <p:xfrm>
          <a:off x="6084200" y="1942702"/>
          <a:ext cx="2286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20" name="Equation" r:id="rId9" imgW="2286000" imgH="838080" progId="Equation.DSMT4">
                  <p:embed/>
                </p:oleObj>
              </mc:Choice>
              <mc:Fallback>
                <p:oleObj name="Equation" r:id="rId9" imgW="2286000" imgH="838080" progId="Equation.DSMT4">
                  <p:embed/>
                  <p:pic>
                    <p:nvPicPr>
                      <p:cNvPr id="2" name="Object 20">
                        <a:extLst>
                          <a:ext uri="{FF2B5EF4-FFF2-40B4-BE49-F238E27FC236}">
                            <a16:creationId xmlns:a16="http://schemas.microsoft.com/office/drawing/2014/main" id="{BC57DAF0-C774-4C60-808E-3D0AAD4026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200" y="1942702"/>
                        <a:ext cx="2286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DEAD7243-F52E-4788-954A-E7FA0147F2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595565"/>
              </p:ext>
            </p:extLst>
          </p:nvPr>
        </p:nvGraphicFramePr>
        <p:xfrm>
          <a:off x="2210661" y="1912340"/>
          <a:ext cx="269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21" name="Equation" r:id="rId11" imgW="2692080" imgH="838080" progId="Equation.DSMT4">
                  <p:embed/>
                </p:oleObj>
              </mc:Choice>
              <mc:Fallback>
                <p:oleObj name="Equation" r:id="rId11" imgW="269208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10661" y="1912340"/>
                        <a:ext cx="26924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0">
            <a:extLst>
              <a:ext uri="{FF2B5EF4-FFF2-40B4-BE49-F238E27FC236}">
                <a16:creationId xmlns:a16="http://schemas.microsoft.com/office/drawing/2014/main" id="{16A27865-FAB8-445B-8D64-2C9CC2C1A7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611670"/>
              </p:ext>
            </p:extLst>
          </p:nvPr>
        </p:nvGraphicFramePr>
        <p:xfrm>
          <a:off x="2217355" y="3240723"/>
          <a:ext cx="939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22" name="Equation" r:id="rId13" imgW="939600" imgH="330120" progId="Equation.DSMT4">
                  <p:embed/>
                </p:oleObj>
              </mc:Choice>
              <mc:Fallback>
                <p:oleObj name="Equation" r:id="rId13" imgW="939600" imgH="330120" progId="Equation.DSMT4">
                  <p:embed/>
                  <p:pic>
                    <p:nvPicPr>
                      <p:cNvPr id="23" name="Object 20">
                        <a:extLst>
                          <a:ext uri="{FF2B5EF4-FFF2-40B4-BE49-F238E27FC236}">
                            <a16:creationId xmlns:a16="http://schemas.microsoft.com/office/drawing/2014/main" id="{EBF78477-B8A4-4565-AE72-B8A04834B9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355" y="3240723"/>
                        <a:ext cx="939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3508A788-64C5-445C-8200-C1BD6DF507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720406"/>
              </p:ext>
            </p:extLst>
          </p:nvPr>
        </p:nvGraphicFramePr>
        <p:xfrm>
          <a:off x="3172854" y="2986723"/>
          <a:ext cx="2286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23" name="Equation" r:id="rId15" imgW="2286000" imgH="838080" progId="Equation.DSMT4">
                  <p:embed/>
                </p:oleObj>
              </mc:Choice>
              <mc:Fallback>
                <p:oleObj name="Equation" r:id="rId15" imgW="228600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72854" y="2986723"/>
                        <a:ext cx="22860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0">
            <a:extLst>
              <a:ext uri="{FF2B5EF4-FFF2-40B4-BE49-F238E27FC236}">
                <a16:creationId xmlns:a16="http://schemas.microsoft.com/office/drawing/2014/main" id="{00B7F408-C678-4E3A-9EB7-60B0B891AE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597171"/>
              </p:ext>
            </p:extLst>
          </p:nvPr>
        </p:nvGraphicFramePr>
        <p:xfrm>
          <a:off x="2233054" y="4155926"/>
          <a:ext cx="939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24" name="Equation" r:id="rId17" imgW="939600" imgH="330120" progId="Equation.DSMT4">
                  <p:embed/>
                </p:oleObj>
              </mc:Choice>
              <mc:Fallback>
                <p:oleObj name="Equation" r:id="rId17" imgW="939600" imgH="330120" progId="Equation.DSMT4">
                  <p:embed/>
                  <p:pic>
                    <p:nvPicPr>
                      <p:cNvPr id="27" name="Object 20">
                        <a:extLst>
                          <a:ext uri="{FF2B5EF4-FFF2-40B4-BE49-F238E27FC236}">
                            <a16:creationId xmlns:a16="http://schemas.microsoft.com/office/drawing/2014/main" id="{16A27865-FAB8-445B-8D64-2C9CC2C1A7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054" y="4155926"/>
                        <a:ext cx="939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688278BD-BE9D-4929-83DC-FF471E932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040294"/>
              </p:ext>
            </p:extLst>
          </p:nvPr>
        </p:nvGraphicFramePr>
        <p:xfrm>
          <a:off x="3193584" y="3952726"/>
          <a:ext cx="2298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25" name="Equation" r:id="rId18" imgW="2298600" imgH="736560" progId="Equation.DSMT4">
                  <p:embed/>
                </p:oleObj>
              </mc:Choice>
              <mc:Fallback>
                <p:oleObj name="Equation" r:id="rId18" imgW="22986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193584" y="3952726"/>
                        <a:ext cx="2298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565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54A1B9AF-815F-43E8-9088-72C8EB98C42A}"/>
              </a:ext>
            </a:extLst>
          </p:cNvPr>
          <p:cNvGrpSpPr/>
          <p:nvPr/>
        </p:nvGrpSpPr>
        <p:grpSpPr>
          <a:xfrm>
            <a:off x="827584" y="469613"/>
            <a:ext cx="4839791" cy="906463"/>
            <a:chOff x="539750" y="488927"/>
            <a:chExt cx="4839791" cy="906463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39BAF57B-B8D7-4606-9932-5DC200CACDA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9750" y="685800"/>
              <a:ext cx="1981200" cy="6096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4FF"/>
                  </a:solidFill>
                  <a:latin typeface="+mj-ea"/>
                </a:rPr>
                <a:t>练</a:t>
              </a:r>
              <a:r>
                <a:rPr lang="en-US" altLang="zh-CN" sz="2400" b="1" dirty="0">
                  <a:solidFill>
                    <a:srgbClr val="0064FF"/>
                  </a:solidFill>
                  <a:latin typeface="+mj-ea"/>
                </a:rPr>
                <a:t>14. </a:t>
              </a:r>
              <a:r>
                <a:rPr lang="zh-CN" altLang="en-US" sz="2400" b="1" dirty="0">
                  <a:latin typeface="+mj-ea"/>
                </a:rPr>
                <a:t>求</a:t>
              </a:r>
            </a:p>
          </p:txBody>
        </p:sp>
        <p:graphicFrame>
          <p:nvGraphicFramePr>
            <p:cNvPr id="3" name="Object 4">
              <a:extLst>
                <a:ext uri="{FF2B5EF4-FFF2-40B4-BE49-F238E27FC236}">
                  <a16:creationId xmlns:a16="http://schemas.microsoft.com/office/drawing/2014/main" id="{FF250AE7-4BC8-4CC9-9DF9-8D92384E9F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6353541"/>
                </p:ext>
              </p:extLst>
            </p:nvPr>
          </p:nvGraphicFramePr>
          <p:xfrm>
            <a:off x="1845766" y="488927"/>
            <a:ext cx="3533775" cy="906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696" name="Equation" r:id="rId3" imgW="3619440" imgH="927000" progId="Equation.DSMT4">
                    <p:embed/>
                  </p:oleObj>
                </mc:Choice>
                <mc:Fallback>
                  <p:oleObj name="Equation" r:id="rId3" imgW="3619440" imgH="927000" progId="Equation.DSMT4">
                    <p:embed/>
                    <p:pic>
                      <p:nvPicPr>
                        <p:cNvPr id="27652" name="Object 4">
                          <a:extLst>
                            <a:ext uri="{FF2B5EF4-FFF2-40B4-BE49-F238E27FC236}">
                              <a16:creationId xmlns:a16="http://schemas.microsoft.com/office/drawing/2014/main" id="{DB2A629F-189D-44E3-BF18-BBD8BD550A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5766" y="488927"/>
                          <a:ext cx="3533775" cy="906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Text Box 6">
            <a:extLst>
              <a:ext uri="{FF2B5EF4-FFF2-40B4-BE49-F238E27FC236}">
                <a16:creationId xmlns:a16="http://schemas.microsoft.com/office/drawing/2014/main" id="{2F2AACCE-9212-4FD6-9676-DAC1C5DD9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771268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DEB3C6AF-2C15-44C3-B4EE-58CE3351BE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067807"/>
              </p:ext>
            </p:extLst>
          </p:nvPr>
        </p:nvGraphicFramePr>
        <p:xfrm>
          <a:off x="2051720" y="2824095"/>
          <a:ext cx="1228725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7" name="Equation" r:id="rId5" imgW="1257120" imgH="787320" progId="Equation.DSMT4">
                  <p:embed/>
                </p:oleObj>
              </mc:Choice>
              <mc:Fallback>
                <p:oleObj name="Equation" r:id="rId5" imgW="1257120" imgH="787320" progId="Equation.DSMT4">
                  <p:embed/>
                  <p:pic>
                    <p:nvPicPr>
                      <p:cNvPr id="27655" name="Object 7">
                        <a:extLst>
                          <a:ext uri="{FF2B5EF4-FFF2-40B4-BE49-F238E27FC236}">
                            <a16:creationId xmlns:a16="http://schemas.microsoft.com/office/drawing/2014/main" id="{32EA846F-1AA5-4A9E-BA71-06DE2E3E6D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824095"/>
                        <a:ext cx="1228725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D6F01FF6-42AF-49A5-95C6-73A25A2C02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4231768"/>
              </p:ext>
            </p:extLst>
          </p:nvPr>
        </p:nvGraphicFramePr>
        <p:xfrm>
          <a:off x="2133600" y="1625086"/>
          <a:ext cx="36623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8" name="Equation" r:id="rId7" imgW="3657600" imgH="863280" progId="Equation.DSMT4">
                  <p:embed/>
                </p:oleObj>
              </mc:Choice>
              <mc:Fallback>
                <p:oleObj name="Equation" r:id="rId7" imgW="3657600" imgH="863280" progId="Equation.DSMT4">
                  <p:embed/>
                  <p:pic>
                    <p:nvPicPr>
                      <p:cNvPr id="27658" name="Object 10">
                        <a:extLst>
                          <a:ext uri="{FF2B5EF4-FFF2-40B4-BE49-F238E27FC236}">
                            <a16:creationId xmlns:a16="http://schemas.microsoft.com/office/drawing/2014/main" id="{943A6AA0-39E4-4FE6-BB31-03B36FA322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625086"/>
                        <a:ext cx="3662363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46DCCD61-9BD5-4769-9A26-33DF8CB6CA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264635"/>
              </p:ext>
            </p:extLst>
          </p:nvPr>
        </p:nvGraphicFramePr>
        <p:xfrm>
          <a:off x="3433763" y="2795673"/>
          <a:ext cx="26765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9" name="Equation" r:id="rId9" imgW="2743200" imgH="825480" progId="Equation.DSMT4">
                  <p:embed/>
                </p:oleObj>
              </mc:Choice>
              <mc:Fallback>
                <p:oleObj name="Equation" r:id="rId9" imgW="2743200" imgH="825480" progId="Equation.DSMT4">
                  <p:embed/>
                  <p:pic>
                    <p:nvPicPr>
                      <p:cNvPr id="27659" name="Object 11">
                        <a:extLst>
                          <a:ext uri="{FF2B5EF4-FFF2-40B4-BE49-F238E27FC236}">
                            <a16:creationId xmlns:a16="http://schemas.microsoft.com/office/drawing/2014/main" id="{F6AD93AC-02A9-4279-8DFA-A123AFEB9D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2795673"/>
                        <a:ext cx="267652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6">
            <a:extLst>
              <a:ext uri="{FF2B5EF4-FFF2-40B4-BE49-F238E27FC236}">
                <a16:creationId xmlns:a16="http://schemas.microsoft.com/office/drawing/2014/main" id="{81E91081-B937-40D4-BD47-233C5AD4A1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9375035"/>
              </p:ext>
            </p:extLst>
          </p:nvPr>
        </p:nvGraphicFramePr>
        <p:xfrm>
          <a:off x="4323510" y="3823030"/>
          <a:ext cx="231616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00" name="Equation" r:id="rId11" imgW="2374560" imgH="927000" progId="Equation.DSMT4">
                  <p:embed/>
                </p:oleObj>
              </mc:Choice>
              <mc:Fallback>
                <p:oleObj name="Equation" r:id="rId11" imgW="2374560" imgH="927000" progId="Equation.DSMT4">
                  <p:embed/>
                  <p:pic>
                    <p:nvPicPr>
                      <p:cNvPr id="27664" name="Object 16">
                        <a:extLst>
                          <a:ext uri="{FF2B5EF4-FFF2-40B4-BE49-F238E27FC236}">
                            <a16:creationId xmlns:a16="http://schemas.microsoft.com/office/drawing/2014/main" id="{4B267420-E712-455C-90D0-8FD1751F9C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3510" y="3823030"/>
                        <a:ext cx="2316162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8">
            <a:extLst>
              <a:ext uri="{FF2B5EF4-FFF2-40B4-BE49-F238E27FC236}">
                <a16:creationId xmlns:a16="http://schemas.microsoft.com/office/drawing/2014/main" id="{2A7FBC60-5BF0-497F-BC08-8F24DB622B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841948"/>
              </p:ext>
            </p:extLst>
          </p:nvPr>
        </p:nvGraphicFramePr>
        <p:xfrm>
          <a:off x="3195294" y="3927324"/>
          <a:ext cx="1077912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01" name="Equation" r:id="rId13" imgW="1104840" imgH="787320" progId="Equation.DSMT4">
                  <p:embed/>
                </p:oleObj>
              </mc:Choice>
              <mc:Fallback>
                <p:oleObj name="Equation" r:id="rId13" imgW="1104840" imgH="787320" progId="Equation.DSMT4">
                  <p:embed/>
                  <p:pic>
                    <p:nvPicPr>
                      <p:cNvPr id="27666" name="Object 18">
                        <a:extLst>
                          <a:ext uri="{FF2B5EF4-FFF2-40B4-BE49-F238E27FC236}">
                            <a16:creationId xmlns:a16="http://schemas.microsoft.com/office/drawing/2014/main" id="{5C17369E-C90A-495D-BF81-EFB184D8F0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294" y="3927324"/>
                        <a:ext cx="1077912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ine 28">
            <a:extLst>
              <a:ext uri="{FF2B5EF4-FFF2-40B4-BE49-F238E27FC236}">
                <a16:creationId xmlns:a16="http://schemas.microsoft.com/office/drawing/2014/main" id="{CEE8A16D-08AD-45FB-BE1F-6179A8C98B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3762" y="3611960"/>
            <a:ext cx="2676525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11" name="Object 29">
            <a:extLst>
              <a:ext uri="{FF2B5EF4-FFF2-40B4-BE49-F238E27FC236}">
                <a16:creationId xmlns:a16="http://schemas.microsoft.com/office/drawing/2014/main" id="{91DD7F91-148A-4090-9B85-059FA7E8A5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1723"/>
              </p:ext>
            </p:extLst>
          </p:nvPr>
        </p:nvGraphicFramePr>
        <p:xfrm>
          <a:off x="2051720" y="3903950"/>
          <a:ext cx="1127125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02" name="Equation" r:id="rId15" imgW="1155600" imgH="787320" progId="Equation.DSMT4">
                  <p:embed/>
                </p:oleObj>
              </mc:Choice>
              <mc:Fallback>
                <p:oleObj name="Equation" r:id="rId15" imgW="1155600" imgH="787320" progId="Equation.DSMT4">
                  <p:embed/>
                  <p:pic>
                    <p:nvPicPr>
                      <p:cNvPr id="27677" name="Object 29">
                        <a:extLst>
                          <a:ext uri="{FF2B5EF4-FFF2-40B4-BE49-F238E27FC236}">
                            <a16:creationId xmlns:a16="http://schemas.microsoft.com/office/drawing/2014/main" id="{FAA37F42-C00B-42FA-8DC3-752DDD054F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903950"/>
                        <a:ext cx="1127125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408FACF-221B-427B-B3B4-F0158884CC4B}"/>
              </a:ext>
            </a:extLst>
          </p:cNvPr>
          <p:cNvSpPr/>
          <p:nvPr/>
        </p:nvSpPr>
        <p:spPr>
          <a:xfrm>
            <a:off x="1403648" y="181648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</a:rPr>
              <a:t>原式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4050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04290F2-93D2-4AAC-96E2-9C9E8CC36378}"/>
              </a:ext>
            </a:extLst>
          </p:cNvPr>
          <p:cNvSpPr txBox="1"/>
          <p:nvPr/>
        </p:nvSpPr>
        <p:spPr>
          <a:xfrm>
            <a:off x="2987824" y="2211710"/>
            <a:ext cx="4186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第二类换元法</a:t>
            </a:r>
          </a:p>
        </p:txBody>
      </p:sp>
    </p:spTree>
    <p:extLst>
      <p:ext uri="{BB962C8B-B14F-4D97-AF65-F5344CB8AC3E}">
        <p14:creationId xmlns:p14="http://schemas.microsoft.com/office/powerpoint/2010/main" val="166717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2224EE46-CD03-4D08-B463-81B48E5C9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95486"/>
            <a:ext cx="28354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回顾 </a:t>
            </a:r>
            <a:r>
              <a:rPr kumimoji="1" lang="zh-CN" altLang="en-US" sz="2400" b="1" dirty="0">
                <a:latin typeface="+mn-ea"/>
              </a:rPr>
              <a:t>第一类换元法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FE78F630-16D0-4B2C-9F8C-9A8DD7DBF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7468" y="1563638"/>
            <a:ext cx="1066800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难算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1C0C5FA-F5F3-4669-9937-942588C09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7264" y="1585213"/>
            <a:ext cx="990600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易算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6FCB9420-C71A-449F-9CF7-35473C3A18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193038"/>
              </p:ext>
            </p:extLst>
          </p:nvPr>
        </p:nvGraphicFramePr>
        <p:xfrm>
          <a:off x="2211920" y="889856"/>
          <a:ext cx="210816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18" name="Equation" r:id="rId3" imgW="2108160" imgH="507960" progId="Equation.DSMT4">
                  <p:embed/>
                </p:oleObj>
              </mc:Choice>
              <mc:Fallback>
                <p:oleObj name="Equation" r:id="rId3" imgW="2108160" imgH="507960" progId="Equation.DSMT4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920" y="889856"/>
                        <a:ext cx="210816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B99749C7-BF2E-413E-9ABF-7C33455E93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723219"/>
              </p:ext>
            </p:extLst>
          </p:nvPr>
        </p:nvGraphicFramePr>
        <p:xfrm>
          <a:off x="5823248" y="869900"/>
          <a:ext cx="20732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19" name="Equation" r:id="rId5" imgW="50292000" imgH="14935200" progId="Equation.DSMT4">
                  <p:embed/>
                </p:oleObj>
              </mc:Choice>
              <mc:Fallback>
                <p:oleObj name="Equation" r:id="rId5" imgW="50292000" imgH="14935200" progId="Equation.DSMT4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3248" y="869900"/>
                        <a:ext cx="2073275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3">
            <a:extLst>
              <a:ext uri="{FF2B5EF4-FFF2-40B4-BE49-F238E27FC236}">
                <a16:creationId xmlns:a16="http://schemas.microsoft.com/office/drawing/2014/main" id="{B554EE44-0AB8-43DE-8B9C-9794BCF69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01" y="2211711"/>
            <a:ext cx="10081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反之，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B00D1C22-F8AD-4F8E-AD1E-A8B16AD9F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955215"/>
              </p:ext>
            </p:extLst>
          </p:nvPr>
        </p:nvGraphicFramePr>
        <p:xfrm>
          <a:off x="5147096" y="2890158"/>
          <a:ext cx="3136680" cy="622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0" name="Equation" r:id="rId7" imgW="3136680" imgH="622080" progId="Equation.DSMT4">
                  <p:embed/>
                </p:oleObj>
              </mc:Choice>
              <mc:Fallback>
                <p:oleObj name="Equation" r:id="rId7" imgW="3136680" imgH="622080" progId="Equation.DSMT4">
                  <p:embed/>
                  <p:pic>
                    <p:nvPicPr>
                      <p:cNvPr id="20" name="Object 6">
                        <a:extLst>
                          <a:ext uri="{FF2B5EF4-FFF2-40B4-BE49-F238E27FC236}">
                            <a16:creationId xmlns:a16="http://schemas.microsoft.com/office/drawing/2014/main" id="{CE2D0E1C-CC62-42FD-BD51-061843D2F0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7096" y="2890158"/>
                        <a:ext cx="3136680" cy="622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981F85A2-360C-426E-91C7-4D546A7671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583487"/>
              </p:ext>
            </p:extLst>
          </p:nvPr>
        </p:nvGraphicFramePr>
        <p:xfrm>
          <a:off x="2320255" y="3016660"/>
          <a:ext cx="10906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1" name="Equation" r:id="rId9" imgW="26212800" imgH="12192000" progId="Equation.DSMT4">
                  <p:embed/>
                </p:oleObj>
              </mc:Choice>
              <mc:Fallback>
                <p:oleObj name="Equation" r:id="rId9" imgW="26212800" imgH="12192000" progId="Equation.DSMT4">
                  <p:embed/>
                  <p:pic>
                    <p:nvPicPr>
                      <p:cNvPr id="21" name="Object 7">
                        <a:extLst>
                          <a:ext uri="{FF2B5EF4-FFF2-40B4-BE49-F238E27FC236}">
                            <a16:creationId xmlns:a16="http://schemas.microsoft.com/office/drawing/2014/main" id="{72CFE869-863D-45E7-A9A2-FDE1989329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255" y="3016660"/>
                        <a:ext cx="10906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>
            <a:extLst>
              <a:ext uri="{FF2B5EF4-FFF2-40B4-BE49-F238E27FC236}">
                <a16:creationId xmlns:a16="http://schemas.microsoft.com/office/drawing/2014/main" id="{4FEA63F1-F821-419B-81DC-8E8DB9412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4414" y="3637112"/>
            <a:ext cx="1066800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难算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6B4BEF8B-C344-4D39-BDE1-1C900955E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7264" y="3637112"/>
            <a:ext cx="990600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易算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45B4EDF-3C1A-471C-94A2-6A411DC5BA0C}"/>
              </a:ext>
            </a:extLst>
          </p:cNvPr>
          <p:cNvGrpSpPr/>
          <p:nvPr/>
        </p:nvGrpSpPr>
        <p:grpSpPr>
          <a:xfrm>
            <a:off x="4526502" y="699542"/>
            <a:ext cx="1152730" cy="504056"/>
            <a:chOff x="4571280" y="1680664"/>
            <a:chExt cx="1152730" cy="504056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15A4E23-EE16-42D8-AFCD-D393395D02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0373751"/>
                </p:ext>
              </p:extLst>
            </p:nvPr>
          </p:nvGraphicFramePr>
          <p:xfrm>
            <a:off x="4643890" y="1680664"/>
            <a:ext cx="1054100" cy="380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822" name="Equation" r:id="rId11" imgW="25298400" imgH="8229600" progId="Equation.DSMT4">
                    <p:embed/>
                  </p:oleObj>
                </mc:Choice>
                <mc:Fallback>
                  <p:oleObj name="Equation" r:id="rId11" imgW="25298400" imgH="822960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3890" y="1680664"/>
                          <a:ext cx="1054100" cy="3806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DB1D7017-F849-45B7-A46C-953251019F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1280" y="2105422"/>
              <a:ext cx="1152730" cy="79298"/>
              <a:chOff x="839" y="1525"/>
              <a:chExt cx="1037" cy="45"/>
            </a:xfrm>
          </p:grpSpPr>
          <p:sp>
            <p:nvSpPr>
              <p:cNvPr id="15" name="Line 15">
                <a:extLst>
                  <a:ext uri="{FF2B5EF4-FFF2-40B4-BE49-F238E27FC236}">
                    <a16:creationId xmlns:a16="http://schemas.microsoft.com/office/drawing/2014/main" id="{E1C44953-9305-47C0-A908-2166CB5343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1525"/>
                <a:ext cx="10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 b="1">
                  <a:latin typeface="+mn-ea"/>
                </a:endParaRPr>
              </a:p>
            </p:txBody>
          </p:sp>
          <p:sp>
            <p:nvSpPr>
              <p:cNvPr id="16" name="Line 16">
                <a:extLst>
                  <a:ext uri="{FF2B5EF4-FFF2-40B4-BE49-F238E27FC236}">
                    <a16:creationId xmlns:a16="http://schemas.microsoft.com/office/drawing/2014/main" id="{69B1F31C-B25B-4B9E-84D8-941B04E531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9" y="1566"/>
                <a:ext cx="1037" cy="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 b="1">
                  <a:latin typeface="+mn-ea"/>
                </a:endParaRPr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8CEBCCE-2A92-4150-AEE6-5F9567EACA67}"/>
              </a:ext>
            </a:extLst>
          </p:cNvPr>
          <p:cNvGrpSpPr/>
          <p:nvPr/>
        </p:nvGrpSpPr>
        <p:grpSpPr>
          <a:xfrm>
            <a:off x="3570412" y="2872892"/>
            <a:ext cx="1028700" cy="432048"/>
            <a:chOff x="3563888" y="3473574"/>
            <a:chExt cx="1028700" cy="432048"/>
          </a:xfrm>
        </p:grpSpPr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BEC8C073-0A15-41A0-A042-CA69883BE7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1942055"/>
                </p:ext>
              </p:extLst>
            </p:nvPr>
          </p:nvGraphicFramePr>
          <p:xfrm>
            <a:off x="3563888" y="3473574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823" name="Equation" r:id="rId13" imgW="24688800" imgH="8229600" progId="Equation.DSMT4">
                    <p:embed/>
                  </p:oleObj>
                </mc:Choice>
                <mc:Fallback>
                  <p:oleObj name="Equation" r:id="rId13" imgW="24688800" imgH="822960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888" y="3473574"/>
                          <a:ext cx="1028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" name="Group 14">
              <a:extLst>
                <a:ext uri="{FF2B5EF4-FFF2-40B4-BE49-F238E27FC236}">
                  <a16:creationId xmlns:a16="http://schemas.microsoft.com/office/drawing/2014/main" id="{2F339B17-3997-4788-9FB7-27D450810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3888" y="3834184"/>
              <a:ext cx="1028229" cy="71438"/>
              <a:chOff x="839" y="1525"/>
              <a:chExt cx="925" cy="45"/>
            </a:xfrm>
          </p:grpSpPr>
          <p:sp>
            <p:nvSpPr>
              <p:cNvPr id="20" name="Line 15">
                <a:extLst>
                  <a:ext uri="{FF2B5EF4-FFF2-40B4-BE49-F238E27FC236}">
                    <a16:creationId xmlns:a16="http://schemas.microsoft.com/office/drawing/2014/main" id="{EA2E9D6C-8D47-4690-A946-CD78C6AEED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9" y="1525"/>
                <a:ext cx="9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 b="1">
                  <a:latin typeface="+mn-ea"/>
                </a:endParaRPr>
              </a:p>
            </p:txBody>
          </p:sp>
          <p:sp>
            <p:nvSpPr>
              <p:cNvPr id="21" name="Line 16">
                <a:extLst>
                  <a:ext uri="{FF2B5EF4-FFF2-40B4-BE49-F238E27FC236}">
                    <a16:creationId xmlns:a16="http://schemas.microsoft.com/office/drawing/2014/main" id="{70BECDD6-20CD-4DC3-819F-9E1DE595E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1570"/>
                <a:ext cx="9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 b="1">
                  <a:latin typeface="+mn-ea"/>
                </a:endParaRPr>
              </a:p>
            </p:txBody>
          </p:sp>
        </p:grpSp>
      </p:grpSp>
      <p:sp>
        <p:nvSpPr>
          <p:cNvPr id="22" name="Text Box 13">
            <a:extLst>
              <a:ext uri="{FF2B5EF4-FFF2-40B4-BE49-F238E27FC236}">
                <a16:creationId xmlns:a16="http://schemas.microsoft.com/office/drawing/2014/main" id="{5FA29440-60A2-4E3A-AFC9-31222ADF1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810" y="2211710"/>
            <a:ext cx="32363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第二类换元法 </a:t>
            </a:r>
            <a:endParaRPr kumimoji="1" lang="en-US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285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nimBg="1" autoUpdateAnimBg="0"/>
      <p:bldP spid="4" grpId="0" animBg="1" autoUpdateAnimBg="0"/>
      <p:bldP spid="7" grpId="0" autoUpdateAnimBg="0"/>
      <p:bldP spid="10" grpId="0" animBg="1" autoUpdateAnimBg="0"/>
      <p:bldP spid="11" grpId="0" animBg="1" autoUpdateAnimBg="0"/>
      <p:bldP spid="2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5876385-1A39-489F-8968-75F327878BAA}"/>
              </a:ext>
            </a:extLst>
          </p:cNvPr>
          <p:cNvSpPr txBox="1">
            <a:spLocks noChangeArrowheads="1"/>
          </p:cNvSpPr>
          <p:nvPr/>
        </p:nvSpPr>
        <p:spPr>
          <a:xfrm>
            <a:off x="1283288" y="1129940"/>
            <a:ext cx="1235568" cy="609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2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" name="Text Box 42">
            <a:extLst>
              <a:ext uri="{FF2B5EF4-FFF2-40B4-BE49-F238E27FC236}">
                <a16:creationId xmlns:a16="http://schemas.microsoft.com/office/drawing/2014/main" id="{86D8E834-9882-477B-BC52-7016464CD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1168" y="1828353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则有换元公式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ED72300-0BA2-424E-A6B2-658BBD50A978}"/>
              </a:ext>
            </a:extLst>
          </p:cNvPr>
          <p:cNvGrpSpPr/>
          <p:nvPr/>
        </p:nvGrpSpPr>
        <p:grpSpPr>
          <a:xfrm>
            <a:off x="2355280" y="1130409"/>
            <a:ext cx="4290144" cy="461665"/>
            <a:chOff x="2370088" y="1524729"/>
            <a:chExt cx="4290144" cy="461665"/>
          </a:xfrm>
        </p:grpSpPr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CCDD18FF-A2CB-4905-89A7-314FA476C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0088" y="1524729"/>
              <a:ext cx="429014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设       </a:t>
              </a:r>
              <a:r>
                <a:rPr kumimoji="1" lang="zh-CN" altLang="en-US" sz="2400" b="1" dirty="0">
                  <a:latin typeface="+mn-ea"/>
                </a:rPr>
                <a:t>是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单调</a:t>
              </a:r>
              <a:r>
                <a:rPr kumimoji="1" lang="zh-CN" altLang="en-US" sz="2400" b="1" dirty="0">
                  <a:latin typeface="+mn-ea"/>
                </a:rPr>
                <a:t>的可导函数</a:t>
              </a:r>
              <a:r>
                <a:rPr kumimoji="1" lang="en-US" altLang="zh-CN" sz="2400" b="1" dirty="0">
                  <a:latin typeface="+mn-ea"/>
                </a:rPr>
                <a:t>, </a:t>
              </a:r>
              <a:endParaRPr kumimoji="1" lang="zh-CN" altLang="en-US" sz="2400" b="1" dirty="0">
                <a:latin typeface="+mn-ea"/>
              </a:endParaRPr>
            </a:p>
          </p:txBody>
        </p:sp>
        <p:graphicFrame>
          <p:nvGraphicFramePr>
            <p:cNvPr id="6" name="Object 35">
              <a:extLst>
                <a:ext uri="{FF2B5EF4-FFF2-40B4-BE49-F238E27FC236}">
                  <a16:creationId xmlns:a16="http://schemas.microsoft.com/office/drawing/2014/main" id="{2ED99629-DD93-49FB-B54D-A4A60C6F0C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7973673"/>
                </p:ext>
              </p:extLst>
            </p:nvPr>
          </p:nvGraphicFramePr>
          <p:xfrm>
            <a:off x="2819806" y="1622559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866" name="Equation" r:id="rId3" imgW="24688800" imgH="8229600" progId="Equation.DSMT4">
                    <p:embed/>
                  </p:oleObj>
                </mc:Choice>
                <mc:Fallback>
                  <p:oleObj name="Equation" r:id="rId3" imgW="24688800" imgH="8229600" progId="Equation.DSMT4">
                    <p:embed/>
                    <p:pic>
                      <p:nvPicPr>
                        <p:cNvPr id="444451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806" y="1622559"/>
                          <a:ext cx="10287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BD9E2574-AEE4-471E-B196-8C10A627C51B}"/>
              </a:ext>
            </a:extLst>
          </p:cNvPr>
          <p:cNvGrpSpPr/>
          <p:nvPr/>
        </p:nvGrpSpPr>
        <p:grpSpPr>
          <a:xfrm>
            <a:off x="308720" y="1850489"/>
            <a:ext cx="4248472" cy="461665"/>
            <a:chOff x="708014" y="1829041"/>
            <a:chExt cx="4248472" cy="461665"/>
          </a:xfrm>
        </p:grpSpPr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8D6E9D21-D646-41C4-9A76-7C3669290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014" y="1829041"/>
              <a:ext cx="424847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又设           具有原函数</a:t>
              </a:r>
              <a:r>
                <a:rPr kumimoji="1" lang="en-US" altLang="zh-CN" sz="2400" b="1" dirty="0">
                  <a:latin typeface="+mn-ea"/>
                </a:rPr>
                <a:t>,</a:t>
              </a:r>
            </a:p>
          </p:txBody>
        </p:sp>
        <p:graphicFrame>
          <p:nvGraphicFramePr>
            <p:cNvPr id="9" name="Object 13">
              <a:extLst>
                <a:ext uri="{FF2B5EF4-FFF2-40B4-BE49-F238E27FC236}">
                  <a16:creationId xmlns:a16="http://schemas.microsoft.com/office/drawing/2014/main" id="{771FDF8A-EA7D-4049-9D47-C1CDC63CAA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3596746"/>
                </p:ext>
              </p:extLst>
            </p:nvPr>
          </p:nvGraphicFramePr>
          <p:xfrm>
            <a:off x="1536662" y="1901049"/>
            <a:ext cx="1587240" cy="355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867" name="Equation" r:id="rId5" imgW="1587240" imgH="355320" progId="Equation.DSMT4">
                    <p:embed/>
                  </p:oleObj>
                </mc:Choice>
                <mc:Fallback>
                  <p:oleObj name="Equation" r:id="rId5" imgW="1587240" imgH="355320" progId="Equation.DSMT4">
                    <p:embed/>
                    <p:pic>
                      <p:nvPicPr>
                        <p:cNvPr id="45057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662" y="1901049"/>
                          <a:ext cx="1587240" cy="355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14">
            <a:extLst>
              <a:ext uri="{FF2B5EF4-FFF2-40B4-BE49-F238E27FC236}">
                <a16:creationId xmlns:a16="http://schemas.microsoft.com/office/drawing/2014/main" id="{E50963F7-5CAA-44AF-99FC-A463010A36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670126"/>
              </p:ext>
            </p:extLst>
          </p:nvPr>
        </p:nvGraphicFramePr>
        <p:xfrm>
          <a:off x="2599805" y="2779266"/>
          <a:ext cx="46101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68" name="Equation" r:id="rId7" imgW="4609800" imgH="622080" progId="Equation.DSMT4">
                  <p:embed/>
                </p:oleObj>
              </mc:Choice>
              <mc:Fallback>
                <p:oleObj name="Equation" r:id="rId7" imgW="4609800" imgH="622080" progId="Equation.DSMT4">
                  <p:embed/>
                  <p:pic>
                    <p:nvPicPr>
                      <p:cNvPr id="45057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9805" y="2779266"/>
                        <a:ext cx="46101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8FAA87CA-611C-4716-992F-659B4DC25099}"/>
              </a:ext>
            </a:extLst>
          </p:cNvPr>
          <p:cNvGrpSpPr/>
          <p:nvPr/>
        </p:nvGrpSpPr>
        <p:grpSpPr>
          <a:xfrm>
            <a:off x="452736" y="3659981"/>
            <a:ext cx="5357850" cy="461665"/>
            <a:chOff x="573182" y="3766269"/>
            <a:chExt cx="5357850" cy="461665"/>
          </a:xfrm>
        </p:grpSpPr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0A51EA3A-43A8-4B3A-9424-6590A214C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182" y="3766269"/>
              <a:ext cx="535785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其中         是        的反函数</a:t>
              </a:r>
              <a:r>
                <a:rPr kumimoji="1" lang="en-US" altLang="zh-CN" sz="2400" b="1" dirty="0">
                  <a:latin typeface="+mn-ea"/>
                </a:rPr>
                <a:t>.</a:t>
              </a:r>
            </a:p>
          </p:txBody>
        </p:sp>
        <p:graphicFrame>
          <p:nvGraphicFramePr>
            <p:cNvPr id="13" name="Object 15">
              <a:extLst>
                <a:ext uri="{FF2B5EF4-FFF2-40B4-BE49-F238E27FC236}">
                  <a16:creationId xmlns:a16="http://schemas.microsoft.com/office/drawing/2014/main" id="{8556E342-D468-48DA-BCE3-6081C87B58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4851557"/>
                </p:ext>
              </p:extLst>
            </p:nvPr>
          </p:nvGraphicFramePr>
          <p:xfrm>
            <a:off x="1403734" y="3794320"/>
            <a:ext cx="1295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869" name="Equation" r:id="rId9" imgW="31089600" imgH="9753600" progId="Equation.DSMT4">
                    <p:embed/>
                  </p:oleObj>
                </mc:Choice>
                <mc:Fallback>
                  <p:oleObj name="Equation" r:id="rId9" imgW="31089600" imgH="9753600" progId="Equation.DSMT4">
                    <p:embed/>
                    <p:pic>
                      <p:nvPicPr>
                        <p:cNvPr id="45057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734" y="3794320"/>
                          <a:ext cx="12954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6">
              <a:extLst>
                <a:ext uri="{FF2B5EF4-FFF2-40B4-BE49-F238E27FC236}">
                  <a16:creationId xmlns:a16="http://schemas.microsoft.com/office/drawing/2014/main" id="{601B7B8E-9396-4068-AEBD-AED63A01C9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7546543"/>
                </p:ext>
              </p:extLst>
            </p:nvPr>
          </p:nvGraphicFramePr>
          <p:xfrm>
            <a:off x="3111252" y="3872659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870" name="Equation" r:id="rId11" imgW="24688800" imgH="8229600" progId="Equation.DSMT4">
                    <p:embed/>
                  </p:oleObj>
                </mc:Choice>
                <mc:Fallback>
                  <p:oleObj name="Equation" r:id="rId11" imgW="24688800" imgH="8229600" progId="Equation.DSMT4">
                    <p:embed/>
                    <p:pic>
                      <p:nvPicPr>
                        <p:cNvPr id="450576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1252" y="3872659"/>
                          <a:ext cx="10287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Rectangle 2">
            <a:extLst>
              <a:ext uri="{FF2B5EF4-FFF2-40B4-BE49-F238E27FC236}">
                <a16:creationId xmlns:a16="http://schemas.microsoft.com/office/drawing/2014/main" id="{06E93AD8-453C-4B76-84BA-106568A0134B}"/>
              </a:ext>
            </a:extLst>
          </p:cNvPr>
          <p:cNvSpPr txBox="1">
            <a:spLocks noChangeArrowheads="1"/>
          </p:cNvSpPr>
          <p:nvPr/>
        </p:nvSpPr>
        <p:spPr>
          <a:xfrm>
            <a:off x="1331640" y="195486"/>
            <a:ext cx="3657600" cy="68580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二、第二类换元法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8BA1C4E-A240-4942-82B4-42576F98E30C}"/>
              </a:ext>
            </a:extLst>
          </p:cNvPr>
          <p:cNvGrpSpPr/>
          <p:nvPr/>
        </p:nvGrpSpPr>
        <p:grpSpPr>
          <a:xfrm>
            <a:off x="6501408" y="1139701"/>
            <a:ext cx="1697816" cy="461665"/>
            <a:chOff x="6642673" y="1524728"/>
            <a:chExt cx="1697816" cy="461665"/>
          </a:xfrm>
        </p:grpSpPr>
        <p:graphicFrame>
          <p:nvGraphicFramePr>
            <p:cNvPr id="17" name="Object 12">
              <a:extLst>
                <a:ext uri="{FF2B5EF4-FFF2-40B4-BE49-F238E27FC236}">
                  <a16:creationId xmlns:a16="http://schemas.microsoft.com/office/drawing/2014/main" id="{6FCBAC7E-CB12-456F-A005-3F48384FFA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6495774"/>
                </p:ext>
              </p:extLst>
            </p:nvPr>
          </p:nvGraphicFramePr>
          <p:xfrm>
            <a:off x="7146729" y="1580448"/>
            <a:ext cx="1193760" cy="355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871" name="Equation" r:id="rId12" imgW="1193760" imgH="355320" progId="Equation.DSMT4">
                    <p:embed/>
                  </p:oleObj>
                </mc:Choice>
                <mc:Fallback>
                  <p:oleObj name="Equation" r:id="rId12" imgW="1193760" imgH="355320" progId="Equation.DSMT4">
                    <p:embed/>
                    <p:pic>
                      <p:nvPicPr>
                        <p:cNvPr id="45057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6729" y="1580448"/>
                          <a:ext cx="1193760" cy="355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9C07CDF0-4110-4F6F-8D25-79D0DB469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2673" y="1524728"/>
              <a:ext cx="50405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027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9C0143-D7DB-487E-9525-AAF46B203134}"/>
              </a:ext>
            </a:extLst>
          </p:cNvPr>
          <p:cNvSpPr/>
          <p:nvPr/>
        </p:nvSpPr>
        <p:spPr>
          <a:xfrm>
            <a:off x="2390709" y="3606199"/>
            <a:ext cx="3600400" cy="7284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F47A9F-8B3C-4764-8895-E102B9D78EBC}"/>
              </a:ext>
            </a:extLst>
          </p:cNvPr>
          <p:cNvSpPr/>
          <p:nvPr/>
        </p:nvSpPr>
        <p:spPr>
          <a:xfrm>
            <a:off x="1399409" y="2595873"/>
            <a:ext cx="1224136" cy="6480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ABA3490E-E0D1-4DFF-8921-1FAE2F5EE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830" y="828214"/>
            <a:ext cx="6474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利用复合函数和反函数的求导法则，得到</a:t>
            </a:r>
          </a:p>
        </p:txBody>
      </p:sp>
      <p:graphicFrame>
        <p:nvGraphicFramePr>
          <p:cNvPr id="5" name="Object 17">
            <a:extLst>
              <a:ext uri="{FF2B5EF4-FFF2-40B4-BE49-F238E27FC236}">
                <a16:creationId xmlns:a16="http://schemas.microsoft.com/office/drawing/2014/main" id="{3AB8C5D6-26B9-4043-AE09-D967ECF176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433722"/>
              </p:ext>
            </p:extLst>
          </p:nvPr>
        </p:nvGraphicFramePr>
        <p:xfrm>
          <a:off x="995313" y="1742798"/>
          <a:ext cx="711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58" name="Equation" r:id="rId3" imgW="17068800" imgH="8534400" progId="Equation.DSMT4">
                  <p:embed/>
                </p:oleObj>
              </mc:Choice>
              <mc:Fallback>
                <p:oleObj name="Equation" r:id="rId3" imgW="17068800" imgH="8534400" progId="Equation.DSMT4">
                  <p:embed/>
                  <p:pic>
                    <p:nvPicPr>
                      <p:cNvPr id="45160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13" y="1742798"/>
                        <a:ext cx="711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6A92C9CE-380F-4B94-B9F6-AD16CE3D14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810066"/>
              </p:ext>
            </p:extLst>
          </p:nvPr>
        </p:nvGraphicFramePr>
        <p:xfrm>
          <a:off x="1734845" y="1543769"/>
          <a:ext cx="7620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59" name="Equation" r:id="rId5" imgW="761760" imgH="799920" progId="Equation.DSMT4">
                  <p:embed/>
                </p:oleObj>
              </mc:Choice>
              <mc:Fallback>
                <p:oleObj name="Equation" r:id="rId5" imgW="761760" imgH="799920" progId="Equation.DSMT4">
                  <p:embed/>
                  <p:pic>
                    <p:nvPicPr>
                      <p:cNvPr id="45160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4845" y="1543769"/>
                        <a:ext cx="762000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9">
            <a:extLst>
              <a:ext uri="{FF2B5EF4-FFF2-40B4-BE49-F238E27FC236}">
                <a16:creationId xmlns:a16="http://schemas.microsoft.com/office/drawing/2014/main" id="{A1C8925F-85D0-4C7A-A6FC-AE403F7BC2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628137"/>
              </p:ext>
            </p:extLst>
          </p:nvPr>
        </p:nvGraphicFramePr>
        <p:xfrm>
          <a:off x="2550144" y="1542826"/>
          <a:ext cx="469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60" name="Equation" r:id="rId7" imgW="11277600" imgH="19202400" progId="Equation.DSMT4">
                  <p:embed/>
                </p:oleObj>
              </mc:Choice>
              <mc:Fallback>
                <p:oleObj name="Equation" r:id="rId7" imgW="11277600" imgH="19202400" progId="Equation.DSMT4">
                  <p:embed/>
                  <p:pic>
                    <p:nvPicPr>
                      <p:cNvPr id="45160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0144" y="1542826"/>
                        <a:ext cx="469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0">
            <a:extLst>
              <a:ext uri="{FF2B5EF4-FFF2-40B4-BE49-F238E27FC236}">
                <a16:creationId xmlns:a16="http://schemas.microsoft.com/office/drawing/2014/main" id="{49BA64B4-308D-4068-80E4-A0E9D02CBD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77824"/>
              </p:ext>
            </p:extLst>
          </p:nvPr>
        </p:nvGraphicFramePr>
        <p:xfrm>
          <a:off x="3114485" y="1725726"/>
          <a:ext cx="1828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61" name="Equation" r:id="rId9" imgW="43891200" imgH="8534400" progId="Equation.DSMT4">
                  <p:embed/>
                </p:oleObj>
              </mc:Choice>
              <mc:Fallback>
                <p:oleObj name="Equation" r:id="rId9" imgW="43891200" imgH="8534400" progId="Equation.DSMT4">
                  <p:embed/>
                  <p:pic>
                    <p:nvPicPr>
                      <p:cNvPr id="45160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485" y="1725726"/>
                        <a:ext cx="1828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1">
            <a:extLst>
              <a:ext uri="{FF2B5EF4-FFF2-40B4-BE49-F238E27FC236}">
                <a16:creationId xmlns:a16="http://schemas.microsoft.com/office/drawing/2014/main" id="{0D6A8A13-E599-43CA-AEAE-FA89BDDBC3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255514"/>
              </p:ext>
            </p:extLst>
          </p:nvPr>
        </p:nvGraphicFramePr>
        <p:xfrm>
          <a:off x="5036346" y="1483808"/>
          <a:ext cx="77436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62" name="Equation" r:id="rId11" imgW="774360" imgH="787320" progId="Equation.DSMT4">
                  <p:embed/>
                </p:oleObj>
              </mc:Choice>
              <mc:Fallback>
                <p:oleObj name="Equation" r:id="rId11" imgW="774360" imgH="787320" progId="Equation.DSMT4">
                  <p:embed/>
                  <p:pic>
                    <p:nvPicPr>
                      <p:cNvPr id="45160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6346" y="1483808"/>
                        <a:ext cx="774360" cy="787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>
            <a:extLst>
              <a:ext uri="{FF2B5EF4-FFF2-40B4-BE49-F238E27FC236}">
                <a16:creationId xmlns:a16="http://schemas.microsoft.com/office/drawing/2014/main" id="{41FA6CF3-F686-4A80-AFAE-0D1CB5E0CB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492659"/>
              </p:ext>
            </p:extLst>
          </p:nvPr>
        </p:nvGraphicFramePr>
        <p:xfrm>
          <a:off x="7124407" y="1737444"/>
          <a:ext cx="939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63" name="Equation" r:id="rId13" imgW="939600" imgH="342720" progId="Equation.DSMT4">
                  <p:embed/>
                </p:oleObj>
              </mc:Choice>
              <mc:Fallback>
                <p:oleObj name="Equation" r:id="rId13" imgW="939600" imgH="342720" progId="Equation.DSMT4">
                  <p:embed/>
                  <p:pic>
                    <p:nvPicPr>
                      <p:cNvPr id="45160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407" y="1737444"/>
                        <a:ext cx="939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3">
            <a:extLst>
              <a:ext uri="{FF2B5EF4-FFF2-40B4-BE49-F238E27FC236}">
                <a16:creationId xmlns:a16="http://schemas.microsoft.com/office/drawing/2014/main" id="{5323004F-A21B-4839-9F37-C7C426AEBD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196579"/>
              </p:ext>
            </p:extLst>
          </p:nvPr>
        </p:nvGraphicFramePr>
        <p:xfrm>
          <a:off x="1499206" y="2631955"/>
          <a:ext cx="114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64" name="Equation" r:id="rId15" imgW="27432000" imgH="12192000" progId="Equation.DSMT4">
                  <p:embed/>
                </p:oleObj>
              </mc:Choice>
              <mc:Fallback>
                <p:oleObj name="Equation" r:id="rId15" imgW="27432000" imgH="12192000" progId="Equation.DSMT4">
                  <p:embed/>
                  <p:pic>
                    <p:nvPicPr>
                      <p:cNvPr id="45160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9206" y="2631955"/>
                        <a:ext cx="1143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52B53A87-2C7E-42CB-B452-6B2C33D68E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529207"/>
              </p:ext>
            </p:extLst>
          </p:nvPr>
        </p:nvGraphicFramePr>
        <p:xfrm>
          <a:off x="2669986" y="2718032"/>
          <a:ext cx="1358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65" name="Equation" r:id="rId17" imgW="32613600" imgH="8229600" progId="Equation.DSMT4">
                  <p:embed/>
                </p:oleObj>
              </mc:Choice>
              <mc:Fallback>
                <p:oleObj name="Equation" r:id="rId17" imgW="32613600" imgH="8229600" progId="Equation.DSMT4">
                  <p:embed/>
                  <p:pic>
                    <p:nvPicPr>
                      <p:cNvPr id="45160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9986" y="2718032"/>
                        <a:ext cx="1358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5">
            <a:extLst>
              <a:ext uri="{FF2B5EF4-FFF2-40B4-BE49-F238E27FC236}">
                <a16:creationId xmlns:a16="http://schemas.microsoft.com/office/drawing/2014/main" id="{6C2484FE-67B3-4A08-BD69-DE5A63056C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376240"/>
              </p:ext>
            </p:extLst>
          </p:nvPr>
        </p:nvGraphicFramePr>
        <p:xfrm>
          <a:off x="4028886" y="2654852"/>
          <a:ext cx="19936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66" name="Equation" r:id="rId19" imgW="1993680" imgH="406080" progId="Equation.DSMT4">
                  <p:embed/>
                </p:oleObj>
              </mc:Choice>
              <mc:Fallback>
                <p:oleObj name="Equation" r:id="rId19" imgW="1993680" imgH="406080" progId="Equation.DSMT4">
                  <p:embed/>
                  <p:pic>
                    <p:nvPicPr>
                      <p:cNvPr id="45160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8886" y="2654852"/>
                        <a:ext cx="1993680" cy="406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6">
            <a:extLst>
              <a:ext uri="{FF2B5EF4-FFF2-40B4-BE49-F238E27FC236}">
                <a16:creationId xmlns:a16="http://schemas.microsoft.com/office/drawing/2014/main" id="{0AAB2558-8DDD-4549-8FC1-E12F6F60D4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7263430"/>
              </p:ext>
            </p:extLst>
          </p:nvPr>
        </p:nvGraphicFramePr>
        <p:xfrm>
          <a:off x="2712264" y="3572121"/>
          <a:ext cx="3378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67" name="Equation" r:id="rId21" imgW="81076800" imgH="14935200" progId="Equation.DSMT4">
                  <p:embed/>
                </p:oleObj>
              </mc:Choice>
              <mc:Fallback>
                <p:oleObj name="Equation" r:id="rId21" imgW="81076800" imgH="14935200" progId="Equation.DSMT4">
                  <p:embed/>
                  <p:pic>
                    <p:nvPicPr>
                      <p:cNvPr id="45161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2264" y="3572121"/>
                        <a:ext cx="33782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7">
            <a:extLst>
              <a:ext uri="{FF2B5EF4-FFF2-40B4-BE49-F238E27FC236}">
                <a16:creationId xmlns:a16="http://schemas.microsoft.com/office/drawing/2014/main" id="{FA1B835C-6545-4C64-8C53-8207C0B3F8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846381"/>
              </p:ext>
            </p:extLst>
          </p:nvPr>
        </p:nvGraphicFramePr>
        <p:xfrm>
          <a:off x="5903767" y="1722959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68" name="Equation" r:id="rId23" imgW="30175200" imgH="8229600" progId="Equation.DSMT4">
                  <p:embed/>
                </p:oleObj>
              </mc:Choice>
              <mc:Fallback>
                <p:oleObj name="Equation" r:id="rId23" imgW="30175200" imgH="8229600" progId="Equation.DSMT4">
                  <p:embed/>
                  <p:pic>
                    <p:nvPicPr>
                      <p:cNvPr id="45161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767" y="1722959"/>
                        <a:ext cx="1257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8">
            <a:extLst>
              <a:ext uri="{FF2B5EF4-FFF2-40B4-BE49-F238E27FC236}">
                <a16:creationId xmlns:a16="http://schemas.microsoft.com/office/drawing/2014/main" id="{93F3C1E0-D329-4424-93AB-67BD9B5E1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348" y="2661115"/>
            <a:ext cx="5482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故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CE6940A2-725F-48C3-98A4-B42038096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701" y="316030"/>
            <a:ext cx="831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55C35AE-41DD-42F2-9220-04BEA9218E56}"/>
              </a:ext>
            </a:extLst>
          </p:cNvPr>
          <p:cNvGrpSpPr/>
          <p:nvPr/>
        </p:nvGrpSpPr>
        <p:grpSpPr>
          <a:xfrm>
            <a:off x="1581237" y="296041"/>
            <a:ext cx="4409872" cy="461665"/>
            <a:chOff x="1589291" y="704166"/>
            <a:chExt cx="4409872" cy="461665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8F24B59-7A27-4084-B5E0-431B0CF27E73}"/>
                </a:ext>
              </a:extLst>
            </p:cNvPr>
            <p:cNvGrpSpPr/>
            <p:nvPr/>
          </p:nvGrpSpPr>
          <p:grpSpPr>
            <a:xfrm>
              <a:off x="1589291" y="704166"/>
              <a:ext cx="4409872" cy="461665"/>
              <a:chOff x="1589291" y="704166"/>
              <a:chExt cx="4409872" cy="461665"/>
            </a:xfrm>
          </p:grpSpPr>
          <p:sp>
            <p:nvSpPr>
              <p:cNvPr id="21" name="Text Box 10">
                <a:extLst>
                  <a:ext uri="{FF2B5EF4-FFF2-40B4-BE49-F238E27FC236}">
                    <a16:creationId xmlns:a16="http://schemas.microsoft.com/office/drawing/2014/main" id="{96744253-4AE5-4321-87E3-38549FE366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9291" y="704166"/>
                <a:ext cx="3990821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</a:rPr>
                  <a:t>设           的原函数为</a:t>
                </a:r>
                <a:endParaRPr kumimoji="1" lang="en-US" altLang="zh-CN" sz="2400" b="1" dirty="0">
                  <a:latin typeface="+mn-ea"/>
                </a:endParaRPr>
              </a:p>
            </p:txBody>
          </p:sp>
          <p:graphicFrame>
            <p:nvGraphicFramePr>
              <p:cNvPr id="22" name="Object 18">
                <a:extLst>
                  <a:ext uri="{FF2B5EF4-FFF2-40B4-BE49-F238E27FC236}">
                    <a16:creationId xmlns:a16="http://schemas.microsoft.com/office/drawing/2014/main" id="{033D7661-208A-45A5-829A-259BDD8774D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33961480"/>
                  </p:ext>
                </p:extLst>
              </p:nvPr>
            </p:nvGraphicFramePr>
            <p:xfrm>
              <a:off x="5300663" y="817563"/>
              <a:ext cx="6985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369" name="Equation" r:id="rId25" imgW="698400" imgH="342720" progId="Equation.DSMT4">
                      <p:embed/>
                    </p:oleObj>
                  </mc:Choice>
                  <mc:Fallback>
                    <p:oleObj name="Equation" r:id="rId25" imgW="698400" imgH="342720" progId="Equation.DSMT4">
                      <p:embed/>
                      <p:pic>
                        <p:nvPicPr>
                          <p:cNvPr id="43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00663" y="817563"/>
                            <a:ext cx="6985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" name="Object 17">
              <a:extLst>
                <a:ext uri="{FF2B5EF4-FFF2-40B4-BE49-F238E27FC236}">
                  <a16:creationId xmlns:a16="http://schemas.microsoft.com/office/drawing/2014/main" id="{A2551730-E3DD-450F-8E2E-665EA5D446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6170157"/>
                </p:ext>
              </p:extLst>
            </p:nvPr>
          </p:nvGraphicFramePr>
          <p:xfrm>
            <a:off x="2017919" y="775604"/>
            <a:ext cx="1651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370" name="Equation" r:id="rId27" imgW="39624000" imgH="8534400" progId="Equation.DSMT4">
                    <p:embed/>
                  </p:oleObj>
                </mc:Choice>
                <mc:Fallback>
                  <p:oleObj name="Equation" r:id="rId27" imgW="39624000" imgH="8534400" progId="Equation.DSMT4">
                    <p:embed/>
                    <p:pic>
                      <p:nvPicPr>
                        <p:cNvPr id="41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7919" y="775604"/>
                          <a:ext cx="16510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BB89A22-51F2-4804-A66E-47D8F31CDD30}"/>
              </a:ext>
            </a:extLst>
          </p:cNvPr>
          <p:cNvGrpSpPr/>
          <p:nvPr/>
        </p:nvGrpSpPr>
        <p:grpSpPr>
          <a:xfrm>
            <a:off x="6004106" y="291417"/>
            <a:ext cx="2730203" cy="461665"/>
            <a:chOff x="6012160" y="699542"/>
            <a:chExt cx="2730203" cy="461665"/>
          </a:xfrm>
        </p:grpSpPr>
        <p:graphicFrame>
          <p:nvGraphicFramePr>
            <p:cNvPr id="24" name="Object 19">
              <a:extLst>
                <a:ext uri="{FF2B5EF4-FFF2-40B4-BE49-F238E27FC236}">
                  <a16:creationId xmlns:a16="http://schemas.microsoft.com/office/drawing/2014/main" id="{C2B8ED17-3435-4343-976A-7BCCD48C45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5133958"/>
                </p:ext>
              </p:extLst>
            </p:nvPr>
          </p:nvGraphicFramePr>
          <p:xfrm>
            <a:off x="6494463" y="750888"/>
            <a:ext cx="2247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371" name="Equation" r:id="rId29" imgW="2247840" imgH="406080" progId="Equation.DSMT4">
                    <p:embed/>
                  </p:oleObj>
                </mc:Choice>
                <mc:Fallback>
                  <p:oleObj name="Equation" r:id="rId29" imgW="2247840" imgH="406080" progId="Equation.DSMT4">
                    <p:embed/>
                    <p:pic>
                      <p:nvPicPr>
                        <p:cNvPr id="44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94463" y="750888"/>
                          <a:ext cx="22479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10">
              <a:extLst>
                <a:ext uri="{FF2B5EF4-FFF2-40B4-BE49-F238E27FC236}">
                  <a16:creationId xmlns:a16="http://schemas.microsoft.com/office/drawing/2014/main" id="{89C2EE1D-AB23-49C1-AFE6-A28B48421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2160" y="699542"/>
              <a:ext cx="57606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记</a:t>
              </a:r>
              <a:endParaRPr kumimoji="1" lang="en-US" altLang="zh-CN" sz="2400" b="1" dirty="0">
                <a:latin typeface="+mn-ea"/>
              </a:endParaRPr>
            </a:p>
          </p:txBody>
        </p:sp>
      </p:grp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A6FE124-F29F-47D2-9399-E23D0C5CC4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82259"/>
              </p:ext>
            </p:extLst>
          </p:nvPr>
        </p:nvGraphicFramePr>
        <p:xfrm>
          <a:off x="6069007" y="2672456"/>
          <a:ext cx="218412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72" name="Equation" r:id="rId31" imgW="2184120" imgH="457200" progId="Equation.DSMT4">
                  <p:embed/>
                </p:oleObj>
              </mc:Choice>
              <mc:Fallback>
                <p:oleObj name="Equation" r:id="rId31" imgW="2184120" imgH="4572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9007" y="2672456"/>
                        <a:ext cx="218412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240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386EAB51-AED4-42A1-8E71-9F2F8E82E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951" y="603646"/>
            <a:ext cx="1422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应用思路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16A467B2-4340-48AE-A84C-2A9A49BC19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410792"/>
              </p:ext>
            </p:extLst>
          </p:nvPr>
        </p:nvGraphicFramePr>
        <p:xfrm>
          <a:off x="3999366" y="1238784"/>
          <a:ext cx="11874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6" name="Equation" r:id="rId3" imgW="27432000" imgH="12192000" progId="Equation.DSMT4">
                  <p:embed/>
                </p:oleObj>
              </mc:Choice>
              <mc:Fallback>
                <p:oleObj name="Equation" r:id="rId3" imgW="27432000" imgH="12192000" progId="Equation.DSMT4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9366" y="1238784"/>
                        <a:ext cx="118745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4DC56183-2CC4-49EF-A781-F12BFEC963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266184"/>
              </p:ext>
            </p:extLst>
          </p:nvPr>
        </p:nvGraphicFramePr>
        <p:xfrm>
          <a:off x="3980320" y="1958601"/>
          <a:ext cx="203184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7" name="Equation" r:id="rId5" imgW="2031840" imgH="507960" progId="Equation.DSMT4">
                  <p:embed/>
                </p:oleObj>
              </mc:Choice>
              <mc:Fallback>
                <p:oleObj name="Equation" r:id="rId5" imgW="2031840" imgH="50796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0320" y="1958601"/>
                        <a:ext cx="203184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>
            <a:extLst>
              <a:ext uri="{FF2B5EF4-FFF2-40B4-BE49-F238E27FC236}">
                <a16:creationId xmlns:a16="http://schemas.microsoft.com/office/drawing/2014/main" id="{95150F21-F1BC-4E03-B14D-EA1EC14B34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775844"/>
              </p:ext>
            </p:extLst>
          </p:nvPr>
        </p:nvGraphicFramePr>
        <p:xfrm>
          <a:off x="3980320" y="2597695"/>
          <a:ext cx="19923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8" name="Equation" r:id="rId7" imgW="47853600" imgH="12192000" progId="Equation.DSMT4">
                  <p:embed/>
                </p:oleObj>
              </mc:Choice>
              <mc:Fallback>
                <p:oleObj name="Equation" r:id="rId7" imgW="47853600" imgH="12192000" progId="Equation.DSMT4">
                  <p:embed/>
                  <p:pic>
                    <p:nvPicPr>
                      <p:cNvPr id="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0320" y="2597695"/>
                        <a:ext cx="19923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578BAE9C-74C9-44EB-BE34-04B02379E5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352403"/>
              </p:ext>
            </p:extLst>
          </p:nvPr>
        </p:nvGraphicFramePr>
        <p:xfrm>
          <a:off x="3999366" y="3430035"/>
          <a:ext cx="111125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9" name="Equation" r:id="rId9" imgW="25603200" imgH="8229600" progId="Equation.DSMT4">
                  <p:embed/>
                </p:oleObj>
              </mc:Choice>
              <mc:Fallback>
                <p:oleObj name="Equation" r:id="rId9" imgW="25603200" imgH="8229600" progId="Equation.DSMT4">
                  <p:embed/>
                  <p:pic>
                    <p:nvPicPr>
                      <p:cNvPr id="1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9366" y="3430035"/>
                        <a:ext cx="1111250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2">
            <a:extLst>
              <a:ext uri="{FF2B5EF4-FFF2-40B4-BE49-F238E27FC236}">
                <a16:creationId xmlns:a16="http://schemas.microsoft.com/office/drawing/2014/main" id="{981CF1BB-5DE9-4E8D-9E96-3EAA57567424}"/>
              </a:ext>
            </a:extLst>
          </p:cNvPr>
          <p:cNvGrpSpPr>
            <a:grpSpLocks/>
          </p:cNvGrpSpPr>
          <p:nvPr/>
        </p:nvGrpSpPr>
        <p:grpSpPr bwMode="auto">
          <a:xfrm>
            <a:off x="2517178" y="3148253"/>
            <a:ext cx="1282700" cy="460375"/>
            <a:chOff x="1066" y="2873"/>
            <a:chExt cx="808" cy="290"/>
          </a:xfrm>
        </p:grpSpPr>
        <p:sp>
          <p:nvSpPr>
            <p:cNvPr id="8" name="Text Box 20">
              <a:extLst>
                <a:ext uri="{FF2B5EF4-FFF2-40B4-BE49-F238E27FC236}">
                  <a16:creationId xmlns:a16="http://schemas.microsoft.com/office/drawing/2014/main" id="{F1AF7585-D7B2-458E-831A-32C3F76458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9" y="2873"/>
              <a:ext cx="44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+mn-ea"/>
                </a:rPr>
                <a:t>积分</a:t>
              </a:r>
            </a:p>
          </p:txBody>
        </p:sp>
        <p:grpSp>
          <p:nvGrpSpPr>
            <p:cNvPr id="9" name="Group 21">
              <a:extLst>
                <a:ext uri="{FF2B5EF4-FFF2-40B4-BE49-F238E27FC236}">
                  <a16:creationId xmlns:a16="http://schemas.microsoft.com/office/drawing/2014/main" id="{99EC0924-4E24-41F0-8352-DC5343A821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6" y="3111"/>
              <a:ext cx="808" cy="52"/>
              <a:chOff x="839" y="1518"/>
              <a:chExt cx="1154" cy="52"/>
            </a:xfrm>
          </p:grpSpPr>
          <p:sp>
            <p:nvSpPr>
              <p:cNvPr id="10" name="Line 22">
                <a:extLst>
                  <a:ext uri="{FF2B5EF4-FFF2-40B4-BE49-F238E27FC236}">
                    <a16:creationId xmlns:a16="http://schemas.microsoft.com/office/drawing/2014/main" id="{193E288F-870A-45CF-AEB8-1A2F3BBA04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9" y="1518"/>
                <a:ext cx="1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 b="1" dirty="0">
                  <a:latin typeface="+mn-ea"/>
                </a:endParaRPr>
              </a:p>
            </p:txBody>
          </p:sp>
          <p:sp>
            <p:nvSpPr>
              <p:cNvPr id="11" name="Line 23">
                <a:extLst>
                  <a:ext uri="{FF2B5EF4-FFF2-40B4-BE49-F238E27FC236}">
                    <a16:creationId xmlns:a16="http://schemas.microsoft.com/office/drawing/2014/main" id="{1894DF8F-3819-433C-8F99-FA117439C4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9" y="1567"/>
                <a:ext cx="1154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 b="1">
                  <a:latin typeface="+mn-ea"/>
                </a:endParaRPr>
              </a:p>
            </p:txBody>
          </p:sp>
        </p:grpSp>
      </p:grpSp>
      <p:graphicFrame>
        <p:nvGraphicFramePr>
          <p:cNvPr id="12" name="Object 25">
            <a:extLst>
              <a:ext uri="{FF2B5EF4-FFF2-40B4-BE49-F238E27FC236}">
                <a16:creationId xmlns:a16="http://schemas.microsoft.com/office/drawing/2014/main" id="{B27FBD83-0740-4538-B8FF-75022B8F7C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479792"/>
              </p:ext>
            </p:extLst>
          </p:nvPr>
        </p:nvGraphicFramePr>
        <p:xfrm>
          <a:off x="3980320" y="4000759"/>
          <a:ext cx="1803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00" name="Equation" r:id="rId11" imgW="43281600" imgH="10058400" progId="Equation.DSMT4">
                  <p:embed/>
                </p:oleObj>
              </mc:Choice>
              <mc:Fallback>
                <p:oleObj name="Equation" r:id="rId11" imgW="43281600" imgH="10058400" progId="Equation.DSMT4">
                  <p:embed/>
                  <p:pic>
                    <p:nvPicPr>
                      <p:cNvPr id="2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0320" y="4000759"/>
                        <a:ext cx="18034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26">
            <a:extLst>
              <a:ext uri="{FF2B5EF4-FFF2-40B4-BE49-F238E27FC236}">
                <a16:creationId xmlns:a16="http://schemas.microsoft.com/office/drawing/2014/main" id="{6DB75866-93FA-421B-A21A-BA1754EED36C}"/>
              </a:ext>
            </a:extLst>
          </p:cNvPr>
          <p:cNvGrpSpPr>
            <a:grpSpLocks/>
          </p:cNvGrpSpPr>
          <p:nvPr/>
        </p:nvGrpSpPr>
        <p:grpSpPr bwMode="auto">
          <a:xfrm>
            <a:off x="2517178" y="3867694"/>
            <a:ext cx="1282700" cy="441325"/>
            <a:chOff x="1066" y="3197"/>
            <a:chExt cx="808" cy="278"/>
          </a:xfrm>
        </p:grpSpPr>
        <p:sp>
          <p:nvSpPr>
            <p:cNvPr id="14" name="Text Box 27">
              <a:extLst>
                <a:ext uri="{FF2B5EF4-FFF2-40B4-BE49-F238E27FC236}">
                  <a16:creationId xmlns:a16="http://schemas.microsoft.com/office/drawing/2014/main" id="{C470D361-3E03-4DF8-A7A0-D655CE978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3197"/>
              <a:ext cx="76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+mn-ea"/>
                </a:rPr>
                <a:t>变量还原</a:t>
              </a:r>
            </a:p>
          </p:txBody>
        </p:sp>
        <p:grpSp>
          <p:nvGrpSpPr>
            <p:cNvPr id="15" name="Group 28">
              <a:extLst>
                <a:ext uri="{FF2B5EF4-FFF2-40B4-BE49-F238E27FC236}">
                  <a16:creationId xmlns:a16="http://schemas.microsoft.com/office/drawing/2014/main" id="{75C029D7-BD03-479D-86DB-4E4DBE316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6" y="3430"/>
              <a:ext cx="808" cy="45"/>
              <a:chOff x="839" y="1525"/>
              <a:chExt cx="1154" cy="45"/>
            </a:xfrm>
          </p:grpSpPr>
          <p:sp>
            <p:nvSpPr>
              <p:cNvPr id="16" name="Line 29">
                <a:extLst>
                  <a:ext uri="{FF2B5EF4-FFF2-40B4-BE49-F238E27FC236}">
                    <a16:creationId xmlns:a16="http://schemas.microsoft.com/office/drawing/2014/main" id="{67721AEC-24EC-4282-8641-789C51B543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1525"/>
                <a:ext cx="1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 b="1">
                  <a:latin typeface="+mn-ea"/>
                </a:endParaRPr>
              </a:p>
            </p:txBody>
          </p:sp>
          <p:sp>
            <p:nvSpPr>
              <p:cNvPr id="17" name="Line 30">
                <a:extLst>
                  <a:ext uri="{FF2B5EF4-FFF2-40B4-BE49-F238E27FC236}">
                    <a16:creationId xmlns:a16="http://schemas.microsoft.com/office/drawing/2014/main" id="{315E9AF3-BC98-42B4-9B39-BE30E4047E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9" y="1570"/>
                <a:ext cx="1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 b="1">
                  <a:latin typeface="+mn-ea"/>
                </a:endParaRPr>
              </a:p>
            </p:txBody>
          </p:sp>
        </p:grp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6098D77-A153-47EB-8DD6-30A879CF28B5}"/>
              </a:ext>
            </a:extLst>
          </p:cNvPr>
          <p:cNvGrpSpPr/>
          <p:nvPr/>
        </p:nvGrpSpPr>
        <p:grpSpPr>
          <a:xfrm>
            <a:off x="2411760" y="1811600"/>
            <a:ext cx="1388118" cy="472423"/>
            <a:chOff x="2339752" y="1811600"/>
            <a:chExt cx="1388118" cy="472423"/>
          </a:xfrm>
        </p:grpSpPr>
        <p:grpSp>
          <p:nvGrpSpPr>
            <p:cNvPr id="19" name="Group 31">
              <a:extLst>
                <a:ext uri="{FF2B5EF4-FFF2-40B4-BE49-F238E27FC236}">
                  <a16:creationId xmlns:a16="http://schemas.microsoft.com/office/drawing/2014/main" id="{CBE570F6-471C-47C5-8AD1-6AA188B075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1045" y="1852222"/>
              <a:ext cx="1266825" cy="431801"/>
              <a:chOff x="1156" y="1665"/>
              <a:chExt cx="798" cy="272"/>
            </a:xfrm>
          </p:grpSpPr>
          <p:grpSp>
            <p:nvGrpSpPr>
              <p:cNvPr id="21" name="Group 7">
                <a:extLst>
                  <a:ext uri="{FF2B5EF4-FFF2-40B4-BE49-F238E27FC236}">
                    <a16:creationId xmlns:a16="http://schemas.microsoft.com/office/drawing/2014/main" id="{01D9A1CD-DEDE-433D-A1FE-7465471A18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6" y="1891"/>
                <a:ext cx="798" cy="46"/>
                <a:chOff x="839" y="1524"/>
                <a:chExt cx="1140" cy="46"/>
              </a:xfrm>
            </p:grpSpPr>
            <p:sp>
              <p:nvSpPr>
                <p:cNvPr id="23" name="Line 8">
                  <a:extLst>
                    <a:ext uri="{FF2B5EF4-FFF2-40B4-BE49-F238E27FC236}">
                      <a16:creationId xmlns:a16="http://schemas.microsoft.com/office/drawing/2014/main" id="{E97C2646-A1BE-45EE-A136-EEB3A81DC6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39" y="1524"/>
                  <a:ext cx="114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2000" b="1">
                    <a:latin typeface="+mn-ea"/>
                  </a:endParaRPr>
                </a:p>
              </p:txBody>
            </p:sp>
            <p:sp>
              <p:nvSpPr>
                <p:cNvPr id="24" name="Line 9">
                  <a:extLst>
                    <a:ext uri="{FF2B5EF4-FFF2-40B4-BE49-F238E27FC236}">
                      <a16:creationId xmlns:a16="http://schemas.microsoft.com/office/drawing/2014/main" id="{C2C685EA-22AE-4FF2-969D-924217DF98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39" y="1569"/>
                  <a:ext cx="114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2000" b="1">
                    <a:latin typeface="+mn-ea"/>
                  </a:endParaRPr>
                </a:p>
              </p:txBody>
            </p:sp>
          </p:grpSp>
          <p:graphicFrame>
            <p:nvGraphicFramePr>
              <p:cNvPr id="22" name="Object 10">
                <a:extLst>
                  <a:ext uri="{FF2B5EF4-FFF2-40B4-BE49-F238E27FC236}">
                    <a16:creationId xmlns:a16="http://schemas.microsoft.com/office/drawing/2014/main" id="{9BB2E0BD-15D2-4D29-83FB-D531F9BD74B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47096096"/>
                  </p:ext>
                </p:extLst>
              </p:nvPr>
            </p:nvGraphicFramePr>
            <p:xfrm>
              <a:off x="1306" y="1665"/>
              <a:ext cx="648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901" name="Equation" r:id="rId13" imgW="1028520" imgH="342720" progId="Equation.DSMT4">
                      <p:embed/>
                    </p:oleObj>
                  </mc:Choice>
                  <mc:Fallback>
                    <p:oleObj name="Equation" r:id="rId13" imgW="1028520" imgH="342720" progId="Equation.DSMT4">
                      <p:embed/>
                      <p:pic>
                        <p:nvPicPr>
                          <p:cNvPr id="9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06" y="1665"/>
                            <a:ext cx="648" cy="2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" name="Text Box 2">
              <a:extLst>
                <a:ext uri="{FF2B5EF4-FFF2-40B4-BE49-F238E27FC236}">
                  <a16:creationId xmlns:a16="http://schemas.microsoft.com/office/drawing/2014/main" id="{691FFEDD-16FC-40C5-AFD2-07A2CC32D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9752" y="1811600"/>
              <a:ext cx="44275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令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5C85348-8742-4691-BC1E-03D8FE8CFB3A}"/>
              </a:ext>
            </a:extLst>
          </p:cNvPr>
          <p:cNvGrpSpPr/>
          <p:nvPr/>
        </p:nvGrpSpPr>
        <p:grpSpPr>
          <a:xfrm>
            <a:off x="2517179" y="2459672"/>
            <a:ext cx="1267225" cy="446487"/>
            <a:chOff x="2445171" y="2459672"/>
            <a:chExt cx="1267225" cy="446487"/>
          </a:xfrm>
        </p:grpSpPr>
        <p:grpSp>
          <p:nvGrpSpPr>
            <p:cNvPr id="26" name="Group 14">
              <a:extLst>
                <a:ext uri="{FF2B5EF4-FFF2-40B4-BE49-F238E27FC236}">
                  <a16:creationId xmlns:a16="http://schemas.microsoft.com/office/drawing/2014/main" id="{37C1A70D-E602-428B-9852-A4EFC56D78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5171" y="2828371"/>
              <a:ext cx="1267225" cy="77788"/>
              <a:chOff x="839" y="1521"/>
              <a:chExt cx="1140" cy="49"/>
            </a:xfrm>
          </p:grpSpPr>
          <p:sp>
            <p:nvSpPr>
              <p:cNvPr id="28" name="Line 15">
                <a:extLst>
                  <a:ext uri="{FF2B5EF4-FFF2-40B4-BE49-F238E27FC236}">
                    <a16:creationId xmlns:a16="http://schemas.microsoft.com/office/drawing/2014/main" id="{61B9984C-EDAE-4633-B7B0-2AAB346B75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9" y="1521"/>
                <a:ext cx="11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 b="1">
                  <a:latin typeface="+mn-ea"/>
                </a:endParaRPr>
              </a:p>
            </p:txBody>
          </p:sp>
          <p:sp>
            <p:nvSpPr>
              <p:cNvPr id="29" name="Line 16">
                <a:extLst>
                  <a:ext uri="{FF2B5EF4-FFF2-40B4-BE49-F238E27FC236}">
                    <a16:creationId xmlns:a16="http://schemas.microsoft.com/office/drawing/2014/main" id="{06F7AF69-9485-4C3F-A097-13522EF2E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1570"/>
                <a:ext cx="11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 b="1">
                  <a:latin typeface="+mn-ea"/>
                </a:endParaRPr>
              </a:p>
            </p:txBody>
          </p:sp>
        </p:grpSp>
        <p:sp>
          <p:nvSpPr>
            <p:cNvPr id="27" name="Text Box 2">
              <a:extLst>
                <a:ext uri="{FF2B5EF4-FFF2-40B4-BE49-F238E27FC236}">
                  <a16:creationId xmlns:a16="http://schemas.microsoft.com/office/drawing/2014/main" id="{16ED802C-03EC-4ABF-97B9-B784B27E3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7784" y="2459672"/>
              <a:ext cx="95891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求微分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849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3">
            <a:extLst>
              <a:ext uri="{FF2B5EF4-FFF2-40B4-BE49-F238E27FC236}">
                <a16:creationId xmlns:a16="http://schemas.microsoft.com/office/drawing/2014/main" id="{28871008-503D-404F-A131-70C5A7C8B7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088454"/>
              </p:ext>
            </p:extLst>
          </p:nvPr>
        </p:nvGraphicFramePr>
        <p:xfrm>
          <a:off x="1979712" y="957957"/>
          <a:ext cx="114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16" name="Equation" r:id="rId3" imgW="27432000" imgH="12192000" progId="Equation.DSMT4">
                  <p:embed/>
                </p:oleObj>
              </mc:Choice>
              <mc:Fallback>
                <p:oleObj name="Equation" r:id="rId3" imgW="27432000" imgH="12192000" progId="Equation.DSMT4">
                  <p:embed/>
                  <p:pic>
                    <p:nvPicPr>
                      <p:cNvPr id="11" name="Object 23">
                        <a:extLst>
                          <a:ext uri="{FF2B5EF4-FFF2-40B4-BE49-F238E27FC236}">
                            <a16:creationId xmlns:a16="http://schemas.microsoft.com/office/drawing/2014/main" id="{5323004F-A21B-4839-9F37-C7C426AEBD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957957"/>
                        <a:ext cx="1143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6">
            <a:extLst>
              <a:ext uri="{FF2B5EF4-FFF2-40B4-BE49-F238E27FC236}">
                <a16:creationId xmlns:a16="http://schemas.microsoft.com/office/drawing/2014/main" id="{C4CA9220-49CA-473F-AB0E-E28039F71C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869547"/>
              </p:ext>
            </p:extLst>
          </p:nvPr>
        </p:nvGraphicFramePr>
        <p:xfrm>
          <a:off x="3203848" y="957957"/>
          <a:ext cx="3378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17" name="Equation" r:id="rId5" imgW="81076800" imgH="14935200" progId="Equation.DSMT4">
                  <p:embed/>
                </p:oleObj>
              </mc:Choice>
              <mc:Fallback>
                <p:oleObj name="Equation" r:id="rId5" imgW="81076800" imgH="14935200" progId="Equation.DSMT4">
                  <p:embed/>
                  <p:pic>
                    <p:nvPicPr>
                      <p:cNvPr id="14" name="Object 26">
                        <a:extLst>
                          <a:ext uri="{FF2B5EF4-FFF2-40B4-BE49-F238E27FC236}">
                            <a16:creationId xmlns:a16="http://schemas.microsoft.com/office/drawing/2014/main" id="{0AAB2558-8DDD-4549-8FC1-E12F6F60D4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957957"/>
                        <a:ext cx="33782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D22ADBAA-A2B6-4190-BED2-D431CAA8C58E}"/>
              </a:ext>
            </a:extLst>
          </p:cNvPr>
          <p:cNvSpPr txBox="1"/>
          <p:nvPr/>
        </p:nvSpPr>
        <p:spPr>
          <a:xfrm>
            <a:off x="899592" y="1750045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B76EA4-CC33-4F79-ACE6-75FA9ECA8E13}"/>
              </a:ext>
            </a:extLst>
          </p:cNvPr>
          <p:cNvSpPr txBox="1"/>
          <p:nvPr/>
        </p:nvSpPr>
        <p:spPr>
          <a:xfrm>
            <a:off x="1422426" y="1722595"/>
            <a:ext cx="525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Both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等式右边的不定积分要存在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8947AC-A0C0-4608-BA79-438EC728309E}"/>
              </a:ext>
            </a:extLst>
          </p:cNvPr>
          <p:cNvSpPr txBox="1"/>
          <p:nvPr/>
        </p:nvSpPr>
        <p:spPr>
          <a:xfrm>
            <a:off x="1422426" y="2542133"/>
            <a:ext cx="7296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单调（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保证反函数存在）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可导且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C079C34-CDD3-44B9-8D99-2B6061CE1C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961011"/>
              </p:ext>
            </p:extLst>
          </p:nvPr>
        </p:nvGraphicFramePr>
        <p:xfrm>
          <a:off x="1979712" y="2601515"/>
          <a:ext cx="99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18" name="Equation" r:id="rId7" imgW="990360" imgH="342720" progId="Equation.DSMT4">
                  <p:embed/>
                </p:oleObj>
              </mc:Choice>
              <mc:Fallback>
                <p:oleObj name="Equation" r:id="rId7" imgW="9903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9712" y="2601515"/>
                        <a:ext cx="990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7C29906-DA1D-439D-8C5D-525603E962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274444"/>
              </p:ext>
            </p:extLst>
          </p:nvPr>
        </p:nvGraphicFramePr>
        <p:xfrm>
          <a:off x="7387004" y="2607445"/>
          <a:ext cx="1117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19" name="Equation" r:id="rId9" imgW="1117440" imgH="355320" progId="Equation.DSMT4">
                  <p:embed/>
                </p:oleObj>
              </mc:Choice>
              <mc:Fallback>
                <p:oleObj name="Equation" r:id="rId9" imgW="1117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87004" y="2607445"/>
                        <a:ext cx="1117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0518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4CBD8621-71A9-48A6-82E9-B882D1C98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5700" y="2110085"/>
            <a:ext cx="175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三角代换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87976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05474">
            <a:extLst>
              <a:ext uri="{FF2B5EF4-FFF2-40B4-BE49-F238E27FC236}">
                <a16:creationId xmlns:a16="http://schemas.microsoft.com/office/drawing/2014/main" id="{E430F764-00A1-4F4E-88C0-674528FFC64C}"/>
              </a:ext>
            </a:extLst>
          </p:cNvPr>
          <p:cNvSpPr txBox="1">
            <a:spLocks noChangeArrowheads="1"/>
          </p:cNvSpPr>
          <p:nvPr/>
        </p:nvSpPr>
        <p:spPr>
          <a:xfrm>
            <a:off x="524407" y="184374"/>
            <a:ext cx="2209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105475">
            <a:extLst>
              <a:ext uri="{FF2B5EF4-FFF2-40B4-BE49-F238E27FC236}">
                <a16:creationId xmlns:a16="http://schemas.microsoft.com/office/drawing/2014/main" id="{DF26466B-C29D-4868-ADF5-5897968906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7080519"/>
              </p:ext>
            </p:extLst>
          </p:nvPr>
        </p:nvGraphicFramePr>
        <p:xfrm>
          <a:off x="1591207" y="195486"/>
          <a:ext cx="2705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46" name="Equation" r:id="rId4" imgW="2705040" imgH="545760" progId="Equation.DSMT4">
                  <p:embed/>
                </p:oleObj>
              </mc:Choice>
              <mc:Fallback>
                <p:oleObj name="Equation" r:id="rId4" imgW="2705040" imgH="545760" progId="Equation.DSMT4">
                  <p:embed/>
                  <p:pic>
                    <p:nvPicPr>
                      <p:cNvPr id="32771" name="对象 105475">
                        <a:extLst>
                          <a:ext uri="{FF2B5EF4-FFF2-40B4-BE49-F238E27FC236}">
                            <a16:creationId xmlns:a16="http://schemas.microsoft.com/office/drawing/2014/main" id="{2E7461C9-F19D-4FBA-B482-C32D45A2C62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1207" y="195486"/>
                        <a:ext cx="2705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A77AF43-BA63-4059-96EB-B054EA177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07" y="843186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810B424-2271-4777-9108-F7417688CA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5984112"/>
              </p:ext>
            </p:extLst>
          </p:nvPr>
        </p:nvGraphicFramePr>
        <p:xfrm>
          <a:off x="1589620" y="811436"/>
          <a:ext cx="29352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47" name="Equation" r:id="rId6" imgW="2933640" imgH="609480" progId="Equation.DSMT4">
                  <p:embed/>
                </p:oleObj>
              </mc:Choice>
              <mc:Fallback>
                <p:oleObj name="Equation" r:id="rId6" imgW="2933640" imgH="609480" progId="Equation.DSMT4">
                  <p:embed/>
                  <p:pic>
                    <p:nvPicPr>
                      <p:cNvPr id="105478" name="对象 105477">
                        <a:extLst>
                          <a:ext uri="{FF2B5EF4-FFF2-40B4-BE49-F238E27FC236}">
                            <a16:creationId xmlns:a16="http://schemas.microsoft.com/office/drawing/2014/main" id="{EA283DB3-670D-48A3-B8FD-40FEBD83154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620" y="811436"/>
                        <a:ext cx="293528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67CD226-A412-40CD-A3CD-B7F2684A3F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5966053"/>
              </p:ext>
            </p:extLst>
          </p:nvPr>
        </p:nvGraphicFramePr>
        <p:xfrm>
          <a:off x="1055947" y="1674098"/>
          <a:ext cx="31511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48" name="Equation" r:id="rId8" imgW="3149280" imgH="431640" progId="Equation.DSMT4">
                  <p:embed/>
                </p:oleObj>
              </mc:Choice>
              <mc:Fallback>
                <p:oleObj name="Equation" r:id="rId8" imgW="3149280" imgH="431640" progId="Equation.DSMT4">
                  <p:embed/>
                  <p:pic>
                    <p:nvPicPr>
                      <p:cNvPr id="105480" name="对象 105479">
                        <a:extLst>
                          <a:ext uri="{FF2B5EF4-FFF2-40B4-BE49-F238E27FC236}">
                            <a16:creationId xmlns:a16="http://schemas.microsoft.com/office/drawing/2014/main" id="{FB8FC447-2B34-4FAB-8DE5-457128E90E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947" y="1674098"/>
                        <a:ext cx="31511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2A0506E-1483-42A6-B415-82E347DA6F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5224959"/>
              </p:ext>
            </p:extLst>
          </p:nvPr>
        </p:nvGraphicFramePr>
        <p:xfrm>
          <a:off x="4354287" y="1822257"/>
          <a:ext cx="10668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49" name="Equation" r:id="rId10" imgW="1066680" imgH="253800" progId="Equation.DSMT4">
                  <p:embed/>
                </p:oleObj>
              </mc:Choice>
              <mc:Fallback>
                <p:oleObj name="Equation" r:id="rId10" imgW="1066680" imgH="253800" progId="Equation.DSMT4">
                  <p:embed/>
                  <p:pic>
                    <p:nvPicPr>
                      <p:cNvPr id="105481" name="对象 105480">
                        <a:extLst>
                          <a:ext uri="{FF2B5EF4-FFF2-40B4-BE49-F238E27FC236}">
                            <a16:creationId xmlns:a16="http://schemas.microsoft.com/office/drawing/2014/main" id="{33BB1305-6376-4FAE-B26C-04BB7C1DE8A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287" y="1822257"/>
                        <a:ext cx="106680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20F3E8A8-4267-4144-A37C-4E26FB7B1D33}"/>
              </a:ext>
            </a:extLst>
          </p:cNvPr>
          <p:cNvGrpSpPr/>
          <p:nvPr/>
        </p:nvGrpSpPr>
        <p:grpSpPr>
          <a:xfrm>
            <a:off x="4753507" y="870174"/>
            <a:ext cx="2274888" cy="461665"/>
            <a:chOff x="5029200" y="1093788"/>
            <a:chExt cx="2274888" cy="461665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0CB09F8-0B2A-402D-AD8C-FCD6315D9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1093788"/>
              <a:ext cx="609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则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8469182E-D376-472D-986B-63DD20849DF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68047455"/>
                </p:ext>
              </p:extLst>
            </p:nvPr>
          </p:nvGraphicFramePr>
          <p:xfrm>
            <a:off x="5537200" y="1172081"/>
            <a:ext cx="1766888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50" name="Equation" r:id="rId12" imgW="1765080" imgH="342720" progId="Equation.DSMT4">
                    <p:embed/>
                  </p:oleObj>
                </mc:Choice>
                <mc:Fallback>
                  <p:oleObj name="Equation" r:id="rId12" imgW="1765080" imgH="342720" progId="Equation.DSMT4">
                    <p:embed/>
                    <p:pic>
                      <p:nvPicPr>
                        <p:cNvPr id="105482" name="对象 105481">
                          <a:extLst>
                            <a:ext uri="{FF2B5EF4-FFF2-40B4-BE49-F238E27FC236}">
                              <a16:creationId xmlns:a16="http://schemas.microsoft.com/office/drawing/2014/main" id="{8FC58847-DA1A-4981-9F8E-5C1CDB944AB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7200" y="1172081"/>
                          <a:ext cx="1766888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8D4E61BB-CA99-48D2-920E-370208059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867" y="2291091"/>
            <a:ext cx="1517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8A06CFB-CC71-4D29-84C2-477ACDB47B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9089944"/>
              </p:ext>
            </p:extLst>
          </p:nvPr>
        </p:nvGraphicFramePr>
        <p:xfrm>
          <a:off x="1484845" y="2322736"/>
          <a:ext cx="1181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1" name="Equation" r:id="rId14" imgW="1180800" imgH="507960" progId="Equation.DSMT4">
                  <p:embed/>
                </p:oleObj>
              </mc:Choice>
              <mc:Fallback>
                <p:oleObj name="Equation" r:id="rId14" imgW="1180800" imgH="507960" progId="Equation.DSMT4">
                  <p:embed/>
                  <p:pic>
                    <p:nvPicPr>
                      <p:cNvPr id="105484" name="对象 105483">
                        <a:extLst>
                          <a:ext uri="{FF2B5EF4-FFF2-40B4-BE49-F238E27FC236}">
                            <a16:creationId xmlns:a16="http://schemas.microsoft.com/office/drawing/2014/main" id="{3B3F1B71-E9DF-4082-8F96-1CFE849D343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845" y="2322736"/>
                        <a:ext cx="1181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42B9C21-C174-49E9-B95D-BFDF9780C1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7862800"/>
              </p:ext>
            </p:extLst>
          </p:nvPr>
        </p:nvGraphicFramePr>
        <p:xfrm>
          <a:off x="2672533" y="2399730"/>
          <a:ext cx="11572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2" name="Equation" r:id="rId16" imgW="1155600" imgH="342720" progId="Equation.DSMT4">
                  <p:embed/>
                </p:oleObj>
              </mc:Choice>
              <mc:Fallback>
                <p:oleObj name="Equation" r:id="rId16" imgW="1155600" imgH="342720" progId="Equation.DSMT4">
                  <p:embed/>
                  <p:pic>
                    <p:nvPicPr>
                      <p:cNvPr id="105485" name="对象 105484">
                        <a:extLst>
                          <a:ext uri="{FF2B5EF4-FFF2-40B4-BE49-F238E27FC236}">
                            <a16:creationId xmlns:a16="http://schemas.microsoft.com/office/drawing/2014/main" id="{5A15DEC1-D81B-47E2-9B18-D5B01ABA2E7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2533" y="2399730"/>
                        <a:ext cx="11572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EAE1ECC-3CDB-4822-A0CB-005BBC55DF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7973202"/>
              </p:ext>
            </p:extLst>
          </p:nvPr>
        </p:nvGraphicFramePr>
        <p:xfrm>
          <a:off x="3892052" y="2291091"/>
          <a:ext cx="17414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3" name="Equation" r:id="rId18" imgW="1739880" imgH="507960" progId="Equation.DSMT4">
                  <p:embed/>
                </p:oleObj>
              </mc:Choice>
              <mc:Fallback>
                <p:oleObj name="Equation" r:id="rId18" imgW="1739880" imgH="507960" progId="Equation.DSMT4">
                  <p:embed/>
                  <p:pic>
                    <p:nvPicPr>
                      <p:cNvPr id="105486" name="对象 105485">
                        <a:extLst>
                          <a:ext uri="{FF2B5EF4-FFF2-40B4-BE49-F238E27FC236}">
                            <a16:creationId xmlns:a16="http://schemas.microsoft.com/office/drawing/2014/main" id="{5BB452D5-4219-4892-9C8B-47538BFD06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052" y="2291091"/>
                        <a:ext cx="17414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6295E71B-63F5-42B2-808A-A32BBDE867F5}"/>
              </a:ext>
            </a:extLst>
          </p:cNvPr>
          <p:cNvGrpSpPr/>
          <p:nvPr/>
        </p:nvGrpSpPr>
        <p:grpSpPr>
          <a:xfrm>
            <a:off x="1484845" y="2945246"/>
            <a:ext cx="2566987" cy="723900"/>
            <a:chOff x="2068513" y="3695700"/>
            <a:chExt cx="2566987" cy="723900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4834B98E-AFF9-4356-9E3F-94A8092D736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15051231"/>
                </p:ext>
              </p:extLst>
            </p:nvPr>
          </p:nvGraphicFramePr>
          <p:xfrm>
            <a:off x="2068513" y="3835400"/>
            <a:ext cx="2566987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54" name="Equation" r:id="rId20" imgW="2565360" imgH="444240" progId="Equation.DSMT4">
                    <p:embed/>
                  </p:oleObj>
                </mc:Choice>
                <mc:Fallback>
                  <p:oleObj name="Equation" r:id="rId20" imgW="2565360" imgH="444240" progId="Equation.DSMT4">
                    <p:embed/>
                    <p:pic>
                      <p:nvPicPr>
                        <p:cNvPr id="105487" name="对象 105486">
                          <a:extLst>
                            <a:ext uri="{FF2B5EF4-FFF2-40B4-BE49-F238E27FC236}">
                              <a16:creationId xmlns:a16="http://schemas.microsoft.com/office/drawing/2014/main" id="{7AB98B57-FCBD-48E4-844C-DBAEAB3D7AA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8513" y="3835400"/>
                          <a:ext cx="2566987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2504A22B-B683-4D78-AFDC-C3EE9358EAB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88856716"/>
                </p:ext>
              </p:extLst>
            </p:nvPr>
          </p:nvGraphicFramePr>
          <p:xfrm>
            <a:off x="2843808" y="3695700"/>
            <a:ext cx="12065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55" name="Equation" r:id="rId22" imgW="1206360" imgH="723600" progId="Equation.DSMT4">
                    <p:embed/>
                  </p:oleObj>
                </mc:Choice>
                <mc:Fallback>
                  <p:oleObj name="Equation" r:id="rId22" imgW="1206360" imgH="723600" progId="Equation.DSMT4">
                    <p:embed/>
                    <p:pic>
                      <p:nvPicPr>
                        <p:cNvPr id="105488" name="对象 105487">
                          <a:extLst>
                            <a:ext uri="{FF2B5EF4-FFF2-40B4-BE49-F238E27FC236}">
                              <a16:creationId xmlns:a16="http://schemas.microsoft.com/office/drawing/2014/main" id="{B2309E59-8AAC-4DD5-90EA-46EFDD5CE96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808" y="3695700"/>
                          <a:ext cx="12065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1DE9971-F713-42ED-81FF-1B3D1C369A87}"/>
              </a:ext>
            </a:extLst>
          </p:cNvPr>
          <p:cNvGrpSpPr/>
          <p:nvPr/>
        </p:nvGrpSpPr>
        <p:grpSpPr>
          <a:xfrm>
            <a:off x="7555689" y="1014796"/>
            <a:ext cx="1563687" cy="1793131"/>
            <a:chOff x="7304088" y="1491630"/>
            <a:chExt cx="1563687" cy="1793131"/>
          </a:xfrm>
        </p:grpSpPr>
        <p:sp>
          <p:nvSpPr>
            <p:cNvPr id="18" name="任意多边形 105488">
              <a:extLst>
                <a:ext uri="{FF2B5EF4-FFF2-40B4-BE49-F238E27FC236}">
                  <a16:creationId xmlns:a16="http://schemas.microsoft.com/office/drawing/2014/main" id="{A8C70664-CC26-458F-A240-AD49670CD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4088" y="1491630"/>
              <a:ext cx="1066800" cy="1371600"/>
            </a:xfrm>
            <a:custGeom>
              <a:avLst/>
              <a:gdLst>
                <a:gd name="T0" fmla="*/ 0 w 672"/>
                <a:gd name="T1" fmla="*/ 864 h 864"/>
                <a:gd name="T2" fmla="*/ 672 w 672"/>
                <a:gd name="T3" fmla="*/ 864 h 864"/>
                <a:gd name="T4" fmla="*/ 672 w 672"/>
                <a:gd name="T5" fmla="*/ 0 h 864"/>
                <a:gd name="T6" fmla="*/ 0 w 672"/>
                <a:gd name="T7" fmla="*/ 864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2" h="864">
                  <a:moveTo>
                    <a:pt x="0" y="864"/>
                  </a:moveTo>
                  <a:lnTo>
                    <a:pt x="672" y="864"/>
                  </a:lnTo>
                  <a:lnTo>
                    <a:pt x="672" y="0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5875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任意多边形 105489">
              <a:extLst>
                <a:ext uri="{FF2B5EF4-FFF2-40B4-BE49-F238E27FC236}">
                  <a16:creationId xmlns:a16="http://schemas.microsoft.com/office/drawing/2014/main" id="{07885D12-0E45-439C-963A-997B69D7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4088" y="2657709"/>
              <a:ext cx="273050" cy="212725"/>
            </a:xfrm>
            <a:custGeom>
              <a:avLst/>
              <a:gdLst>
                <a:gd name="T0" fmla="*/ 13526 w 21600"/>
                <a:gd name="T1" fmla="*/ 0 h 16840"/>
                <a:gd name="T2" fmla="*/ 21600 w 21600"/>
                <a:gd name="T3" fmla="*/ 16840 h 16840"/>
                <a:gd name="T4" fmla="*/ 13526 w 21600"/>
                <a:gd name="T5" fmla="*/ 0 h 16840"/>
                <a:gd name="T6" fmla="*/ 21600 w 21600"/>
                <a:gd name="T7" fmla="*/ 16840 h 16840"/>
                <a:gd name="T8" fmla="*/ 0 w 21600"/>
                <a:gd name="T9" fmla="*/ 16840 h 16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00" h="16840" fill="none">
                  <a:moveTo>
                    <a:pt x="13526" y="0"/>
                  </a:moveTo>
                  <a:cubicBezTo>
                    <a:pt x="18450" y="3958"/>
                    <a:pt x="21600" y="10031"/>
                    <a:pt x="21600" y="16840"/>
                  </a:cubicBezTo>
                </a:path>
                <a:path w="21600" h="16840" stroke="0">
                  <a:moveTo>
                    <a:pt x="13526" y="0"/>
                  </a:moveTo>
                  <a:cubicBezTo>
                    <a:pt x="18450" y="3958"/>
                    <a:pt x="21600" y="10031"/>
                    <a:pt x="21600" y="16840"/>
                  </a:cubicBezTo>
                  <a:lnTo>
                    <a:pt x="0" y="1684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F1BE743B-92C2-4E8B-921E-2BC41754668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06162576"/>
                </p:ext>
              </p:extLst>
            </p:nvPr>
          </p:nvGraphicFramePr>
          <p:xfrm>
            <a:off x="7558964" y="2147051"/>
            <a:ext cx="177480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56" name="Equation" r:id="rId24" imgW="177480" imgH="190440" progId="Equation.DSMT4">
                    <p:embed/>
                  </p:oleObj>
                </mc:Choice>
                <mc:Fallback>
                  <p:oleObj name="Equation" r:id="rId24" imgW="177480" imgH="190440" progId="Equation.DSMT4">
                    <p:embed/>
                    <p:pic>
                      <p:nvPicPr>
                        <p:cNvPr id="105491" name="对象 105490">
                          <a:extLst>
                            <a:ext uri="{FF2B5EF4-FFF2-40B4-BE49-F238E27FC236}">
                              <a16:creationId xmlns:a16="http://schemas.microsoft.com/office/drawing/2014/main" id="{8DF88543-4088-4B9C-9FA2-6C26D91B49C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8964" y="2147051"/>
                          <a:ext cx="177480" cy="190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E23FBCA6-2609-490D-9B03-2072C04D3ED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05068666"/>
                </p:ext>
              </p:extLst>
            </p:nvPr>
          </p:nvGraphicFramePr>
          <p:xfrm>
            <a:off x="8370888" y="2242638"/>
            <a:ext cx="496887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57" name="Equation" r:id="rId26" imgW="177480" imgH="190440" progId="Equation.DSMT4">
                    <p:embed/>
                  </p:oleObj>
                </mc:Choice>
                <mc:Fallback>
                  <p:oleObj name="Equation" r:id="rId26" imgW="177480" imgH="190440" progId="Equation.DSMT4">
                    <p:embed/>
                    <p:pic>
                      <p:nvPicPr>
                        <p:cNvPr id="105492" name="对象 105491">
                          <a:extLst>
                            <a:ext uri="{FF2B5EF4-FFF2-40B4-BE49-F238E27FC236}">
                              <a16:creationId xmlns:a16="http://schemas.microsoft.com/office/drawing/2014/main" id="{CCDAC48D-3B36-4A59-BCEB-4CA22FE4AC5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70888" y="2242638"/>
                          <a:ext cx="496887" cy="190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9057644D-BB33-4F95-8175-594FCD4BF57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1893959"/>
                </p:ext>
              </p:extLst>
            </p:nvPr>
          </p:nvGraphicFramePr>
          <p:xfrm>
            <a:off x="7367688" y="2916481"/>
            <a:ext cx="939600" cy="368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58" name="Equation" r:id="rId28" imgW="939600" imgH="368280" progId="Equation.DSMT4">
                    <p:embed/>
                  </p:oleObj>
                </mc:Choice>
                <mc:Fallback>
                  <p:oleObj name="Equation" r:id="rId28" imgW="939600" imgH="368280" progId="Equation.DSMT4">
                    <p:embed/>
                    <p:pic>
                      <p:nvPicPr>
                        <p:cNvPr id="105493" name="对象 105492">
                          <a:extLst>
                            <a:ext uri="{FF2B5EF4-FFF2-40B4-BE49-F238E27FC236}">
                              <a16:creationId xmlns:a16="http://schemas.microsoft.com/office/drawing/2014/main" id="{61EDDAE5-6B45-46F7-8467-331BB8CAB81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7688" y="2916481"/>
                          <a:ext cx="939600" cy="368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F49ED117-A8E1-4015-B485-AF92547E5C5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94225150"/>
                </p:ext>
              </p:extLst>
            </p:nvPr>
          </p:nvGraphicFramePr>
          <p:xfrm>
            <a:off x="7647168" y="2569998"/>
            <a:ext cx="114120" cy="215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59" name="Equation" r:id="rId30" imgW="114120" imgH="215640" progId="Equation.DSMT4">
                    <p:embed/>
                  </p:oleObj>
                </mc:Choice>
                <mc:Fallback>
                  <p:oleObj name="Equation" r:id="rId30" imgW="114120" imgH="215640" progId="Equation.DSMT4">
                    <p:embed/>
                    <p:pic>
                      <p:nvPicPr>
                        <p:cNvPr id="105494" name="对象 105493">
                          <a:extLst>
                            <a:ext uri="{FF2B5EF4-FFF2-40B4-BE49-F238E27FC236}">
                              <a16:creationId xmlns:a16="http://schemas.microsoft.com/office/drawing/2014/main" id="{AAB05C90-312E-4B9E-9725-8F7D793D16B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7168" y="2569998"/>
                          <a:ext cx="114120" cy="2156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F753A0D9-5528-4828-AE0F-08B20F4CE8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424850"/>
              </p:ext>
            </p:extLst>
          </p:nvPr>
        </p:nvGraphicFramePr>
        <p:xfrm>
          <a:off x="2026306" y="3875127"/>
          <a:ext cx="1016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0" name="Equation" r:id="rId32" imgW="1015920" imgH="736560" progId="Equation.DSMT4">
                  <p:embed/>
                </p:oleObj>
              </mc:Choice>
              <mc:Fallback>
                <p:oleObj name="Equation" r:id="rId32" imgW="1015920" imgH="736560" progId="Equation.DSMT4">
                  <p:embed/>
                  <p:pic>
                    <p:nvPicPr>
                      <p:cNvPr id="105495" name="对象 105494">
                        <a:extLst>
                          <a:ext uri="{FF2B5EF4-FFF2-40B4-BE49-F238E27FC236}">
                            <a16:creationId xmlns:a16="http://schemas.microsoft.com/office/drawing/2014/main" id="{CCC7873E-9491-41F7-B276-400DB3991A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306" y="3875127"/>
                        <a:ext cx="1016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573EF381-4463-47D9-A128-DCC6EC9CF3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967064"/>
              </p:ext>
            </p:extLst>
          </p:nvPr>
        </p:nvGraphicFramePr>
        <p:xfrm>
          <a:off x="1434045" y="3840386"/>
          <a:ext cx="622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1" name="Equation" r:id="rId34" imgW="622080" imgH="761760" progId="Equation.DSMT4">
                  <p:embed/>
                </p:oleObj>
              </mc:Choice>
              <mc:Fallback>
                <p:oleObj name="Equation" r:id="rId34" imgW="622080" imgH="761760" progId="Equation.DSMT4">
                  <p:embed/>
                  <p:pic>
                    <p:nvPicPr>
                      <p:cNvPr id="105497" name="对象 105496">
                        <a:extLst>
                          <a:ext uri="{FF2B5EF4-FFF2-40B4-BE49-F238E27FC236}">
                            <a16:creationId xmlns:a16="http://schemas.microsoft.com/office/drawing/2014/main" id="{D1E8E4E7-6FB6-4BC7-BCA4-EAFC5A4383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4045" y="3840386"/>
                        <a:ext cx="6223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06A1F2E8-3E46-41AC-BEBD-68BE295CEE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563984"/>
              </p:ext>
            </p:extLst>
          </p:nvPr>
        </p:nvGraphicFramePr>
        <p:xfrm>
          <a:off x="3100920" y="3871762"/>
          <a:ext cx="22621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2" name="Equation" r:id="rId36" imgW="2260440" imgH="723600" progId="Equation.DSMT4">
                  <p:embed/>
                </p:oleObj>
              </mc:Choice>
              <mc:Fallback>
                <p:oleObj name="Equation" r:id="rId36" imgW="2260440" imgH="723600" progId="Equation.DSMT4">
                  <p:embed/>
                  <p:pic>
                    <p:nvPicPr>
                      <p:cNvPr id="105496" name="对象 105495">
                        <a:extLst>
                          <a:ext uri="{FF2B5EF4-FFF2-40B4-BE49-F238E27FC236}">
                            <a16:creationId xmlns:a16="http://schemas.microsoft.com/office/drawing/2014/main" id="{798C9C2E-8EB4-4E2C-B80F-CCF20610E23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920" y="3871762"/>
                        <a:ext cx="22621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1FE8FDB3-3658-4721-BF1B-8016AE065284}"/>
              </a:ext>
            </a:extLst>
          </p:cNvPr>
          <p:cNvGrpSpPr/>
          <p:nvPr/>
        </p:nvGrpSpPr>
        <p:grpSpPr>
          <a:xfrm>
            <a:off x="6811964" y="3345172"/>
            <a:ext cx="1868487" cy="1112827"/>
            <a:chOff x="6312095" y="471548"/>
            <a:chExt cx="1868487" cy="1112827"/>
          </a:xfrm>
          <a:solidFill>
            <a:srgbClr val="FFFF00">
              <a:alpha val="82000"/>
            </a:srgbClr>
          </a:solidFill>
        </p:grpSpPr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D8119E38-E0FB-48E9-9E6C-C34F473983D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94316195"/>
                </p:ext>
              </p:extLst>
            </p:nvPr>
          </p:nvGraphicFramePr>
          <p:xfrm>
            <a:off x="6312095" y="471548"/>
            <a:ext cx="1868487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63" name="Equation" r:id="rId38" imgW="1866600" imgH="253800" progId="Equation.DSMT4">
                    <p:embed/>
                  </p:oleObj>
                </mc:Choice>
                <mc:Fallback>
                  <p:oleObj name="Equation" r:id="rId38" imgW="1866600" imgH="253800" progId="Equation.DSMT4">
                    <p:embed/>
                    <p:pic>
                      <p:nvPicPr>
                        <p:cNvPr id="105498" name="对象 105497">
                          <a:extLst>
                            <a:ext uri="{FF2B5EF4-FFF2-40B4-BE49-F238E27FC236}">
                              <a16:creationId xmlns:a16="http://schemas.microsoft.com/office/drawing/2014/main" id="{B290448B-5960-4B40-BC41-59D31725403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2095" y="471548"/>
                          <a:ext cx="1868487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88B484BE-A7D5-4008-B272-91081CF487F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45248257"/>
                </p:ext>
              </p:extLst>
            </p:nvPr>
          </p:nvGraphicFramePr>
          <p:xfrm>
            <a:off x="6356472" y="1183978"/>
            <a:ext cx="368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64" name="Equation" r:id="rId40" imgW="368280" imgH="228600" progId="Equation.DSMT4">
                    <p:embed/>
                  </p:oleObj>
                </mc:Choice>
                <mc:Fallback>
                  <p:oleObj name="Equation" r:id="rId40" imgW="368280" imgH="228600" progId="Equation.DSMT4">
                    <p:embed/>
                    <p:pic>
                      <p:nvPicPr>
                        <p:cNvPr id="105499" name="对象 105498">
                          <a:extLst>
                            <a:ext uri="{FF2B5EF4-FFF2-40B4-BE49-F238E27FC236}">
                              <a16:creationId xmlns:a16="http://schemas.microsoft.com/office/drawing/2014/main" id="{48EC3F37-CF09-4638-9E37-004613DDBE6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6472" y="1183978"/>
                          <a:ext cx="3683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171BC81A-83A5-4C08-B33F-5150F94DA78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50245412"/>
                </p:ext>
              </p:extLst>
            </p:nvPr>
          </p:nvGraphicFramePr>
          <p:xfrm>
            <a:off x="6775472" y="974775"/>
            <a:ext cx="2921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65" name="Equation" r:id="rId42" imgW="291960" imgH="609480" progId="Equation.DSMT4">
                    <p:embed/>
                  </p:oleObj>
                </mc:Choice>
                <mc:Fallback>
                  <p:oleObj name="Equation" r:id="rId42" imgW="291960" imgH="609480" progId="Equation.DSMT4">
                    <p:embed/>
                    <p:pic>
                      <p:nvPicPr>
                        <p:cNvPr id="105500" name="对象 105499">
                          <a:extLst>
                            <a:ext uri="{FF2B5EF4-FFF2-40B4-BE49-F238E27FC236}">
                              <a16:creationId xmlns:a16="http://schemas.microsoft.com/office/drawing/2014/main" id="{75C7FCDF-9A90-404E-950E-FB7A4BD16CE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5472" y="974775"/>
                          <a:ext cx="292100" cy="609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14C3F5EA-3D6F-46B7-8116-16AEB139DEA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23749536"/>
                </p:ext>
              </p:extLst>
            </p:nvPr>
          </p:nvGraphicFramePr>
          <p:xfrm>
            <a:off x="7075162" y="885875"/>
            <a:ext cx="1054100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466" name="Equation" r:id="rId44" imgW="1054080" imgH="698400" progId="Equation.DSMT4">
                    <p:embed/>
                  </p:oleObj>
                </mc:Choice>
                <mc:Fallback>
                  <p:oleObj name="Equation" r:id="rId44" imgW="1054080" imgH="698400" progId="Equation.DSMT4">
                    <p:embed/>
                    <p:pic>
                      <p:nvPicPr>
                        <p:cNvPr id="105501" name="对象 105500">
                          <a:extLst>
                            <a:ext uri="{FF2B5EF4-FFF2-40B4-BE49-F238E27FC236}">
                              <a16:creationId xmlns:a16="http://schemas.microsoft.com/office/drawing/2014/main" id="{0877DC05-A9AC-4D38-B3ED-F672F5E93D2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5162" y="885875"/>
                          <a:ext cx="1054100" cy="698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1293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05474">
            <a:extLst>
              <a:ext uri="{FF2B5EF4-FFF2-40B4-BE49-F238E27FC236}">
                <a16:creationId xmlns:a16="http://schemas.microsoft.com/office/drawing/2014/main" id="{7902323B-BA9A-4EBA-B0D4-993843DEF75A}"/>
              </a:ext>
            </a:extLst>
          </p:cNvPr>
          <p:cNvSpPr txBox="1">
            <a:spLocks noChangeArrowheads="1"/>
          </p:cNvSpPr>
          <p:nvPr/>
        </p:nvSpPr>
        <p:spPr>
          <a:xfrm>
            <a:off x="787455" y="202867"/>
            <a:ext cx="1104900" cy="42264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2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105475">
            <a:extLst>
              <a:ext uri="{FF2B5EF4-FFF2-40B4-BE49-F238E27FC236}">
                <a16:creationId xmlns:a16="http://schemas.microsoft.com/office/drawing/2014/main" id="{7A7A3795-87F1-4E23-9A98-CCB8CFAC35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2763399"/>
              </p:ext>
            </p:extLst>
          </p:nvPr>
        </p:nvGraphicFramePr>
        <p:xfrm>
          <a:off x="1892355" y="202867"/>
          <a:ext cx="2044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0" name="Equation" r:id="rId3" imgW="2044440" imgH="545760" progId="Equation.DSMT4">
                  <p:embed/>
                </p:oleObj>
              </mc:Choice>
              <mc:Fallback>
                <p:oleObj name="Equation" r:id="rId3" imgW="2044440" imgH="545760" progId="Equation.DSMT4">
                  <p:embed/>
                  <p:pic>
                    <p:nvPicPr>
                      <p:cNvPr id="3" name="对象 105475">
                        <a:extLst>
                          <a:ext uri="{FF2B5EF4-FFF2-40B4-BE49-F238E27FC236}">
                            <a16:creationId xmlns:a16="http://schemas.microsoft.com/office/drawing/2014/main" id="{DF26466B-C29D-4868-ADF5-58979689069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55" y="202867"/>
                        <a:ext cx="20447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CE846AB6-8ABF-4F38-AAC3-7363C4FB7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291" y="774439"/>
            <a:ext cx="10792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8DCD0C3-AE47-4C35-AA4D-F02C9369BB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4271791"/>
              </p:ext>
            </p:extLst>
          </p:nvPr>
        </p:nvGraphicFramePr>
        <p:xfrm>
          <a:off x="1781013" y="738188"/>
          <a:ext cx="29225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1" name="Equation" r:id="rId5" imgW="2920680" imgH="609480" progId="Equation.DSMT4">
                  <p:embed/>
                </p:oleObj>
              </mc:Choice>
              <mc:Fallback>
                <p:oleObj name="Equation" r:id="rId5" imgW="2920680" imgH="609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810B424-2271-4777-9108-F7417688CA6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013" y="738188"/>
                        <a:ext cx="292258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105475">
            <a:extLst>
              <a:ext uri="{FF2B5EF4-FFF2-40B4-BE49-F238E27FC236}">
                <a16:creationId xmlns:a16="http://schemas.microsoft.com/office/drawing/2014/main" id="{2A79CF2A-7BE5-4A50-B61C-BC0AAFF695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7285862"/>
              </p:ext>
            </p:extLst>
          </p:nvPr>
        </p:nvGraphicFramePr>
        <p:xfrm>
          <a:off x="733565" y="1438275"/>
          <a:ext cx="5067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2" name="Equation" r:id="rId7" imgW="5067000" imgH="545760" progId="Equation.DSMT4">
                  <p:embed/>
                </p:oleObj>
              </mc:Choice>
              <mc:Fallback>
                <p:oleObj name="Equation" r:id="rId7" imgW="5067000" imgH="545760" progId="Equation.DSMT4">
                  <p:embed/>
                  <p:pic>
                    <p:nvPicPr>
                      <p:cNvPr id="3" name="对象 105475">
                        <a:extLst>
                          <a:ext uri="{FF2B5EF4-FFF2-40B4-BE49-F238E27FC236}">
                            <a16:creationId xmlns:a16="http://schemas.microsoft.com/office/drawing/2014/main" id="{7A7A3795-87F1-4E23-9A98-CCB8CFAC35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565" y="1438275"/>
                        <a:ext cx="50673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105475">
            <a:extLst>
              <a:ext uri="{FF2B5EF4-FFF2-40B4-BE49-F238E27FC236}">
                <a16:creationId xmlns:a16="http://schemas.microsoft.com/office/drawing/2014/main" id="{0BD6964B-95EC-4AB4-B92F-62008E5500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417478"/>
              </p:ext>
            </p:extLst>
          </p:nvPr>
        </p:nvGraphicFramePr>
        <p:xfrm>
          <a:off x="460732" y="2117994"/>
          <a:ext cx="2324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3" name="Equation" r:id="rId9" imgW="2323800" imgH="507960" progId="Equation.DSMT4">
                  <p:embed/>
                </p:oleObj>
              </mc:Choice>
              <mc:Fallback>
                <p:oleObj name="Equation" r:id="rId9" imgW="2323800" imgH="507960" progId="Equation.DSMT4">
                  <p:embed/>
                  <p:pic>
                    <p:nvPicPr>
                      <p:cNvPr id="6" name="对象 105475">
                        <a:extLst>
                          <a:ext uri="{FF2B5EF4-FFF2-40B4-BE49-F238E27FC236}">
                            <a16:creationId xmlns:a16="http://schemas.microsoft.com/office/drawing/2014/main" id="{2A79CF2A-7BE5-4A50-B61C-BC0AAFF695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732" y="2117994"/>
                        <a:ext cx="2324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105475">
            <a:extLst>
              <a:ext uri="{FF2B5EF4-FFF2-40B4-BE49-F238E27FC236}">
                <a16:creationId xmlns:a16="http://schemas.microsoft.com/office/drawing/2014/main" id="{C4EA63CD-1E11-4A36-AD24-51A6D3DD24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2441562"/>
              </p:ext>
            </p:extLst>
          </p:nvPr>
        </p:nvGraphicFramePr>
        <p:xfrm>
          <a:off x="2705100" y="2125394"/>
          <a:ext cx="323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4" name="Equation" r:id="rId11" imgW="3238200" imgH="507960" progId="Equation.DSMT4">
                  <p:embed/>
                </p:oleObj>
              </mc:Choice>
              <mc:Fallback>
                <p:oleObj name="Equation" r:id="rId11" imgW="3238200" imgH="507960" progId="Equation.DSMT4">
                  <p:embed/>
                  <p:pic>
                    <p:nvPicPr>
                      <p:cNvPr id="7" name="对象 105475">
                        <a:extLst>
                          <a:ext uri="{FF2B5EF4-FFF2-40B4-BE49-F238E27FC236}">
                            <a16:creationId xmlns:a16="http://schemas.microsoft.com/office/drawing/2014/main" id="{0BD6964B-95EC-4AB4-B92F-62008E5500B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2125394"/>
                        <a:ext cx="3238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105475">
            <a:extLst>
              <a:ext uri="{FF2B5EF4-FFF2-40B4-BE49-F238E27FC236}">
                <a16:creationId xmlns:a16="http://schemas.microsoft.com/office/drawing/2014/main" id="{7AD84635-B3C6-4C2C-940C-A21DE07FCA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852947"/>
              </p:ext>
            </p:extLst>
          </p:nvPr>
        </p:nvGraphicFramePr>
        <p:xfrm>
          <a:off x="508000" y="2742931"/>
          <a:ext cx="3860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5" name="Equation" r:id="rId13" imgW="3860640" imgH="507960" progId="Equation.DSMT4">
                  <p:embed/>
                </p:oleObj>
              </mc:Choice>
              <mc:Fallback>
                <p:oleObj name="Equation" r:id="rId13" imgW="3860640" imgH="507960" progId="Equation.DSMT4">
                  <p:embed/>
                  <p:pic>
                    <p:nvPicPr>
                      <p:cNvPr id="8" name="对象 105475">
                        <a:extLst>
                          <a:ext uri="{FF2B5EF4-FFF2-40B4-BE49-F238E27FC236}">
                            <a16:creationId xmlns:a16="http://schemas.microsoft.com/office/drawing/2014/main" id="{C4EA63CD-1E11-4A36-AD24-51A6D3DD24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2742931"/>
                        <a:ext cx="3860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105475">
            <a:extLst>
              <a:ext uri="{FF2B5EF4-FFF2-40B4-BE49-F238E27FC236}">
                <a16:creationId xmlns:a16="http://schemas.microsoft.com/office/drawing/2014/main" id="{8C652678-0584-4FE5-9809-64795BD072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6999763"/>
              </p:ext>
            </p:extLst>
          </p:nvPr>
        </p:nvGraphicFramePr>
        <p:xfrm>
          <a:off x="4284818" y="2731079"/>
          <a:ext cx="3670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6" name="Equation" r:id="rId15" imgW="3670200" imgH="507960" progId="Equation.DSMT4">
                  <p:embed/>
                </p:oleObj>
              </mc:Choice>
              <mc:Fallback>
                <p:oleObj name="Equation" r:id="rId15" imgW="3670200" imgH="507960" progId="Equation.DSMT4">
                  <p:embed/>
                  <p:pic>
                    <p:nvPicPr>
                      <p:cNvPr id="9" name="对象 105475">
                        <a:extLst>
                          <a:ext uri="{FF2B5EF4-FFF2-40B4-BE49-F238E27FC236}">
                            <a16:creationId xmlns:a16="http://schemas.microsoft.com/office/drawing/2014/main" id="{7AD84635-B3C6-4C2C-940C-A21DE07FCAA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818" y="2731079"/>
                        <a:ext cx="3670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5475">
            <a:extLst>
              <a:ext uri="{FF2B5EF4-FFF2-40B4-BE49-F238E27FC236}">
                <a16:creationId xmlns:a16="http://schemas.microsoft.com/office/drawing/2014/main" id="{D189F548-0EF5-47A4-AC4E-CC565A7456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516467"/>
              </p:ext>
            </p:extLst>
          </p:nvPr>
        </p:nvGraphicFramePr>
        <p:xfrm>
          <a:off x="508000" y="3487603"/>
          <a:ext cx="3556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7" name="Equation" r:id="rId17" imgW="3555720" imgH="507960" progId="Equation.DSMT4">
                  <p:embed/>
                </p:oleObj>
              </mc:Choice>
              <mc:Fallback>
                <p:oleObj name="Equation" r:id="rId17" imgW="3555720" imgH="507960" progId="Equation.DSMT4">
                  <p:embed/>
                  <p:pic>
                    <p:nvPicPr>
                      <p:cNvPr id="10" name="对象 105475">
                        <a:extLst>
                          <a:ext uri="{FF2B5EF4-FFF2-40B4-BE49-F238E27FC236}">
                            <a16:creationId xmlns:a16="http://schemas.microsoft.com/office/drawing/2014/main" id="{8C652678-0584-4FE5-9809-64795BD0729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3487603"/>
                        <a:ext cx="3556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05475">
            <a:extLst>
              <a:ext uri="{FF2B5EF4-FFF2-40B4-BE49-F238E27FC236}">
                <a16:creationId xmlns:a16="http://schemas.microsoft.com/office/drawing/2014/main" id="{CEECAB0B-0BE1-4DCC-B36C-7E897C717E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5839477"/>
              </p:ext>
            </p:extLst>
          </p:nvPr>
        </p:nvGraphicFramePr>
        <p:xfrm>
          <a:off x="3952688" y="3367868"/>
          <a:ext cx="3175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8" name="Equation" r:id="rId19" imgW="3174840" imgH="736560" progId="Equation.DSMT4">
                  <p:embed/>
                </p:oleObj>
              </mc:Choice>
              <mc:Fallback>
                <p:oleObj name="Equation" r:id="rId19" imgW="3174840" imgH="736560" progId="Equation.DSMT4">
                  <p:embed/>
                  <p:pic>
                    <p:nvPicPr>
                      <p:cNvPr id="11" name="对象 105475">
                        <a:extLst>
                          <a:ext uri="{FF2B5EF4-FFF2-40B4-BE49-F238E27FC236}">
                            <a16:creationId xmlns:a16="http://schemas.microsoft.com/office/drawing/2014/main" id="{D189F548-0EF5-47A4-AC4E-CC565A74563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688" y="3367868"/>
                        <a:ext cx="3175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05475">
            <a:extLst>
              <a:ext uri="{FF2B5EF4-FFF2-40B4-BE49-F238E27FC236}">
                <a16:creationId xmlns:a16="http://schemas.microsoft.com/office/drawing/2014/main" id="{520CC504-E05D-4B8C-94C9-A25BD0242B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1461315"/>
              </p:ext>
            </p:extLst>
          </p:nvPr>
        </p:nvGraphicFramePr>
        <p:xfrm>
          <a:off x="536135" y="4104468"/>
          <a:ext cx="3771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9" name="Equation" r:id="rId21" imgW="3771720" imgH="787320" progId="Equation.DSMT4">
                  <p:embed/>
                </p:oleObj>
              </mc:Choice>
              <mc:Fallback>
                <p:oleObj name="Equation" r:id="rId21" imgW="3771720" imgH="787320" progId="Equation.DSMT4">
                  <p:embed/>
                  <p:pic>
                    <p:nvPicPr>
                      <p:cNvPr id="12" name="对象 105475">
                        <a:extLst>
                          <a:ext uri="{FF2B5EF4-FFF2-40B4-BE49-F238E27FC236}">
                            <a16:creationId xmlns:a16="http://schemas.microsoft.com/office/drawing/2014/main" id="{CEECAB0B-0BE1-4DCC-B36C-7E897C717ED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135" y="4104468"/>
                        <a:ext cx="37719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AEDB50B3-F084-4331-B2BC-5F23AAD84A73}"/>
              </a:ext>
            </a:extLst>
          </p:cNvPr>
          <p:cNvGrpSpPr/>
          <p:nvPr/>
        </p:nvGrpSpPr>
        <p:grpSpPr>
          <a:xfrm>
            <a:off x="7555689" y="1014796"/>
            <a:ext cx="1563687" cy="1793492"/>
            <a:chOff x="7304088" y="1491630"/>
            <a:chExt cx="1563687" cy="1793492"/>
          </a:xfrm>
        </p:grpSpPr>
        <p:sp>
          <p:nvSpPr>
            <p:cNvPr id="15" name="任意多边形 105488">
              <a:extLst>
                <a:ext uri="{FF2B5EF4-FFF2-40B4-BE49-F238E27FC236}">
                  <a16:creationId xmlns:a16="http://schemas.microsoft.com/office/drawing/2014/main" id="{C59FCB02-CEE1-42E5-8B21-E73333428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4088" y="1491630"/>
              <a:ext cx="1066800" cy="1371600"/>
            </a:xfrm>
            <a:custGeom>
              <a:avLst/>
              <a:gdLst>
                <a:gd name="T0" fmla="*/ 0 w 672"/>
                <a:gd name="T1" fmla="*/ 864 h 864"/>
                <a:gd name="T2" fmla="*/ 672 w 672"/>
                <a:gd name="T3" fmla="*/ 864 h 864"/>
                <a:gd name="T4" fmla="*/ 672 w 672"/>
                <a:gd name="T5" fmla="*/ 0 h 864"/>
                <a:gd name="T6" fmla="*/ 0 w 672"/>
                <a:gd name="T7" fmla="*/ 864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2" h="864">
                  <a:moveTo>
                    <a:pt x="0" y="864"/>
                  </a:moveTo>
                  <a:lnTo>
                    <a:pt x="672" y="864"/>
                  </a:lnTo>
                  <a:lnTo>
                    <a:pt x="672" y="0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5875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任意多边形 105489">
              <a:extLst>
                <a:ext uri="{FF2B5EF4-FFF2-40B4-BE49-F238E27FC236}">
                  <a16:creationId xmlns:a16="http://schemas.microsoft.com/office/drawing/2014/main" id="{8755A6A5-2C77-4EBA-B69F-9CAC99762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4088" y="2657709"/>
              <a:ext cx="273050" cy="212725"/>
            </a:xfrm>
            <a:custGeom>
              <a:avLst/>
              <a:gdLst>
                <a:gd name="T0" fmla="*/ 13526 w 21600"/>
                <a:gd name="T1" fmla="*/ 0 h 16840"/>
                <a:gd name="T2" fmla="*/ 21600 w 21600"/>
                <a:gd name="T3" fmla="*/ 16840 h 16840"/>
                <a:gd name="T4" fmla="*/ 13526 w 21600"/>
                <a:gd name="T5" fmla="*/ 0 h 16840"/>
                <a:gd name="T6" fmla="*/ 21600 w 21600"/>
                <a:gd name="T7" fmla="*/ 16840 h 16840"/>
                <a:gd name="T8" fmla="*/ 0 w 21600"/>
                <a:gd name="T9" fmla="*/ 16840 h 16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00" h="16840" fill="none">
                  <a:moveTo>
                    <a:pt x="13526" y="0"/>
                  </a:moveTo>
                  <a:cubicBezTo>
                    <a:pt x="18450" y="3958"/>
                    <a:pt x="21600" y="10031"/>
                    <a:pt x="21600" y="16840"/>
                  </a:cubicBezTo>
                </a:path>
                <a:path w="21600" h="16840" stroke="0">
                  <a:moveTo>
                    <a:pt x="13526" y="0"/>
                  </a:moveTo>
                  <a:cubicBezTo>
                    <a:pt x="18450" y="3958"/>
                    <a:pt x="21600" y="10031"/>
                    <a:pt x="21600" y="16840"/>
                  </a:cubicBezTo>
                  <a:lnTo>
                    <a:pt x="0" y="1684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DA067F7A-C644-4B78-9A97-770F23924C8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23841896"/>
                </p:ext>
              </p:extLst>
            </p:nvPr>
          </p:nvGraphicFramePr>
          <p:xfrm>
            <a:off x="7565249" y="2127834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720" name="Equation" r:id="rId23" imgW="164880" imgH="228600" progId="Equation.DSMT4">
                    <p:embed/>
                  </p:oleObj>
                </mc:Choice>
                <mc:Fallback>
                  <p:oleObj name="Equation" r:id="rId23" imgW="164880" imgH="22860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F1BE743B-92C2-4E8B-921E-2BC41754668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65249" y="2127834"/>
                          <a:ext cx="1651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B9951B9D-A199-44F0-BBC1-6CE6EE22003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23087936"/>
                </p:ext>
              </p:extLst>
            </p:nvPr>
          </p:nvGraphicFramePr>
          <p:xfrm>
            <a:off x="8370888" y="2242638"/>
            <a:ext cx="496887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721" name="Equation" r:id="rId25" imgW="177480" imgH="190440" progId="Equation.DSMT4">
                    <p:embed/>
                  </p:oleObj>
                </mc:Choice>
                <mc:Fallback>
                  <p:oleObj name="Equation" r:id="rId25" imgW="177480" imgH="19044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E23FBCA6-2609-490D-9B03-2072C04D3ED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70888" y="2242638"/>
                          <a:ext cx="496887" cy="190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44F286B6-BECA-42CF-97F7-973ADF597D7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5635527"/>
                </p:ext>
              </p:extLst>
            </p:nvPr>
          </p:nvGraphicFramePr>
          <p:xfrm>
            <a:off x="7425549" y="2916822"/>
            <a:ext cx="8239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722" name="Equation" r:id="rId27" imgW="825480" imgH="368280" progId="Equation.DSMT4">
                    <p:embed/>
                  </p:oleObj>
                </mc:Choice>
                <mc:Fallback>
                  <p:oleObj name="Equation" r:id="rId27" imgW="825480" imgH="3682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9057644D-BB33-4F95-8175-594FCD4BF57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25549" y="2916822"/>
                          <a:ext cx="823913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FF8F977D-A3BB-4C88-B753-C7873B505F0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1726615"/>
                </p:ext>
              </p:extLst>
            </p:nvPr>
          </p:nvGraphicFramePr>
          <p:xfrm>
            <a:off x="7647168" y="2569998"/>
            <a:ext cx="114120" cy="215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723" name="Equation" r:id="rId29" imgW="114120" imgH="215640" progId="Equation.DSMT4">
                    <p:embed/>
                  </p:oleObj>
                </mc:Choice>
                <mc:Fallback>
                  <p:oleObj name="Equation" r:id="rId29" imgW="114120" imgH="21564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F49ED117-A8E1-4015-B485-AF92547E5C5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7168" y="2569998"/>
                          <a:ext cx="114120" cy="2156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1077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05474">
            <a:extLst>
              <a:ext uri="{FF2B5EF4-FFF2-40B4-BE49-F238E27FC236}">
                <a16:creationId xmlns:a16="http://schemas.microsoft.com/office/drawing/2014/main" id="{3934C11D-173C-407A-9A12-8AC5420D98E1}"/>
              </a:ext>
            </a:extLst>
          </p:cNvPr>
          <p:cNvSpPr txBox="1">
            <a:spLocks noChangeArrowheads="1"/>
          </p:cNvSpPr>
          <p:nvPr/>
        </p:nvSpPr>
        <p:spPr>
          <a:xfrm>
            <a:off x="800100" y="407988"/>
            <a:ext cx="2209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3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105475">
            <a:extLst>
              <a:ext uri="{FF2B5EF4-FFF2-40B4-BE49-F238E27FC236}">
                <a16:creationId xmlns:a16="http://schemas.microsoft.com/office/drawing/2014/main" id="{FC60C9B7-E2D0-4CA2-8B3C-9D22993710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9921314"/>
              </p:ext>
            </p:extLst>
          </p:nvPr>
        </p:nvGraphicFramePr>
        <p:xfrm>
          <a:off x="1765300" y="407988"/>
          <a:ext cx="2324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841" name="Equation" r:id="rId3" imgW="2323800" imgH="545760" progId="Equation.DSMT4">
                  <p:embed/>
                </p:oleObj>
              </mc:Choice>
              <mc:Fallback>
                <p:oleObj name="Equation" r:id="rId3" imgW="2323800" imgH="545760" progId="Equation.DSMT4">
                  <p:embed/>
                  <p:pic>
                    <p:nvPicPr>
                      <p:cNvPr id="3" name="对象 105475">
                        <a:extLst>
                          <a:ext uri="{FF2B5EF4-FFF2-40B4-BE49-F238E27FC236}">
                            <a16:creationId xmlns:a16="http://schemas.microsoft.com/office/drawing/2014/main" id="{7A7A3795-87F1-4E23-9A98-CCB8CFAC35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300" y="407988"/>
                        <a:ext cx="2324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7748EA6-0A79-45E1-9629-ABC406F4F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1066800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6" name="对象 105475">
            <a:extLst>
              <a:ext uri="{FF2B5EF4-FFF2-40B4-BE49-F238E27FC236}">
                <a16:creationId xmlns:a16="http://schemas.microsoft.com/office/drawing/2014/main" id="{F2954917-CAC7-4D93-A5D1-FBCD32AAA6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2793540"/>
              </p:ext>
            </p:extLst>
          </p:nvPr>
        </p:nvGraphicFramePr>
        <p:xfrm>
          <a:off x="1270794" y="1049642"/>
          <a:ext cx="4965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842" name="Equation" r:id="rId5" imgW="4965480" imgH="545760" progId="Equation.DSMT4">
                  <p:embed/>
                </p:oleObj>
              </mc:Choice>
              <mc:Fallback>
                <p:oleObj name="Equation" r:id="rId5" imgW="4965480" imgH="545760" progId="Equation.DSMT4">
                  <p:embed/>
                  <p:pic>
                    <p:nvPicPr>
                      <p:cNvPr id="3" name="对象 105475">
                        <a:extLst>
                          <a:ext uri="{FF2B5EF4-FFF2-40B4-BE49-F238E27FC236}">
                            <a16:creationId xmlns:a16="http://schemas.microsoft.com/office/drawing/2014/main" id="{FC60C9B7-E2D0-4CA2-8B3C-9D22993710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794" y="1049642"/>
                        <a:ext cx="49657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9172E93F-A49B-4BAE-88D5-BC306498FAF4}"/>
              </a:ext>
            </a:extLst>
          </p:cNvPr>
          <p:cNvGrpSpPr/>
          <p:nvPr/>
        </p:nvGrpSpPr>
        <p:grpSpPr>
          <a:xfrm>
            <a:off x="800100" y="1668166"/>
            <a:ext cx="2127250" cy="461665"/>
            <a:chOff x="800100" y="1668166"/>
            <a:chExt cx="2127250" cy="461665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9BE6D50-2A6B-4E85-9DB0-44506C165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100" y="1668166"/>
              <a:ext cx="1447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令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9378C8D-E18B-488B-A1C0-CB4EBFCFA3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0387983"/>
                </p:ext>
              </p:extLst>
            </p:nvPr>
          </p:nvGraphicFramePr>
          <p:xfrm>
            <a:off x="1314450" y="1752600"/>
            <a:ext cx="1612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843" name="Equation" r:id="rId7" imgW="1612800" imgH="330120" progId="Equation.DSMT4">
                    <p:embed/>
                  </p:oleObj>
                </mc:Choice>
                <mc:Fallback>
                  <p:oleObj name="Equation" r:id="rId7" imgW="16128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14450" y="1752600"/>
                          <a:ext cx="1612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C69CE044-C3A2-409F-B230-970ADA068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524" y="2339253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12" name="对象 105475">
            <a:extLst>
              <a:ext uri="{FF2B5EF4-FFF2-40B4-BE49-F238E27FC236}">
                <a16:creationId xmlns:a16="http://schemas.microsoft.com/office/drawing/2014/main" id="{DEDE13EF-9368-420F-B16D-788398C46B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3592247"/>
              </p:ext>
            </p:extLst>
          </p:nvPr>
        </p:nvGraphicFramePr>
        <p:xfrm>
          <a:off x="1449388" y="2306638"/>
          <a:ext cx="3086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844" name="Equation" r:id="rId9" imgW="3085920" imgH="545760" progId="Equation.DSMT4">
                  <p:embed/>
                </p:oleObj>
              </mc:Choice>
              <mc:Fallback>
                <p:oleObj name="Equation" r:id="rId9" imgW="3085920" imgH="545760" progId="Equation.DSMT4">
                  <p:embed/>
                  <p:pic>
                    <p:nvPicPr>
                      <p:cNvPr id="6" name="对象 105475">
                        <a:extLst>
                          <a:ext uri="{FF2B5EF4-FFF2-40B4-BE49-F238E27FC236}">
                            <a16:creationId xmlns:a16="http://schemas.microsoft.com/office/drawing/2014/main" id="{F2954917-CAC7-4D93-A5D1-FBCD32AAA62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2306638"/>
                        <a:ext cx="3086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05475">
            <a:extLst>
              <a:ext uri="{FF2B5EF4-FFF2-40B4-BE49-F238E27FC236}">
                <a16:creationId xmlns:a16="http://schemas.microsoft.com/office/drawing/2014/main" id="{4BC14778-2093-4EEF-9491-8DACD2C702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8991532"/>
              </p:ext>
            </p:extLst>
          </p:nvPr>
        </p:nvGraphicFramePr>
        <p:xfrm>
          <a:off x="4364903" y="2383335"/>
          <a:ext cx="2349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845" name="Equation" r:id="rId11" imgW="2349360" imgH="507960" progId="Equation.DSMT4">
                  <p:embed/>
                </p:oleObj>
              </mc:Choice>
              <mc:Fallback>
                <p:oleObj name="Equation" r:id="rId11" imgW="2349360" imgH="507960" progId="Equation.DSMT4">
                  <p:embed/>
                  <p:pic>
                    <p:nvPicPr>
                      <p:cNvPr id="12" name="对象 105475">
                        <a:extLst>
                          <a:ext uri="{FF2B5EF4-FFF2-40B4-BE49-F238E27FC236}">
                            <a16:creationId xmlns:a16="http://schemas.microsoft.com/office/drawing/2014/main" id="{DEDE13EF-9368-420F-B16D-788398C46B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4903" y="2383335"/>
                        <a:ext cx="2349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3568502-ADE1-4092-9ED4-D65D9FA253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8372082"/>
              </p:ext>
            </p:extLst>
          </p:nvPr>
        </p:nvGraphicFramePr>
        <p:xfrm>
          <a:off x="3131840" y="1608635"/>
          <a:ext cx="16017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846" name="Equation" r:id="rId13" imgW="1600200" imgH="609480" progId="Equation.DSMT4">
                  <p:embed/>
                </p:oleObj>
              </mc:Choice>
              <mc:Fallback>
                <p:oleObj name="Equation" r:id="rId13" imgW="1600200" imgH="609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8DCD0C3-AE47-4C35-AA4D-F02C9369BBA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1608635"/>
                        <a:ext cx="16017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05475">
            <a:extLst>
              <a:ext uri="{FF2B5EF4-FFF2-40B4-BE49-F238E27FC236}">
                <a16:creationId xmlns:a16="http://schemas.microsoft.com/office/drawing/2014/main" id="{E3A76F5C-9E77-4723-ACD1-D52BF60D09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4227393"/>
              </p:ext>
            </p:extLst>
          </p:nvPr>
        </p:nvGraphicFramePr>
        <p:xfrm>
          <a:off x="1449388" y="3206812"/>
          <a:ext cx="222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847" name="Equation" r:id="rId15" imgW="2222280" imgH="507960" progId="Equation.DSMT4">
                  <p:embed/>
                </p:oleObj>
              </mc:Choice>
              <mc:Fallback>
                <p:oleObj name="Equation" r:id="rId15" imgW="2222280" imgH="507960" progId="Equation.DSMT4">
                  <p:embed/>
                  <p:pic>
                    <p:nvPicPr>
                      <p:cNvPr id="13" name="对象 105475">
                        <a:extLst>
                          <a:ext uri="{FF2B5EF4-FFF2-40B4-BE49-F238E27FC236}">
                            <a16:creationId xmlns:a16="http://schemas.microsoft.com/office/drawing/2014/main" id="{4BC14778-2093-4EEF-9491-8DACD2C702D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3206812"/>
                        <a:ext cx="2222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05475">
            <a:extLst>
              <a:ext uri="{FF2B5EF4-FFF2-40B4-BE49-F238E27FC236}">
                <a16:creationId xmlns:a16="http://schemas.microsoft.com/office/drawing/2014/main" id="{65377CCA-91D6-4267-8188-587530B0C3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6716139"/>
              </p:ext>
            </p:extLst>
          </p:nvPr>
        </p:nvGraphicFramePr>
        <p:xfrm>
          <a:off x="3526458" y="3289362"/>
          <a:ext cx="205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848" name="Equation" r:id="rId17" imgW="2057400" imgH="342720" progId="Equation.DSMT4">
                  <p:embed/>
                </p:oleObj>
              </mc:Choice>
              <mc:Fallback>
                <p:oleObj name="Equation" r:id="rId17" imgW="2057400" imgH="342720" progId="Equation.DSMT4">
                  <p:embed/>
                  <p:pic>
                    <p:nvPicPr>
                      <p:cNvPr id="15" name="对象 105475">
                        <a:extLst>
                          <a:ext uri="{FF2B5EF4-FFF2-40B4-BE49-F238E27FC236}">
                            <a16:creationId xmlns:a16="http://schemas.microsoft.com/office/drawing/2014/main" id="{E3A76F5C-9E77-4723-ACD1-D52BF60D09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458" y="3289362"/>
                        <a:ext cx="2057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6BD56DE5-D9BE-4305-B970-DC68B2D8CF64}"/>
              </a:ext>
            </a:extLst>
          </p:cNvPr>
          <p:cNvGrpSpPr/>
          <p:nvPr/>
        </p:nvGrpSpPr>
        <p:grpSpPr>
          <a:xfrm>
            <a:off x="7442200" y="1014796"/>
            <a:ext cx="1586369" cy="1793492"/>
            <a:chOff x="7190599" y="1491630"/>
            <a:chExt cx="1586369" cy="1793492"/>
          </a:xfrm>
        </p:grpSpPr>
        <p:sp>
          <p:nvSpPr>
            <p:cNvPr id="18" name="任意多边形 105488">
              <a:extLst>
                <a:ext uri="{FF2B5EF4-FFF2-40B4-BE49-F238E27FC236}">
                  <a16:creationId xmlns:a16="http://schemas.microsoft.com/office/drawing/2014/main" id="{082DD588-E371-4A6B-B678-4B2A81B82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4088" y="1491630"/>
              <a:ext cx="1066800" cy="1371600"/>
            </a:xfrm>
            <a:custGeom>
              <a:avLst/>
              <a:gdLst>
                <a:gd name="T0" fmla="*/ 0 w 672"/>
                <a:gd name="T1" fmla="*/ 864 h 864"/>
                <a:gd name="T2" fmla="*/ 672 w 672"/>
                <a:gd name="T3" fmla="*/ 864 h 864"/>
                <a:gd name="T4" fmla="*/ 672 w 672"/>
                <a:gd name="T5" fmla="*/ 0 h 864"/>
                <a:gd name="T6" fmla="*/ 0 w 672"/>
                <a:gd name="T7" fmla="*/ 864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2" h="864">
                  <a:moveTo>
                    <a:pt x="0" y="864"/>
                  </a:moveTo>
                  <a:lnTo>
                    <a:pt x="672" y="864"/>
                  </a:lnTo>
                  <a:lnTo>
                    <a:pt x="672" y="0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5875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任意多边形 105489">
              <a:extLst>
                <a:ext uri="{FF2B5EF4-FFF2-40B4-BE49-F238E27FC236}">
                  <a16:creationId xmlns:a16="http://schemas.microsoft.com/office/drawing/2014/main" id="{1F456169-2527-4BC7-A2D3-2A5E1D8CB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4088" y="2657709"/>
              <a:ext cx="273050" cy="212725"/>
            </a:xfrm>
            <a:custGeom>
              <a:avLst/>
              <a:gdLst>
                <a:gd name="T0" fmla="*/ 13526 w 21600"/>
                <a:gd name="T1" fmla="*/ 0 h 16840"/>
                <a:gd name="T2" fmla="*/ 21600 w 21600"/>
                <a:gd name="T3" fmla="*/ 16840 h 16840"/>
                <a:gd name="T4" fmla="*/ 13526 w 21600"/>
                <a:gd name="T5" fmla="*/ 0 h 16840"/>
                <a:gd name="T6" fmla="*/ 21600 w 21600"/>
                <a:gd name="T7" fmla="*/ 16840 h 16840"/>
                <a:gd name="T8" fmla="*/ 0 w 21600"/>
                <a:gd name="T9" fmla="*/ 16840 h 16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00" h="16840" fill="none">
                  <a:moveTo>
                    <a:pt x="13526" y="0"/>
                  </a:moveTo>
                  <a:cubicBezTo>
                    <a:pt x="18450" y="3958"/>
                    <a:pt x="21600" y="10031"/>
                    <a:pt x="21600" y="16840"/>
                  </a:cubicBezTo>
                </a:path>
                <a:path w="21600" h="16840" stroke="0">
                  <a:moveTo>
                    <a:pt x="13526" y="0"/>
                  </a:moveTo>
                  <a:cubicBezTo>
                    <a:pt x="18450" y="3958"/>
                    <a:pt x="21600" y="10031"/>
                    <a:pt x="21600" y="16840"/>
                  </a:cubicBezTo>
                  <a:lnTo>
                    <a:pt x="0" y="1684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CF98D176-AB51-45E2-8F94-27E3F6CB272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15650704"/>
                </p:ext>
              </p:extLst>
            </p:nvPr>
          </p:nvGraphicFramePr>
          <p:xfrm>
            <a:off x="7565249" y="2127834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849" name="Equation" r:id="rId19" imgW="164880" imgH="228600" progId="Equation.DSMT4">
                    <p:embed/>
                  </p:oleObj>
                </mc:Choice>
                <mc:Fallback>
                  <p:oleObj name="Equation" r:id="rId19" imgW="164880" imgH="22860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F1BE743B-92C2-4E8B-921E-2BC41754668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65249" y="2127834"/>
                          <a:ext cx="1651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E2E806F0-E7D3-46F3-9E49-7ECF67C4F7C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46845881"/>
                </p:ext>
              </p:extLst>
            </p:nvPr>
          </p:nvGraphicFramePr>
          <p:xfrm>
            <a:off x="8370888" y="2183333"/>
            <a:ext cx="40608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850" name="Equation" r:id="rId21" imgW="406080" imgH="241200" progId="Equation.DSMT4">
                    <p:embed/>
                  </p:oleObj>
                </mc:Choice>
                <mc:Fallback>
                  <p:oleObj name="Equation" r:id="rId21" imgW="406080" imgH="24120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E23FBCA6-2609-490D-9B03-2072C04D3ED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70888" y="2183333"/>
                          <a:ext cx="40608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AE456A19-1952-4D07-8725-DBA0BF89F22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73979020"/>
                </p:ext>
              </p:extLst>
            </p:nvPr>
          </p:nvGraphicFramePr>
          <p:xfrm>
            <a:off x="7190599" y="2916822"/>
            <a:ext cx="12938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851" name="Equation" r:id="rId23" imgW="1295280" imgH="368280" progId="Equation.DSMT4">
                    <p:embed/>
                  </p:oleObj>
                </mc:Choice>
                <mc:Fallback>
                  <p:oleObj name="Equation" r:id="rId23" imgW="1295280" imgH="3682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9057644D-BB33-4F95-8175-594FCD4BF57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0599" y="2916822"/>
                          <a:ext cx="1293813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CE4AD555-8441-4612-A9C4-0312A0CF190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1726615"/>
                </p:ext>
              </p:extLst>
            </p:nvPr>
          </p:nvGraphicFramePr>
          <p:xfrm>
            <a:off x="7647168" y="2569998"/>
            <a:ext cx="114120" cy="215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852" name="Equation" r:id="rId25" imgW="114120" imgH="215640" progId="Equation.DSMT4">
                    <p:embed/>
                  </p:oleObj>
                </mc:Choice>
                <mc:Fallback>
                  <p:oleObj name="Equation" r:id="rId25" imgW="114120" imgH="21564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F49ED117-A8E1-4015-B485-AF92547E5C5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7168" y="2569998"/>
                          <a:ext cx="114120" cy="2156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105475">
            <a:extLst>
              <a:ext uri="{FF2B5EF4-FFF2-40B4-BE49-F238E27FC236}">
                <a16:creationId xmlns:a16="http://schemas.microsoft.com/office/drawing/2014/main" id="{E07166F8-8054-4C3D-9294-94910630FD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4843080"/>
              </p:ext>
            </p:extLst>
          </p:nvPr>
        </p:nvGraphicFramePr>
        <p:xfrm>
          <a:off x="5480123" y="3289362"/>
          <a:ext cx="265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853" name="Equation" r:id="rId27" imgW="2654280" imgH="342720" progId="Equation.DSMT4">
                  <p:embed/>
                </p:oleObj>
              </mc:Choice>
              <mc:Fallback>
                <p:oleObj name="Equation" r:id="rId27" imgW="2654280" imgH="342720" progId="Equation.DSMT4">
                  <p:embed/>
                  <p:pic>
                    <p:nvPicPr>
                      <p:cNvPr id="16" name="对象 105475">
                        <a:extLst>
                          <a:ext uri="{FF2B5EF4-FFF2-40B4-BE49-F238E27FC236}">
                            <a16:creationId xmlns:a16="http://schemas.microsoft.com/office/drawing/2014/main" id="{65377CCA-91D6-4267-8188-587530B0C3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123" y="3289362"/>
                        <a:ext cx="2654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105475">
            <a:extLst>
              <a:ext uri="{FF2B5EF4-FFF2-40B4-BE49-F238E27FC236}">
                <a16:creationId xmlns:a16="http://schemas.microsoft.com/office/drawing/2014/main" id="{7293C347-284B-40B6-9210-EA45ED6695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7068464"/>
              </p:ext>
            </p:extLst>
          </p:nvPr>
        </p:nvGraphicFramePr>
        <p:xfrm>
          <a:off x="1449388" y="3797362"/>
          <a:ext cx="5016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854" name="Equation" r:id="rId29" imgW="5016240" imgH="825480" progId="Equation.DSMT4">
                  <p:embed/>
                </p:oleObj>
              </mc:Choice>
              <mc:Fallback>
                <p:oleObj name="Equation" r:id="rId29" imgW="5016240" imgH="825480" progId="Equation.DSMT4">
                  <p:embed/>
                  <p:pic>
                    <p:nvPicPr>
                      <p:cNvPr id="24" name="对象 105475">
                        <a:extLst>
                          <a:ext uri="{FF2B5EF4-FFF2-40B4-BE49-F238E27FC236}">
                            <a16:creationId xmlns:a16="http://schemas.microsoft.com/office/drawing/2014/main" id="{E07166F8-8054-4C3D-9294-94910630FD4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3797362"/>
                        <a:ext cx="5016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195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D0140D0F-FC30-4714-BD36-5D10C029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883" y="333127"/>
            <a:ext cx="14253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en-US" altLang="zh-CN" sz="2400" b="1" dirty="0">
                <a:solidFill>
                  <a:srgbClr val="2819E7"/>
                </a:solidFill>
                <a:latin typeface="+mn-ea"/>
              </a:rPr>
              <a:t> </a:t>
            </a: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 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1C71B055-9BEC-492E-B761-351E85246D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444559"/>
              </p:ext>
            </p:extLst>
          </p:nvPr>
        </p:nvGraphicFramePr>
        <p:xfrm>
          <a:off x="2123728" y="195486"/>
          <a:ext cx="167616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50" name="Equation" r:id="rId3" imgW="1676160" imgH="838080" progId="Equation.DSMT4">
                  <p:embed/>
                </p:oleObj>
              </mc:Choice>
              <mc:Fallback>
                <p:oleObj name="Equation" r:id="rId3" imgW="1676160" imgH="838080" progId="Equation.DSMT4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95486"/>
                        <a:ext cx="1676160" cy="838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CBAA8C3B-85F7-4D90-A9FA-74F4D6756D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649199"/>
              </p:ext>
            </p:extLst>
          </p:nvPr>
        </p:nvGraphicFramePr>
        <p:xfrm>
          <a:off x="3847608" y="396627"/>
          <a:ext cx="91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51" name="Equation" r:id="rId5" imgW="21945600" imgH="8229600" progId="Equation.DSMT4">
                  <p:embed/>
                </p:oleObj>
              </mc:Choice>
              <mc:Fallback>
                <p:oleObj name="Equation" r:id="rId5" imgW="21945600" imgH="8229600" progId="Equation.DSMT4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7608" y="396627"/>
                        <a:ext cx="914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87FAD65D-B94D-46E7-A49A-B9155009C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883" y="1262255"/>
            <a:ext cx="8050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en-US" sz="2400" b="1" dirty="0">
                <a:latin typeface="+mn-ea"/>
              </a:rPr>
              <a:t>  </a:t>
            </a: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D1A93AEE-C485-41FB-8739-1854F5C24E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688897"/>
              </p:ext>
            </p:extLst>
          </p:nvPr>
        </p:nvGraphicFramePr>
        <p:xfrm>
          <a:off x="2119239" y="1359480"/>
          <a:ext cx="1333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52" name="Equation" r:id="rId7" imgW="32004000" imgH="8229600" progId="Equation.DSMT4">
                  <p:embed/>
                </p:oleObj>
              </mc:Choice>
              <mc:Fallback>
                <p:oleObj name="Equation" r:id="rId7" imgW="32004000" imgH="8229600" progId="Equation.DSMT4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239" y="1359480"/>
                        <a:ext cx="1333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>
            <a:extLst>
              <a:ext uri="{FF2B5EF4-FFF2-40B4-BE49-F238E27FC236}">
                <a16:creationId xmlns:a16="http://schemas.microsoft.com/office/drawing/2014/main" id="{0FE4830E-09AF-4852-BE75-B3C159474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481" y="1271478"/>
            <a:ext cx="492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令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6EFAED76-E092-4D23-939D-194F1EFD23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07871"/>
              </p:ext>
            </p:extLst>
          </p:nvPr>
        </p:nvGraphicFramePr>
        <p:xfrm>
          <a:off x="3535193" y="1101031"/>
          <a:ext cx="1485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53" name="Equation" r:id="rId9" imgW="1485720" imgH="812520" progId="Equation.DSMT4">
                  <p:embed/>
                </p:oleObj>
              </mc:Choice>
              <mc:Fallback>
                <p:oleObj name="Equation" r:id="rId9" imgW="1485720" imgH="812520" progId="Equation.DSMT4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193" y="1101031"/>
                        <a:ext cx="14859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5099613C-10DF-481E-9147-69A3BDB0F8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426202"/>
              </p:ext>
            </p:extLst>
          </p:nvPr>
        </p:nvGraphicFramePr>
        <p:xfrm>
          <a:off x="3287580" y="2063245"/>
          <a:ext cx="2400120" cy="90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54" name="Equation" r:id="rId11" imgW="2400120" imgH="901440" progId="Equation.DSMT4">
                  <p:embed/>
                </p:oleObj>
              </mc:Choice>
              <mc:Fallback>
                <p:oleObj name="Equation" r:id="rId11" imgW="2400120" imgH="901440" progId="Equation.DSMT4">
                  <p:embed/>
                  <p:pic>
                    <p:nvPicPr>
                      <p:cNvPr id="1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580" y="2063245"/>
                        <a:ext cx="2400120" cy="901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E1491FE6-E36F-4C45-ABF7-0B470C41F4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314586"/>
              </p:ext>
            </p:extLst>
          </p:nvPr>
        </p:nvGraphicFramePr>
        <p:xfrm>
          <a:off x="3310066" y="4159886"/>
          <a:ext cx="850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55" name="Equation" r:id="rId13" imgW="850680" imgH="279360" progId="Equation.DSMT4">
                  <p:embed/>
                </p:oleObj>
              </mc:Choice>
              <mc:Fallback>
                <p:oleObj name="Equation" r:id="rId13" imgW="850680" imgH="279360" progId="Equation.DSMT4">
                  <p:embed/>
                  <p:pic>
                    <p:nvPicPr>
                      <p:cNvPr id="1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0066" y="4159886"/>
                        <a:ext cx="850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E5D4CD5F-BAF6-4C0B-B210-01464C45C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7083394"/>
              </p:ext>
            </p:extLst>
          </p:nvPr>
        </p:nvGraphicFramePr>
        <p:xfrm>
          <a:off x="5725440" y="2283718"/>
          <a:ext cx="10918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56" name="Equation" r:id="rId15" imgW="1091880" imgH="342720" progId="Equation.DSMT4">
                  <p:embed/>
                </p:oleObj>
              </mc:Choice>
              <mc:Fallback>
                <p:oleObj name="Equation" r:id="rId15" imgW="1091880" imgH="342720" progId="Equation.DSMT4">
                  <p:embed/>
                  <p:pic>
                    <p:nvPicPr>
                      <p:cNvPr id="1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5440" y="2283718"/>
                        <a:ext cx="109188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>
            <a:extLst>
              <a:ext uri="{FF2B5EF4-FFF2-40B4-BE49-F238E27FC236}">
                <a16:creationId xmlns:a16="http://schemas.microsoft.com/office/drawing/2014/main" id="{1B93DD08-21F6-4EBF-AB63-0F61ED3F06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731630"/>
              </p:ext>
            </p:extLst>
          </p:nvPr>
        </p:nvGraphicFramePr>
        <p:xfrm>
          <a:off x="4577081" y="3277819"/>
          <a:ext cx="1244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57" name="Equation" r:id="rId17" imgW="29870400" imgH="8229600" progId="Equation.DSMT4">
                  <p:embed/>
                </p:oleObj>
              </mc:Choice>
              <mc:Fallback>
                <p:oleObj name="Equation" r:id="rId17" imgW="29870400" imgH="8229600" progId="Equation.DSMT4">
                  <p:embed/>
                  <p:pic>
                    <p:nvPicPr>
                      <p:cNvPr id="1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7081" y="3277819"/>
                        <a:ext cx="1244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36342B93-1132-47F4-9E85-AA19CB46C6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6360"/>
              </p:ext>
            </p:extLst>
          </p:nvPr>
        </p:nvGraphicFramePr>
        <p:xfrm>
          <a:off x="6778232" y="1662969"/>
          <a:ext cx="17795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58" name="Equation" r:id="rId19" imgW="42672000" imgH="8534400" progId="Equation.DSMT4">
                  <p:embed/>
                </p:oleObj>
              </mc:Choice>
              <mc:Fallback>
                <p:oleObj name="Equation" r:id="rId19" imgW="42672000" imgH="8534400" progId="Equation.DSMT4">
                  <p:embed/>
                  <p:pic>
                    <p:nvPicPr>
                      <p:cNvPr id="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232" y="1662969"/>
                        <a:ext cx="1779587" cy="355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 cmpd="sng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8">
            <a:extLst>
              <a:ext uri="{FF2B5EF4-FFF2-40B4-BE49-F238E27FC236}">
                <a16:creationId xmlns:a16="http://schemas.microsoft.com/office/drawing/2014/main" id="{5E95C889-582F-4790-8611-C3CE76274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463704"/>
              </p:ext>
            </p:extLst>
          </p:nvPr>
        </p:nvGraphicFramePr>
        <p:xfrm>
          <a:off x="3286810" y="3084276"/>
          <a:ext cx="1244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59" name="Equation" r:id="rId21" imgW="1244520" imgH="736560" progId="Equation.DSMT4">
                  <p:embed/>
                </p:oleObj>
              </mc:Choice>
              <mc:Fallback>
                <p:oleObj name="Equation" r:id="rId21" imgW="1244520" imgH="736560" progId="Equation.DSMT4">
                  <p:embed/>
                  <p:pic>
                    <p:nvPicPr>
                      <p:cNvPr id="326724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810" y="3084276"/>
                        <a:ext cx="1244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7">
            <a:extLst>
              <a:ext uri="{FF2B5EF4-FFF2-40B4-BE49-F238E27FC236}">
                <a16:creationId xmlns:a16="http://schemas.microsoft.com/office/drawing/2014/main" id="{02E40881-1A62-405D-A5E9-38288BD98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652" y="1273568"/>
            <a:ext cx="8050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，则</a:t>
            </a:r>
          </a:p>
        </p:txBody>
      </p:sp>
      <p:graphicFrame>
        <p:nvGraphicFramePr>
          <p:cNvPr id="16" name="Object 3">
            <a:extLst>
              <a:ext uri="{FF2B5EF4-FFF2-40B4-BE49-F238E27FC236}">
                <a16:creationId xmlns:a16="http://schemas.microsoft.com/office/drawing/2014/main" id="{2A2543CD-17DA-47DF-803E-A906E57017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720325"/>
              </p:ext>
            </p:extLst>
          </p:nvPr>
        </p:nvGraphicFramePr>
        <p:xfrm>
          <a:off x="1573680" y="2067694"/>
          <a:ext cx="167616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60" name="Equation" r:id="rId23" imgW="1676160" imgH="838080" progId="Equation.DSMT4">
                  <p:embed/>
                </p:oleObj>
              </mc:Choice>
              <mc:Fallback>
                <p:oleObj name="Equation" r:id="rId23" imgW="1676160" imgH="838080" progId="Equation.DSMT4">
                  <p:embed/>
                  <p:pic>
                    <p:nvPicPr>
                      <p:cNvPr id="21" name="Object 3">
                        <a:extLst>
                          <a:ext uri="{FF2B5EF4-FFF2-40B4-BE49-F238E27FC236}">
                            <a16:creationId xmlns:a16="http://schemas.microsoft.com/office/drawing/2014/main" id="{D347D82C-80FA-473B-B336-8A916D1E70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680" y="2067694"/>
                        <a:ext cx="1676160" cy="838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67CFFB49-177C-46A3-AF9F-E00DB384C3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116218"/>
              </p:ext>
            </p:extLst>
          </p:nvPr>
        </p:nvGraphicFramePr>
        <p:xfrm>
          <a:off x="6637168" y="923231"/>
          <a:ext cx="2006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61" name="Equation" r:id="rId25" imgW="48158400" imgH="8534400" progId="Equation.DSMT4">
                  <p:embed/>
                </p:oleObj>
              </mc:Choice>
              <mc:Fallback>
                <p:oleObj name="Equation" r:id="rId25" imgW="48158400" imgH="85344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7168" y="923231"/>
                        <a:ext cx="2006600" cy="355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>
            <a:extLst>
              <a:ext uri="{FF2B5EF4-FFF2-40B4-BE49-F238E27FC236}">
                <a16:creationId xmlns:a16="http://schemas.microsoft.com/office/drawing/2014/main" id="{7DFB6142-9C7C-4966-B0A9-C57D74CC60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728256"/>
              </p:ext>
            </p:extLst>
          </p:nvPr>
        </p:nvGraphicFramePr>
        <p:xfrm>
          <a:off x="4228633" y="3931286"/>
          <a:ext cx="179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62" name="Equation" r:id="rId27" imgW="1790640" imgH="736560" progId="Equation.DSMT4">
                  <p:embed/>
                </p:oleObj>
              </mc:Choice>
              <mc:Fallback>
                <p:oleObj name="Equation" r:id="rId27" imgW="1790640" imgH="736560" progId="Equation.DSMT4">
                  <p:embed/>
                  <p:pic>
                    <p:nvPicPr>
                      <p:cNvPr id="20" name="Object 11">
                        <a:extLst>
                          <a:ext uri="{FF2B5EF4-FFF2-40B4-BE49-F238E27FC236}">
                            <a16:creationId xmlns:a16="http://schemas.microsoft.com/office/drawing/2014/main" id="{96B6EE45-2A97-4D4C-A211-21E5D42913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8633" y="3931286"/>
                        <a:ext cx="1790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星形: 五角 18">
            <a:extLst>
              <a:ext uri="{FF2B5EF4-FFF2-40B4-BE49-F238E27FC236}">
                <a16:creationId xmlns:a16="http://schemas.microsoft.com/office/drawing/2014/main" id="{11776CC0-A9CB-48C3-9E64-3BD42B306232}"/>
              </a:ext>
            </a:extLst>
          </p:cNvPr>
          <p:cNvSpPr/>
          <p:nvPr/>
        </p:nvSpPr>
        <p:spPr>
          <a:xfrm>
            <a:off x="462919" y="520977"/>
            <a:ext cx="216024" cy="18709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 Box 7">
            <a:extLst>
              <a:ext uri="{FF2B5EF4-FFF2-40B4-BE49-F238E27FC236}">
                <a16:creationId xmlns:a16="http://schemas.microsoft.com/office/drawing/2014/main" id="{199E8C6F-7C3A-4650-8917-4AB283064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640" y="241144"/>
            <a:ext cx="2602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第二类换元法</a:t>
            </a:r>
          </a:p>
        </p:txBody>
      </p:sp>
    </p:spTree>
    <p:extLst>
      <p:ext uri="{BB962C8B-B14F-4D97-AF65-F5344CB8AC3E}">
        <p14:creationId xmlns:p14="http://schemas.microsoft.com/office/powerpoint/2010/main" val="73449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5" grpId="0"/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98DF386-3F95-47B0-AEAD-93F24F537070}"/>
              </a:ext>
            </a:extLst>
          </p:cNvPr>
          <p:cNvSpPr txBox="1">
            <a:spLocks noChangeArrowheads="1"/>
          </p:cNvSpPr>
          <p:nvPr/>
        </p:nvSpPr>
        <p:spPr>
          <a:xfrm>
            <a:off x="909234" y="367765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4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E74DDC59-8847-4270-90C1-0B0C093B6D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865648"/>
              </p:ext>
            </p:extLst>
          </p:nvPr>
        </p:nvGraphicFramePr>
        <p:xfrm>
          <a:off x="2045160" y="235776"/>
          <a:ext cx="27162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24" name="Equation" r:id="rId3" imgW="2717640" imgH="838080" progId="Equation.DSMT4">
                  <p:embed/>
                </p:oleObj>
              </mc:Choice>
              <mc:Fallback>
                <p:oleObj name="Equation" r:id="rId3" imgW="271764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BF7407E4-35FE-4FAF-A082-711A4586A0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5160" y="235776"/>
                        <a:ext cx="27162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星形: 五角 3">
            <a:extLst>
              <a:ext uri="{FF2B5EF4-FFF2-40B4-BE49-F238E27FC236}">
                <a16:creationId xmlns:a16="http://schemas.microsoft.com/office/drawing/2014/main" id="{BFA2E9D6-A369-48BE-9183-C2804FB3FC41}"/>
              </a:ext>
            </a:extLst>
          </p:cNvPr>
          <p:cNvSpPr/>
          <p:nvPr/>
        </p:nvSpPr>
        <p:spPr>
          <a:xfrm>
            <a:off x="605000" y="468826"/>
            <a:ext cx="216024" cy="216024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2CC74BED-75D6-4F76-8F6A-20CA6D62C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54" y="1495832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1E53140-7C9C-4281-B573-99CF12B73C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060495"/>
              </p:ext>
            </p:extLst>
          </p:nvPr>
        </p:nvGraphicFramePr>
        <p:xfrm>
          <a:off x="2348373" y="1388981"/>
          <a:ext cx="24130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25" name="Equation" r:id="rId5" imgW="2412720" imgH="1333440" progId="Equation.DSMT4">
                  <p:embed/>
                </p:oleObj>
              </mc:Choice>
              <mc:Fallback>
                <p:oleObj name="Equation" r:id="rId5" imgW="2412720" imgH="13334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626FD75-04A0-4C7B-B540-3EB512019D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48373" y="1388981"/>
                        <a:ext cx="2413000" cy="133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A5EA51A-4DA4-4633-9498-C7D81610A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30114"/>
              </p:ext>
            </p:extLst>
          </p:nvPr>
        </p:nvGraphicFramePr>
        <p:xfrm>
          <a:off x="2335374" y="3037487"/>
          <a:ext cx="26289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26" name="Equation" r:id="rId7" imgW="2628720" imgH="1358640" progId="Equation.DSMT4">
                  <p:embed/>
                </p:oleObj>
              </mc:Choice>
              <mc:Fallback>
                <p:oleObj name="Equation" r:id="rId7" imgW="2628720" imgH="13586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001C60B-94A4-4F83-B546-13D0F9803B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5374" y="3037487"/>
                        <a:ext cx="2628900" cy="1358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0FE3B68-ED34-452F-B5FE-16BF11D6B3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031308"/>
              </p:ext>
            </p:extLst>
          </p:nvPr>
        </p:nvGraphicFramePr>
        <p:xfrm>
          <a:off x="5122483" y="3093276"/>
          <a:ext cx="179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27" name="Equation" r:id="rId9" imgW="1790640" imgH="736560" progId="Equation.DSMT4">
                  <p:embed/>
                </p:oleObj>
              </mc:Choice>
              <mc:Fallback>
                <p:oleObj name="Equation" r:id="rId9" imgW="179064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28108C7-8104-4831-9C9A-F8DF216629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22483" y="3093276"/>
                        <a:ext cx="1790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9B56872-21D1-4B0A-93C7-1987A9EABD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127863"/>
              </p:ext>
            </p:extLst>
          </p:nvPr>
        </p:nvGraphicFramePr>
        <p:xfrm>
          <a:off x="6365640" y="1649331"/>
          <a:ext cx="1574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28" name="Equation" r:id="rId11" imgW="1574640" imgH="812520" progId="Equation.DSMT4">
                  <p:embed/>
                </p:oleObj>
              </mc:Choice>
              <mc:Fallback>
                <p:oleObj name="Equation" r:id="rId11" imgW="1574640" imgH="812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B2296F5-2C55-4504-BEBC-AF7EC6D102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65640" y="1649331"/>
                        <a:ext cx="1574800" cy="812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>
            <a:extLst>
              <a:ext uri="{FF2B5EF4-FFF2-40B4-BE49-F238E27FC236}">
                <a16:creationId xmlns:a16="http://schemas.microsoft.com/office/drawing/2014/main" id="{92516390-829A-4092-914A-E19B46A3F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112" y="339502"/>
            <a:ext cx="2602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第一类换元法</a:t>
            </a:r>
          </a:p>
        </p:txBody>
      </p:sp>
    </p:spTree>
    <p:extLst>
      <p:ext uri="{BB962C8B-B14F-4D97-AF65-F5344CB8AC3E}">
        <p14:creationId xmlns:p14="http://schemas.microsoft.com/office/powerpoint/2010/main" val="291470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D12DB21-A88A-4595-84A7-4EA35830A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596" y="1365539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2DFCD509-2B12-49D2-A73D-D5AF23186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440668"/>
              </p:ext>
            </p:extLst>
          </p:nvPr>
        </p:nvGraphicFramePr>
        <p:xfrm>
          <a:off x="1763688" y="401638"/>
          <a:ext cx="24304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48" name="Equation" r:id="rId3" imgW="2349360" imgH="838080" progId="Equation.DSMT4">
                  <p:embed/>
                </p:oleObj>
              </mc:Choice>
              <mc:Fallback>
                <p:oleObj name="Equation" r:id="rId3" imgW="2349360" imgH="838080" progId="Equation.DSMT4">
                  <p:embed/>
                  <p:pic>
                    <p:nvPicPr>
                      <p:cNvPr id="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01638"/>
                        <a:ext cx="2430462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>
            <a:extLst>
              <a:ext uri="{FF2B5EF4-FFF2-40B4-BE49-F238E27FC236}">
                <a16:creationId xmlns:a16="http://schemas.microsoft.com/office/drawing/2014/main" id="{A0ECF590-53ED-4E23-87F5-6032A8647319}"/>
              </a:ext>
            </a:extLst>
          </p:cNvPr>
          <p:cNvGrpSpPr>
            <a:grpSpLocks/>
          </p:cNvGrpSpPr>
          <p:nvPr/>
        </p:nvGrpSpPr>
        <p:grpSpPr bwMode="auto">
          <a:xfrm>
            <a:off x="1168379" y="1371591"/>
            <a:ext cx="1939926" cy="461963"/>
            <a:chOff x="960" y="1248"/>
            <a:chExt cx="1222" cy="291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A5778ED8-4070-42DF-BE30-2C90B543B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248"/>
              <a:ext cx="57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令</a:t>
              </a:r>
            </a:p>
          </p:txBody>
        </p:sp>
        <p:graphicFrame>
          <p:nvGraphicFramePr>
            <p:cNvPr id="6" name="Object 6">
              <a:extLst>
                <a:ext uri="{FF2B5EF4-FFF2-40B4-BE49-F238E27FC236}">
                  <a16:creationId xmlns:a16="http://schemas.microsoft.com/office/drawing/2014/main" id="{11B1D215-842B-4DA9-9535-33E91AE7C0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4297724"/>
                </p:ext>
              </p:extLst>
            </p:nvPr>
          </p:nvGraphicFramePr>
          <p:xfrm>
            <a:off x="1382" y="1335"/>
            <a:ext cx="8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249" name="Equation" r:id="rId5" imgW="30480000" imgH="7620000" progId="Equation.DSMT4">
                    <p:embed/>
                  </p:oleObj>
                </mc:Choice>
                <mc:Fallback>
                  <p:oleObj name="Equation" r:id="rId5" imgW="30480000" imgH="7620000" progId="Equation.DSMT4">
                    <p:embed/>
                    <p:pic>
                      <p:nvPicPr>
                        <p:cNvPr id="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2" y="1335"/>
                          <a:ext cx="800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47AAFA4C-5CB2-4F74-9449-A6DFFE8A5F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778754"/>
              </p:ext>
            </p:extLst>
          </p:nvPr>
        </p:nvGraphicFramePr>
        <p:xfrm>
          <a:off x="1291372" y="2079625"/>
          <a:ext cx="142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50" name="Equation" r:id="rId7" imgW="34137600" imgH="20116800" progId="Equation.DSMT4">
                  <p:embed/>
                </p:oleObj>
              </mc:Choice>
              <mc:Fallback>
                <p:oleObj name="Equation" r:id="rId7" imgW="34137600" imgH="20116800" progId="Equation.DSMT4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1372" y="2079625"/>
                        <a:ext cx="1422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9FB34C78-6FCE-440B-822E-D8AB61F169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183828"/>
              </p:ext>
            </p:extLst>
          </p:nvPr>
        </p:nvGraphicFramePr>
        <p:xfrm>
          <a:off x="3240088" y="1255713"/>
          <a:ext cx="15875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51" name="Equation" r:id="rId9" imgW="1587240" imgH="812520" progId="Equation.DSMT4">
                  <p:embed/>
                </p:oleObj>
              </mc:Choice>
              <mc:Fallback>
                <p:oleObj name="Equation" r:id="rId9" imgW="1587240" imgH="81252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1255713"/>
                        <a:ext cx="1587500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5C6DE6DD-BC1B-472B-B8EA-5C2235C5D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023" y="541119"/>
            <a:ext cx="2209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0AB72032-59BC-433D-9DAE-2D5742EE4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0006"/>
              </p:ext>
            </p:extLst>
          </p:nvPr>
        </p:nvGraphicFramePr>
        <p:xfrm>
          <a:off x="2738970" y="2089166"/>
          <a:ext cx="24495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52" name="Equation" r:id="rId11" imgW="58826400" imgH="21640800" progId="Equation.DSMT4">
                  <p:embed/>
                </p:oleObj>
              </mc:Choice>
              <mc:Fallback>
                <p:oleObj name="Equation" r:id="rId11" imgW="58826400" imgH="21640800" progId="Equation.DSMT4">
                  <p:embed/>
                  <p:pic>
                    <p:nvPicPr>
                      <p:cNvPr id="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970" y="2089166"/>
                        <a:ext cx="24495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4DD98B2D-043B-4302-BDC8-EB47E2BC2D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159087"/>
              </p:ext>
            </p:extLst>
          </p:nvPr>
        </p:nvGraphicFramePr>
        <p:xfrm>
          <a:off x="2738970" y="3115950"/>
          <a:ext cx="2336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53" name="Equation" r:id="rId13" imgW="56083200" imgH="21640800" progId="Equation.DSMT4">
                  <p:embed/>
                </p:oleObj>
              </mc:Choice>
              <mc:Fallback>
                <p:oleObj name="Equation" r:id="rId13" imgW="56083200" imgH="21640800" progId="Equation.DSMT4">
                  <p:embed/>
                  <p:pic>
                    <p:nvPicPr>
                      <p:cNvPr id="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970" y="3115950"/>
                        <a:ext cx="2336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70922834-C438-4A1E-92EB-AE42CD8DD2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245024"/>
              </p:ext>
            </p:extLst>
          </p:nvPr>
        </p:nvGraphicFramePr>
        <p:xfrm>
          <a:off x="5229340" y="2300468"/>
          <a:ext cx="11300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54" name="Equation" r:id="rId15" imgW="1130040" imgH="342720" progId="Equation.DSMT4">
                  <p:embed/>
                </p:oleObj>
              </mc:Choice>
              <mc:Fallback>
                <p:oleObj name="Equation" r:id="rId15" imgW="1130040" imgH="342720" progId="Equation.DSMT4">
                  <p:embed/>
                  <p:pic>
                    <p:nvPicPr>
                      <p:cNvPr id="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9340" y="2300468"/>
                        <a:ext cx="113004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7D1C05B3-A4C8-47F3-B236-66202CDFDB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836892"/>
              </p:ext>
            </p:extLst>
          </p:nvPr>
        </p:nvGraphicFramePr>
        <p:xfrm>
          <a:off x="5085308" y="3284841"/>
          <a:ext cx="135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55" name="Equation" r:id="rId17" imgW="32613600" imgH="10058400" progId="Equation.DSMT4">
                  <p:embed/>
                </p:oleObj>
              </mc:Choice>
              <mc:Fallback>
                <p:oleObj name="Equation" r:id="rId17" imgW="32613600" imgH="10058400" progId="Equation.DSMT4">
                  <p:embed/>
                  <p:pic>
                    <p:nvPicPr>
                      <p:cNvPr id="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5308" y="3284841"/>
                        <a:ext cx="1358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FD6223D4-C661-4324-B921-2EF6D2CD34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093174"/>
              </p:ext>
            </p:extLst>
          </p:nvPr>
        </p:nvGraphicFramePr>
        <p:xfrm>
          <a:off x="6649628" y="2200348"/>
          <a:ext cx="1778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56" name="Equation" r:id="rId19" imgW="42672000" imgH="10058400" progId="Equation.DSMT4">
                  <p:embed/>
                </p:oleObj>
              </mc:Choice>
              <mc:Fallback>
                <p:oleObj name="Equation" r:id="rId19" imgW="42672000" imgH="10058400" progId="Equation.DSMT4">
                  <p:embed/>
                  <p:pic>
                    <p:nvPicPr>
                      <p:cNvPr id="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9628" y="2200348"/>
                        <a:ext cx="1778000" cy="419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 cmpd="sng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EDCBB297-3612-4B53-9FC9-1D4B66B8E9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293880"/>
              </p:ext>
            </p:extLst>
          </p:nvPr>
        </p:nvGraphicFramePr>
        <p:xfrm>
          <a:off x="2742144" y="4227934"/>
          <a:ext cx="1206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57" name="Equation" r:id="rId21" imgW="28956000" imgH="12192000" progId="Equation.DSMT4">
                  <p:embed/>
                </p:oleObj>
              </mc:Choice>
              <mc:Fallback>
                <p:oleObj name="Equation" r:id="rId21" imgW="28956000" imgH="12192000" progId="Equation.DSMT4">
                  <p:embed/>
                  <p:pic>
                    <p:nvPicPr>
                      <p:cNvPr id="7045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2144" y="4227934"/>
                        <a:ext cx="12065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7">
            <a:extLst>
              <a:ext uri="{FF2B5EF4-FFF2-40B4-BE49-F238E27FC236}">
                <a16:creationId xmlns:a16="http://schemas.microsoft.com/office/drawing/2014/main" id="{BE52A5DC-E116-4EEF-8FE4-F0F158536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042" y="1371889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E923677-659A-4C51-9781-55C6A83BB4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330262"/>
              </p:ext>
            </p:extLst>
          </p:nvPr>
        </p:nvGraphicFramePr>
        <p:xfrm>
          <a:off x="6588125" y="1211263"/>
          <a:ext cx="2019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58" name="Equation" r:id="rId23" imgW="48463200" imgH="8534400" progId="Equation.DSMT4">
                  <p:embed/>
                </p:oleObj>
              </mc:Choice>
              <mc:Fallback>
                <p:oleObj name="Equation" r:id="rId23" imgW="48463200" imgH="85344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1211263"/>
                        <a:ext cx="2019300" cy="355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星形: 五角 17">
            <a:extLst>
              <a:ext uri="{FF2B5EF4-FFF2-40B4-BE49-F238E27FC236}">
                <a16:creationId xmlns:a16="http://schemas.microsoft.com/office/drawing/2014/main" id="{BCDB566A-0C01-44FB-9A35-B46FAE012F12}"/>
              </a:ext>
            </a:extLst>
          </p:cNvPr>
          <p:cNvSpPr/>
          <p:nvPr/>
        </p:nvSpPr>
        <p:spPr>
          <a:xfrm>
            <a:off x="343250" y="684083"/>
            <a:ext cx="216024" cy="18709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00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5F21EF68-657F-42CA-B2B9-7774B5093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704817"/>
              </p:ext>
            </p:extLst>
          </p:nvPr>
        </p:nvGraphicFramePr>
        <p:xfrm>
          <a:off x="2257532" y="1375234"/>
          <a:ext cx="120636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11" name="Equation" r:id="rId3" imgW="28956000" imgH="12192000" progId="Equation.DSMT4">
                  <p:embed/>
                </p:oleObj>
              </mc:Choice>
              <mc:Fallback>
                <p:oleObj name="Equation" r:id="rId3" imgW="28956000" imgH="12192000" progId="Equation.DSMT4">
                  <p:embed/>
                  <p:pic>
                    <p:nvPicPr>
                      <p:cNvPr id="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532" y="1375234"/>
                        <a:ext cx="120636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3526208B-DBD2-4C96-80D9-13D023AD5E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365564"/>
              </p:ext>
            </p:extLst>
          </p:nvPr>
        </p:nvGraphicFramePr>
        <p:xfrm>
          <a:off x="3591131" y="1438714"/>
          <a:ext cx="259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12" name="Equation" r:id="rId5" imgW="62179200" imgH="9144000" progId="Equation.DSMT4">
                  <p:embed/>
                </p:oleObj>
              </mc:Choice>
              <mc:Fallback>
                <p:oleObj name="Equation" r:id="rId5" imgW="62179200" imgH="9144000" progId="Equation.DSMT4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131" y="1438714"/>
                        <a:ext cx="2590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3DF166BB-B9E8-4F20-9A08-6CA2FB3977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683668"/>
              </p:ext>
            </p:extLst>
          </p:nvPr>
        </p:nvGraphicFramePr>
        <p:xfrm>
          <a:off x="2314700" y="2024263"/>
          <a:ext cx="30099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13" name="Equation" r:id="rId7" imgW="3009600" imgH="1041120" progId="Equation.DSMT4">
                  <p:embed/>
                </p:oleObj>
              </mc:Choice>
              <mc:Fallback>
                <p:oleObj name="Equation" r:id="rId7" imgW="3009600" imgH="1041120" progId="Equation.DSMT4">
                  <p:embed/>
                  <p:pic>
                    <p:nvPicPr>
                      <p:cNvPr id="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700" y="2024263"/>
                        <a:ext cx="30099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>
            <a:extLst>
              <a:ext uri="{FF2B5EF4-FFF2-40B4-BE49-F238E27FC236}">
                <a16:creationId xmlns:a16="http://schemas.microsoft.com/office/drawing/2014/main" id="{3F1B5E40-7DA2-4FB8-861C-EFE7514CFD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015899"/>
              </p:ext>
            </p:extLst>
          </p:nvPr>
        </p:nvGraphicFramePr>
        <p:xfrm>
          <a:off x="2326595" y="3235574"/>
          <a:ext cx="3556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14" name="Equation" r:id="rId9" imgW="3555720" imgH="660240" progId="Equation.DSMT4">
                  <p:embed/>
                </p:oleObj>
              </mc:Choice>
              <mc:Fallback>
                <p:oleObj name="Equation" r:id="rId9" imgW="3555720" imgH="660240" progId="Equation.DSMT4">
                  <p:embed/>
                  <p:pic>
                    <p:nvPicPr>
                      <p:cNvPr id="7055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6595" y="3235574"/>
                        <a:ext cx="35560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FB2660D4-156E-400C-A7D1-46AA44D0F6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893838"/>
              </p:ext>
            </p:extLst>
          </p:nvPr>
        </p:nvGraphicFramePr>
        <p:xfrm>
          <a:off x="2323355" y="4045944"/>
          <a:ext cx="2717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15" name="Equation" r:id="rId11" imgW="2717640" imgH="660240" progId="Equation.DSMT4">
                  <p:embed/>
                </p:oleObj>
              </mc:Choice>
              <mc:Fallback>
                <p:oleObj name="Equation" r:id="rId11" imgW="2717640" imgH="660240" progId="Equation.DSMT4">
                  <p:embed/>
                  <p:pic>
                    <p:nvPicPr>
                      <p:cNvPr id="7055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3355" y="4045944"/>
                        <a:ext cx="2717800" cy="660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28575" cmpd="dbl"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32DCAAE1-97ED-4384-A639-A740B321CF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915220"/>
              </p:ext>
            </p:extLst>
          </p:nvPr>
        </p:nvGraphicFramePr>
        <p:xfrm>
          <a:off x="900955" y="1269373"/>
          <a:ext cx="142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16" name="Equation" r:id="rId13" imgW="34137600" imgH="20116800" progId="Equation.DSMT4">
                  <p:embed/>
                </p:oleObj>
              </mc:Choice>
              <mc:Fallback>
                <p:oleObj name="Equation" r:id="rId13" imgW="34137600" imgH="20116800" progId="Equation.DSMT4">
                  <p:embed/>
                  <p:pic>
                    <p:nvPicPr>
                      <p:cNvPr id="19" name="Object 7">
                        <a:extLst>
                          <a:ext uri="{FF2B5EF4-FFF2-40B4-BE49-F238E27FC236}">
                            <a16:creationId xmlns:a16="http://schemas.microsoft.com/office/drawing/2014/main" id="{874D2424-E39A-41C9-A68F-41EEB9D750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955" y="1269373"/>
                        <a:ext cx="1422400" cy="838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8">
            <a:extLst>
              <a:ext uri="{FF2B5EF4-FFF2-40B4-BE49-F238E27FC236}">
                <a16:creationId xmlns:a16="http://schemas.microsoft.com/office/drawing/2014/main" id="{FC05BB1D-B03C-4199-BF1C-975F813C4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970710"/>
              </p:ext>
            </p:extLst>
          </p:nvPr>
        </p:nvGraphicFramePr>
        <p:xfrm>
          <a:off x="5337847" y="4185704"/>
          <a:ext cx="180324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17" name="Equation" r:id="rId15" imgW="43281600" imgH="9144000" progId="Equation.DSMT4">
                  <p:embed/>
                </p:oleObj>
              </mc:Choice>
              <mc:Fallback>
                <p:oleObj name="Equation" r:id="rId15" imgW="43281600" imgH="9144000" progId="Equation.DSMT4">
                  <p:embed/>
                  <p:pic>
                    <p:nvPicPr>
                      <p:cNvPr id="17" name="Object 28">
                        <a:extLst>
                          <a:ext uri="{FF2B5EF4-FFF2-40B4-BE49-F238E27FC236}">
                            <a16:creationId xmlns:a16="http://schemas.microsoft.com/office/drawing/2014/main" id="{6CD6AFFF-FF6D-4BF6-94AF-0AE4AF2163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847" y="4185704"/>
                        <a:ext cx="180324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96D313E-E916-45FD-9876-01F2EC316C9E}"/>
              </a:ext>
            </a:extLst>
          </p:cNvPr>
          <p:cNvCxnSpPr/>
          <p:nvPr/>
        </p:nvCxnSpPr>
        <p:spPr>
          <a:xfrm>
            <a:off x="-36512" y="1110191"/>
            <a:ext cx="9144000" cy="1588"/>
          </a:xfrm>
          <a:prstGeom prst="line">
            <a:avLst/>
          </a:prstGeom>
          <a:ln w="34925" cmpd="thickThin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0BC5CDAE-EE09-4786-95E3-03263EE3E7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720049"/>
              </p:ext>
            </p:extLst>
          </p:nvPr>
        </p:nvGraphicFramePr>
        <p:xfrm>
          <a:off x="1691680" y="135412"/>
          <a:ext cx="24304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18" name="Equation" r:id="rId17" imgW="2349360" imgH="838080" progId="Equation.DSMT4">
                  <p:embed/>
                </p:oleObj>
              </mc:Choice>
              <mc:Fallback>
                <p:oleObj name="Equation" r:id="rId17" imgW="2349360" imgH="838080" progId="Equation.DSMT4">
                  <p:embed/>
                  <p:pic>
                    <p:nvPicPr>
                      <p:cNvPr id="2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35412"/>
                        <a:ext cx="2430462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9">
            <a:extLst>
              <a:ext uri="{FF2B5EF4-FFF2-40B4-BE49-F238E27FC236}">
                <a16:creationId xmlns:a16="http://schemas.microsoft.com/office/drawing/2014/main" id="{5EF96AF5-6460-4D0B-A5EE-3EB527781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467" y="280574"/>
            <a:ext cx="2209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D55CC14C-5D10-4374-99ED-9DF9ABB01F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94022"/>
              </p:ext>
            </p:extLst>
          </p:nvPr>
        </p:nvGraphicFramePr>
        <p:xfrm>
          <a:off x="7888069" y="3638900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19" name="Equation" r:id="rId19" imgW="177480" imgH="190440" progId="Equation.DSMT4">
                  <p:embed/>
                </p:oleObj>
              </mc:Choice>
              <mc:Fallback>
                <p:oleObj name="Equation" r:id="rId19" imgW="177480" imgH="190440" progId="Equation.DSMT4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06B9E443-56F3-46A3-9ED3-914454673D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8069" y="3638900"/>
                        <a:ext cx="17780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9">
            <a:extLst>
              <a:ext uri="{FF2B5EF4-FFF2-40B4-BE49-F238E27FC236}">
                <a16:creationId xmlns:a16="http://schemas.microsoft.com/office/drawing/2014/main" id="{E48BC2C7-1471-4008-965C-00FE4E21B821}"/>
              </a:ext>
            </a:extLst>
          </p:cNvPr>
          <p:cNvGrpSpPr>
            <a:grpSpLocks/>
          </p:cNvGrpSpPr>
          <p:nvPr/>
        </p:nvGrpSpPr>
        <p:grpSpPr bwMode="auto">
          <a:xfrm>
            <a:off x="7357863" y="2457799"/>
            <a:ext cx="1017614" cy="1071570"/>
            <a:chOff x="4416" y="2448"/>
            <a:chExt cx="672" cy="1104"/>
          </a:xfrm>
        </p:grpSpPr>
        <p:sp>
          <p:nvSpPr>
            <p:cNvPr id="23" name="AutoShape 10">
              <a:extLst>
                <a:ext uri="{FF2B5EF4-FFF2-40B4-BE49-F238E27FC236}">
                  <a16:creationId xmlns:a16="http://schemas.microsoft.com/office/drawing/2014/main" id="{B6A25BD5-3D14-40EB-919D-25BFB836125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16" y="2448"/>
              <a:ext cx="672" cy="1104"/>
            </a:xfrm>
            <a:prstGeom prst="rtTriangle">
              <a:avLst/>
            </a:prstGeom>
            <a:noFill/>
            <a:ln w="15875">
              <a:solidFill>
                <a:srgbClr val="0064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" name="Group 11">
              <a:extLst>
                <a:ext uri="{FF2B5EF4-FFF2-40B4-BE49-F238E27FC236}">
                  <a16:creationId xmlns:a16="http://schemas.microsoft.com/office/drawing/2014/main" id="{892DD385-249A-4666-8F97-D049653204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3320"/>
              <a:ext cx="162" cy="232"/>
              <a:chOff x="4512" y="3320"/>
              <a:chExt cx="162" cy="232"/>
            </a:xfrm>
          </p:grpSpPr>
          <p:graphicFrame>
            <p:nvGraphicFramePr>
              <p:cNvPr id="25" name="Object 12">
                <a:extLst>
                  <a:ext uri="{FF2B5EF4-FFF2-40B4-BE49-F238E27FC236}">
                    <a16:creationId xmlns:a16="http://schemas.microsoft.com/office/drawing/2014/main" id="{35F8D191-145D-454C-9BDC-D5A5C883DE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09588599"/>
                  </p:ext>
                </p:extLst>
              </p:nvPr>
            </p:nvGraphicFramePr>
            <p:xfrm>
              <a:off x="4599" y="3320"/>
              <a:ext cx="75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9420" name="Equation" r:id="rId21" imgW="114120" imgH="215640" progId="Equation.DSMT4">
                      <p:embed/>
                    </p:oleObj>
                  </mc:Choice>
                  <mc:Fallback>
                    <p:oleObj name="Equation" r:id="rId21" imgW="114120" imgH="215640" progId="Equation.DSMT4">
                      <p:embed/>
                      <p:pic>
                        <p:nvPicPr>
                          <p:cNvPr id="8" name="Object 12">
                            <a:extLst>
                              <a:ext uri="{FF2B5EF4-FFF2-40B4-BE49-F238E27FC236}">
                                <a16:creationId xmlns:a16="http://schemas.microsoft.com/office/drawing/2014/main" id="{2823BFAC-320A-42F5-8FB9-2C3FCF39867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99" y="3320"/>
                            <a:ext cx="75" cy="22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" name="Arc 13">
                <a:extLst>
                  <a:ext uri="{FF2B5EF4-FFF2-40B4-BE49-F238E27FC236}">
                    <a16:creationId xmlns:a16="http://schemas.microsoft.com/office/drawing/2014/main" id="{525209BE-4927-443B-BE3C-9D9606E1F9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2" y="3408"/>
                <a:ext cx="48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1 h 21600"/>
                  <a:gd name="T4" fmla="*/ 0 w 21600"/>
                  <a:gd name="T5" fmla="*/ 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7" name="Object 14">
            <a:extLst>
              <a:ext uri="{FF2B5EF4-FFF2-40B4-BE49-F238E27FC236}">
                <a16:creationId xmlns:a16="http://schemas.microsoft.com/office/drawing/2014/main" id="{09F100E9-87A5-41C9-A554-C31DA04759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449291"/>
              </p:ext>
            </p:extLst>
          </p:nvPr>
        </p:nvGraphicFramePr>
        <p:xfrm>
          <a:off x="8547633" y="2973605"/>
          <a:ext cx="177480" cy="19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21" name="Equation" r:id="rId23" imgW="177480" imgH="190440" progId="Equation.DSMT4">
                  <p:embed/>
                </p:oleObj>
              </mc:Choice>
              <mc:Fallback>
                <p:oleObj name="Equation" r:id="rId23" imgW="177480" imgH="190440" progId="Equation.DSMT4">
                  <p:embed/>
                  <p:pic>
                    <p:nvPicPr>
                      <p:cNvPr id="10" name="Object 14">
                        <a:extLst>
                          <a:ext uri="{FF2B5EF4-FFF2-40B4-BE49-F238E27FC236}">
                            <a16:creationId xmlns:a16="http://schemas.microsoft.com/office/drawing/2014/main" id="{AC1ED0E0-3C1C-4040-9562-2970799FE7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633" y="2973605"/>
                        <a:ext cx="177480" cy="1904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5">
            <a:extLst>
              <a:ext uri="{FF2B5EF4-FFF2-40B4-BE49-F238E27FC236}">
                <a16:creationId xmlns:a16="http://schemas.microsoft.com/office/drawing/2014/main" id="{B1F3B2E5-3AB1-49A2-9451-1BC033B855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475889"/>
              </p:ext>
            </p:extLst>
          </p:nvPr>
        </p:nvGraphicFramePr>
        <p:xfrm>
          <a:off x="6922909" y="2671924"/>
          <a:ext cx="9651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22" name="Equation" r:id="rId25" imgW="965160" imgH="380880" progId="Equation.DSMT4">
                  <p:embed/>
                </p:oleObj>
              </mc:Choice>
              <mc:Fallback>
                <p:oleObj name="Equation" r:id="rId25" imgW="965160" imgH="380880" progId="Equation.DSMT4">
                  <p:embed/>
                  <p:pic>
                    <p:nvPicPr>
                      <p:cNvPr id="11" name="Object 15">
                        <a:extLst>
                          <a:ext uri="{FF2B5EF4-FFF2-40B4-BE49-F238E27FC236}">
                            <a16:creationId xmlns:a16="http://schemas.microsoft.com/office/drawing/2014/main" id="{42EBFC2F-616D-43AE-BA47-D0FAB66654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2909" y="2671924"/>
                        <a:ext cx="96516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6">
            <a:extLst>
              <a:ext uri="{FF2B5EF4-FFF2-40B4-BE49-F238E27FC236}">
                <a16:creationId xmlns:a16="http://schemas.microsoft.com/office/drawing/2014/main" id="{91BE825E-0C3C-47AB-8D11-46B30BD52A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825938"/>
              </p:ext>
            </p:extLst>
          </p:nvPr>
        </p:nvGraphicFramePr>
        <p:xfrm>
          <a:off x="5864751" y="2363204"/>
          <a:ext cx="1231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23" name="Equation" r:id="rId27" imgW="29565600" imgH="7620000" progId="Equation.DSMT4">
                  <p:embed/>
                </p:oleObj>
              </mc:Choice>
              <mc:Fallback>
                <p:oleObj name="Equation" r:id="rId27" imgW="29565600" imgH="7620000" progId="Equation.DSMT4">
                  <p:embed/>
                  <p:pic>
                    <p:nvPicPr>
                      <p:cNvPr id="17" name="Object 6">
                        <a:extLst>
                          <a:ext uri="{FF2B5EF4-FFF2-40B4-BE49-F238E27FC236}">
                            <a16:creationId xmlns:a16="http://schemas.microsoft.com/office/drawing/2014/main" id="{5C3C80D4-6C12-49F8-993D-50EC98E2BD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4751" y="2363204"/>
                        <a:ext cx="1231900" cy="3175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星形: 五角 29">
            <a:extLst>
              <a:ext uri="{FF2B5EF4-FFF2-40B4-BE49-F238E27FC236}">
                <a16:creationId xmlns:a16="http://schemas.microsoft.com/office/drawing/2014/main" id="{D65728D0-AF0B-41C8-9FA6-BE884944B7FA}"/>
              </a:ext>
            </a:extLst>
          </p:cNvPr>
          <p:cNvSpPr/>
          <p:nvPr/>
        </p:nvSpPr>
        <p:spPr>
          <a:xfrm>
            <a:off x="271242" y="417857"/>
            <a:ext cx="216024" cy="18709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43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BD84C58-F29C-421F-A4C1-E453A2855C7F}"/>
              </a:ext>
            </a:extLst>
          </p:cNvPr>
          <p:cNvGrpSpPr/>
          <p:nvPr/>
        </p:nvGrpSpPr>
        <p:grpSpPr>
          <a:xfrm>
            <a:off x="467544" y="512092"/>
            <a:ext cx="4608512" cy="3667767"/>
            <a:chOff x="323530" y="483518"/>
            <a:chExt cx="3960438" cy="352375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A70A638D-F15E-4B21-B3D8-357872DB2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  <a14:imgEffect>
                        <a14:brightnessContrast bright="50000" contras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6200000">
              <a:off x="523507" y="427557"/>
              <a:ext cx="3379735" cy="3779690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CE2C3A5-9D02-4274-935F-042A6A5E3A8F}"/>
                </a:ext>
              </a:extLst>
            </p:cNvPr>
            <p:cNvSpPr/>
            <p:nvPr/>
          </p:nvSpPr>
          <p:spPr bwMode="auto">
            <a:xfrm>
              <a:off x="3059832" y="627534"/>
              <a:ext cx="1224136" cy="86409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xtLst/>
          </p:spPr>
          <p:txBody>
            <a:bodyPr rtlCol="0" anchor="ctr"/>
            <a:lstStyle/>
            <a:p>
              <a:pPr algn="l"/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5ED1710-EEEE-4D93-806D-CA0B36B63DD1}"/>
                </a:ext>
              </a:extLst>
            </p:cNvPr>
            <p:cNvSpPr/>
            <p:nvPr/>
          </p:nvSpPr>
          <p:spPr bwMode="auto">
            <a:xfrm>
              <a:off x="395536" y="483518"/>
              <a:ext cx="2376264" cy="3600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xtLst/>
          </p:spPr>
          <p:txBody>
            <a:bodyPr rtlCol="0" anchor="ctr"/>
            <a:lstStyle/>
            <a:p>
              <a:pPr algn="l"/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890CE4-E167-4F21-8C15-96493B5DA4D5}"/>
              </a:ext>
            </a:extLst>
          </p:cNvPr>
          <p:cNvGrpSpPr/>
          <p:nvPr/>
        </p:nvGrpSpPr>
        <p:grpSpPr>
          <a:xfrm>
            <a:off x="4854101" y="267494"/>
            <a:ext cx="3555958" cy="3901219"/>
            <a:chOff x="4603114" y="196380"/>
            <a:chExt cx="3555958" cy="390121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012F8FF-E40B-4AE7-BB79-C2A3CF503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100000"/>
                      </a14:imgEffect>
                      <a14:imgEffect>
                        <a14:brightnessContrast bright="50000" contras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322195">
              <a:off x="4603114" y="196380"/>
              <a:ext cx="3380827" cy="3901219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987E382-8A24-4F2F-99B1-B333695535F7}"/>
                </a:ext>
              </a:extLst>
            </p:cNvPr>
            <p:cNvSpPr/>
            <p:nvPr/>
          </p:nvSpPr>
          <p:spPr bwMode="auto">
            <a:xfrm>
              <a:off x="7884368" y="339502"/>
              <a:ext cx="274704" cy="1728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xtLst/>
          </p:spPr>
          <p:txBody>
            <a:bodyPr rtlCol="0" anchor="ctr"/>
            <a:lstStyle/>
            <a:p>
              <a:pPr algn="l"/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8973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4E104E34-0B5C-474F-A757-63791A00C5B0}"/>
              </a:ext>
            </a:extLst>
          </p:cNvPr>
          <p:cNvCxnSpPr/>
          <p:nvPr/>
        </p:nvCxnSpPr>
        <p:spPr>
          <a:xfrm>
            <a:off x="0" y="1131484"/>
            <a:ext cx="9144000" cy="1588"/>
          </a:xfrm>
          <a:prstGeom prst="line">
            <a:avLst/>
          </a:prstGeom>
          <a:ln w="34925" cmpd="thickThin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16E4D19F-FE21-4AD8-BBA9-45C525B458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728334"/>
              </p:ext>
            </p:extLst>
          </p:nvPr>
        </p:nvGraphicFramePr>
        <p:xfrm>
          <a:off x="1787534" y="106567"/>
          <a:ext cx="24304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63" name="Equation" r:id="rId3" imgW="2349360" imgH="838080" progId="Equation.DSMT4">
                  <p:embed/>
                </p:oleObj>
              </mc:Choice>
              <mc:Fallback>
                <p:oleObj name="Equation" r:id="rId3" imgW="2349360" imgH="838080" progId="Equation.DSMT4">
                  <p:embed/>
                  <p:pic>
                    <p:nvPicPr>
                      <p:cNvPr id="19" name="Object 3">
                        <a:extLst>
                          <a:ext uri="{FF2B5EF4-FFF2-40B4-BE49-F238E27FC236}">
                            <a16:creationId xmlns:a16="http://schemas.microsoft.com/office/drawing/2014/main" id="{0BC5CDAE-EE09-4786-95E3-03263EE3E7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534" y="106567"/>
                        <a:ext cx="2430462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9">
            <a:extLst>
              <a:ext uri="{FF2B5EF4-FFF2-40B4-BE49-F238E27FC236}">
                <a16:creationId xmlns:a16="http://schemas.microsoft.com/office/drawing/2014/main" id="{30691800-5847-4333-B0A0-F18EFAAD6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321" y="251729"/>
            <a:ext cx="2209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5" name="星形: 五角 4">
            <a:extLst>
              <a:ext uri="{FF2B5EF4-FFF2-40B4-BE49-F238E27FC236}">
                <a16:creationId xmlns:a16="http://schemas.microsoft.com/office/drawing/2014/main" id="{7A4EE883-8561-4141-A917-DB002765AB94}"/>
              </a:ext>
            </a:extLst>
          </p:cNvPr>
          <p:cNvSpPr/>
          <p:nvPr/>
        </p:nvSpPr>
        <p:spPr>
          <a:xfrm>
            <a:off x="367096" y="389012"/>
            <a:ext cx="216024" cy="18709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FC4F69D2-56C5-4AE5-B523-46C1572AB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410" y="1317581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A0A02918-2E31-4797-B3F1-0017FE357BBC}"/>
              </a:ext>
            </a:extLst>
          </p:cNvPr>
          <p:cNvGrpSpPr>
            <a:grpSpLocks/>
          </p:cNvGrpSpPr>
          <p:nvPr/>
        </p:nvGrpSpPr>
        <p:grpSpPr bwMode="auto">
          <a:xfrm>
            <a:off x="975396" y="1352331"/>
            <a:ext cx="1617664" cy="461963"/>
            <a:chOff x="960" y="1248"/>
            <a:chExt cx="1019" cy="291"/>
          </a:xfrm>
        </p:grpSpPr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EA03F5D4-75B0-45B0-9DFE-9A94EE1FD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248"/>
              <a:ext cx="57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令</a:t>
              </a:r>
            </a:p>
          </p:txBody>
        </p:sp>
        <p:graphicFrame>
          <p:nvGraphicFramePr>
            <p:cNvPr id="9" name="Object 6">
              <a:extLst>
                <a:ext uri="{FF2B5EF4-FFF2-40B4-BE49-F238E27FC236}">
                  <a16:creationId xmlns:a16="http://schemas.microsoft.com/office/drawing/2014/main" id="{34214112-5C0A-4A9E-950F-03F9810CAC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1507302"/>
                </p:ext>
              </p:extLst>
            </p:nvPr>
          </p:nvGraphicFramePr>
          <p:xfrm>
            <a:off x="1291" y="1312"/>
            <a:ext cx="68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464" name="Equation" r:id="rId5" imgW="1091880" imgH="342720" progId="Equation.DSMT4">
                    <p:embed/>
                  </p:oleObj>
                </mc:Choice>
                <mc:Fallback>
                  <p:oleObj name="Equation" r:id="rId5" imgW="1091880" imgH="342720" progId="Equation.DSMT4">
                    <p:embed/>
                    <p:pic>
                      <p:nvPicPr>
                        <p:cNvPr id="6" name="Object 6">
                          <a:extLst>
                            <a:ext uri="{FF2B5EF4-FFF2-40B4-BE49-F238E27FC236}">
                              <a16:creationId xmlns:a16="http://schemas.microsoft.com/office/drawing/2014/main" id="{11B1D215-842B-4DA9-9535-33E91AE7C0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1" y="1312"/>
                          <a:ext cx="68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33B0FA9A-CCAB-421E-A6B0-00EA92E3E7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938131"/>
              </p:ext>
            </p:extLst>
          </p:nvPr>
        </p:nvGraphicFramePr>
        <p:xfrm>
          <a:off x="1076334" y="2039495"/>
          <a:ext cx="142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65" name="Equation" r:id="rId7" imgW="34137600" imgH="20116800" progId="Equation.DSMT4">
                  <p:embed/>
                </p:oleObj>
              </mc:Choice>
              <mc:Fallback>
                <p:oleObj name="Equation" r:id="rId7" imgW="34137600" imgH="2011680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47AAFA4C-5CB2-4F74-9449-A6DFFE8A5F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34" y="2039495"/>
                        <a:ext cx="1422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FF3961B4-7469-4B73-BC77-EAD399517E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235410"/>
              </p:ext>
            </p:extLst>
          </p:nvPr>
        </p:nvGraphicFramePr>
        <p:xfrm>
          <a:off x="2664311" y="1409481"/>
          <a:ext cx="165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66" name="Equation" r:id="rId9" imgW="1650960" imgH="431640" progId="Equation.DSMT4">
                  <p:embed/>
                </p:oleObj>
              </mc:Choice>
              <mc:Fallback>
                <p:oleObj name="Equation" r:id="rId9" imgW="1650960" imgH="43164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9FB34C78-6FCE-440B-822E-D8AB61F169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4311" y="1409481"/>
                        <a:ext cx="1651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98C34672-2AA4-493B-8770-D59CDE340D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696795"/>
              </p:ext>
            </p:extLst>
          </p:nvPr>
        </p:nvGraphicFramePr>
        <p:xfrm>
          <a:off x="2484064" y="2039495"/>
          <a:ext cx="3060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67" name="Equation" r:id="rId11" imgW="3060360" imgH="901440" progId="Equation.DSMT4">
                  <p:embed/>
                </p:oleObj>
              </mc:Choice>
              <mc:Fallback>
                <p:oleObj name="Equation" r:id="rId11" imgW="3060360" imgH="901440" progId="Equation.DSMT4">
                  <p:embed/>
                  <p:pic>
                    <p:nvPicPr>
                      <p:cNvPr id="10" name="Object 10">
                        <a:extLst>
                          <a:ext uri="{FF2B5EF4-FFF2-40B4-BE49-F238E27FC236}">
                            <a16:creationId xmlns:a16="http://schemas.microsoft.com/office/drawing/2014/main" id="{0AB72032-59BC-433D-9DAE-2D5742EE48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064" y="2039495"/>
                        <a:ext cx="30607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7E613A0F-2A53-4C8E-918F-CBB8D70148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140773"/>
              </p:ext>
            </p:extLst>
          </p:nvPr>
        </p:nvGraphicFramePr>
        <p:xfrm>
          <a:off x="922338" y="3040063"/>
          <a:ext cx="502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68" name="Equation" r:id="rId13" imgW="5029200" imgH="736560" progId="Equation.DSMT4">
                  <p:embed/>
                </p:oleObj>
              </mc:Choice>
              <mc:Fallback>
                <p:oleObj name="Equation" r:id="rId13" imgW="5029200" imgH="736560" progId="Equation.DSMT4">
                  <p:embed/>
                  <p:pic>
                    <p:nvPicPr>
                      <p:cNvPr id="11" name="Object 11">
                        <a:extLst>
                          <a:ext uri="{FF2B5EF4-FFF2-40B4-BE49-F238E27FC236}">
                            <a16:creationId xmlns:a16="http://schemas.microsoft.com/office/drawing/2014/main" id="{4DD98B2D-043B-4302-BDC8-EB47E2BC2D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3040063"/>
                        <a:ext cx="5029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670A1997-01FE-40E6-AB3F-EE127A415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137743"/>
              </p:ext>
            </p:extLst>
          </p:nvPr>
        </p:nvGraphicFramePr>
        <p:xfrm>
          <a:off x="7058396" y="1098690"/>
          <a:ext cx="137160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69" name="Equation" r:id="rId15" imgW="1371600" imgH="355320" progId="Equation.DSMT4">
                  <p:embed/>
                </p:oleObj>
              </mc:Choice>
              <mc:Fallback>
                <p:oleObj name="Equation" r:id="rId15" imgW="1371600" imgH="355320" progId="Equation.DSMT4">
                  <p:embed/>
                  <p:pic>
                    <p:nvPicPr>
                      <p:cNvPr id="14" name="Object 14">
                        <a:extLst>
                          <a:ext uri="{FF2B5EF4-FFF2-40B4-BE49-F238E27FC236}">
                            <a16:creationId xmlns:a16="http://schemas.microsoft.com/office/drawing/2014/main" id="{FD6223D4-C661-4324-B921-2EF6D2CD34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396" y="1098690"/>
                        <a:ext cx="1371600" cy="35532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 cmpd="sng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">
            <a:extLst>
              <a:ext uri="{FF2B5EF4-FFF2-40B4-BE49-F238E27FC236}">
                <a16:creationId xmlns:a16="http://schemas.microsoft.com/office/drawing/2014/main" id="{E510FC61-9ADD-40DE-81D8-5A00DC5DE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2351" y="1379616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56DA2660-852F-4D7E-B270-450F9644B5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21679"/>
              </p:ext>
            </p:extLst>
          </p:nvPr>
        </p:nvGraphicFramePr>
        <p:xfrm>
          <a:off x="7058396" y="546800"/>
          <a:ext cx="171432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70" name="Equation" r:id="rId17" imgW="1714320" imgH="355320" progId="Equation.DSMT4">
                  <p:embed/>
                </p:oleObj>
              </mc:Choice>
              <mc:Fallback>
                <p:oleObj name="Equation" r:id="rId17" imgW="1714320" imgH="3553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E923677-659A-4C51-9781-55C6A83BB4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396" y="546800"/>
                        <a:ext cx="1714320" cy="35532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4">
            <a:extLst>
              <a:ext uri="{FF2B5EF4-FFF2-40B4-BE49-F238E27FC236}">
                <a16:creationId xmlns:a16="http://schemas.microsoft.com/office/drawing/2014/main" id="{EDB19D93-123A-44FB-86BE-AA7412A764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910576"/>
              </p:ext>
            </p:extLst>
          </p:nvPr>
        </p:nvGraphicFramePr>
        <p:xfrm>
          <a:off x="7092280" y="1644040"/>
          <a:ext cx="137160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71" name="Equation" r:id="rId19" imgW="1371600" imgH="355320" progId="Equation.DSMT4">
                  <p:embed/>
                </p:oleObj>
              </mc:Choice>
              <mc:Fallback>
                <p:oleObj name="Equation" r:id="rId19" imgW="1371600" imgH="35532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670A1997-01FE-40E6-AB3F-EE127A415C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1644040"/>
                        <a:ext cx="1371600" cy="35532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 cmpd="sng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4">
            <a:extLst>
              <a:ext uri="{FF2B5EF4-FFF2-40B4-BE49-F238E27FC236}">
                <a16:creationId xmlns:a16="http://schemas.microsoft.com/office/drawing/2014/main" id="{BDB5111E-E1F4-4C38-9AE0-A817089472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874323"/>
              </p:ext>
            </p:extLst>
          </p:nvPr>
        </p:nvGraphicFramePr>
        <p:xfrm>
          <a:off x="6208713" y="3167063"/>
          <a:ext cx="2755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72" name="Equation" r:id="rId21" imgW="2755800" imgH="482400" progId="Equation.DSMT4">
                  <p:embed/>
                </p:oleObj>
              </mc:Choice>
              <mc:Fallback>
                <p:oleObj name="Equation" r:id="rId21" imgW="2755800" imgH="482400" progId="Equation.DSMT4">
                  <p:embed/>
                  <p:pic>
                    <p:nvPicPr>
                      <p:cNvPr id="19" name="Object 14">
                        <a:extLst>
                          <a:ext uri="{FF2B5EF4-FFF2-40B4-BE49-F238E27FC236}">
                            <a16:creationId xmlns:a16="http://schemas.microsoft.com/office/drawing/2014/main" id="{EDB19D93-123A-44FB-86BE-AA7412A764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8713" y="3167063"/>
                        <a:ext cx="2755900" cy="482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 cmpd="sng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>
            <a:extLst>
              <a:ext uri="{FF2B5EF4-FFF2-40B4-BE49-F238E27FC236}">
                <a16:creationId xmlns:a16="http://schemas.microsoft.com/office/drawing/2014/main" id="{B8DD2349-33D3-4613-B177-D4783B9042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052974"/>
              </p:ext>
            </p:extLst>
          </p:nvPr>
        </p:nvGraphicFramePr>
        <p:xfrm>
          <a:off x="922338" y="4101400"/>
          <a:ext cx="2781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73" name="Equation" r:id="rId23" imgW="2781000" imgH="495000" progId="Equation.DSMT4">
                  <p:embed/>
                </p:oleObj>
              </mc:Choice>
              <mc:Fallback>
                <p:oleObj name="Equation" r:id="rId23" imgW="2781000" imgH="495000" progId="Equation.DSMT4">
                  <p:embed/>
                  <p:pic>
                    <p:nvPicPr>
                      <p:cNvPr id="13" name="Object 11">
                        <a:extLst>
                          <a:ext uri="{FF2B5EF4-FFF2-40B4-BE49-F238E27FC236}">
                            <a16:creationId xmlns:a16="http://schemas.microsoft.com/office/drawing/2014/main" id="{7E613A0F-2A53-4C8E-918F-CBB8D70148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4101400"/>
                        <a:ext cx="2781300" cy="4953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BA2681CB-6509-4901-920B-7FACFAED35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601571"/>
              </p:ext>
            </p:extLst>
          </p:nvPr>
        </p:nvGraphicFramePr>
        <p:xfrm>
          <a:off x="4019142" y="4178877"/>
          <a:ext cx="170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74" name="Equation" r:id="rId25" imgW="1701720" imgH="380880" progId="Equation.DSMT4">
                  <p:embed/>
                </p:oleObj>
              </mc:Choice>
              <mc:Fallback>
                <p:oleObj name="Equation" r:id="rId25" imgW="1701720" imgH="380880" progId="Equation.DSMT4">
                  <p:embed/>
                  <p:pic>
                    <p:nvPicPr>
                      <p:cNvPr id="21" name="Object 11">
                        <a:extLst>
                          <a:ext uri="{FF2B5EF4-FFF2-40B4-BE49-F238E27FC236}">
                            <a16:creationId xmlns:a16="http://schemas.microsoft.com/office/drawing/2014/main" id="{B8DD2349-33D3-4613-B177-D4783B9042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142" y="4178877"/>
                        <a:ext cx="1701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128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F5D74C51-2916-4E39-AA33-BB7A95A5EA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927411"/>
              </p:ext>
            </p:extLst>
          </p:nvPr>
        </p:nvGraphicFramePr>
        <p:xfrm>
          <a:off x="1835696" y="340276"/>
          <a:ext cx="15621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99" name="Equation" r:id="rId3" imgW="1511280" imgH="838080" progId="Equation.DSMT4">
                  <p:embed/>
                </p:oleObj>
              </mc:Choice>
              <mc:Fallback>
                <p:oleObj name="Equation" r:id="rId3" imgW="1511280" imgH="83808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16E4D19F-FE21-4AD8-BBA9-45C525B458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40276"/>
                        <a:ext cx="1562100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9">
            <a:extLst>
              <a:ext uri="{FF2B5EF4-FFF2-40B4-BE49-F238E27FC236}">
                <a16:creationId xmlns:a16="http://schemas.microsoft.com/office/drawing/2014/main" id="{C27E0131-0983-4479-BF02-F76A69B8D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75" y="546800"/>
            <a:ext cx="2209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5C3BFD1D-4E74-46F6-A72D-67418CB5A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945" y="1832498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A41ABF31-3222-4D62-9DB3-9B208C6ACA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28844"/>
              </p:ext>
            </p:extLst>
          </p:nvPr>
        </p:nvGraphicFramePr>
        <p:xfrm>
          <a:off x="1549400" y="1706563"/>
          <a:ext cx="3779838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00" name="Equation" r:id="rId5" imgW="3657600" imgH="901440" progId="Equation.DSMT4">
                  <p:embed/>
                </p:oleObj>
              </mc:Choice>
              <mc:Fallback>
                <p:oleObj name="Equation" r:id="rId5" imgW="3657600" imgH="90144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F5D74C51-2916-4E39-AA33-BB7A95A5EA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1706563"/>
                        <a:ext cx="3779838" cy="94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B2E10AEB-CDCD-4CB2-9F5E-9AE4FE6694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092642"/>
              </p:ext>
            </p:extLst>
          </p:nvPr>
        </p:nvGraphicFramePr>
        <p:xfrm>
          <a:off x="5076056" y="660009"/>
          <a:ext cx="34925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01" name="Equation" r:id="rId7" imgW="3492360" imgH="698400" progId="Equation.DSMT4">
                  <p:embed/>
                </p:oleObj>
              </mc:Choice>
              <mc:Fallback>
                <p:oleObj name="Equation" r:id="rId7" imgW="3492360" imgH="698400" progId="Equation.DSMT4">
                  <p:embed/>
                  <p:pic>
                    <p:nvPicPr>
                      <p:cNvPr id="15" name="Object 7">
                        <a:extLst>
                          <a:ext uri="{FF2B5EF4-FFF2-40B4-BE49-F238E27FC236}">
                            <a16:creationId xmlns:a16="http://schemas.microsoft.com/office/drawing/2014/main" id="{32DCAAE1-97ED-4384-A639-A740B321CF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660009"/>
                        <a:ext cx="3492500" cy="6969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BFB611B8-CD7B-4DA8-A984-3C74FB5B25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847960"/>
              </p:ext>
            </p:extLst>
          </p:nvPr>
        </p:nvGraphicFramePr>
        <p:xfrm>
          <a:off x="1692275" y="3149600"/>
          <a:ext cx="318928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02" name="Equation" r:id="rId9" imgW="3085920" imgH="723600" progId="Equation.DSMT4">
                  <p:embed/>
                </p:oleObj>
              </mc:Choice>
              <mc:Fallback>
                <p:oleObj name="Equation" r:id="rId9" imgW="3085920" imgH="723600" progId="Equation.DSMT4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A41ABF31-3222-4D62-9DB3-9B208C6ACA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149600"/>
                        <a:ext cx="3189288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289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44D72FD3-4851-4D4A-A3B8-FFA809C9FD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239983"/>
              </p:ext>
            </p:extLst>
          </p:nvPr>
        </p:nvGraphicFramePr>
        <p:xfrm>
          <a:off x="1619250" y="411163"/>
          <a:ext cx="19939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431" name="Equation" r:id="rId3" imgW="1930320" imgH="838080" progId="Equation.DSMT4">
                  <p:embed/>
                </p:oleObj>
              </mc:Choice>
              <mc:Fallback>
                <p:oleObj name="Equation" r:id="rId3" imgW="1930320" imgH="83808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F5D74C51-2916-4E39-AA33-BB7A95A5EA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11163"/>
                        <a:ext cx="1993900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9">
            <a:extLst>
              <a:ext uri="{FF2B5EF4-FFF2-40B4-BE49-F238E27FC236}">
                <a16:creationId xmlns:a16="http://schemas.microsoft.com/office/drawing/2014/main" id="{84B4B4B2-D0D6-4F74-B140-702BC40A3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75" y="546800"/>
            <a:ext cx="2209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35F194A9-9089-4952-9C49-E1C554E74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75" y="1635646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EA543E1-98F9-4406-8F7A-B2AD27DB70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537875"/>
              </p:ext>
            </p:extLst>
          </p:nvPr>
        </p:nvGraphicFramePr>
        <p:xfrm>
          <a:off x="1338263" y="1446213"/>
          <a:ext cx="3883025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432" name="Equation" r:id="rId5" imgW="3759120" imgH="901440" progId="Equation.DSMT4">
                  <p:embed/>
                </p:oleObj>
              </mc:Choice>
              <mc:Fallback>
                <p:oleObj name="Equation" r:id="rId5" imgW="3759120" imgH="90144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44D72FD3-4851-4D4A-A3B8-FFA809C9FD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263" y="1446213"/>
                        <a:ext cx="3883025" cy="94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DCEA5223-1997-4225-A6BB-E219060A1E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556575"/>
              </p:ext>
            </p:extLst>
          </p:nvPr>
        </p:nvGraphicFramePr>
        <p:xfrm>
          <a:off x="5181600" y="669132"/>
          <a:ext cx="34925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433" name="Equation" r:id="rId7" imgW="3492360" imgH="698400" progId="Equation.DSMT4">
                  <p:embed/>
                </p:oleObj>
              </mc:Choice>
              <mc:Fallback>
                <p:oleObj name="Equation" r:id="rId7" imgW="3492360" imgH="698400" progId="Equation.DSMT4">
                  <p:embed/>
                  <p:pic>
                    <p:nvPicPr>
                      <p:cNvPr id="12" name="Object 7">
                        <a:extLst>
                          <a:ext uri="{FF2B5EF4-FFF2-40B4-BE49-F238E27FC236}">
                            <a16:creationId xmlns:a16="http://schemas.microsoft.com/office/drawing/2014/main" id="{B2E10AEB-CDCD-4CB2-9F5E-9AE4FE6694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669132"/>
                        <a:ext cx="3492500" cy="6969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4D14FE5A-BF19-4C55-BA4D-CC30E427AC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983173"/>
              </p:ext>
            </p:extLst>
          </p:nvPr>
        </p:nvGraphicFramePr>
        <p:xfrm>
          <a:off x="2915816" y="2755901"/>
          <a:ext cx="36449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434" name="Equation" r:id="rId9" imgW="3644640" imgH="660240" progId="Equation.DSMT4">
                  <p:embed/>
                </p:oleObj>
              </mc:Choice>
              <mc:Fallback>
                <p:oleObj name="Equation" r:id="rId9" imgW="3644640" imgH="66024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DCEA5223-1997-4225-A6BB-E219060A1E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2755901"/>
                        <a:ext cx="3644900" cy="660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D8EAE79-29D8-468A-9BA8-5DF0634A09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338448"/>
              </p:ext>
            </p:extLst>
          </p:nvPr>
        </p:nvGraphicFramePr>
        <p:xfrm>
          <a:off x="2915816" y="3738204"/>
          <a:ext cx="34925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435" name="Equation" r:id="rId11" imgW="3492360" imgH="660240" progId="Equation.DSMT4">
                  <p:embed/>
                </p:oleObj>
              </mc:Choice>
              <mc:Fallback>
                <p:oleObj name="Equation" r:id="rId11" imgW="3492360" imgH="66024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4D14FE5A-BF19-4C55-BA4D-CC30E427AC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3738204"/>
                        <a:ext cx="3492500" cy="660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924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685A869-ADC8-46A6-9835-D88E7CBFD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5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7664" y="126981"/>
            <a:ext cx="5328592" cy="488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30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C67F0BC-98B8-484E-A114-CE6415530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5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4613" y="241189"/>
            <a:ext cx="5811722" cy="480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038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2">
            <a:extLst>
              <a:ext uri="{FF2B5EF4-FFF2-40B4-BE49-F238E27FC236}">
                <a16:creationId xmlns:a16="http://schemas.microsoft.com/office/drawing/2014/main" id="{98B79D23-C035-428B-832C-B43D066AF0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658649"/>
              </p:ext>
            </p:extLst>
          </p:nvPr>
        </p:nvGraphicFramePr>
        <p:xfrm>
          <a:off x="2051720" y="3000375"/>
          <a:ext cx="1803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0" name="Equation" r:id="rId3" imgW="1803240" imgH="723600" progId="Equation.DSMT4">
                  <p:embed/>
                </p:oleObj>
              </mc:Choice>
              <mc:Fallback>
                <p:oleObj name="Equation" r:id="rId3" imgW="1803240" imgH="723600" progId="Equation.DSMT4">
                  <p:embed/>
                  <p:pic>
                    <p:nvPicPr>
                      <p:cNvPr id="41175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000375"/>
                        <a:ext cx="18034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CD5C6D91-BE83-414E-9A1F-AA1612E7A133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384464"/>
            <a:ext cx="1676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8 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4D104032-CB1C-4AA2-A3B2-A735E739F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0534" y="1233488"/>
            <a:ext cx="685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令</a:t>
            </a:r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50929C21-9F30-4A32-8E1C-12394332F5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0419321"/>
              </p:ext>
            </p:extLst>
          </p:nvPr>
        </p:nvGraphicFramePr>
        <p:xfrm>
          <a:off x="3361275" y="1099499"/>
          <a:ext cx="275580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1" name="Equation" r:id="rId5" imgW="2755800" imgH="812520" progId="Equation.DSMT4">
                  <p:embed/>
                </p:oleObj>
              </mc:Choice>
              <mc:Fallback>
                <p:oleObj name="Equation" r:id="rId5" imgW="2755800" imgH="81252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1275" y="1099499"/>
                        <a:ext cx="2755800" cy="812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>
            <a:extLst>
              <a:ext uri="{FF2B5EF4-FFF2-40B4-BE49-F238E27FC236}">
                <a16:creationId xmlns:a16="http://schemas.microsoft.com/office/drawing/2014/main" id="{2C482E4B-08D8-46E5-814C-0F9D4A1AB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0064" y="1219200"/>
            <a:ext cx="838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3D7CA7CB-0C8E-42A7-9E6A-419FEAFA0B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95823"/>
              </p:ext>
            </p:extLst>
          </p:nvPr>
        </p:nvGraphicFramePr>
        <p:xfrm>
          <a:off x="1643042" y="1923678"/>
          <a:ext cx="32242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2" name="Equation" r:id="rId7" imgW="77409565" imgH="10658520" progId="Equation.DSMT4">
                  <p:embed/>
                </p:oleObj>
              </mc:Choice>
              <mc:Fallback>
                <p:oleObj name="Equation" r:id="rId7" imgW="77409565" imgH="10658520" progId="Equation.DSMT4">
                  <p:embed/>
                  <p:pic>
                    <p:nvPicPr>
                      <p:cNvPr id="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42" y="1923678"/>
                        <a:ext cx="3224213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FF6079A8-E249-46A9-8F54-A24B7F550B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135647"/>
              </p:ext>
            </p:extLst>
          </p:nvPr>
        </p:nvGraphicFramePr>
        <p:xfrm>
          <a:off x="4932595" y="2068135"/>
          <a:ext cx="1054080" cy="317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3" name="Equation" r:id="rId9" imgW="25298400" imgH="7620000" progId="Equation.DSMT4">
                  <p:embed/>
                </p:oleObj>
              </mc:Choice>
              <mc:Fallback>
                <p:oleObj name="Equation" r:id="rId9" imgW="25298400" imgH="7620000" progId="Equation.DSMT4">
                  <p:embed/>
                  <p:pic>
                    <p:nvPicPr>
                      <p:cNvPr id="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595" y="2068135"/>
                        <a:ext cx="1054080" cy="317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4230ED24-4869-4D0B-BD07-606FA6D02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301890"/>
              </p:ext>
            </p:extLst>
          </p:nvPr>
        </p:nvGraphicFramePr>
        <p:xfrm>
          <a:off x="2440819" y="2581795"/>
          <a:ext cx="58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4" name="Equation" r:id="rId11" imgW="14011255" imgH="8220150" progId="Equation.DSMT4">
                  <p:embed/>
                </p:oleObj>
              </mc:Choice>
              <mc:Fallback>
                <p:oleObj name="Equation" r:id="rId11" imgW="14011255" imgH="8220150" progId="Equation.DSMT4">
                  <p:embed/>
                  <p:pic>
                    <p:nvPicPr>
                      <p:cNvPr id="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0819" y="2581795"/>
                        <a:ext cx="584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>
            <a:extLst>
              <a:ext uri="{FF2B5EF4-FFF2-40B4-BE49-F238E27FC236}">
                <a16:creationId xmlns:a16="http://schemas.microsoft.com/office/drawing/2014/main" id="{7CD5772E-0C5A-477E-95F0-9963A90CDF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251739"/>
              </p:ext>
            </p:extLst>
          </p:nvPr>
        </p:nvGraphicFramePr>
        <p:xfrm>
          <a:off x="3120090" y="2589070"/>
          <a:ext cx="16128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5" name="Equation" r:id="rId13" imgW="1612800" imgH="342720" progId="Equation.DSMT4">
                  <p:embed/>
                </p:oleObj>
              </mc:Choice>
              <mc:Fallback>
                <p:oleObj name="Equation" r:id="rId13" imgW="1612800" imgH="342720" progId="Equation.DSMT4">
                  <p:embed/>
                  <p:pic>
                    <p:nvPicPr>
                      <p:cNvPr id="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0090" y="2589070"/>
                        <a:ext cx="161280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4">
            <a:extLst>
              <a:ext uri="{FF2B5EF4-FFF2-40B4-BE49-F238E27FC236}">
                <a16:creationId xmlns:a16="http://schemas.microsoft.com/office/drawing/2014/main" id="{DAE3D2E9-FDB7-4F37-A24C-7ABFC8B4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014" y="3158657"/>
            <a:ext cx="908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原式</a:t>
            </a:r>
          </a:p>
        </p:txBody>
      </p:sp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2F185FCE-2F18-4973-A316-5855C2180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934612"/>
              </p:ext>
            </p:extLst>
          </p:nvPr>
        </p:nvGraphicFramePr>
        <p:xfrm>
          <a:off x="2459112" y="3051328"/>
          <a:ext cx="1320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6" name="Equation" r:id="rId15" imgW="31689565" imgH="7610490" progId="Equation.DSMT4">
                  <p:embed/>
                </p:oleObj>
              </mc:Choice>
              <mc:Fallback>
                <p:oleObj name="Equation" r:id="rId15" imgW="31689565" imgH="7610490" progId="Equation.DSMT4">
                  <p:embed/>
                  <p:pic>
                    <p:nvPicPr>
                      <p:cNvPr id="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112" y="3051328"/>
                        <a:ext cx="13208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>
            <a:extLst>
              <a:ext uri="{FF2B5EF4-FFF2-40B4-BE49-F238E27FC236}">
                <a16:creationId xmlns:a16="http://schemas.microsoft.com/office/drawing/2014/main" id="{70EA9809-2174-4BA0-8667-292508214E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918084"/>
              </p:ext>
            </p:extLst>
          </p:nvPr>
        </p:nvGraphicFramePr>
        <p:xfrm>
          <a:off x="2716115" y="3435846"/>
          <a:ext cx="774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7" name="Equation" r:id="rId17" imgW="18583255" imgH="7610490" progId="Equation.DSMT4">
                  <p:embed/>
                </p:oleObj>
              </mc:Choice>
              <mc:Fallback>
                <p:oleObj name="Equation" r:id="rId17" imgW="18583255" imgH="7610490" progId="Equation.DSMT4">
                  <p:embed/>
                  <p:pic>
                    <p:nvPicPr>
                      <p:cNvPr id="1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115" y="3435846"/>
                        <a:ext cx="7747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8">
            <a:extLst>
              <a:ext uri="{FF2B5EF4-FFF2-40B4-BE49-F238E27FC236}">
                <a16:creationId xmlns:a16="http://schemas.microsoft.com/office/drawing/2014/main" id="{A86C37D4-68D2-429D-A402-54FE66B3A8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458893"/>
              </p:ext>
            </p:extLst>
          </p:nvPr>
        </p:nvGraphicFramePr>
        <p:xfrm>
          <a:off x="4140816" y="3147814"/>
          <a:ext cx="129528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8" name="Equation" r:id="rId19" imgW="1295280" imgH="507960" progId="Equation.DSMT4">
                  <p:embed/>
                </p:oleObj>
              </mc:Choice>
              <mc:Fallback>
                <p:oleObj name="Equation" r:id="rId19" imgW="1295280" imgH="507960" progId="Equation.DSMT4">
                  <p:embed/>
                  <p:pic>
                    <p:nvPicPr>
                      <p:cNvPr id="1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816" y="3147814"/>
                        <a:ext cx="129528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9">
            <a:extLst>
              <a:ext uri="{FF2B5EF4-FFF2-40B4-BE49-F238E27FC236}">
                <a16:creationId xmlns:a16="http://schemas.microsoft.com/office/drawing/2014/main" id="{09D3C0BE-E322-4683-AA88-4030FCA5FC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978110"/>
              </p:ext>
            </p:extLst>
          </p:nvPr>
        </p:nvGraphicFramePr>
        <p:xfrm>
          <a:off x="5531080" y="3199049"/>
          <a:ext cx="264132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9" name="Equation" r:id="rId21" imgW="2641320" imgH="380880" progId="Equation.DSMT4">
                  <p:embed/>
                </p:oleObj>
              </mc:Choice>
              <mc:Fallback>
                <p:oleObj name="Equation" r:id="rId21" imgW="2641320" imgH="380880" progId="Equation.DSMT4">
                  <p:embed/>
                  <p:pic>
                    <p:nvPicPr>
                      <p:cNvPr id="1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1080" y="3199049"/>
                        <a:ext cx="264132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20">
            <a:extLst>
              <a:ext uri="{FF2B5EF4-FFF2-40B4-BE49-F238E27FC236}">
                <a16:creationId xmlns:a16="http://schemas.microsoft.com/office/drawing/2014/main" id="{2AEC9B48-3A2C-4CD8-B32F-3ADA4B1590B4}"/>
              </a:ext>
            </a:extLst>
          </p:cNvPr>
          <p:cNvSpPr>
            <a:spLocks/>
          </p:cNvSpPr>
          <p:nvPr/>
        </p:nvSpPr>
        <p:spPr bwMode="auto">
          <a:xfrm>
            <a:off x="6975256" y="1285866"/>
            <a:ext cx="1066800" cy="1371600"/>
          </a:xfrm>
          <a:custGeom>
            <a:avLst/>
            <a:gdLst/>
            <a:ahLst/>
            <a:cxnLst>
              <a:cxn ang="0">
                <a:pos x="0" y="864"/>
              </a:cxn>
              <a:cxn ang="0">
                <a:pos x="672" y="864"/>
              </a:cxn>
              <a:cxn ang="0">
                <a:pos x="672" y="0"/>
              </a:cxn>
              <a:cxn ang="0">
                <a:pos x="0" y="864"/>
              </a:cxn>
            </a:cxnLst>
            <a:rect l="0" t="0" r="r" b="b"/>
            <a:pathLst>
              <a:path w="672" h="864">
                <a:moveTo>
                  <a:pt x="0" y="864"/>
                </a:moveTo>
                <a:lnTo>
                  <a:pt x="672" y="864"/>
                </a:lnTo>
                <a:lnTo>
                  <a:pt x="672" y="0"/>
                </a:lnTo>
                <a:lnTo>
                  <a:pt x="0" y="864"/>
                </a:lnTo>
                <a:close/>
              </a:path>
            </a:pathLst>
          </a:custGeom>
          <a:noFill/>
          <a:ln w="15875" cmpd="sng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400" dirty="0">
              <a:latin typeface="+mn-ea"/>
            </a:endParaRPr>
          </a:p>
        </p:txBody>
      </p:sp>
      <p:sp>
        <p:nvSpPr>
          <p:cNvPr id="17" name="Arc 21">
            <a:extLst>
              <a:ext uri="{FF2B5EF4-FFF2-40B4-BE49-F238E27FC236}">
                <a16:creationId xmlns:a16="http://schemas.microsoft.com/office/drawing/2014/main" id="{01D0F526-FAB3-423A-8F73-B43E639C548D}"/>
              </a:ext>
            </a:extLst>
          </p:cNvPr>
          <p:cNvSpPr>
            <a:spLocks/>
          </p:cNvSpPr>
          <p:nvPr/>
        </p:nvSpPr>
        <p:spPr bwMode="auto">
          <a:xfrm>
            <a:off x="6975256" y="2444741"/>
            <a:ext cx="273050" cy="212725"/>
          </a:xfrm>
          <a:custGeom>
            <a:avLst/>
            <a:gdLst>
              <a:gd name="G0" fmla="+- 0 0 0"/>
              <a:gd name="G1" fmla="+- 16840 0 0"/>
              <a:gd name="G2" fmla="+- 21600 0 0"/>
              <a:gd name="T0" fmla="*/ 13527 w 21600"/>
              <a:gd name="T1" fmla="*/ 0 h 16840"/>
              <a:gd name="T2" fmla="*/ 21600 w 21600"/>
              <a:gd name="T3" fmla="*/ 16840 h 16840"/>
              <a:gd name="T4" fmla="*/ 0 w 21600"/>
              <a:gd name="T5" fmla="*/ 16840 h 16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840" fill="none" extrusionOk="0">
                <a:moveTo>
                  <a:pt x="13526" y="0"/>
                </a:moveTo>
                <a:cubicBezTo>
                  <a:pt x="18630" y="4099"/>
                  <a:pt x="21600" y="10293"/>
                  <a:pt x="21600" y="16840"/>
                </a:cubicBezTo>
              </a:path>
              <a:path w="21600" h="16840" stroke="0" extrusionOk="0">
                <a:moveTo>
                  <a:pt x="13526" y="0"/>
                </a:moveTo>
                <a:cubicBezTo>
                  <a:pt x="18630" y="4099"/>
                  <a:pt x="21600" y="10293"/>
                  <a:pt x="21600" y="16840"/>
                </a:cubicBezTo>
                <a:lnTo>
                  <a:pt x="0" y="16840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400">
              <a:latin typeface="+mn-ea"/>
            </a:endParaRP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0280EA46-CF21-4628-9EB5-C547A513D2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448836"/>
              </p:ext>
            </p:extLst>
          </p:nvPr>
        </p:nvGraphicFramePr>
        <p:xfrm>
          <a:off x="7999328" y="2009661"/>
          <a:ext cx="965160" cy="41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0" name="Equation" r:id="rId23" imgW="965160" imgH="419040" progId="Equation.DSMT4">
                  <p:embed/>
                </p:oleObj>
              </mc:Choice>
              <mc:Fallback>
                <p:oleObj name="Equation" r:id="rId23" imgW="965160" imgH="419040" progId="Equation.DSMT4">
                  <p:embed/>
                  <p:pic>
                    <p:nvPicPr>
                      <p:cNvPr id="2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9328" y="2009661"/>
                        <a:ext cx="965160" cy="419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5">
            <a:extLst>
              <a:ext uri="{FF2B5EF4-FFF2-40B4-BE49-F238E27FC236}">
                <a16:creationId xmlns:a16="http://schemas.microsoft.com/office/drawing/2014/main" id="{C99422CD-CC21-4B90-8ADF-3E8A46C57C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4241868"/>
              </p:ext>
            </p:extLst>
          </p:nvPr>
        </p:nvGraphicFramePr>
        <p:xfrm>
          <a:off x="7294196" y="2386799"/>
          <a:ext cx="114120" cy="215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1" name="Equation" r:id="rId25" imgW="114120" imgH="215640" progId="Equation.DSMT4">
                  <p:embed/>
                </p:oleObj>
              </mc:Choice>
              <mc:Fallback>
                <p:oleObj name="Equation" r:id="rId25" imgW="114120" imgH="215640" progId="Equation.DSMT4">
                  <p:embed/>
                  <p:pic>
                    <p:nvPicPr>
                      <p:cNvPr id="2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4196" y="2386799"/>
                        <a:ext cx="114120" cy="215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6">
            <a:extLst>
              <a:ext uri="{FF2B5EF4-FFF2-40B4-BE49-F238E27FC236}">
                <a16:creationId xmlns:a16="http://schemas.microsoft.com/office/drawing/2014/main" id="{DF28208F-EFAA-46AD-8132-9CD2787642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796993"/>
              </p:ext>
            </p:extLst>
          </p:nvPr>
        </p:nvGraphicFramePr>
        <p:xfrm>
          <a:off x="1977256" y="3795886"/>
          <a:ext cx="3098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2" name="Equation" r:id="rId27" imgW="3098520" imgH="838080" progId="Equation.DSMT4">
                  <p:embed/>
                </p:oleObj>
              </mc:Choice>
              <mc:Fallback>
                <p:oleObj name="Equation" r:id="rId27" imgW="3098520" imgH="838080" progId="Equation.DSMT4">
                  <p:embed/>
                  <p:pic>
                    <p:nvPicPr>
                      <p:cNvPr id="2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7256" y="3795886"/>
                        <a:ext cx="3098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9">
            <a:extLst>
              <a:ext uri="{FF2B5EF4-FFF2-40B4-BE49-F238E27FC236}">
                <a16:creationId xmlns:a16="http://schemas.microsoft.com/office/drawing/2014/main" id="{782FB329-E141-4589-A2EA-D0FB1D6A7ADF}"/>
              </a:ext>
            </a:extLst>
          </p:cNvPr>
          <p:cNvGrpSpPr>
            <a:grpSpLocks/>
          </p:cNvGrpSpPr>
          <p:nvPr/>
        </p:nvGrpSpPr>
        <p:grpSpPr bwMode="auto">
          <a:xfrm>
            <a:off x="3101482" y="3798191"/>
            <a:ext cx="1214438" cy="842963"/>
            <a:chOff x="1878" y="2921"/>
            <a:chExt cx="765" cy="531"/>
          </a:xfrm>
        </p:grpSpPr>
        <p:graphicFrame>
          <p:nvGraphicFramePr>
            <p:cNvPr id="22" name="Object 30">
              <a:extLst>
                <a:ext uri="{FF2B5EF4-FFF2-40B4-BE49-F238E27FC236}">
                  <a16:creationId xmlns:a16="http://schemas.microsoft.com/office/drawing/2014/main" id="{1EB12410-7EC8-4648-9C6A-AA281DA7AC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5544743"/>
                </p:ext>
              </p:extLst>
            </p:nvPr>
          </p:nvGraphicFramePr>
          <p:xfrm>
            <a:off x="1880" y="2921"/>
            <a:ext cx="748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23" name="Equation" r:id="rId29" imgW="27432000" imgH="11582400" progId="Equation.DSMT4">
                    <p:embed/>
                  </p:oleObj>
                </mc:Choice>
                <mc:Fallback>
                  <p:oleObj name="Equation" r:id="rId29" imgW="27432000" imgH="11582400" progId="Equation.DSMT4">
                    <p:embed/>
                    <p:pic>
                      <p:nvPicPr>
                        <p:cNvPr id="3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0" y="2921"/>
                          <a:ext cx="748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Line 31">
              <a:extLst>
                <a:ext uri="{FF2B5EF4-FFF2-40B4-BE49-F238E27FC236}">
                  <a16:creationId xmlns:a16="http://schemas.microsoft.com/office/drawing/2014/main" id="{53E85F30-C959-4C96-B152-211FDCBB34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8" y="3217"/>
              <a:ext cx="7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24" name="Object 32">
              <a:extLst>
                <a:ext uri="{FF2B5EF4-FFF2-40B4-BE49-F238E27FC236}">
                  <a16:creationId xmlns:a16="http://schemas.microsoft.com/office/drawing/2014/main" id="{5B911271-0DF8-4BA5-A5FC-A2D187396C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7617942"/>
                </p:ext>
              </p:extLst>
            </p:nvPr>
          </p:nvGraphicFramePr>
          <p:xfrm>
            <a:off x="2164" y="3284"/>
            <a:ext cx="136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24" name="Equation" r:id="rId31" imgW="5171965" imgH="6391170" progId="Equation.DSMT4">
                    <p:embed/>
                  </p:oleObj>
                </mc:Choice>
                <mc:Fallback>
                  <p:oleObj name="Equation" r:id="rId31" imgW="5171965" imgH="6391170" progId="Equation.DSMT4">
                    <p:embed/>
                    <p:pic>
                      <p:nvPicPr>
                        <p:cNvPr id="32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4" y="3284"/>
                          <a:ext cx="136" cy="1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34">
            <a:extLst>
              <a:ext uri="{FF2B5EF4-FFF2-40B4-BE49-F238E27FC236}">
                <a16:creationId xmlns:a16="http://schemas.microsoft.com/office/drawing/2014/main" id="{63235953-8797-42E1-81D9-8310AA610C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379037"/>
              </p:ext>
            </p:extLst>
          </p:nvPr>
        </p:nvGraphicFramePr>
        <p:xfrm>
          <a:off x="2589053" y="3846748"/>
          <a:ext cx="48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5" name="Equation" r:id="rId33" imgW="11572765" imgH="17668800" progId="Equation.DSMT4">
                  <p:embed/>
                </p:oleObj>
              </mc:Choice>
              <mc:Fallback>
                <p:oleObj name="Equation" r:id="rId33" imgW="11572765" imgH="17668800" progId="Equation.DSMT4">
                  <p:embed/>
                  <p:pic>
                    <p:nvPicPr>
                      <p:cNvPr id="3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053" y="3846748"/>
                        <a:ext cx="482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D184E0D5-9DB3-48A6-86BF-94A5D273C4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078088"/>
              </p:ext>
            </p:extLst>
          </p:nvPr>
        </p:nvGraphicFramePr>
        <p:xfrm>
          <a:off x="1853332" y="294999"/>
          <a:ext cx="2413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6" name="Equation" r:id="rId35" imgW="57912000" imgH="20116800" progId="Equation.DSMT4">
                  <p:embed/>
                </p:oleObj>
              </mc:Choice>
              <mc:Fallback>
                <p:oleObj name="Equation" r:id="rId35" imgW="57912000" imgH="20116800" progId="Equation.DSMT4">
                  <p:embed/>
                  <p:pic>
                    <p:nvPicPr>
                      <p:cNvPr id="10856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332" y="294999"/>
                        <a:ext cx="2413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0F4AC1D5-9E97-4841-B018-AC5CB2E7FB86}"/>
              </a:ext>
            </a:extLst>
          </p:cNvPr>
          <p:cNvGrpSpPr/>
          <p:nvPr/>
        </p:nvGrpSpPr>
        <p:grpSpPr>
          <a:xfrm>
            <a:off x="539750" y="1233470"/>
            <a:ext cx="2520082" cy="469910"/>
            <a:chOff x="539750" y="1233470"/>
            <a:chExt cx="2520082" cy="469910"/>
          </a:xfrm>
        </p:grpSpPr>
        <p:sp>
          <p:nvSpPr>
            <p:cNvPr id="28" name="Text Box 5">
              <a:extLst>
                <a:ext uri="{FF2B5EF4-FFF2-40B4-BE49-F238E27FC236}">
                  <a16:creationId xmlns:a16="http://schemas.microsoft.com/office/drawing/2014/main" id="{1511FBB0-CDE5-4EE9-8163-236C4B1D1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3882" y="1241715"/>
              <a:ext cx="178595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当     时，</a:t>
              </a:r>
              <a:r>
                <a:rPr kumimoji="1" lang="zh-CN" altLang="en-US" sz="2400" b="1" dirty="0">
                  <a:solidFill>
                    <a:srgbClr val="0066FF"/>
                  </a:solidFill>
                  <a:latin typeface="+mn-ea"/>
                </a:rPr>
                <a:t> </a:t>
              </a:r>
              <a:endParaRPr kumimoji="1" lang="en-US" altLang="zh-CN" sz="2400" b="1" dirty="0">
                <a:solidFill>
                  <a:srgbClr val="0066FF"/>
                </a:solidFill>
                <a:latin typeface="+mn-ea"/>
              </a:endParaRPr>
            </a:p>
          </p:txBody>
        </p:sp>
        <p:sp>
          <p:nvSpPr>
            <p:cNvPr id="29" name="Text Box 5">
              <a:extLst>
                <a:ext uri="{FF2B5EF4-FFF2-40B4-BE49-F238E27FC236}">
                  <a16:creationId xmlns:a16="http://schemas.microsoft.com/office/drawing/2014/main" id="{8A3C0779-5B83-4607-A2DC-3BD475F7B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750" y="1233470"/>
              <a:ext cx="90805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6FF"/>
                  </a:solidFill>
                  <a:latin typeface="+mn-ea"/>
                </a:rPr>
                <a:t>解 </a:t>
              </a:r>
              <a:endParaRPr kumimoji="1" lang="en-US" altLang="zh-CN" sz="2400" b="1" dirty="0">
                <a:solidFill>
                  <a:srgbClr val="0066FF"/>
                </a:solidFill>
                <a:latin typeface="+mn-ea"/>
              </a:endParaRPr>
            </a:p>
          </p:txBody>
        </p:sp>
        <p:graphicFrame>
          <p:nvGraphicFramePr>
            <p:cNvPr id="30" name="Object 26">
              <a:extLst>
                <a:ext uri="{FF2B5EF4-FFF2-40B4-BE49-F238E27FC236}">
                  <a16:creationId xmlns:a16="http://schemas.microsoft.com/office/drawing/2014/main" id="{CE6280B3-7DDF-4798-B2FC-0371BCA66F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2776325"/>
                </p:ext>
              </p:extLst>
            </p:nvPr>
          </p:nvGraphicFramePr>
          <p:xfrm>
            <a:off x="1691680" y="1409820"/>
            <a:ext cx="660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27" name="Equation" r:id="rId37" imgW="15849600" imgH="5181600" progId="Equation.DSMT4">
                    <p:embed/>
                  </p:oleObj>
                </mc:Choice>
                <mc:Fallback>
                  <p:oleObj name="Equation" r:id="rId37" imgW="15849600" imgH="5181600" progId="Equation.DSMT4">
                    <p:embed/>
                    <p:pic>
                      <p:nvPicPr>
                        <p:cNvPr id="10857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1409820"/>
                          <a:ext cx="6604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28">
            <a:extLst>
              <a:ext uri="{FF2B5EF4-FFF2-40B4-BE49-F238E27FC236}">
                <a16:creationId xmlns:a16="http://schemas.microsoft.com/office/drawing/2014/main" id="{0209994C-8905-4A5D-B373-E2C7887C0C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505209"/>
              </p:ext>
            </p:extLst>
          </p:nvPr>
        </p:nvGraphicFramePr>
        <p:xfrm>
          <a:off x="7254732" y="1856436"/>
          <a:ext cx="177480" cy="19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8" name="Equation" r:id="rId39" imgW="177480" imgH="190440" progId="Equation.DSMT4">
                  <p:embed/>
                </p:oleObj>
              </mc:Choice>
              <mc:Fallback>
                <p:oleObj name="Equation" r:id="rId39" imgW="177480" imgH="190440" progId="Equation.DSMT4">
                  <p:embed/>
                  <p:pic>
                    <p:nvPicPr>
                      <p:cNvPr id="10857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732" y="1856436"/>
                        <a:ext cx="177480" cy="190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8">
            <a:extLst>
              <a:ext uri="{FF2B5EF4-FFF2-40B4-BE49-F238E27FC236}">
                <a16:creationId xmlns:a16="http://schemas.microsoft.com/office/drawing/2014/main" id="{3A8CFA24-6C8B-4A32-952F-1575DBDB5E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299414"/>
              </p:ext>
            </p:extLst>
          </p:nvPr>
        </p:nvGraphicFramePr>
        <p:xfrm>
          <a:off x="5818656" y="4583348"/>
          <a:ext cx="177768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9" name="Equation" r:id="rId41" imgW="1777680" imgH="380880" progId="Equation.DSMT4">
                  <p:embed/>
                </p:oleObj>
              </mc:Choice>
              <mc:Fallback>
                <p:oleObj name="Equation" r:id="rId41" imgW="1777680" imgH="380880" progId="Equation.DSMT4">
                  <p:embed/>
                  <p:pic>
                    <p:nvPicPr>
                      <p:cNvPr id="33" name="Object 28">
                        <a:extLst>
                          <a:ext uri="{FF2B5EF4-FFF2-40B4-BE49-F238E27FC236}">
                            <a16:creationId xmlns:a16="http://schemas.microsoft.com/office/drawing/2014/main" id="{93A6D673-01D7-4064-816F-B19A01914E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8656" y="4583348"/>
                        <a:ext cx="177768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1">
            <a:extLst>
              <a:ext uri="{FF2B5EF4-FFF2-40B4-BE49-F238E27FC236}">
                <a16:creationId xmlns:a16="http://schemas.microsoft.com/office/drawing/2014/main" id="{38AAB3D5-CFC7-4504-A2D2-6D8617BC82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844620"/>
              </p:ext>
            </p:extLst>
          </p:nvPr>
        </p:nvGraphicFramePr>
        <p:xfrm>
          <a:off x="5105400" y="3867819"/>
          <a:ext cx="2844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0" name="Equation" r:id="rId43" imgW="2844720" imgH="660240" progId="Equation.DSMT4">
                  <p:embed/>
                </p:oleObj>
              </mc:Choice>
              <mc:Fallback>
                <p:oleObj name="Equation" r:id="rId43" imgW="2844720" imgH="660240" progId="Equation.DSMT4">
                  <p:embed/>
                  <p:pic>
                    <p:nvPicPr>
                      <p:cNvPr id="35" name="Object 51">
                        <a:extLst>
                          <a:ext uri="{FF2B5EF4-FFF2-40B4-BE49-F238E27FC236}">
                            <a16:creationId xmlns:a16="http://schemas.microsoft.com/office/drawing/2014/main" id="{CE29DF9C-8F90-456A-9CEA-0EB2FEF819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867819"/>
                        <a:ext cx="2844800" cy="660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540">
            <a:extLst>
              <a:ext uri="{FF2B5EF4-FFF2-40B4-BE49-F238E27FC236}">
                <a16:creationId xmlns:a16="http://schemas.microsoft.com/office/drawing/2014/main" id="{9D4B2AFB-C63E-4EF9-8CE5-826D850ED0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118464"/>
              </p:ext>
            </p:extLst>
          </p:nvPr>
        </p:nvGraphicFramePr>
        <p:xfrm>
          <a:off x="6800850" y="501650"/>
          <a:ext cx="2006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1" name="Equation" r:id="rId45" imgW="2006280" imgH="355320" progId="Equation.DSMT4">
                  <p:embed/>
                </p:oleObj>
              </mc:Choice>
              <mc:Fallback>
                <p:oleObj name="Equation" r:id="rId45" imgW="2006280" imgH="355320" progId="Equation.DSMT4">
                  <p:embed/>
                  <p:pic>
                    <p:nvPicPr>
                      <p:cNvPr id="455172" name="Object 15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501650"/>
                        <a:ext cx="2006600" cy="355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541">
            <a:extLst>
              <a:ext uri="{FF2B5EF4-FFF2-40B4-BE49-F238E27FC236}">
                <a16:creationId xmlns:a16="http://schemas.microsoft.com/office/drawing/2014/main" id="{9AD03F5E-89A0-44A0-89D8-C79AE7BFD9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100380"/>
              </p:ext>
            </p:extLst>
          </p:nvPr>
        </p:nvGraphicFramePr>
        <p:xfrm>
          <a:off x="7508656" y="2693791"/>
          <a:ext cx="177480" cy="19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2" name="Equation" r:id="rId47" imgW="177480" imgH="190440" progId="Equation.DSMT4">
                  <p:embed/>
                </p:oleObj>
              </mc:Choice>
              <mc:Fallback>
                <p:oleObj name="Equation" r:id="rId47" imgW="177480" imgH="190440" progId="Equation.DSMT4">
                  <p:embed/>
                  <p:pic>
                    <p:nvPicPr>
                      <p:cNvPr id="455173" name="Object 15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656" y="2693791"/>
                        <a:ext cx="177480" cy="190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778C243A-FA73-4BD0-96C4-64B96264C0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324631"/>
              </p:ext>
            </p:extLst>
          </p:nvPr>
        </p:nvGraphicFramePr>
        <p:xfrm>
          <a:off x="3788544" y="3218039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3" name="Equation" r:id="rId49" imgW="279360" imgH="342720" progId="Equation.DSMT4">
                  <p:embed/>
                </p:oleObj>
              </mc:Choice>
              <mc:Fallback>
                <p:oleObj name="Equation" r:id="rId49" imgW="279360" imgH="34272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3788544" y="3218039"/>
                        <a:ext cx="279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星形: 五角 36">
            <a:extLst>
              <a:ext uri="{FF2B5EF4-FFF2-40B4-BE49-F238E27FC236}">
                <a16:creationId xmlns:a16="http://schemas.microsoft.com/office/drawing/2014/main" id="{DC4BAD4D-6C14-4C9A-9D58-F64CEE7AC2C2}"/>
              </a:ext>
            </a:extLst>
          </p:cNvPr>
          <p:cNvSpPr/>
          <p:nvPr/>
        </p:nvSpPr>
        <p:spPr>
          <a:xfrm>
            <a:off x="323726" y="540266"/>
            <a:ext cx="216024" cy="18709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2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5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75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75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5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11" grpId="0" autoUpdateAnimBg="0"/>
      <p:bldP spid="16" grpId="0" animBg="1"/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C997461F-CEF4-48E5-B4B4-84CFC504C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474" y="1513406"/>
            <a:ext cx="60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令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8D3ECFF2-95CB-44EE-8945-D4D6A2AAA4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60051"/>
              </p:ext>
            </p:extLst>
          </p:nvPr>
        </p:nvGraphicFramePr>
        <p:xfrm>
          <a:off x="3573507" y="1685638"/>
          <a:ext cx="1054080" cy="26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2" name="Equation" r:id="rId3" imgW="1054080" imgH="266400" progId="Equation.DSMT4">
                  <p:embed/>
                </p:oleObj>
              </mc:Choice>
              <mc:Fallback>
                <p:oleObj name="Equation" r:id="rId3" imgW="1054080" imgH="266400" progId="Equation.DSMT4">
                  <p:embed/>
                  <p:pic>
                    <p:nvPicPr>
                      <p:cNvPr id="2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507" y="1685638"/>
                        <a:ext cx="1054080" cy="26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7">
            <a:extLst>
              <a:ext uri="{FF2B5EF4-FFF2-40B4-BE49-F238E27FC236}">
                <a16:creationId xmlns:a16="http://schemas.microsoft.com/office/drawing/2014/main" id="{452DC8E1-A772-4132-B68C-B9EFC9E2C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6294" y="1513406"/>
            <a:ext cx="1358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，于是</a:t>
            </a: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882327FC-9CFC-4D38-82B2-935751B984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453523"/>
              </p:ext>
            </p:extLst>
          </p:nvPr>
        </p:nvGraphicFramePr>
        <p:xfrm>
          <a:off x="1704057" y="2180501"/>
          <a:ext cx="17891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3" name="Equation" r:id="rId5" imgW="42967345" imgH="20107170" progId="Equation.DSMT4">
                  <p:embed/>
                </p:oleObj>
              </mc:Choice>
              <mc:Fallback>
                <p:oleObj name="Equation" r:id="rId5" imgW="42967345" imgH="20107170" progId="Equation.DSMT4">
                  <p:embed/>
                  <p:pic>
                    <p:nvPicPr>
                      <p:cNvPr id="2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4057" y="2180501"/>
                        <a:ext cx="1789113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4">
            <a:extLst>
              <a:ext uri="{FF2B5EF4-FFF2-40B4-BE49-F238E27FC236}">
                <a16:creationId xmlns:a16="http://schemas.microsoft.com/office/drawing/2014/main" id="{3E84153E-D805-4E84-A5BA-E9B9263DA0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175309"/>
              </p:ext>
            </p:extLst>
          </p:nvPr>
        </p:nvGraphicFramePr>
        <p:xfrm>
          <a:off x="1682626" y="3241598"/>
          <a:ext cx="3263760" cy="6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4" name="Equation" r:id="rId7" imgW="3263760" imgH="660240" progId="Equation.DSMT4">
                  <p:embed/>
                </p:oleObj>
              </mc:Choice>
              <mc:Fallback>
                <p:oleObj name="Equation" r:id="rId7" imgW="3263760" imgH="660240" progId="Equation.DSMT4">
                  <p:embed/>
                  <p:pic>
                    <p:nvPicPr>
                      <p:cNvPr id="2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626" y="3241598"/>
                        <a:ext cx="3263760" cy="660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5">
            <a:extLst>
              <a:ext uri="{FF2B5EF4-FFF2-40B4-BE49-F238E27FC236}">
                <a16:creationId xmlns:a16="http://schemas.microsoft.com/office/drawing/2014/main" id="{78B67EA7-0891-4B7A-8D81-E0D560D80E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125647"/>
              </p:ext>
            </p:extLst>
          </p:nvPr>
        </p:nvGraphicFramePr>
        <p:xfrm>
          <a:off x="4951136" y="3068526"/>
          <a:ext cx="3365280" cy="965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5" name="Equation" r:id="rId9" imgW="3365280" imgH="965160" progId="Equation.DSMT4">
                  <p:embed/>
                </p:oleObj>
              </mc:Choice>
              <mc:Fallback>
                <p:oleObj name="Equation" r:id="rId9" imgW="3365280" imgH="965160" progId="Equation.DSMT4">
                  <p:embed/>
                  <p:pic>
                    <p:nvPicPr>
                      <p:cNvPr id="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136" y="3068526"/>
                        <a:ext cx="3365280" cy="965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>
            <a:extLst>
              <a:ext uri="{FF2B5EF4-FFF2-40B4-BE49-F238E27FC236}">
                <a16:creationId xmlns:a16="http://schemas.microsoft.com/office/drawing/2014/main" id="{7DBFE3AB-9A95-498E-88D0-FE09985F30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209842"/>
              </p:ext>
            </p:extLst>
          </p:nvPr>
        </p:nvGraphicFramePr>
        <p:xfrm>
          <a:off x="4736018" y="4271622"/>
          <a:ext cx="198108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6" name="Equation" r:id="rId11" imgW="47548800" imgH="9144000" progId="Equation.DSMT4">
                  <p:embed/>
                </p:oleObj>
              </mc:Choice>
              <mc:Fallback>
                <p:oleObj name="Equation" r:id="rId11" imgW="47548800" imgH="9144000" progId="Equation.DSMT4">
                  <p:embed/>
                  <p:pic>
                    <p:nvPicPr>
                      <p:cNvPr id="2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6018" y="4271622"/>
                        <a:ext cx="198108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>
            <a:extLst>
              <a:ext uri="{FF2B5EF4-FFF2-40B4-BE49-F238E27FC236}">
                <a16:creationId xmlns:a16="http://schemas.microsoft.com/office/drawing/2014/main" id="{9F7DB824-8DC0-4A87-8954-F26F2A7A79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898269"/>
              </p:ext>
            </p:extLst>
          </p:nvPr>
        </p:nvGraphicFramePr>
        <p:xfrm>
          <a:off x="1682626" y="4143758"/>
          <a:ext cx="2946240" cy="6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7" name="Equation" r:id="rId13" imgW="2946240" imgH="660240" progId="Equation.DSMT4">
                  <p:embed/>
                </p:oleObj>
              </mc:Choice>
              <mc:Fallback>
                <p:oleObj name="Equation" r:id="rId13" imgW="2946240" imgH="660240" progId="Equation.DSMT4">
                  <p:embed/>
                  <p:pic>
                    <p:nvPicPr>
                      <p:cNvPr id="10959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626" y="4143758"/>
                        <a:ext cx="2946240" cy="660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2">
            <a:extLst>
              <a:ext uri="{FF2B5EF4-FFF2-40B4-BE49-F238E27FC236}">
                <a16:creationId xmlns:a16="http://schemas.microsoft.com/office/drawing/2014/main" id="{2E6D34DA-5DD0-4DBB-8A16-901D790282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403181"/>
              </p:ext>
            </p:extLst>
          </p:nvPr>
        </p:nvGraphicFramePr>
        <p:xfrm>
          <a:off x="3521960" y="2233486"/>
          <a:ext cx="3035160" cy="6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8" name="Equation" r:id="rId15" imgW="3035160" imgH="660240" progId="Equation.DSMT4">
                  <p:embed/>
                </p:oleObj>
              </mc:Choice>
              <mc:Fallback>
                <p:oleObj name="Equation" r:id="rId15" imgW="3035160" imgH="660240" progId="Equation.DSMT4">
                  <p:embed/>
                  <p:pic>
                    <p:nvPicPr>
                      <p:cNvPr id="412724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960" y="2233486"/>
                        <a:ext cx="3035160" cy="660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5ADD1064-2BA8-46D5-A6EA-3C90F08F95DD}"/>
              </a:ext>
            </a:extLst>
          </p:cNvPr>
          <p:cNvGrpSpPr/>
          <p:nvPr/>
        </p:nvGrpSpPr>
        <p:grpSpPr>
          <a:xfrm>
            <a:off x="1283003" y="1513406"/>
            <a:ext cx="1785950" cy="461665"/>
            <a:chOff x="1065973" y="699542"/>
            <a:chExt cx="1785950" cy="461665"/>
          </a:xfrm>
        </p:grpSpPr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45AF29F7-5078-46F6-9FED-BB98385C5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5973" y="699542"/>
              <a:ext cx="178595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当      时，</a:t>
              </a:r>
              <a:r>
                <a:rPr kumimoji="1" lang="zh-CN" altLang="en-US" sz="2400" b="1" dirty="0">
                  <a:solidFill>
                    <a:srgbClr val="0066FF"/>
                  </a:solidFill>
                  <a:latin typeface="+mn-ea"/>
                </a:rPr>
                <a:t> </a:t>
              </a:r>
              <a:endParaRPr kumimoji="1" lang="en-US" altLang="zh-CN" sz="2400" b="1" dirty="0">
                <a:solidFill>
                  <a:srgbClr val="0066FF"/>
                </a:solidFill>
                <a:latin typeface="+mn-ea"/>
              </a:endParaRPr>
            </a:p>
          </p:txBody>
        </p:sp>
        <p:graphicFrame>
          <p:nvGraphicFramePr>
            <p:cNvPr id="13" name="Object 26">
              <a:extLst>
                <a:ext uri="{FF2B5EF4-FFF2-40B4-BE49-F238E27FC236}">
                  <a16:creationId xmlns:a16="http://schemas.microsoft.com/office/drawing/2014/main" id="{12061E52-CD2D-4528-A3A6-9D103C351F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8010542"/>
                </p:ext>
              </p:extLst>
            </p:nvPr>
          </p:nvGraphicFramePr>
          <p:xfrm>
            <a:off x="1501672" y="859790"/>
            <a:ext cx="838080" cy="215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99" name="Equation" r:id="rId17" imgW="20116800" imgH="5181600" progId="Equation.DSMT4">
                    <p:embed/>
                  </p:oleObj>
                </mc:Choice>
                <mc:Fallback>
                  <p:oleObj name="Equation" r:id="rId17" imgW="20116800" imgH="5181600" progId="Equation.DSMT4">
                    <p:embed/>
                    <p:pic>
                      <p:nvPicPr>
                        <p:cNvPr id="25" name="Object 26">
                          <a:extLst>
                            <a:ext uri="{FF2B5EF4-FFF2-40B4-BE49-F238E27FC236}">
                              <a16:creationId xmlns:a16="http://schemas.microsoft.com/office/drawing/2014/main" id="{9AA6EEC5-4D96-4BBE-9700-A7E5188CCB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1672" y="859790"/>
                          <a:ext cx="838080" cy="2156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4">
            <a:extLst>
              <a:ext uri="{FF2B5EF4-FFF2-40B4-BE49-F238E27FC236}">
                <a16:creationId xmlns:a16="http://schemas.microsoft.com/office/drawing/2014/main" id="{121F3383-9C16-47BC-A52D-1AEF0282C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6634" y="1513406"/>
            <a:ext cx="60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E5F32518-59CF-4EF2-8511-FAB79C1176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535530"/>
              </p:ext>
            </p:extLst>
          </p:nvPr>
        </p:nvGraphicFramePr>
        <p:xfrm>
          <a:off x="4981684" y="1673654"/>
          <a:ext cx="660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00" name="Equation" r:id="rId19" imgW="15849600" imgH="5181600" progId="Equation.DSMT4">
                  <p:embed/>
                </p:oleObj>
              </mc:Choice>
              <mc:Fallback>
                <p:oleObj name="Equation" r:id="rId19" imgW="15849600" imgH="5181600" progId="Equation.DSMT4">
                  <p:embed/>
                  <p:pic>
                    <p:nvPicPr>
                      <p:cNvPr id="30" name="Object 5">
                        <a:extLst>
                          <a:ext uri="{FF2B5EF4-FFF2-40B4-BE49-F238E27FC236}">
                            <a16:creationId xmlns:a16="http://schemas.microsoft.com/office/drawing/2014/main" id="{E7E77CEB-7493-4A3B-9C8B-EFA09F0659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1684" y="1673654"/>
                        <a:ext cx="660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3">
            <a:extLst>
              <a:ext uri="{FF2B5EF4-FFF2-40B4-BE49-F238E27FC236}">
                <a16:creationId xmlns:a16="http://schemas.microsoft.com/office/drawing/2014/main" id="{AF0027DC-2092-47DF-A3CF-BF3F92480332}"/>
              </a:ext>
            </a:extLst>
          </p:cNvPr>
          <p:cNvSpPr txBox="1">
            <a:spLocks noChangeArrowheads="1"/>
          </p:cNvSpPr>
          <p:nvPr/>
        </p:nvSpPr>
        <p:spPr>
          <a:xfrm>
            <a:off x="852920" y="489438"/>
            <a:ext cx="1245796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8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17" name="Object 25">
            <a:extLst>
              <a:ext uri="{FF2B5EF4-FFF2-40B4-BE49-F238E27FC236}">
                <a16:creationId xmlns:a16="http://schemas.microsoft.com/office/drawing/2014/main" id="{E14B9AAE-0D2E-4451-9874-FB38F57C69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222096"/>
              </p:ext>
            </p:extLst>
          </p:nvPr>
        </p:nvGraphicFramePr>
        <p:xfrm>
          <a:off x="1857356" y="356154"/>
          <a:ext cx="2413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01" name="Equation" r:id="rId21" imgW="57912000" imgH="20116800" progId="Equation.DSMT4">
                  <p:embed/>
                </p:oleObj>
              </mc:Choice>
              <mc:Fallback>
                <p:oleObj name="Equation" r:id="rId21" imgW="57912000" imgH="20116800" progId="Equation.DSMT4">
                  <p:embed/>
                  <p:pic>
                    <p:nvPicPr>
                      <p:cNvPr id="32" name="Object 25">
                        <a:extLst>
                          <a:ext uri="{FF2B5EF4-FFF2-40B4-BE49-F238E27FC236}">
                            <a16:creationId xmlns:a16="http://schemas.microsoft.com/office/drawing/2014/main" id="{269ED881-D47D-4220-B5F8-874D5C502F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56" y="356154"/>
                        <a:ext cx="2413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4">
            <a:extLst>
              <a:ext uri="{FF2B5EF4-FFF2-40B4-BE49-F238E27FC236}">
                <a16:creationId xmlns:a16="http://schemas.microsoft.com/office/drawing/2014/main" id="{66786836-4B0A-47B5-8B4C-E0EFEC1BB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" y="2315759"/>
            <a:ext cx="908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原式</a:t>
            </a:r>
          </a:p>
        </p:txBody>
      </p:sp>
      <p:sp>
        <p:nvSpPr>
          <p:cNvPr id="19" name="星形: 五角 18">
            <a:extLst>
              <a:ext uri="{FF2B5EF4-FFF2-40B4-BE49-F238E27FC236}">
                <a16:creationId xmlns:a16="http://schemas.microsoft.com/office/drawing/2014/main" id="{75D619DE-FB61-4850-9774-01002A78BDC8}"/>
              </a:ext>
            </a:extLst>
          </p:cNvPr>
          <p:cNvSpPr/>
          <p:nvPr/>
        </p:nvSpPr>
        <p:spPr>
          <a:xfrm>
            <a:off x="626458" y="645240"/>
            <a:ext cx="216024" cy="18709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609DE11-B21D-4D90-AA80-FFA72878B141}"/>
              </a:ext>
            </a:extLst>
          </p:cNvPr>
          <p:cNvCxnSpPr>
            <a:cxnSpLocks/>
          </p:cNvCxnSpPr>
          <p:nvPr/>
        </p:nvCxnSpPr>
        <p:spPr>
          <a:xfrm>
            <a:off x="0" y="1290509"/>
            <a:ext cx="9144000" cy="8481"/>
          </a:xfrm>
          <a:prstGeom prst="line">
            <a:avLst/>
          </a:prstGeom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26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5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utoUpdateAnimBg="0"/>
      <p:bldP spid="14" grpId="0" autoUpdateAnimBg="0"/>
      <p:bldP spid="1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4B8A750E-5743-46C2-B9BF-F18F20EA9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428" y="4038674"/>
            <a:ext cx="16642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综上所述，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45696FE-6BD5-4F30-9B75-D93A7E003C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474488"/>
              </p:ext>
            </p:extLst>
          </p:nvPr>
        </p:nvGraphicFramePr>
        <p:xfrm>
          <a:off x="2861071" y="3895725"/>
          <a:ext cx="516731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34" name="Equation" r:id="rId3" imgW="5168880" imgH="838080" progId="Equation.DSMT4">
                  <p:embed/>
                </p:oleObj>
              </mc:Choice>
              <mc:Fallback>
                <p:oleObj name="Equation" r:id="rId3" imgW="5168880" imgH="83808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1071" y="3895725"/>
                        <a:ext cx="5167313" cy="8366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28575" cmpd="dbl"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4">
            <a:extLst>
              <a:ext uri="{FF2B5EF4-FFF2-40B4-BE49-F238E27FC236}">
                <a16:creationId xmlns:a16="http://schemas.microsoft.com/office/drawing/2014/main" id="{B4C182D9-536D-4D9D-819C-D70930F03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656" y="2027246"/>
            <a:ext cx="908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原式</a:t>
            </a:r>
          </a:p>
        </p:txBody>
      </p:sp>
      <p:graphicFrame>
        <p:nvGraphicFramePr>
          <p:cNvPr id="5" name="Object 28">
            <a:extLst>
              <a:ext uri="{FF2B5EF4-FFF2-40B4-BE49-F238E27FC236}">
                <a16:creationId xmlns:a16="http://schemas.microsoft.com/office/drawing/2014/main" id="{EBF9271A-CB0C-42F7-894D-10FB30617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118418"/>
              </p:ext>
            </p:extLst>
          </p:nvPr>
        </p:nvGraphicFramePr>
        <p:xfrm>
          <a:off x="5684224" y="2076545"/>
          <a:ext cx="180324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35" name="Equation" r:id="rId5" imgW="43281600" imgH="9144000" progId="Equation.DSMT4">
                  <p:embed/>
                </p:oleObj>
              </mc:Choice>
              <mc:Fallback>
                <p:oleObj name="Equation" r:id="rId5" imgW="43281600" imgH="9144000" progId="Equation.DSMT4">
                  <p:embed/>
                  <p:pic>
                    <p:nvPicPr>
                      <p:cNvPr id="34" name="Object 28">
                        <a:extLst>
                          <a:ext uri="{FF2B5EF4-FFF2-40B4-BE49-F238E27FC236}">
                            <a16:creationId xmlns:a16="http://schemas.microsoft.com/office/drawing/2014/main" id="{2582658F-E8E2-4183-91F2-C072BA22AD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4224" y="2076545"/>
                        <a:ext cx="180324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1">
            <a:extLst>
              <a:ext uri="{FF2B5EF4-FFF2-40B4-BE49-F238E27FC236}">
                <a16:creationId xmlns:a16="http://schemas.microsoft.com/office/drawing/2014/main" id="{5C5040D4-F8CF-4F6E-A41D-12413463B9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38087"/>
              </p:ext>
            </p:extLst>
          </p:nvPr>
        </p:nvGraphicFramePr>
        <p:xfrm>
          <a:off x="2790354" y="1951162"/>
          <a:ext cx="2793960" cy="6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36" name="Equation" r:id="rId7" imgW="2793960" imgH="660240" progId="Equation.DSMT4">
                  <p:embed/>
                </p:oleObj>
              </mc:Choice>
              <mc:Fallback>
                <p:oleObj name="Equation" r:id="rId7" imgW="2793960" imgH="660240" progId="Equation.DSMT4">
                  <p:embed/>
                  <p:pic>
                    <p:nvPicPr>
                      <p:cNvPr id="35" name="Object 51">
                        <a:extLst>
                          <a:ext uri="{FF2B5EF4-FFF2-40B4-BE49-F238E27FC236}">
                            <a16:creationId xmlns:a16="http://schemas.microsoft.com/office/drawing/2014/main" id="{C1283B5C-D3E9-47A8-A31D-8F41AA289C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354" y="1951162"/>
                        <a:ext cx="2793960" cy="660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27CCAADA-489C-442C-988D-819AD1948C96}"/>
              </a:ext>
            </a:extLst>
          </p:cNvPr>
          <p:cNvGrpSpPr/>
          <p:nvPr/>
        </p:nvGrpSpPr>
        <p:grpSpPr>
          <a:xfrm>
            <a:off x="1281996" y="1489497"/>
            <a:ext cx="2425908" cy="461665"/>
            <a:chOff x="1281996" y="1241715"/>
            <a:chExt cx="2425908" cy="461665"/>
          </a:xfrm>
        </p:grpSpPr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7904E5B4-ECA8-4740-943D-96BD07A8B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996" y="1241715"/>
              <a:ext cx="242590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当     时，有</a:t>
              </a:r>
              <a:r>
                <a:rPr kumimoji="1" lang="zh-CN" altLang="en-US" sz="2400" b="1" dirty="0">
                  <a:solidFill>
                    <a:srgbClr val="0066FF"/>
                  </a:solidFill>
                  <a:latin typeface="+mn-ea"/>
                </a:rPr>
                <a:t> </a:t>
              </a:r>
              <a:endParaRPr kumimoji="1" lang="en-US" altLang="zh-CN" sz="2400" b="1" dirty="0">
                <a:solidFill>
                  <a:srgbClr val="0066FF"/>
                </a:solidFill>
                <a:latin typeface="+mn-ea"/>
              </a:endParaRPr>
            </a:p>
          </p:txBody>
        </p:sp>
        <p:graphicFrame>
          <p:nvGraphicFramePr>
            <p:cNvPr id="9" name="Object 26">
              <a:extLst>
                <a:ext uri="{FF2B5EF4-FFF2-40B4-BE49-F238E27FC236}">
                  <a16:creationId xmlns:a16="http://schemas.microsoft.com/office/drawing/2014/main" id="{FDA37941-FB7E-4BD4-91F0-2912952E8F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140236"/>
                </p:ext>
              </p:extLst>
            </p:nvPr>
          </p:nvGraphicFramePr>
          <p:xfrm>
            <a:off x="1733112" y="1409820"/>
            <a:ext cx="660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37" name="Equation" r:id="rId9" imgW="15849600" imgH="5181600" progId="Equation.DSMT4">
                    <p:embed/>
                  </p:oleObj>
                </mc:Choice>
                <mc:Fallback>
                  <p:oleObj name="Equation" r:id="rId9" imgW="15849600" imgH="5181600" progId="Equation.DSMT4">
                    <p:embed/>
                    <p:pic>
                      <p:nvPicPr>
                        <p:cNvPr id="39" name="Object 26">
                          <a:extLst>
                            <a:ext uri="{FF2B5EF4-FFF2-40B4-BE49-F238E27FC236}">
                              <a16:creationId xmlns:a16="http://schemas.microsoft.com/office/drawing/2014/main" id="{D41C9543-B16A-4F1A-AA98-0797B0B48B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3112" y="1409820"/>
                          <a:ext cx="6604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17">
            <a:extLst>
              <a:ext uri="{FF2B5EF4-FFF2-40B4-BE49-F238E27FC236}">
                <a16:creationId xmlns:a16="http://schemas.microsoft.com/office/drawing/2014/main" id="{1C520AF1-648A-4A70-A84A-ACC40B7814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643827"/>
              </p:ext>
            </p:extLst>
          </p:nvPr>
        </p:nvGraphicFramePr>
        <p:xfrm>
          <a:off x="5903288" y="3242970"/>
          <a:ext cx="198108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38" name="Equation" r:id="rId11" imgW="47548800" imgH="9144000" progId="Equation.DSMT4">
                  <p:embed/>
                </p:oleObj>
              </mc:Choice>
              <mc:Fallback>
                <p:oleObj name="Equation" r:id="rId11" imgW="47548800" imgH="9144000" progId="Equation.DSMT4">
                  <p:embed/>
                  <p:pic>
                    <p:nvPicPr>
                      <p:cNvPr id="40" name="Object 17">
                        <a:extLst>
                          <a:ext uri="{FF2B5EF4-FFF2-40B4-BE49-F238E27FC236}">
                            <a16:creationId xmlns:a16="http://schemas.microsoft.com/office/drawing/2014/main" id="{88DE3EF8-58ED-4BD8-86D7-9436198BBB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288" y="3242970"/>
                        <a:ext cx="198108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2">
            <a:extLst>
              <a:ext uri="{FF2B5EF4-FFF2-40B4-BE49-F238E27FC236}">
                <a16:creationId xmlns:a16="http://schemas.microsoft.com/office/drawing/2014/main" id="{6C26B525-EA24-4381-A9DF-E54E5DC53E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695358"/>
              </p:ext>
            </p:extLst>
          </p:nvPr>
        </p:nvGraphicFramePr>
        <p:xfrm>
          <a:off x="2770178" y="3103290"/>
          <a:ext cx="2946240" cy="6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39" name="Equation" r:id="rId13" imgW="2946240" imgH="660240" progId="Equation.DSMT4">
                  <p:embed/>
                </p:oleObj>
              </mc:Choice>
              <mc:Fallback>
                <p:oleObj name="Equation" r:id="rId13" imgW="2946240" imgH="660240" progId="Equation.DSMT4">
                  <p:embed/>
                  <p:pic>
                    <p:nvPicPr>
                      <p:cNvPr id="41" name="Object 22">
                        <a:extLst>
                          <a:ext uri="{FF2B5EF4-FFF2-40B4-BE49-F238E27FC236}">
                            <a16:creationId xmlns:a16="http://schemas.microsoft.com/office/drawing/2014/main" id="{BB7AAB0F-5553-4844-B348-762EEA6AD4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78" y="3103290"/>
                        <a:ext cx="2946240" cy="660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8402C170-F5AD-45EB-8626-8E6BBD0620DD}"/>
              </a:ext>
            </a:extLst>
          </p:cNvPr>
          <p:cNvGrpSpPr/>
          <p:nvPr/>
        </p:nvGrpSpPr>
        <p:grpSpPr>
          <a:xfrm>
            <a:off x="1261280" y="2599234"/>
            <a:ext cx="2425907" cy="461665"/>
            <a:chOff x="1065972" y="699542"/>
            <a:chExt cx="2425907" cy="461665"/>
          </a:xfrm>
        </p:grpSpPr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985E0BBA-C7E1-4B25-A070-BC8091218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5972" y="699542"/>
              <a:ext cx="242590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当      时，有</a:t>
              </a:r>
              <a:r>
                <a:rPr kumimoji="1" lang="zh-CN" altLang="en-US" sz="2400" b="1" dirty="0">
                  <a:solidFill>
                    <a:srgbClr val="0066FF"/>
                  </a:solidFill>
                  <a:latin typeface="+mn-ea"/>
                </a:rPr>
                <a:t> </a:t>
              </a:r>
              <a:endParaRPr kumimoji="1" lang="en-US" altLang="zh-CN" sz="2400" b="1" dirty="0">
                <a:solidFill>
                  <a:srgbClr val="0066FF"/>
                </a:solidFill>
                <a:latin typeface="+mn-ea"/>
              </a:endParaRPr>
            </a:p>
          </p:txBody>
        </p:sp>
        <p:graphicFrame>
          <p:nvGraphicFramePr>
            <p:cNvPr id="14" name="Object 26">
              <a:extLst>
                <a:ext uri="{FF2B5EF4-FFF2-40B4-BE49-F238E27FC236}">
                  <a16:creationId xmlns:a16="http://schemas.microsoft.com/office/drawing/2014/main" id="{E0528C1F-9816-44AC-9314-CC691A81B0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7193972"/>
                </p:ext>
              </p:extLst>
            </p:nvPr>
          </p:nvGraphicFramePr>
          <p:xfrm>
            <a:off x="1501672" y="859790"/>
            <a:ext cx="838080" cy="215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40" name="Equation" r:id="rId15" imgW="20116800" imgH="5181600" progId="Equation.DSMT4">
                    <p:embed/>
                  </p:oleObj>
                </mc:Choice>
                <mc:Fallback>
                  <p:oleObj name="Equation" r:id="rId15" imgW="20116800" imgH="5181600" progId="Equation.DSMT4">
                    <p:embed/>
                    <p:pic>
                      <p:nvPicPr>
                        <p:cNvPr id="44" name="Object 26">
                          <a:extLst>
                            <a:ext uri="{FF2B5EF4-FFF2-40B4-BE49-F238E27FC236}">
                              <a16:creationId xmlns:a16="http://schemas.microsoft.com/office/drawing/2014/main" id="{3355C714-42F9-43DB-9E2D-40815DA43B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1672" y="859790"/>
                          <a:ext cx="838080" cy="2156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14">
            <a:extLst>
              <a:ext uri="{FF2B5EF4-FFF2-40B4-BE49-F238E27FC236}">
                <a16:creationId xmlns:a16="http://schemas.microsoft.com/office/drawing/2014/main" id="{C2EE5600-C38D-4141-82C0-855A5799E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631" y="3202578"/>
            <a:ext cx="908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原式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B483DBF-C4CA-4691-A5F0-91080F47A9E9}"/>
              </a:ext>
            </a:extLst>
          </p:cNvPr>
          <p:cNvSpPr txBox="1">
            <a:spLocks noChangeArrowheads="1"/>
          </p:cNvSpPr>
          <p:nvPr/>
        </p:nvSpPr>
        <p:spPr>
          <a:xfrm>
            <a:off x="852920" y="489438"/>
            <a:ext cx="1245796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8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20" name="Object 25">
            <a:extLst>
              <a:ext uri="{FF2B5EF4-FFF2-40B4-BE49-F238E27FC236}">
                <a16:creationId xmlns:a16="http://schemas.microsoft.com/office/drawing/2014/main" id="{CB433125-E75E-4CCA-B960-E99D998B67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870680"/>
              </p:ext>
            </p:extLst>
          </p:nvPr>
        </p:nvGraphicFramePr>
        <p:xfrm>
          <a:off x="1857356" y="356154"/>
          <a:ext cx="2413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41" name="Equation" r:id="rId17" imgW="57912000" imgH="20116800" progId="Equation.DSMT4">
                  <p:embed/>
                </p:oleObj>
              </mc:Choice>
              <mc:Fallback>
                <p:oleObj name="Equation" r:id="rId17" imgW="57912000" imgH="20116800" progId="Equation.DSMT4">
                  <p:embed/>
                  <p:pic>
                    <p:nvPicPr>
                      <p:cNvPr id="17" name="Object 25">
                        <a:extLst>
                          <a:ext uri="{FF2B5EF4-FFF2-40B4-BE49-F238E27FC236}">
                            <a16:creationId xmlns:a16="http://schemas.microsoft.com/office/drawing/2014/main" id="{E14B9AAE-0D2E-4451-9874-FB38F57C69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56" y="356154"/>
                        <a:ext cx="2413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49094F4-6FEA-452B-80D8-8A9C95CF79CC}"/>
              </a:ext>
            </a:extLst>
          </p:cNvPr>
          <p:cNvCxnSpPr>
            <a:cxnSpLocks/>
          </p:cNvCxnSpPr>
          <p:nvPr/>
        </p:nvCxnSpPr>
        <p:spPr>
          <a:xfrm>
            <a:off x="0" y="1290509"/>
            <a:ext cx="9144000" cy="8481"/>
          </a:xfrm>
          <a:prstGeom prst="line">
            <a:avLst/>
          </a:prstGeom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16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4FD536CD-5553-4FDA-B367-990E00DF43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049584"/>
              </p:ext>
            </p:extLst>
          </p:nvPr>
        </p:nvGraphicFramePr>
        <p:xfrm>
          <a:off x="1907704" y="425474"/>
          <a:ext cx="15494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418" name="Equation" r:id="rId3" imgW="1498320" imgH="838080" progId="Equation.DSMT4">
                  <p:embed/>
                </p:oleObj>
              </mc:Choice>
              <mc:Fallback>
                <p:oleObj name="Equation" r:id="rId3" imgW="1498320" imgH="83808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F5D74C51-2916-4E39-AA33-BB7A95A5EA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25474"/>
                        <a:ext cx="1549400" cy="87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9">
            <a:extLst>
              <a:ext uri="{FF2B5EF4-FFF2-40B4-BE49-F238E27FC236}">
                <a16:creationId xmlns:a16="http://schemas.microsoft.com/office/drawing/2014/main" id="{CD0A5221-9E59-4491-897E-D694BA21F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79" y="632549"/>
            <a:ext cx="2209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C1EB5B29-D6E8-4FD0-88FF-A8556A4A1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412" y="1979794"/>
            <a:ext cx="5634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2AD97DFA-FF47-4B3C-97F2-A567208371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214682"/>
              </p:ext>
            </p:extLst>
          </p:nvPr>
        </p:nvGraphicFramePr>
        <p:xfrm>
          <a:off x="1331640" y="1801244"/>
          <a:ext cx="3662362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419" name="Equation" r:id="rId5" imgW="3543120" imgH="901440" progId="Equation.DSMT4">
                  <p:embed/>
                </p:oleObj>
              </mc:Choice>
              <mc:Fallback>
                <p:oleObj name="Equation" r:id="rId5" imgW="3543120" imgH="901440" progId="Equation.DSMT4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A41ABF31-3222-4D62-9DB3-9B208C6ACA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1801244"/>
                        <a:ext cx="3662362" cy="94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91B99F65-F382-4D2A-8D10-4B7B5B31FA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929328"/>
              </p:ext>
            </p:extLst>
          </p:nvPr>
        </p:nvGraphicFramePr>
        <p:xfrm>
          <a:off x="1120304" y="3147814"/>
          <a:ext cx="31242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420" name="Equation" r:id="rId7" imgW="3022560" imgH="723600" progId="Equation.DSMT4">
                  <p:embed/>
                </p:oleObj>
              </mc:Choice>
              <mc:Fallback>
                <p:oleObj name="Equation" r:id="rId7" imgW="3022560" imgH="723600" progId="Equation.DSMT4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BFB611B8-CD7B-4DA8-A984-3C74FB5B25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304" y="3147814"/>
                        <a:ext cx="3124200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BC2F09D-14AB-4329-98A9-D0BB04A14B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804282"/>
              </p:ext>
            </p:extLst>
          </p:nvPr>
        </p:nvGraphicFramePr>
        <p:xfrm>
          <a:off x="4427984" y="505052"/>
          <a:ext cx="4329112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421" name="Equation" r:id="rId9" imgW="4330440" imgH="698400" progId="Equation.DSMT4">
                  <p:embed/>
                </p:oleObj>
              </mc:Choice>
              <mc:Fallback>
                <p:oleObj name="Equation" r:id="rId9" imgW="4330440" imgH="698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45696FE-6BD5-4F30-9B75-D93A7E003C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505052"/>
                        <a:ext cx="4329112" cy="6969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28575" cmpd="dbl"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40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252C20C3-F53E-41F2-995D-526FC56D4F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532180"/>
              </p:ext>
            </p:extLst>
          </p:nvPr>
        </p:nvGraphicFramePr>
        <p:xfrm>
          <a:off x="1908175" y="336550"/>
          <a:ext cx="21177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51" name="Equation" r:id="rId3" imgW="2120760" imgH="838080" progId="Equation.DSMT4">
                  <p:embed/>
                </p:oleObj>
              </mc:Choice>
              <mc:Fallback>
                <p:oleObj name="Equation" r:id="rId3" imgW="212076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327F9729-1917-45ED-A9ED-86C6EB3CA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36550"/>
                        <a:ext cx="21177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1657E287-9E4D-4FC8-BA91-9D0C0DC0EC48}"/>
              </a:ext>
            </a:extLst>
          </p:cNvPr>
          <p:cNvSpPr txBox="1">
            <a:spLocks noChangeArrowheads="1"/>
          </p:cNvSpPr>
          <p:nvPr/>
        </p:nvSpPr>
        <p:spPr>
          <a:xfrm>
            <a:off x="661908" y="508829"/>
            <a:ext cx="1317804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10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5D8FEF89-FD42-4381-BC9B-E51EB4E5C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08" y="1635646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61B1637C-3DE2-49B2-8EC2-22DDD344DD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224841"/>
              </p:ext>
            </p:extLst>
          </p:nvPr>
        </p:nvGraphicFramePr>
        <p:xfrm>
          <a:off x="1487488" y="1446213"/>
          <a:ext cx="35814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52" name="Equation" r:id="rId5" imgW="3466800" imgH="901440" progId="Equation.DSMT4">
                  <p:embed/>
                </p:oleObj>
              </mc:Choice>
              <mc:Fallback>
                <p:oleObj name="Equation" r:id="rId5" imgW="3466800" imgH="901440" progId="Equation.DSMT4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8EA543E1-98F9-4406-8F7A-B2AD27DB70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1446213"/>
                        <a:ext cx="3581400" cy="94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CCAEFFF3-2853-458E-8830-BB2078DB71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49842"/>
              </p:ext>
            </p:extLst>
          </p:nvPr>
        </p:nvGraphicFramePr>
        <p:xfrm>
          <a:off x="3152775" y="2779713"/>
          <a:ext cx="3886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53" name="Equation" r:id="rId7" imgW="3886200" imgH="888840" progId="Equation.DSMT4">
                  <p:embed/>
                </p:oleObj>
              </mc:Choice>
              <mc:Fallback>
                <p:oleObj name="Equation" r:id="rId7" imgW="3886200" imgH="88884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4D14FE5A-BF19-4C55-BA4D-CC30E427AC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2779713"/>
                        <a:ext cx="3886200" cy="889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2877B41A-46DA-4245-96A8-54DB987281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866678"/>
              </p:ext>
            </p:extLst>
          </p:nvPr>
        </p:nvGraphicFramePr>
        <p:xfrm>
          <a:off x="3098800" y="3867150"/>
          <a:ext cx="31369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54" name="Equation" r:id="rId9" imgW="3136680" imgH="660240" progId="Equation.DSMT4">
                  <p:embed/>
                </p:oleObj>
              </mc:Choice>
              <mc:Fallback>
                <p:oleObj name="Equation" r:id="rId9" imgW="3136680" imgH="6602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DD8EAE79-29D8-468A-9BA8-5DF0634A09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3867150"/>
                        <a:ext cx="3136900" cy="660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F11FC06-B229-4438-9D62-151044E7C6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862400"/>
              </p:ext>
            </p:extLst>
          </p:nvPr>
        </p:nvGraphicFramePr>
        <p:xfrm>
          <a:off x="4395788" y="471488"/>
          <a:ext cx="4329112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55" name="Equation" r:id="rId11" imgW="4330440" imgH="698400" progId="Equation.DSMT4">
                  <p:embed/>
                </p:oleObj>
              </mc:Choice>
              <mc:Fallback>
                <p:oleObj name="Equation" r:id="rId11" imgW="4330440" imgH="698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BC2F09D-14AB-4329-98A9-D0BB04A14B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5788" y="471488"/>
                        <a:ext cx="4329112" cy="6969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28575" cmpd="dbl"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732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518CC662-D891-4A6F-B192-115726530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521612"/>
              </p:ext>
            </p:extLst>
          </p:nvPr>
        </p:nvGraphicFramePr>
        <p:xfrm>
          <a:off x="1284288" y="1852613"/>
          <a:ext cx="54991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0" name="Equation" r:id="rId3" imgW="5499000" imgH="838080" progId="Equation.DSMT4">
                  <p:embed/>
                </p:oleObj>
              </mc:Choice>
              <mc:Fallback>
                <p:oleObj name="Equation" r:id="rId3" imgW="5499000" imgH="838080" progId="Equation.DSMT4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55E6E5B9-ACE6-4CED-9059-3F5C762397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288" y="1852613"/>
                        <a:ext cx="5499100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1351275B-6B8F-4879-A3D4-5608A97655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054220"/>
              </p:ext>
            </p:extLst>
          </p:nvPr>
        </p:nvGraphicFramePr>
        <p:xfrm>
          <a:off x="1243013" y="3219450"/>
          <a:ext cx="5534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1" name="Equation" r:id="rId5" imgW="5537160" imgH="838080" progId="Equation.DSMT4">
                  <p:embed/>
                </p:oleObj>
              </mc:Choice>
              <mc:Fallback>
                <p:oleObj name="Equation" r:id="rId5" imgW="5537160" imgH="83808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BA03D8B3-DF03-4CB4-A0F8-3D373E8567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3219450"/>
                        <a:ext cx="553402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0">
            <a:extLst>
              <a:ext uri="{FF2B5EF4-FFF2-40B4-BE49-F238E27FC236}">
                <a16:creationId xmlns:a16="http://schemas.microsoft.com/office/drawing/2014/main" id="{FB2B36D6-5C52-49D4-B0F1-1C083273A920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881757"/>
            <a:ext cx="601980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>
                <a:solidFill>
                  <a:srgbClr val="0064FF"/>
                </a:solidFill>
                <a:latin typeface="+mn-ea"/>
                <a:ea typeface="+mn-ea"/>
                <a:cs typeface="+mn-cs"/>
              </a:rPr>
              <a:t>常用基本积分公式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96858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66F5F7A-3F95-4417-BCD4-FA248E0C5391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627534"/>
            <a:ext cx="1317804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11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CB6231A-B3BE-418A-BCC4-BE2F914A1B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623577"/>
              </p:ext>
            </p:extLst>
          </p:nvPr>
        </p:nvGraphicFramePr>
        <p:xfrm>
          <a:off x="1828800" y="404813"/>
          <a:ext cx="1447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80" name="Equation" r:id="rId3" imgW="1447560" imgH="863280" progId="Equation.DSMT4">
                  <p:embed/>
                </p:oleObj>
              </mc:Choice>
              <mc:Fallback>
                <p:oleObj name="Equation" r:id="rId3" imgW="144756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8800" y="404813"/>
                        <a:ext cx="14478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">
            <a:extLst>
              <a:ext uri="{FF2B5EF4-FFF2-40B4-BE49-F238E27FC236}">
                <a16:creationId xmlns:a16="http://schemas.microsoft.com/office/drawing/2014/main" id="{0F1037AF-EDEC-45EE-885B-0DB5ADC1D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644705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2BBA5C6-55F2-494B-B4D1-6CA6274DF5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497061"/>
              </p:ext>
            </p:extLst>
          </p:nvPr>
        </p:nvGraphicFramePr>
        <p:xfrm>
          <a:off x="1369083" y="1419622"/>
          <a:ext cx="1397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81" name="Equation" r:id="rId5" imgW="1396800" imgH="863280" progId="Equation.DSMT4">
                  <p:embed/>
                </p:oleObj>
              </mc:Choice>
              <mc:Fallback>
                <p:oleObj name="Equation" r:id="rId5" imgW="139680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69083" y="1419622"/>
                        <a:ext cx="13970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8086B54-37F9-4BBC-BE23-3DD5AA47AC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694914"/>
              </p:ext>
            </p:extLst>
          </p:nvPr>
        </p:nvGraphicFramePr>
        <p:xfrm>
          <a:off x="2822934" y="1491630"/>
          <a:ext cx="1727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82" name="Equation" r:id="rId7" imgW="1726920" imgH="850680" progId="Equation.DSMT4">
                  <p:embed/>
                </p:oleObj>
              </mc:Choice>
              <mc:Fallback>
                <p:oleObj name="Equation" r:id="rId7" imgW="172692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22934" y="1491630"/>
                        <a:ext cx="17272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C73139F-924E-4FE8-B457-7DD83D0DE7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087535"/>
              </p:ext>
            </p:extLst>
          </p:nvPr>
        </p:nvGraphicFramePr>
        <p:xfrm>
          <a:off x="1123323" y="2571750"/>
          <a:ext cx="3454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83" name="Equation" r:id="rId9" imgW="3454200" imgH="850680" progId="Equation.DSMT4">
                  <p:embed/>
                </p:oleObj>
              </mc:Choice>
              <mc:Fallback>
                <p:oleObj name="Equation" r:id="rId9" imgW="345420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23323" y="2571750"/>
                        <a:ext cx="34544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04CC69D-35E3-491A-999B-513A5D9B26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654998"/>
              </p:ext>
            </p:extLst>
          </p:nvPr>
        </p:nvGraphicFramePr>
        <p:xfrm>
          <a:off x="4599262" y="2586750"/>
          <a:ext cx="3009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84" name="Equation" r:id="rId11" imgW="3009600" imgH="850680" progId="Equation.DSMT4">
                  <p:embed/>
                </p:oleObj>
              </mc:Choice>
              <mc:Fallback>
                <p:oleObj name="Equation" r:id="rId11" imgW="300960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99262" y="2586750"/>
                        <a:ext cx="30099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A64511C-C598-4183-BE94-14896E3917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210681"/>
              </p:ext>
            </p:extLst>
          </p:nvPr>
        </p:nvGraphicFramePr>
        <p:xfrm>
          <a:off x="1123323" y="3867894"/>
          <a:ext cx="4330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85" name="Equation" r:id="rId13" imgW="4330440" imgH="469800" progId="Equation.DSMT4">
                  <p:embed/>
                </p:oleObj>
              </mc:Choice>
              <mc:Fallback>
                <p:oleObj name="Equation" r:id="rId13" imgW="43304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23323" y="3867894"/>
                        <a:ext cx="43307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770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9ACE0EB-8D64-4E76-89FF-62F2A0E39E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521343"/>
              </p:ext>
            </p:extLst>
          </p:nvPr>
        </p:nvGraphicFramePr>
        <p:xfrm>
          <a:off x="6515100" y="3359150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04" name="Equation" r:id="rId3" imgW="177480" imgH="291960" progId="Equation.DSMT4">
                  <p:embed/>
                </p:oleObj>
              </mc:Choice>
              <mc:Fallback>
                <p:oleObj name="Equation" r:id="rId3" imgW="177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15100" y="3359150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64EB069-EF8D-4595-A38C-6277F806CC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61528"/>
              </p:ext>
            </p:extLst>
          </p:nvPr>
        </p:nvGraphicFramePr>
        <p:xfrm>
          <a:off x="1835696" y="495998"/>
          <a:ext cx="2133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05" name="Equation" r:id="rId5" imgW="2133360" imgH="812520" progId="Equation.DSMT4">
                  <p:embed/>
                </p:oleObj>
              </mc:Choice>
              <mc:Fallback>
                <p:oleObj name="Equation" r:id="rId5" imgW="21333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5696" y="495998"/>
                        <a:ext cx="2133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EA10315-ACE4-42A4-95FF-52CDDE7EE784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627534"/>
            <a:ext cx="1317804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12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6CA950BD-E94D-4070-972F-7E66749E6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563638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1DA1EAB-5194-4111-9619-A8CC99BAD8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71572"/>
              </p:ext>
            </p:extLst>
          </p:nvPr>
        </p:nvGraphicFramePr>
        <p:xfrm>
          <a:off x="1342470" y="1470814"/>
          <a:ext cx="2082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06" name="Equation" r:id="rId7" imgW="2082600" imgH="812520" progId="Equation.DSMT4">
                  <p:embed/>
                </p:oleObj>
              </mc:Choice>
              <mc:Fallback>
                <p:oleObj name="Equation" r:id="rId7" imgW="20826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42470" y="1470814"/>
                        <a:ext cx="20828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0A50016-8920-46F0-B211-968E93C5D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204816"/>
              </p:ext>
            </p:extLst>
          </p:nvPr>
        </p:nvGraphicFramePr>
        <p:xfrm>
          <a:off x="3437846" y="1470814"/>
          <a:ext cx="2565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07" name="Equation" r:id="rId9" imgW="2565360" imgH="812520" progId="Equation.DSMT4">
                  <p:embed/>
                </p:oleObj>
              </mc:Choice>
              <mc:Fallback>
                <p:oleObj name="Equation" r:id="rId9" imgW="25653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37846" y="1470814"/>
                        <a:ext cx="2565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9955532-395F-4872-B50A-03E1591DC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161576"/>
              </p:ext>
            </p:extLst>
          </p:nvPr>
        </p:nvGraphicFramePr>
        <p:xfrm>
          <a:off x="1141814" y="2564340"/>
          <a:ext cx="5321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08" name="Equation" r:id="rId11" imgW="5321160" imgH="914400" progId="Equation.DSMT4">
                  <p:embed/>
                </p:oleObj>
              </mc:Choice>
              <mc:Fallback>
                <p:oleObj name="Equation" r:id="rId11" imgW="53211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41814" y="2564340"/>
                        <a:ext cx="53213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5B34D48-822B-4CC9-9D0A-DD86C795C1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618259"/>
              </p:ext>
            </p:extLst>
          </p:nvPr>
        </p:nvGraphicFramePr>
        <p:xfrm>
          <a:off x="1140768" y="3917518"/>
          <a:ext cx="5283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09" name="Equation" r:id="rId13" imgW="5283000" imgH="634680" progId="Equation.DSMT4">
                  <p:embed/>
                </p:oleObj>
              </mc:Choice>
              <mc:Fallback>
                <p:oleObj name="Equation" r:id="rId13" imgW="52830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40768" y="3917518"/>
                        <a:ext cx="52832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922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848D653-6EF9-4209-846E-0A90929235C7}"/>
              </a:ext>
            </a:extLst>
          </p:cNvPr>
          <p:cNvSpPr txBox="1">
            <a:spLocks noChangeArrowheads="1"/>
          </p:cNvSpPr>
          <p:nvPr/>
        </p:nvSpPr>
        <p:spPr>
          <a:xfrm>
            <a:off x="661908" y="508829"/>
            <a:ext cx="1317804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13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763013D-D920-4574-BE3C-12CE46E1C1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627451"/>
              </p:ext>
            </p:extLst>
          </p:nvPr>
        </p:nvGraphicFramePr>
        <p:xfrm>
          <a:off x="1835696" y="369129"/>
          <a:ext cx="2209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3" name="Equation" r:id="rId3" imgW="2209680" imgH="825480" progId="Equation.DSMT4">
                  <p:embed/>
                </p:oleObj>
              </mc:Choice>
              <mc:Fallback>
                <p:oleObj name="Equation" r:id="rId3" imgW="220968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369129"/>
                        <a:ext cx="22098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56454C9-0817-4121-A7E4-4DA58E609D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711612"/>
              </p:ext>
            </p:extLst>
          </p:nvPr>
        </p:nvGraphicFramePr>
        <p:xfrm>
          <a:off x="627742" y="2020475"/>
          <a:ext cx="2159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4" name="Equation" r:id="rId5" imgW="2158920" imgH="825480" progId="Equation.DSMT4">
                  <p:embed/>
                </p:oleObj>
              </mc:Choice>
              <mc:Fallback>
                <p:oleObj name="Equation" r:id="rId5" imgW="2158920" imgH="825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763013D-D920-4574-BE3C-12CE46E1C1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7742" y="2020475"/>
                        <a:ext cx="21590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8D92924-FCD7-49B8-8B04-A36D4904DB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38096"/>
              </p:ext>
            </p:extLst>
          </p:nvPr>
        </p:nvGraphicFramePr>
        <p:xfrm>
          <a:off x="2817813" y="2068513"/>
          <a:ext cx="2413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5" name="Equation" r:id="rId7" imgW="2412720" imgH="825480" progId="Equation.DSMT4">
                  <p:embed/>
                </p:oleObj>
              </mc:Choice>
              <mc:Fallback>
                <p:oleObj name="Equation" r:id="rId7" imgW="2412720" imgH="825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56454C9-0817-4121-A7E4-4DA58E609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17813" y="2068513"/>
                        <a:ext cx="24130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A2FC7F8-995E-4B9C-897D-E409F915E231}"/>
              </a:ext>
            </a:extLst>
          </p:cNvPr>
          <p:cNvCxnSpPr/>
          <p:nvPr/>
        </p:nvCxnSpPr>
        <p:spPr>
          <a:xfrm>
            <a:off x="2195736" y="1194629"/>
            <a:ext cx="122413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3">
            <a:extLst>
              <a:ext uri="{FF2B5EF4-FFF2-40B4-BE49-F238E27FC236}">
                <a16:creationId xmlns:a16="http://schemas.microsoft.com/office/drawing/2014/main" id="{C795EC6F-2BEE-4995-9046-5F2902BCF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3562" y="1031774"/>
            <a:ext cx="1436668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二次质因式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EA7F5BF-8FF1-446F-89E8-03E767FE161A}"/>
              </a:ext>
            </a:extLst>
          </p:cNvPr>
          <p:cNvGrpSpPr/>
          <p:nvPr/>
        </p:nvGrpSpPr>
        <p:grpSpPr>
          <a:xfrm>
            <a:off x="4081737" y="1384300"/>
            <a:ext cx="3782738" cy="723900"/>
            <a:chOff x="4081737" y="1384300"/>
            <a:chExt cx="3782738" cy="723900"/>
          </a:xfrm>
        </p:grpSpPr>
        <p:sp>
          <p:nvSpPr>
            <p:cNvPr id="7" name="Text Box 3">
              <a:extLst>
                <a:ext uri="{FF2B5EF4-FFF2-40B4-BE49-F238E27FC236}">
                  <a16:creationId xmlns:a16="http://schemas.microsoft.com/office/drawing/2014/main" id="{64058578-A8E0-4C8C-8C30-E50E466E7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737" y="1470687"/>
              <a:ext cx="9144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令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38760D2-ACE3-4672-A8DA-1CB842805C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2919840"/>
                </p:ext>
              </p:extLst>
            </p:nvPr>
          </p:nvGraphicFramePr>
          <p:xfrm>
            <a:off x="4572000" y="1580563"/>
            <a:ext cx="1447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56" name="Equation" r:id="rId9" imgW="1447560" imgH="330120" progId="Equation.DSMT4">
                    <p:embed/>
                  </p:oleObj>
                </mc:Choice>
                <mc:Fallback>
                  <p:oleObj name="Equation" r:id="rId9" imgW="14475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72000" y="1580563"/>
                          <a:ext cx="1447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527C8C5E-2473-401F-AA02-049CEB466C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3728656"/>
                </p:ext>
              </p:extLst>
            </p:nvPr>
          </p:nvGraphicFramePr>
          <p:xfrm>
            <a:off x="6188075" y="1384300"/>
            <a:ext cx="16764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57" name="Equation" r:id="rId11" imgW="1676160" imgH="723600" progId="Equation.DSMT4">
                    <p:embed/>
                  </p:oleObj>
                </mc:Choice>
                <mc:Fallback>
                  <p:oleObj name="Equation" r:id="rId11" imgW="167616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188075" y="1384300"/>
                          <a:ext cx="16764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54FBBE5-6710-4D19-A704-3C630BBEEF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955070"/>
              </p:ext>
            </p:extLst>
          </p:nvPr>
        </p:nvGraphicFramePr>
        <p:xfrm>
          <a:off x="1135424" y="1504054"/>
          <a:ext cx="293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8" name="Equation" r:id="rId13" imgW="2933640" imgH="406080" progId="Equation.DSMT4">
                  <p:embed/>
                </p:oleObj>
              </mc:Choice>
              <mc:Fallback>
                <p:oleObj name="Equation" r:id="rId13" imgW="2933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35424" y="1504054"/>
                        <a:ext cx="2933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1A288D3-4054-47F4-817B-024D336A77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852896"/>
              </p:ext>
            </p:extLst>
          </p:nvPr>
        </p:nvGraphicFramePr>
        <p:xfrm>
          <a:off x="5295900" y="2112612"/>
          <a:ext cx="2616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9" name="Equation" r:id="rId15" imgW="2616120" imgH="774360" progId="Equation.DSMT4">
                  <p:embed/>
                </p:oleObj>
              </mc:Choice>
              <mc:Fallback>
                <p:oleObj name="Equation" r:id="rId15" imgW="26161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95900" y="2112612"/>
                        <a:ext cx="2616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C71736A-AF9F-4C27-A5D8-5FE61F5396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8308"/>
              </p:ext>
            </p:extLst>
          </p:nvPr>
        </p:nvGraphicFramePr>
        <p:xfrm>
          <a:off x="379822" y="3259382"/>
          <a:ext cx="4635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60" name="Equation" r:id="rId17" imgW="4635360" imgH="507960" progId="Equation.DSMT4">
                  <p:embed/>
                </p:oleObj>
              </mc:Choice>
              <mc:Fallback>
                <p:oleObj name="Equation" r:id="rId17" imgW="4635360" imgH="5079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1A288D3-4054-47F4-817B-024D336A7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9822" y="3259382"/>
                        <a:ext cx="46355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F354550-5E05-4867-9057-C2C5AE1F09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870181"/>
              </p:ext>
            </p:extLst>
          </p:nvPr>
        </p:nvGraphicFramePr>
        <p:xfrm>
          <a:off x="371475" y="4122738"/>
          <a:ext cx="577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61" name="Equation" r:id="rId19" imgW="5778360" imgH="507960" progId="Equation.DSMT4">
                  <p:embed/>
                </p:oleObj>
              </mc:Choice>
              <mc:Fallback>
                <p:oleObj name="Equation" r:id="rId19" imgW="5778360" imgH="5079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DC71736A-AF9F-4C27-A5D8-5FE61F5396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1475" y="4122738"/>
                        <a:ext cx="57785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">
            <a:extLst>
              <a:ext uri="{FF2B5EF4-FFF2-40B4-BE49-F238E27FC236}">
                <a16:creationId xmlns:a16="http://schemas.microsoft.com/office/drawing/2014/main" id="{4AE7C109-9691-498E-8CAD-F9D4D65CA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036" y="1448789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259241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D482ECA-4CCE-4589-9907-796ACC3BA9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966562"/>
              </p:ext>
            </p:extLst>
          </p:nvPr>
        </p:nvGraphicFramePr>
        <p:xfrm>
          <a:off x="683568" y="699542"/>
          <a:ext cx="577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12" name="Equation" r:id="rId3" imgW="5778360" imgH="507960" progId="Equation.DSMT4">
                  <p:embed/>
                </p:oleObj>
              </mc:Choice>
              <mc:Fallback>
                <p:oleObj name="Equation" r:id="rId3" imgW="5778360" imgH="5079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9F354550-5E05-4867-9057-C2C5AE1F09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568" y="699542"/>
                        <a:ext cx="57785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EE109A4-A674-42F0-B63D-9174644926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154151"/>
              </p:ext>
            </p:extLst>
          </p:nvPr>
        </p:nvGraphicFramePr>
        <p:xfrm>
          <a:off x="683568" y="1496629"/>
          <a:ext cx="3797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13" name="Equation" r:id="rId5" imgW="3797280" imgH="507960" progId="Equation.DSMT4">
                  <p:embed/>
                </p:oleObj>
              </mc:Choice>
              <mc:Fallback>
                <p:oleObj name="Equation" r:id="rId5" imgW="3797280" imgH="5079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5D482ECA-4CCE-4589-9907-796ACC3BA9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568" y="1496629"/>
                        <a:ext cx="37973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F805459-30D7-44E7-931D-7D54B991FB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163795"/>
              </p:ext>
            </p:extLst>
          </p:nvPr>
        </p:nvGraphicFramePr>
        <p:xfrm>
          <a:off x="4494224" y="1496629"/>
          <a:ext cx="266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14" name="Equation" r:id="rId7" imgW="2666880" imgH="507960" progId="Equation.DSMT4">
                  <p:embed/>
                </p:oleObj>
              </mc:Choice>
              <mc:Fallback>
                <p:oleObj name="Equation" r:id="rId7" imgW="26668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94224" y="1496629"/>
                        <a:ext cx="2667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AD8C6AB-DCA3-44AF-B6FF-CC82EB0283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928432"/>
              </p:ext>
            </p:extLst>
          </p:nvPr>
        </p:nvGraphicFramePr>
        <p:xfrm>
          <a:off x="670676" y="2317750"/>
          <a:ext cx="4838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15" name="Equation" r:id="rId9" imgW="4838400" imgH="507960" progId="Equation.DSMT4">
                  <p:embed/>
                </p:oleObj>
              </mc:Choice>
              <mc:Fallback>
                <p:oleObj name="Equation" r:id="rId9" imgW="483840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EE109A4-A674-42F0-B63D-9174644926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0676" y="2317750"/>
                        <a:ext cx="48387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0D62117-10CF-4F8F-8376-1DD406E2F6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988928"/>
              </p:ext>
            </p:extLst>
          </p:nvPr>
        </p:nvGraphicFramePr>
        <p:xfrm>
          <a:off x="5509376" y="2317750"/>
          <a:ext cx="2247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16" name="Equation" r:id="rId11" imgW="2247840" imgH="507960" progId="Equation.DSMT4">
                  <p:embed/>
                </p:oleObj>
              </mc:Choice>
              <mc:Fallback>
                <p:oleObj name="Equation" r:id="rId11" imgW="22478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09376" y="2317750"/>
                        <a:ext cx="22479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BC52FA9-AE09-49D5-8CEC-72550940D4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721853"/>
              </p:ext>
            </p:extLst>
          </p:nvPr>
        </p:nvGraphicFramePr>
        <p:xfrm>
          <a:off x="683568" y="3138871"/>
          <a:ext cx="3416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17" name="Equation" r:id="rId13" imgW="3416040" imgH="507960" progId="Equation.DSMT4">
                  <p:embed/>
                </p:oleObj>
              </mc:Choice>
              <mc:Fallback>
                <p:oleObj name="Equation" r:id="rId13" imgW="3416040" imgH="5079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AD8C6AB-DCA3-44AF-B6FF-CC82EB028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3568" y="3138871"/>
                        <a:ext cx="34163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79F8BF1-E0CA-4B53-B8E7-107AC9088C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664434"/>
              </p:ext>
            </p:extLst>
          </p:nvPr>
        </p:nvGraphicFramePr>
        <p:xfrm>
          <a:off x="4138613" y="3030538"/>
          <a:ext cx="1600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18" name="Equation" r:id="rId15" imgW="1600200" imgH="723600" progId="Equation.DSMT4">
                  <p:embed/>
                </p:oleObj>
              </mc:Choice>
              <mc:Fallback>
                <p:oleObj name="Equation" r:id="rId15" imgW="16002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38613" y="3030538"/>
                        <a:ext cx="1600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975F8F4-5A0C-4F52-A9EF-C8BBA64BA0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092398"/>
              </p:ext>
            </p:extLst>
          </p:nvPr>
        </p:nvGraphicFramePr>
        <p:xfrm>
          <a:off x="704669" y="4101058"/>
          <a:ext cx="455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19" name="Equation" r:id="rId17" imgW="4559040" imgH="342720" progId="Equation.DSMT4">
                  <p:embed/>
                </p:oleObj>
              </mc:Choice>
              <mc:Fallback>
                <p:oleObj name="Equation" r:id="rId17" imgW="4559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04669" y="4101058"/>
                        <a:ext cx="4559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612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D8E080B-9680-4269-AC67-7D2C70FCD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434110"/>
              </p:ext>
            </p:extLst>
          </p:nvPr>
        </p:nvGraphicFramePr>
        <p:xfrm>
          <a:off x="723900" y="715963"/>
          <a:ext cx="462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79" name="Equation" r:id="rId3" imgW="4622760" imgH="393480" progId="Equation.DSMT4">
                  <p:embed/>
                </p:oleObj>
              </mc:Choice>
              <mc:Fallback>
                <p:oleObj name="Equation" r:id="rId3" imgW="462276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975F8F4-5A0C-4F52-A9EF-C8BBA64BA0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3900" y="715963"/>
                        <a:ext cx="4622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1D749DFB-9590-4426-9948-F23F4483FA15}"/>
              </a:ext>
            </a:extLst>
          </p:cNvPr>
          <p:cNvGrpSpPr/>
          <p:nvPr/>
        </p:nvGrpSpPr>
        <p:grpSpPr>
          <a:xfrm>
            <a:off x="6583364" y="588679"/>
            <a:ext cx="2331888" cy="2356746"/>
            <a:chOff x="6583364" y="588679"/>
            <a:chExt cx="2331888" cy="2356746"/>
          </a:xfrm>
        </p:grpSpPr>
        <p:sp>
          <p:nvSpPr>
            <p:cNvPr id="3" name="Freeform 20">
              <a:extLst>
                <a:ext uri="{FF2B5EF4-FFF2-40B4-BE49-F238E27FC236}">
                  <a16:creationId xmlns:a16="http://schemas.microsoft.com/office/drawing/2014/main" id="{071847E8-9B2D-4AB8-B3B4-3007FCAB6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1624" y="1344613"/>
              <a:ext cx="1066800" cy="1371600"/>
            </a:xfrm>
            <a:custGeom>
              <a:avLst/>
              <a:gdLst/>
              <a:ahLst/>
              <a:cxnLst>
                <a:cxn ang="0">
                  <a:pos x="0" y="864"/>
                </a:cxn>
                <a:cxn ang="0">
                  <a:pos x="672" y="864"/>
                </a:cxn>
                <a:cxn ang="0">
                  <a:pos x="672" y="0"/>
                </a:cxn>
                <a:cxn ang="0">
                  <a:pos x="0" y="864"/>
                </a:cxn>
              </a:cxnLst>
              <a:rect l="0" t="0" r="r" b="b"/>
              <a:pathLst>
                <a:path w="672" h="864">
                  <a:moveTo>
                    <a:pt x="0" y="864"/>
                  </a:moveTo>
                  <a:lnTo>
                    <a:pt x="672" y="864"/>
                  </a:lnTo>
                  <a:lnTo>
                    <a:pt x="672" y="0"/>
                  </a:lnTo>
                  <a:lnTo>
                    <a:pt x="0" y="864"/>
                  </a:lnTo>
                  <a:close/>
                </a:path>
              </a:pathLst>
            </a:custGeom>
            <a:noFill/>
            <a:ln w="15875" cmpd="sng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dirty="0">
                <a:latin typeface="+mn-ea"/>
              </a:endParaRPr>
            </a:p>
          </p:txBody>
        </p:sp>
        <p:sp>
          <p:nvSpPr>
            <p:cNvPr id="4" name="Arc 21">
              <a:extLst>
                <a:ext uri="{FF2B5EF4-FFF2-40B4-BE49-F238E27FC236}">
                  <a16:creationId xmlns:a16="http://schemas.microsoft.com/office/drawing/2014/main" id="{1A3C5893-58F8-4F2C-82EF-C6644E2EA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7396" y="2521872"/>
              <a:ext cx="273050" cy="212725"/>
            </a:xfrm>
            <a:custGeom>
              <a:avLst/>
              <a:gdLst>
                <a:gd name="G0" fmla="+- 0 0 0"/>
                <a:gd name="G1" fmla="+- 16840 0 0"/>
                <a:gd name="G2" fmla="+- 21600 0 0"/>
                <a:gd name="T0" fmla="*/ 13527 w 21600"/>
                <a:gd name="T1" fmla="*/ 0 h 16840"/>
                <a:gd name="T2" fmla="*/ 21600 w 21600"/>
                <a:gd name="T3" fmla="*/ 16840 h 16840"/>
                <a:gd name="T4" fmla="*/ 0 w 21600"/>
                <a:gd name="T5" fmla="*/ 16840 h 16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6840" fill="none" extrusionOk="0">
                  <a:moveTo>
                    <a:pt x="13526" y="0"/>
                  </a:moveTo>
                  <a:cubicBezTo>
                    <a:pt x="18630" y="4099"/>
                    <a:pt x="21600" y="10293"/>
                    <a:pt x="21600" y="16840"/>
                  </a:cubicBezTo>
                </a:path>
                <a:path w="21600" h="16840" stroke="0" extrusionOk="0">
                  <a:moveTo>
                    <a:pt x="13526" y="0"/>
                  </a:moveTo>
                  <a:cubicBezTo>
                    <a:pt x="18630" y="4099"/>
                    <a:pt x="21600" y="10293"/>
                    <a:pt x="21600" y="16840"/>
                  </a:cubicBezTo>
                  <a:lnTo>
                    <a:pt x="0" y="1684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+mn-ea"/>
              </a:endParaRPr>
            </a:p>
          </p:txBody>
        </p:sp>
        <p:graphicFrame>
          <p:nvGraphicFramePr>
            <p:cNvPr id="5" name="Object 25">
              <a:extLst>
                <a:ext uri="{FF2B5EF4-FFF2-40B4-BE49-F238E27FC236}">
                  <a16:creationId xmlns:a16="http://schemas.microsoft.com/office/drawing/2014/main" id="{AA3458F2-8995-42E7-B14C-0EA184A5A8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6455553"/>
                </p:ext>
              </p:extLst>
            </p:nvPr>
          </p:nvGraphicFramePr>
          <p:xfrm>
            <a:off x="7596336" y="2463930"/>
            <a:ext cx="114120" cy="215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880" name="Equation" r:id="rId5" imgW="114120" imgH="215640" progId="Equation.DSMT4">
                    <p:embed/>
                  </p:oleObj>
                </mc:Choice>
                <mc:Fallback>
                  <p:oleObj name="Equation" r:id="rId5" imgW="114120" imgH="215640" progId="Equation.DSMT4">
                    <p:embed/>
                    <p:pic>
                      <p:nvPicPr>
                        <p:cNvPr id="19" name="Object 25">
                          <a:extLst>
                            <a:ext uri="{FF2B5EF4-FFF2-40B4-BE49-F238E27FC236}">
                              <a16:creationId xmlns:a16="http://schemas.microsoft.com/office/drawing/2014/main" id="{C99422CD-CC21-4B90-8ADF-3E8A46C57C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6336" y="2463930"/>
                          <a:ext cx="114120" cy="2156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B1892FD0-7BAE-40B9-AD92-1751E95290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5524771"/>
                </p:ext>
              </p:extLst>
            </p:nvPr>
          </p:nvGraphicFramePr>
          <p:xfrm>
            <a:off x="7797874" y="2716825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881" name="Equation" r:id="rId7" imgW="114120" imgH="228600" progId="Equation.DSMT4">
                    <p:embed/>
                  </p:oleObj>
                </mc:Choice>
                <mc:Fallback>
                  <p:oleObj name="Equation" r:id="rId7" imgW="1141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797874" y="2716825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80DC1E92-988A-4D09-A804-D3FEB9A624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5497717"/>
                </p:ext>
              </p:extLst>
            </p:nvPr>
          </p:nvGraphicFramePr>
          <p:xfrm>
            <a:off x="7073974" y="588679"/>
            <a:ext cx="1447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882" name="Equation" r:id="rId9" imgW="1447560" imgH="330120" progId="Equation.DSMT4">
                    <p:embed/>
                  </p:oleObj>
                </mc:Choice>
                <mc:Fallback>
                  <p:oleObj name="Equation" r:id="rId9" imgW="1447560" imgH="3301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938760D2-ACE3-4672-A8DA-1CB842805CB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073974" y="588679"/>
                          <a:ext cx="1447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3BEF31E6-A6B0-46CC-8B30-6321708A13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8608819"/>
                </p:ext>
              </p:extLst>
            </p:nvPr>
          </p:nvGraphicFramePr>
          <p:xfrm>
            <a:off x="8432652" y="2067694"/>
            <a:ext cx="482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883" name="Equation" r:id="rId11" imgW="482400" imgH="241200" progId="Equation.DSMT4">
                    <p:embed/>
                  </p:oleObj>
                </mc:Choice>
                <mc:Fallback>
                  <p:oleObj name="Equation" r:id="rId11" imgW="4824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432652" y="2067694"/>
                          <a:ext cx="482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8909EBA5-DC5A-42A7-807E-927D5E0D25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6514681"/>
                </p:ext>
              </p:extLst>
            </p:nvPr>
          </p:nvGraphicFramePr>
          <p:xfrm>
            <a:off x="6583364" y="1708091"/>
            <a:ext cx="1319432" cy="3679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884" name="Equation" r:id="rId13" imgW="1320480" imgH="368280" progId="Equation.DSMT4">
                    <p:embed/>
                  </p:oleObj>
                </mc:Choice>
                <mc:Fallback>
                  <p:oleObj name="Equation" r:id="rId13" imgW="1320480" imgH="368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583364" y="1708091"/>
                          <a:ext cx="1319432" cy="36791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534D656-0043-4EEF-90D8-473037EC50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203631"/>
              </p:ext>
            </p:extLst>
          </p:nvPr>
        </p:nvGraphicFramePr>
        <p:xfrm>
          <a:off x="482599" y="1563638"/>
          <a:ext cx="2552701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5" name="Equation" r:id="rId15" imgW="2552400" imgH="812520" progId="Equation.DSMT4">
                  <p:embed/>
                </p:oleObj>
              </mc:Choice>
              <mc:Fallback>
                <p:oleObj name="Equation" r:id="rId15" imgW="25524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2599" y="1563638"/>
                        <a:ext cx="2552701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105415C-96F5-4E95-A027-E21545F038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287023"/>
              </p:ext>
            </p:extLst>
          </p:nvPr>
        </p:nvGraphicFramePr>
        <p:xfrm>
          <a:off x="3321050" y="1624013"/>
          <a:ext cx="2501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6" name="Equation" r:id="rId17" imgW="2501640" imgH="812520" progId="Equation.DSMT4">
                  <p:embed/>
                </p:oleObj>
              </mc:Choice>
              <mc:Fallback>
                <p:oleObj name="Equation" r:id="rId17" imgW="2501640" imgH="8125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534D656-0043-4EEF-90D8-473037EC50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21050" y="1624013"/>
                        <a:ext cx="2501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7B938DB-B4FE-43C9-BC52-FCE7A42669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114979"/>
              </p:ext>
            </p:extLst>
          </p:nvPr>
        </p:nvGraphicFramePr>
        <p:xfrm>
          <a:off x="1236663" y="2903538"/>
          <a:ext cx="2159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7" name="Equation" r:id="rId19" imgW="2158920" imgH="825480" progId="Equation.DSMT4">
                  <p:embed/>
                </p:oleObj>
              </mc:Choice>
              <mc:Fallback>
                <p:oleObj name="Equation" r:id="rId19" imgW="2158920" imgH="825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763013D-D920-4574-BE3C-12CE46E1C1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36663" y="2903538"/>
                        <a:ext cx="21590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8439E99-98EF-4612-A511-784F63AFC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004364"/>
              </p:ext>
            </p:extLst>
          </p:nvPr>
        </p:nvGraphicFramePr>
        <p:xfrm>
          <a:off x="975266" y="4059237"/>
          <a:ext cx="631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8" name="Equation" r:id="rId21" imgW="6311880" imgH="736560" progId="Equation.DSMT4">
                  <p:embed/>
                </p:oleObj>
              </mc:Choice>
              <mc:Fallback>
                <p:oleObj name="Equation" r:id="rId21" imgW="63118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75266" y="4059237"/>
                        <a:ext cx="6311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2">
            <a:extLst>
              <a:ext uri="{FF2B5EF4-FFF2-40B4-BE49-F238E27FC236}">
                <a16:creationId xmlns:a16="http://schemas.microsoft.com/office/drawing/2014/main" id="{F3090BAB-F7D3-44C5-9A0B-6A536C66B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3043326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52676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7B319C7-4306-4B85-A2BA-0DE614523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570" y="549739"/>
            <a:ext cx="175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说明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E88BCE7B-E63C-45F8-AAAC-10B442559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696" y="555526"/>
            <a:ext cx="46978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以上几例所使用的均为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三角代换</a:t>
            </a:r>
            <a:r>
              <a:rPr lang="en-US" altLang="zh-CN" sz="2400" b="1" dirty="0">
                <a:solidFill>
                  <a:schemeClr val="accent2"/>
                </a:solidFill>
                <a:latin typeface="+mn-ea"/>
              </a:rPr>
              <a:t>.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708398B-A02A-419E-BFEB-0BD6E60FB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5942" y="530855"/>
            <a:ext cx="23417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三角代换的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目的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6F8B0229-42DE-4AB1-8F2C-8CB3ECDBC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1354" y="1298196"/>
            <a:ext cx="4480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一般规律如下：当被积函数中</a:t>
            </a:r>
            <a:r>
              <a:rPr lang="en-US" altLang="zh-CN" sz="2400" b="1" dirty="0">
                <a:latin typeface="+mn-ea"/>
              </a:rPr>
              <a:t>,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6" name="Object 17">
            <a:extLst>
              <a:ext uri="{FF2B5EF4-FFF2-40B4-BE49-F238E27FC236}">
                <a16:creationId xmlns:a16="http://schemas.microsoft.com/office/drawing/2014/main" id="{8F8BD7AE-7C18-4862-A19E-27A07081D0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125061"/>
              </p:ext>
            </p:extLst>
          </p:nvPr>
        </p:nvGraphicFramePr>
        <p:xfrm>
          <a:off x="2902620" y="2185456"/>
          <a:ext cx="1206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14" name="Equation" r:id="rId3" imgW="28956000" imgH="11277600" progId="Equation.DSMT4">
                  <p:embed/>
                </p:oleObj>
              </mc:Choice>
              <mc:Fallback>
                <p:oleObj name="Equation" r:id="rId3" imgW="28956000" imgH="11277600" progId="Equation.DSMT4">
                  <p:embed/>
                  <p:pic>
                    <p:nvPicPr>
                      <p:cNvPr id="15" name="Object 17">
                        <a:extLst>
                          <a:ext uri="{FF2B5EF4-FFF2-40B4-BE49-F238E27FC236}">
                            <a16:creationId xmlns:a16="http://schemas.microsoft.com/office/drawing/2014/main" id="{8E26163A-198B-4AE1-8B6C-9AC99F1347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2620" y="2185456"/>
                        <a:ext cx="1206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8">
            <a:extLst>
              <a:ext uri="{FF2B5EF4-FFF2-40B4-BE49-F238E27FC236}">
                <a16:creationId xmlns:a16="http://schemas.microsoft.com/office/drawing/2014/main" id="{1A966C46-F98C-4562-BB04-A715F38BC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9741" y="2151107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可令</a:t>
            </a:r>
          </a:p>
        </p:txBody>
      </p:sp>
      <p:graphicFrame>
        <p:nvGraphicFramePr>
          <p:cNvPr id="8" name="Object 19">
            <a:extLst>
              <a:ext uri="{FF2B5EF4-FFF2-40B4-BE49-F238E27FC236}">
                <a16:creationId xmlns:a16="http://schemas.microsoft.com/office/drawing/2014/main" id="{BB83692A-1B83-4EC5-B95A-3D3F5395C5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336015"/>
              </p:ext>
            </p:extLst>
          </p:nvPr>
        </p:nvGraphicFramePr>
        <p:xfrm>
          <a:off x="5624951" y="2215137"/>
          <a:ext cx="12700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15" name="Equation" r:id="rId5" imgW="30480000" imgH="7924800" progId="Equation.DSMT4">
                  <p:embed/>
                </p:oleObj>
              </mc:Choice>
              <mc:Fallback>
                <p:oleObj name="Equation" r:id="rId5" imgW="30480000" imgH="7924800" progId="Equation.DSMT4">
                  <p:embed/>
                  <p:pic>
                    <p:nvPicPr>
                      <p:cNvPr id="17" name="Object 19">
                        <a:extLst>
                          <a:ext uri="{FF2B5EF4-FFF2-40B4-BE49-F238E27FC236}">
                            <a16:creationId xmlns:a16="http://schemas.microsoft.com/office/drawing/2014/main" id="{A72AA37F-F3D2-4E8E-8C33-E59979C9AB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951" y="2215137"/>
                        <a:ext cx="1270000" cy="328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0">
            <a:extLst>
              <a:ext uri="{FF2B5EF4-FFF2-40B4-BE49-F238E27FC236}">
                <a16:creationId xmlns:a16="http://schemas.microsoft.com/office/drawing/2014/main" id="{5C131028-2DD2-47FA-9AB3-88FB738FB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848935"/>
              </p:ext>
            </p:extLst>
          </p:nvPr>
        </p:nvGraphicFramePr>
        <p:xfrm>
          <a:off x="2901299" y="2967253"/>
          <a:ext cx="1206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16" name="Equation" r:id="rId7" imgW="28956000" imgH="11277600" progId="Equation.DSMT4">
                  <p:embed/>
                </p:oleObj>
              </mc:Choice>
              <mc:Fallback>
                <p:oleObj name="Equation" r:id="rId7" imgW="28956000" imgH="11277600" progId="Equation.DSMT4">
                  <p:embed/>
                  <p:pic>
                    <p:nvPicPr>
                      <p:cNvPr id="18" name="Object 20">
                        <a:extLst>
                          <a:ext uri="{FF2B5EF4-FFF2-40B4-BE49-F238E27FC236}">
                            <a16:creationId xmlns:a16="http://schemas.microsoft.com/office/drawing/2014/main" id="{F04BC46C-311A-4E7D-965D-0EA0ECCFC9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299" y="2967253"/>
                        <a:ext cx="1206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1">
            <a:extLst>
              <a:ext uri="{FF2B5EF4-FFF2-40B4-BE49-F238E27FC236}">
                <a16:creationId xmlns:a16="http://schemas.microsoft.com/office/drawing/2014/main" id="{0C106AF1-5118-4A3C-A09C-E5CD075C2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9741" y="2916480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可令</a:t>
            </a:r>
          </a:p>
        </p:txBody>
      </p:sp>
      <p:graphicFrame>
        <p:nvGraphicFramePr>
          <p:cNvPr id="11" name="Object 22">
            <a:extLst>
              <a:ext uri="{FF2B5EF4-FFF2-40B4-BE49-F238E27FC236}">
                <a16:creationId xmlns:a16="http://schemas.microsoft.com/office/drawing/2014/main" id="{E8136EBA-E1E9-487E-B3BB-E15EF1B26A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02959"/>
              </p:ext>
            </p:extLst>
          </p:nvPr>
        </p:nvGraphicFramePr>
        <p:xfrm>
          <a:off x="5618966" y="3049803"/>
          <a:ext cx="1295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17" name="Equation" r:id="rId9" imgW="31089600" imgH="7315200" progId="Equation.DSMT4">
                  <p:embed/>
                </p:oleObj>
              </mc:Choice>
              <mc:Fallback>
                <p:oleObj name="Equation" r:id="rId9" imgW="31089600" imgH="7315200" progId="Equation.DSMT4">
                  <p:embed/>
                  <p:pic>
                    <p:nvPicPr>
                      <p:cNvPr id="20" name="Object 22">
                        <a:extLst>
                          <a:ext uri="{FF2B5EF4-FFF2-40B4-BE49-F238E27FC236}">
                            <a16:creationId xmlns:a16="http://schemas.microsoft.com/office/drawing/2014/main" id="{59D8C280-C99C-451D-8E11-D05C4E834F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966" y="3049803"/>
                        <a:ext cx="12954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3">
            <a:extLst>
              <a:ext uri="{FF2B5EF4-FFF2-40B4-BE49-F238E27FC236}">
                <a16:creationId xmlns:a16="http://schemas.microsoft.com/office/drawing/2014/main" id="{27463154-9DE9-44B3-B57D-AB2F22730D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54446"/>
              </p:ext>
            </p:extLst>
          </p:nvPr>
        </p:nvGraphicFramePr>
        <p:xfrm>
          <a:off x="2901299" y="3749051"/>
          <a:ext cx="1206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18" name="Equation" r:id="rId11" imgW="28956000" imgH="11277600" progId="Equation.DSMT4">
                  <p:embed/>
                </p:oleObj>
              </mc:Choice>
              <mc:Fallback>
                <p:oleObj name="Equation" r:id="rId11" imgW="28956000" imgH="11277600" progId="Equation.DSMT4">
                  <p:embed/>
                  <p:pic>
                    <p:nvPicPr>
                      <p:cNvPr id="21" name="Object 23">
                        <a:extLst>
                          <a:ext uri="{FF2B5EF4-FFF2-40B4-BE49-F238E27FC236}">
                            <a16:creationId xmlns:a16="http://schemas.microsoft.com/office/drawing/2014/main" id="{AD2BC3CF-561B-4085-81BF-0CF272CDFA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299" y="3749051"/>
                        <a:ext cx="1206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4">
            <a:extLst>
              <a:ext uri="{FF2B5EF4-FFF2-40B4-BE49-F238E27FC236}">
                <a16:creationId xmlns:a16="http://schemas.microsoft.com/office/drawing/2014/main" id="{2365DCB1-0D11-45C0-A73F-4130CE2E6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9741" y="3716155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可令</a:t>
            </a:r>
          </a:p>
        </p:txBody>
      </p:sp>
      <p:graphicFrame>
        <p:nvGraphicFramePr>
          <p:cNvPr id="14" name="Object 25">
            <a:extLst>
              <a:ext uri="{FF2B5EF4-FFF2-40B4-BE49-F238E27FC236}">
                <a16:creationId xmlns:a16="http://schemas.microsoft.com/office/drawing/2014/main" id="{04F6809E-752D-4AA9-977F-CBA9930D79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850200"/>
              </p:ext>
            </p:extLst>
          </p:nvPr>
        </p:nvGraphicFramePr>
        <p:xfrm>
          <a:off x="5604518" y="3863351"/>
          <a:ext cx="1257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19" name="Equation" r:id="rId13" imgW="30175200" imgH="5791200" progId="Equation.DSMT4">
                  <p:embed/>
                </p:oleObj>
              </mc:Choice>
              <mc:Fallback>
                <p:oleObj name="Equation" r:id="rId13" imgW="30175200" imgH="5791200" progId="Equation.DSMT4">
                  <p:embed/>
                  <p:pic>
                    <p:nvPicPr>
                      <p:cNvPr id="23" name="Object 25">
                        <a:extLst>
                          <a:ext uri="{FF2B5EF4-FFF2-40B4-BE49-F238E27FC236}">
                            <a16:creationId xmlns:a16="http://schemas.microsoft.com/office/drawing/2014/main" id="{C49D70C1-D9F1-480D-85FC-50714D114E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4518" y="3863351"/>
                        <a:ext cx="12573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6">
            <a:extLst>
              <a:ext uri="{FF2B5EF4-FFF2-40B4-BE49-F238E27FC236}">
                <a16:creationId xmlns:a16="http://schemas.microsoft.com/office/drawing/2014/main" id="{16D5268D-A2FE-46A9-AA18-1763D223D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3364" y="2148611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zh-CN" altLang="zh-CN" sz="2400">
              <a:latin typeface="+mn-ea"/>
            </a:endParaRPr>
          </a:p>
        </p:txBody>
      </p:sp>
      <p:sp>
        <p:nvSpPr>
          <p:cNvPr id="16" name="Rectangle 28">
            <a:extLst>
              <a:ext uri="{FF2B5EF4-FFF2-40B4-BE49-F238E27FC236}">
                <a16:creationId xmlns:a16="http://schemas.microsoft.com/office/drawing/2014/main" id="{15FDBBA0-DCC3-4A0C-89D5-94ED0F230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164" y="2150199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n-ea"/>
              </a:rPr>
              <a:t>含</a:t>
            </a: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F9CE84AF-95E1-4194-925C-791FAABEC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164" y="2924278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n-ea"/>
              </a:rPr>
              <a:t>含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DB13A4B8-E9E2-4FFC-8596-E1E6FE7A5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164" y="3716155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n-ea"/>
              </a:rPr>
              <a:t>含</a:t>
            </a: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3F3F4E31-1950-425C-B1C0-02D8B59D9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45" y="1314315"/>
            <a:ext cx="42484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是化去被积函数中的根式</a:t>
            </a:r>
            <a:r>
              <a:rPr lang="en-US" altLang="zh-CN" sz="2400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666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6" grpId="0"/>
      <p:bldP spid="17" grpId="0"/>
      <p:bldP spid="1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DED52EC2-9F00-4B3A-8394-377D3F318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2110085"/>
            <a:ext cx="42606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简单无理根式代换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417737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0BF3977B-A0A5-458F-A4B0-DFC1632433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70593"/>
              </p:ext>
            </p:extLst>
          </p:nvPr>
        </p:nvGraphicFramePr>
        <p:xfrm>
          <a:off x="4335976" y="1343177"/>
          <a:ext cx="1460160" cy="41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84" name="Equation" r:id="rId3" imgW="1460160" imgH="419040" progId="Equation.DSMT4">
                  <p:embed/>
                </p:oleObj>
              </mc:Choice>
              <mc:Fallback>
                <p:oleObj name="Equation" r:id="rId3" imgW="1460160" imgH="419040" progId="Equation.DSMT4">
                  <p:embed/>
                  <p:pic>
                    <p:nvPicPr>
                      <p:cNvPr id="2" name="Object 5">
                        <a:extLst>
                          <a:ext uri="{FF2B5EF4-FFF2-40B4-BE49-F238E27FC236}">
                            <a16:creationId xmlns:a16="http://schemas.microsoft.com/office/drawing/2014/main" id="{F67A6A3F-2A2B-42DB-8FE1-364BF24D8E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976" y="1343177"/>
                        <a:ext cx="1460160" cy="419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A1628F0A-AF7C-4A38-954D-ADB80568F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633092"/>
              </p:ext>
            </p:extLst>
          </p:nvPr>
        </p:nvGraphicFramePr>
        <p:xfrm>
          <a:off x="2341843" y="1314458"/>
          <a:ext cx="1054080" cy="41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85" name="Equation" r:id="rId5" imgW="1054080" imgH="419040" progId="Equation.DSMT4">
                  <p:embed/>
                </p:oleObj>
              </mc:Choice>
              <mc:Fallback>
                <p:oleObj name="Equation" r:id="rId5" imgW="1054080" imgH="41904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E0C5E011-31E6-4B28-9397-ACD34F1C03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843" y="1314458"/>
                        <a:ext cx="1054080" cy="419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8">
            <a:extLst>
              <a:ext uri="{FF2B5EF4-FFF2-40B4-BE49-F238E27FC236}">
                <a16:creationId xmlns:a16="http://schemas.microsoft.com/office/drawing/2014/main" id="{B11D0135-E675-49AF-BC8D-18399238F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7819" y="1289534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可令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B3A28247-11C8-4460-8C40-1D05CFCCF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027" y="2067694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可令</a:t>
            </a:r>
          </a:p>
        </p:txBody>
      </p:sp>
      <p:graphicFrame>
        <p:nvGraphicFramePr>
          <p:cNvPr id="6" name="Object 12">
            <a:extLst>
              <a:ext uri="{FF2B5EF4-FFF2-40B4-BE49-F238E27FC236}">
                <a16:creationId xmlns:a16="http://schemas.microsoft.com/office/drawing/2014/main" id="{FF0E6917-9F1A-48A8-9DC5-361F5D13F3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984853"/>
              </p:ext>
            </p:extLst>
          </p:nvPr>
        </p:nvGraphicFramePr>
        <p:xfrm>
          <a:off x="2309763" y="2096259"/>
          <a:ext cx="220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86" name="Equation" r:id="rId7" imgW="53035200" imgH="10972800" progId="Equation.DSMT4">
                  <p:embed/>
                </p:oleObj>
              </mc:Choice>
              <mc:Fallback>
                <p:oleObj name="Equation" r:id="rId7" imgW="53035200" imgH="10972800" progId="Equation.DSMT4">
                  <p:embed/>
                  <p:pic>
                    <p:nvPicPr>
                      <p:cNvPr id="6" name="Object 12">
                        <a:extLst>
                          <a:ext uri="{FF2B5EF4-FFF2-40B4-BE49-F238E27FC236}">
                            <a16:creationId xmlns:a16="http://schemas.microsoft.com/office/drawing/2014/main" id="{1C28B88B-714F-4AD0-B670-1B786C4C92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763" y="2096259"/>
                        <a:ext cx="2209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856487BD-EE4E-4794-9BF7-207751998D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405948"/>
              </p:ext>
            </p:extLst>
          </p:nvPr>
        </p:nvGraphicFramePr>
        <p:xfrm>
          <a:off x="5550123" y="2101786"/>
          <a:ext cx="14349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87" name="Equation" r:id="rId9" imgW="34442400" imgH="9448800" progId="Equation.DSMT4">
                  <p:embed/>
                </p:oleObj>
              </mc:Choice>
              <mc:Fallback>
                <p:oleObj name="Equation" r:id="rId9" imgW="34442400" imgH="9448800" progId="Equation.DSMT4">
                  <p:embed/>
                  <p:pic>
                    <p:nvPicPr>
                      <p:cNvPr id="7" name="Object 13">
                        <a:extLst>
                          <a:ext uri="{FF2B5EF4-FFF2-40B4-BE49-F238E27FC236}">
                            <a16:creationId xmlns:a16="http://schemas.microsoft.com/office/drawing/2014/main" id="{178EA00E-A196-4DA6-BB17-E08C070F31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0123" y="2101786"/>
                        <a:ext cx="1434960" cy="393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57633F26-8BA6-4B27-80ED-9D59ADD974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200452"/>
              </p:ext>
            </p:extLst>
          </p:nvPr>
        </p:nvGraphicFramePr>
        <p:xfrm>
          <a:off x="7134299" y="2110080"/>
          <a:ext cx="353654" cy="397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88" name="Equation" r:id="rId11" imgW="7315200" imgH="8229600" progId="Equation.DSMT4">
                  <p:embed/>
                </p:oleObj>
              </mc:Choice>
              <mc:Fallback>
                <p:oleObj name="Equation" r:id="rId11" imgW="7315200" imgH="8229600" progId="Equation.DSMT4">
                  <p:embed/>
                  <p:pic>
                    <p:nvPicPr>
                      <p:cNvPr id="8" name="Object 14">
                        <a:extLst>
                          <a:ext uri="{FF2B5EF4-FFF2-40B4-BE49-F238E27FC236}">
                            <a16:creationId xmlns:a16="http://schemas.microsoft.com/office/drawing/2014/main" id="{BF5228B0-A91E-4D20-AAB8-1887AFFC872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4299" y="2110080"/>
                        <a:ext cx="353654" cy="3974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3">
            <a:extLst>
              <a:ext uri="{FF2B5EF4-FFF2-40B4-BE49-F238E27FC236}">
                <a16:creationId xmlns:a16="http://schemas.microsoft.com/office/drawing/2014/main" id="{B3110B08-D048-412E-83BE-D6B1A7B24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752" y="1275606"/>
            <a:ext cx="11160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</a:rPr>
              <a:t>(1) </a:t>
            </a:r>
            <a:r>
              <a:rPr lang="zh-CN" altLang="en-US" sz="2400" b="1" dirty="0">
                <a:latin typeface="+mn-ea"/>
              </a:rPr>
              <a:t>含</a:t>
            </a:r>
          </a:p>
        </p:txBody>
      </p:sp>
      <p:sp>
        <p:nvSpPr>
          <p:cNvPr id="10" name="Rectangle 34">
            <a:extLst>
              <a:ext uri="{FF2B5EF4-FFF2-40B4-BE49-F238E27FC236}">
                <a16:creationId xmlns:a16="http://schemas.microsoft.com/office/drawing/2014/main" id="{DA802978-CC2B-4DEB-916B-E08F58AF9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752" y="2089099"/>
            <a:ext cx="11160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</a:rPr>
              <a:t>(2) </a:t>
            </a:r>
            <a:r>
              <a:rPr lang="zh-CN" altLang="en-US" sz="2400" b="1" dirty="0">
                <a:latin typeface="+mn-ea"/>
              </a:rPr>
              <a:t>含</a:t>
            </a:r>
          </a:p>
        </p:txBody>
      </p:sp>
      <p:grpSp>
        <p:nvGrpSpPr>
          <p:cNvPr id="11" name="Group 36">
            <a:extLst>
              <a:ext uri="{FF2B5EF4-FFF2-40B4-BE49-F238E27FC236}">
                <a16:creationId xmlns:a16="http://schemas.microsoft.com/office/drawing/2014/main" id="{B7C9A847-A013-459E-8DCE-E77F6D38D021}"/>
              </a:ext>
            </a:extLst>
          </p:cNvPr>
          <p:cNvGrpSpPr>
            <a:grpSpLocks/>
          </p:cNvGrpSpPr>
          <p:nvPr/>
        </p:nvGrpSpPr>
        <p:grpSpPr bwMode="auto">
          <a:xfrm>
            <a:off x="7422331" y="2037780"/>
            <a:ext cx="1254125" cy="461962"/>
            <a:chOff x="2413" y="3783"/>
            <a:chExt cx="790" cy="291"/>
          </a:xfrm>
        </p:grpSpPr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52D459C9-AD5B-40A3-A7F8-A08CBB0BB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783"/>
              <a:ext cx="3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为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3" name="Object 35">
              <a:extLst>
                <a:ext uri="{FF2B5EF4-FFF2-40B4-BE49-F238E27FC236}">
                  <a16:creationId xmlns:a16="http://schemas.microsoft.com/office/drawing/2014/main" id="{1155FC19-F346-4F1E-8B9A-FF5CFE01E4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0926626"/>
                </p:ext>
              </p:extLst>
            </p:nvPr>
          </p:nvGraphicFramePr>
          <p:xfrm>
            <a:off x="2745" y="3798"/>
            <a:ext cx="45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089" name="Equation" r:id="rId13" imgW="15849600" imgH="9144000" progId="Equation.DSMT4">
                    <p:embed/>
                  </p:oleObj>
                </mc:Choice>
                <mc:Fallback>
                  <p:oleObj name="Equation" r:id="rId13" imgW="15849600" imgH="9144000" progId="Equation.DSMT4">
                    <p:embed/>
                    <p:pic>
                      <p:nvPicPr>
                        <p:cNvPr id="14" name="Object 35">
                          <a:extLst>
                            <a:ext uri="{FF2B5EF4-FFF2-40B4-BE49-F238E27FC236}">
                              <a16:creationId xmlns:a16="http://schemas.microsoft.com/office/drawing/2014/main" id="{D6703445-814B-4249-B6BE-16A6301762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5" y="3798"/>
                          <a:ext cx="45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16">
            <a:extLst>
              <a:ext uri="{FF2B5EF4-FFF2-40B4-BE49-F238E27FC236}">
                <a16:creationId xmlns:a16="http://schemas.microsoft.com/office/drawing/2014/main" id="{A51351A6-E468-473C-8735-79B755310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39" y="2830165"/>
            <a:ext cx="21964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的最小公倍数</a:t>
            </a:r>
            <a:r>
              <a:rPr lang="en-US" altLang="zh-CN" sz="24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380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7CD74015-1359-4E8A-898D-F25FA7D3D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66" y="1262153"/>
            <a:ext cx="8050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 </a:t>
            </a:r>
            <a:r>
              <a:rPr lang="zh-CN" altLang="en-US" sz="2400" b="1" dirty="0">
                <a:latin typeface="+mn-ea"/>
              </a:rPr>
              <a:t> 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D5AEB6BD-F426-46E0-AF38-96724E0F43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531567"/>
              </p:ext>
            </p:extLst>
          </p:nvPr>
        </p:nvGraphicFramePr>
        <p:xfrm>
          <a:off x="1609624" y="1844600"/>
          <a:ext cx="1714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96" name="Equation" r:id="rId3" imgW="41148000" imgH="20116800" progId="Equation.DSMT4">
                  <p:embed/>
                </p:oleObj>
              </mc:Choice>
              <mc:Fallback>
                <p:oleObj name="Equation" r:id="rId3" imgW="41148000" imgH="2011680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D5AEB6BD-F426-46E0-AF38-96724E0F43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624" y="1844600"/>
                        <a:ext cx="17145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80258BA-D522-4039-93C2-3E722E74D4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031444"/>
              </p:ext>
            </p:extLst>
          </p:nvPr>
        </p:nvGraphicFramePr>
        <p:xfrm>
          <a:off x="2816308" y="1316519"/>
          <a:ext cx="850680" cy="41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97" name="Equation" r:id="rId5" imgW="850680" imgH="419040" progId="Equation.DSMT4">
                  <p:embed/>
                </p:oleObj>
              </mc:Choice>
              <mc:Fallback>
                <p:oleObj name="Equation" r:id="rId5" imgW="850680" imgH="41904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80258BA-D522-4039-93C2-3E722E74D4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308" y="1316519"/>
                        <a:ext cx="850680" cy="419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0330D9BA-F24A-47DD-94A5-54E3797B42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911094"/>
              </p:ext>
            </p:extLst>
          </p:nvPr>
        </p:nvGraphicFramePr>
        <p:xfrm>
          <a:off x="1820421" y="1316459"/>
          <a:ext cx="965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98" name="Equation" r:id="rId7" imgW="23164800" imgH="10363200" progId="Equation.DSMT4">
                  <p:embed/>
                </p:oleObj>
              </mc:Choice>
              <mc:Fallback>
                <p:oleObj name="Equation" r:id="rId7" imgW="23164800" imgH="10363200" progId="Equation.DSMT4">
                  <p:embed/>
                  <p:pic>
                    <p:nvPicPr>
                      <p:cNvPr id="5" name="Object 7">
                        <a:extLst>
                          <a:ext uri="{FF2B5EF4-FFF2-40B4-BE49-F238E27FC236}">
                            <a16:creationId xmlns:a16="http://schemas.microsoft.com/office/drawing/2014/main" id="{0330D9BA-F24A-47DD-94A5-54E3797B42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421" y="1316459"/>
                        <a:ext cx="965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>
            <a:extLst>
              <a:ext uri="{FF2B5EF4-FFF2-40B4-BE49-F238E27FC236}">
                <a16:creationId xmlns:a16="http://schemas.microsoft.com/office/drawing/2014/main" id="{962AC6EF-169B-4467-8421-3699D3CC5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479" y="1265788"/>
            <a:ext cx="492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令</a:t>
            </a:r>
          </a:p>
        </p:txBody>
      </p:sp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5E998F87-4F3E-4FA5-9A48-7369AD3AF6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615662"/>
              </p:ext>
            </p:extLst>
          </p:nvPr>
        </p:nvGraphicFramePr>
        <p:xfrm>
          <a:off x="3357588" y="1905794"/>
          <a:ext cx="19812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99" name="Equation" r:id="rId9" imgW="1981080" imgH="749160" progId="Equation.DSMT4">
                  <p:embed/>
                </p:oleObj>
              </mc:Choice>
              <mc:Fallback>
                <p:oleObj name="Equation" r:id="rId9" imgW="1981080" imgH="749160" progId="Equation.DSMT4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5E998F87-4F3E-4FA5-9A48-7369AD3AF6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88" y="1905794"/>
                        <a:ext cx="19812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CD841E53-7BE1-4846-AAED-016B9D396D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082031"/>
              </p:ext>
            </p:extLst>
          </p:nvPr>
        </p:nvGraphicFramePr>
        <p:xfrm>
          <a:off x="5374852" y="1834190"/>
          <a:ext cx="1460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0" name="Equation" r:id="rId11" imgW="35052000" imgH="19202400" progId="Equation.DSMT4">
                  <p:embed/>
                </p:oleObj>
              </mc:Choice>
              <mc:Fallback>
                <p:oleObj name="Equation" r:id="rId11" imgW="35052000" imgH="19202400" progId="Equation.DSMT4">
                  <p:embed/>
                  <p:pic>
                    <p:nvPicPr>
                      <p:cNvPr id="8" name="Object 10">
                        <a:extLst>
                          <a:ext uri="{FF2B5EF4-FFF2-40B4-BE49-F238E27FC236}">
                            <a16:creationId xmlns:a16="http://schemas.microsoft.com/office/drawing/2014/main" id="{CD841E53-7BE1-4846-AAED-016B9D396D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4852" y="1834190"/>
                        <a:ext cx="14605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2">
            <a:extLst>
              <a:ext uri="{FF2B5EF4-FFF2-40B4-BE49-F238E27FC236}">
                <a16:creationId xmlns:a16="http://schemas.microsoft.com/office/drawing/2014/main" id="{E9D53958-F68A-4761-83C7-F996A1444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66" y="414425"/>
            <a:ext cx="28248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r>
              <a:rPr lang="en-US" altLang="zh-CN" sz="2400" b="1" dirty="0"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求         </a:t>
            </a:r>
          </a:p>
        </p:txBody>
      </p:sp>
      <p:graphicFrame>
        <p:nvGraphicFramePr>
          <p:cNvPr id="10" name="Object 23">
            <a:extLst>
              <a:ext uri="{FF2B5EF4-FFF2-40B4-BE49-F238E27FC236}">
                <a16:creationId xmlns:a16="http://schemas.microsoft.com/office/drawing/2014/main" id="{BCD8C13F-0C86-4C0E-AA94-B2586FF320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31106"/>
              </p:ext>
            </p:extLst>
          </p:nvPr>
        </p:nvGraphicFramePr>
        <p:xfrm>
          <a:off x="1907704" y="267494"/>
          <a:ext cx="17621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1" name="Equation" r:id="rId13" imgW="42367200" imgH="20116800" progId="Equation.DSMT4">
                  <p:embed/>
                </p:oleObj>
              </mc:Choice>
              <mc:Fallback>
                <p:oleObj name="Equation" r:id="rId13" imgW="42367200" imgH="20116800" progId="Equation.DSMT4">
                  <p:embed/>
                  <p:pic>
                    <p:nvPicPr>
                      <p:cNvPr id="10" name="Object 23">
                        <a:extLst>
                          <a:ext uri="{FF2B5EF4-FFF2-40B4-BE49-F238E27FC236}">
                            <a16:creationId xmlns:a16="http://schemas.microsoft.com/office/drawing/2014/main" id="{BCD8C13F-0C86-4C0E-AA94-B2586FF320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67494"/>
                        <a:ext cx="176212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1572EEDA-BF50-4E8B-8B1E-8F2E6889B9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081960"/>
              </p:ext>
            </p:extLst>
          </p:nvPr>
        </p:nvGraphicFramePr>
        <p:xfrm>
          <a:off x="3363540" y="2902438"/>
          <a:ext cx="1346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2" name="Equation" r:id="rId15" imgW="32308800" imgH="18897600" progId="Equation.DSMT4">
                  <p:embed/>
                </p:oleObj>
              </mc:Choice>
              <mc:Fallback>
                <p:oleObj name="Equation" r:id="rId15" imgW="32308800" imgH="18897600" progId="Equation.DSMT4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id="{1572EEDA-BF50-4E8B-8B1E-8F2E6889B9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540" y="2902438"/>
                        <a:ext cx="1346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B38E7672-57D4-44C8-9514-B9AF5D4C01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060677"/>
              </p:ext>
            </p:extLst>
          </p:nvPr>
        </p:nvGraphicFramePr>
        <p:xfrm>
          <a:off x="4816500" y="2901156"/>
          <a:ext cx="21209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3" name="Equation" r:id="rId17" imgW="2120760" imgH="787320" progId="Equation.DSMT4">
                  <p:embed/>
                </p:oleObj>
              </mc:Choice>
              <mc:Fallback>
                <p:oleObj name="Equation" r:id="rId17" imgW="2120760" imgH="787320" progId="Equation.DSMT4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B38E7672-57D4-44C8-9514-B9AF5D4C01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500" y="2901156"/>
                        <a:ext cx="21209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0">
            <a:extLst>
              <a:ext uri="{FF2B5EF4-FFF2-40B4-BE49-F238E27FC236}">
                <a16:creationId xmlns:a16="http://schemas.microsoft.com/office/drawing/2014/main" id="{7096A172-A159-496F-9413-31C9F0E476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117453"/>
              </p:ext>
            </p:extLst>
          </p:nvPr>
        </p:nvGraphicFramePr>
        <p:xfrm>
          <a:off x="3358124" y="3843540"/>
          <a:ext cx="3416040" cy="90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4" name="Equation" r:id="rId19" imgW="3416040" imgH="901440" progId="Equation.DSMT4">
                  <p:embed/>
                </p:oleObj>
              </mc:Choice>
              <mc:Fallback>
                <p:oleObj name="Equation" r:id="rId19" imgW="3416040" imgH="901440" progId="Equation.DSMT4">
                  <p:embed/>
                  <p:pic>
                    <p:nvPicPr>
                      <p:cNvPr id="13" name="Object 20">
                        <a:extLst>
                          <a:ext uri="{FF2B5EF4-FFF2-40B4-BE49-F238E27FC236}">
                            <a16:creationId xmlns:a16="http://schemas.microsoft.com/office/drawing/2014/main" id="{7096A172-A159-496F-9413-31C9F0E476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8124" y="3843540"/>
                        <a:ext cx="3416040" cy="901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7">
            <a:extLst>
              <a:ext uri="{FF2B5EF4-FFF2-40B4-BE49-F238E27FC236}">
                <a16:creationId xmlns:a16="http://schemas.microsoft.com/office/drawing/2014/main" id="{20BC27CD-AEB5-4D5B-8506-ED868D4D5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847" y="1285516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ABA9508-7A09-4C93-AD7B-38AA2A566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677155"/>
              </p:ext>
            </p:extLst>
          </p:nvPr>
        </p:nvGraphicFramePr>
        <p:xfrm>
          <a:off x="5758061" y="2972395"/>
          <a:ext cx="330120" cy="26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5" name="Equation" r:id="rId21" imgW="330120" imgH="266400" progId="Equation.DSMT4">
                  <p:embed/>
                </p:oleObj>
              </mc:Choice>
              <mc:Fallback>
                <p:oleObj name="Equation" r:id="rId21" imgW="330120" imgH="2664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ABA9508-7A09-4C93-AD7B-38AA2A566A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8061" y="2972395"/>
                        <a:ext cx="330120" cy="26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8075230-C945-4728-8E77-ADFBE56231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024147"/>
              </p:ext>
            </p:extLst>
          </p:nvPr>
        </p:nvGraphicFramePr>
        <p:xfrm>
          <a:off x="6118101" y="2972395"/>
          <a:ext cx="330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6" name="Equation" r:id="rId23" imgW="330120" imgH="266400" progId="Equation.DSMT4">
                  <p:embed/>
                </p:oleObj>
              </mc:Choice>
              <mc:Fallback>
                <p:oleObj name="Equation" r:id="rId23" imgW="330120" imgH="2664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88075230-C945-4728-8E77-ADFBE56231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8101" y="2972395"/>
                        <a:ext cx="330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044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1">
            <a:extLst>
              <a:ext uri="{FF2B5EF4-FFF2-40B4-BE49-F238E27FC236}">
                <a16:creationId xmlns:a16="http://schemas.microsoft.com/office/drawing/2014/main" id="{72A209DE-4EFD-461B-9789-A559B25A96E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26492" y="2464980"/>
          <a:ext cx="286861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34" name="Equation" r:id="rId3" imgW="68884800" imgH="19507200" progId="Equation.DSMT4">
                  <p:embed/>
                </p:oleObj>
              </mc:Choice>
              <mc:Fallback>
                <p:oleObj name="Equation" r:id="rId3" imgW="68884800" imgH="19507200" progId="Equation.DSMT4">
                  <p:embed/>
                  <p:pic>
                    <p:nvPicPr>
                      <p:cNvPr id="2" name="Object 21">
                        <a:extLst>
                          <a:ext uri="{FF2B5EF4-FFF2-40B4-BE49-F238E27FC236}">
                            <a16:creationId xmlns:a16="http://schemas.microsoft.com/office/drawing/2014/main" id="{72A209DE-4EFD-461B-9789-A559B25A96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6492" y="2464980"/>
                        <a:ext cx="2868613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B1C0E7EE-F54B-4837-A019-E43F20415030}"/>
              </a:ext>
            </a:extLst>
          </p:cNvPr>
          <p:cNvGrpSpPr/>
          <p:nvPr/>
        </p:nvGrpSpPr>
        <p:grpSpPr>
          <a:xfrm>
            <a:off x="2326503" y="3402806"/>
            <a:ext cx="3689579" cy="914400"/>
            <a:chOff x="2326503" y="3402806"/>
            <a:chExt cx="3689579" cy="914400"/>
          </a:xfrm>
        </p:grpSpPr>
        <p:graphicFrame>
          <p:nvGraphicFramePr>
            <p:cNvPr id="3" name="Object 4">
              <a:extLst>
                <a:ext uri="{FF2B5EF4-FFF2-40B4-BE49-F238E27FC236}">
                  <a16:creationId xmlns:a16="http://schemas.microsoft.com/office/drawing/2014/main" id="{30B450A0-198C-4A88-AA78-30BC78F575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6045017"/>
                </p:ext>
              </p:extLst>
            </p:nvPr>
          </p:nvGraphicFramePr>
          <p:xfrm>
            <a:off x="2326503" y="3402806"/>
            <a:ext cx="86328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335" name="Equation" r:id="rId5" imgW="20726400" imgH="21945600" progId="Equation.DSMT4">
                    <p:embed/>
                  </p:oleObj>
                </mc:Choice>
                <mc:Fallback>
                  <p:oleObj name="Equation" r:id="rId5" imgW="20726400" imgH="21945600" progId="Equation.DSMT4">
                    <p:embed/>
                    <p:pic>
                      <p:nvPicPr>
                        <p:cNvPr id="3" name="Object 4">
                          <a:extLst>
                            <a:ext uri="{FF2B5EF4-FFF2-40B4-BE49-F238E27FC236}">
                              <a16:creationId xmlns:a16="http://schemas.microsoft.com/office/drawing/2014/main" id="{30B450A0-198C-4A88-AA78-30BC78F575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6503" y="3402806"/>
                          <a:ext cx="863280" cy="914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15">
              <a:extLst>
                <a:ext uri="{FF2B5EF4-FFF2-40B4-BE49-F238E27FC236}">
                  <a16:creationId xmlns:a16="http://schemas.microsoft.com/office/drawing/2014/main" id="{076DB3B1-2799-40FB-AC66-02C4629581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7686840"/>
                </p:ext>
              </p:extLst>
            </p:nvPr>
          </p:nvGraphicFramePr>
          <p:xfrm>
            <a:off x="3227398" y="3438463"/>
            <a:ext cx="5334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336" name="Equation" r:id="rId7" imgW="12801600" imgH="18592800" progId="Equation.DSMT4">
                    <p:embed/>
                  </p:oleObj>
                </mc:Choice>
                <mc:Fallback>
                  <p:oleObj name="Equation" r:id="rId7" imgW="12801600" imgH="18592800" progId="Equation.DSMT4">
                    <p:embed/>
                    <p:pic>
                      <p:nvPicPr>
                        <p:cNvPr id="4" name="Object 15">
                          <a:extLst>
                            <a:ext uri="{FF2B5EF4-FFF2-40B4-BE49-F238E27FC236}">
                              <a16:creationId xmlns:a16="http://schemas.microsoft.com/office/drawing/2014/main" id="{076DB3B1-2799-40FB-AC66-02C4629581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7398" y="3438463"/>
                          <a:ext cx="533400" cy="774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16">
              <a:extLst>
                <a:ext uri="{FF2B5EF4-FFF2-40B4-BE49-F238E27FC236}">
                  <a16:creationId xmlns:a16="http://schemas.microsoft.com/office/drawing/2014/main" id="{B1F0A244-BCAA-4B97-9040-888120BEF3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1712299"/>
                </p:ext>
              </p:extLst>
            </p:nvPr>
          </p:nvGraphicFramePr>
          <p:xfrm>
            <a:off x="3856113" y="3740521"/>
            <a:ext cx="328613" cy="249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337" name="Equation" r:id="rId9" imgW="7620000" imgH="5791200" progId="Equation.DSMT4">
                    <p:embed/>
                  </p:oleObj>
                </mc:Choice>
                <mc:Fallback>
                  <p:oleObj name="Equation" r:id="rId9" imgW="7620000" imgH="5791200" progId="Equation.DSMT4">
                    <p:embed/>
                    <p:pic>
                      <p:nvPicPr>
                        <p:cNvPr id="5" name="Object 16">
                          <a:extLst>
                            <a:ext uri="{FF2B5EF4-FFF2-40B4-BE49-F238E27FC236}">
                              <a16:creationId xmlns:a16="http://schemas.microsoft.com/office/drawing/2014/main" id="{B1F0A244-BCAA-4B97-9040-888120BEF3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6113" y="3740521"/>
                          <a:ext cx="328613" cy="249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7">
              <a:extLst>
                <a:ext uri="{FF2B5EF4-FFF2-40B4-BE49-F238E27FC236}">
                  <a16:creationId xmlns:a16="http://schemas.microsoft.com/office/drawing/2014/main" id="{637E8F66-A5BE-444F-96F5-6DD75405AB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0396542"/>
                </p:ext>
              </p:extLst>
            </p:nvPr>
          </p:nvGraphicFramePr>
          <p:xfrm>
            <a:off x="4212842" y="3446466"/>
            <a:ext cx="1803240" cy="838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338" name="Equation" r:id="rId11" imgW="43281600" imgH="20116800" progId="Equation.DSMT4">
                    <p:embed/>
                  </p:oleObj>
                </mc:Choice>
                <mc:Fallback>
                  <p:oleObj name="Equation" r:id="rId11" imgW="43281600" imgH="20116800" progId="Equation.DSMT4">
                    <p:embed/>
                    <p:pic>
                      <p:nvPicPr>
                        <p:cNvPr id="6" name="Object 17">
                          <a:extLst>
                            <a:ext uri="{FF2B5EF4-FFF2-40B4-BE49-F238E27FC236}">
                              <a16:creationId xmlns:a16="http://schemas.microsoft.com/office/drawing/2014/main" id="{637E8F66-A5BE-444F-96F5-6DD75405AB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2842" y="3446466"/>
                          <a:ext cx="1803240" cy="8380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7F1F7458-F1F7-4148-A389-2D275CC69A0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34141" y="4461222"/>
          <a:ext cx="46720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39" name="Equation" r:id="rId13" imgW="112166400" imgH="13411200" progId="Equation.DSMT4">
                  <p:embed/>
                </p:oleObj>
              </mc:Choice>
              <mc:Fallback>
                <p:oleObj name="Equation" r:id="rId13" imgW="112166400" imgH="1341120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7F1F7458-F1F7-4148-A389-2D275CC69A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4141" y="4461222"/>
                        <a:ext cx="4672013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3E20392D-34C4-4CCE-9C9D-D27326B542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547439"/>
              </p:ext>
            </p:extLst>
          </p:nvPr>
        </p:nvGraphicFramePr>
        <p:xfrm>
          <a:off x="6516216" y="3737281"/>
          <a:ext cx="82548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40" name="Equation" r:id="rId15" imgW="19812000" imgH="9448800" progId="Equation.DSMT4">
                  <p:embed/>
                </p:oleObj>
              </mc:Choice>
              <mc:Fallback>
                <p:oleObj name="Equation" r:id="rId15" imgW="19812000" imgH="944880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3E20392D-34C4-4CCE-9C9D-D27326B542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6" y="3737281"/>
                        <a:ext cx="825480" cy="39348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3">
            <a:extLst>
              <a:ext uri="{FF2B5EF4-FFF2-40B4-BE49-F238E27FC236}">
                <a16:creationId xmlns:a16="http://schemas.microsoft.com/office/drawing/2014/main" id="{33074243-9291-45CA-B3C7-6E6A8AF28D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302784"/>
              </p:ext>
            </p:extLst>
          </p:nvPr>
        </p:nvGraphicFramePr>
        <p:xfrm>
          <a:off x="2411760" y="1458535"/>
          <a:ext cx="34147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41" name="Equation" r:id="rId17" imgW="3416040" imgH="901440" progId="Equation.DSMT4">
                  <p:embed/>
                </p:oleObj>
              </mc:Choice>
              <mc:Fallback>
                <p:oleObj name="Equation" r:id="rId17" imgW="3416040" imgH="901440" progId="Equation.DSMT4">
                  <p:embed/>
                  <p:pic>
                    <p:nvPicPr>
                      <p:cNvPr id="9" name="Object 93">
                        <a:extLst>
                          <a:ext uri="{FF2B5EF4-FFF2-40B4-BE49-F238E27FC236}">
                            <a16:creationId xmlns:a16="http://schemas.microsoft.com/office/drawing/2014/main" id="{33074243-9291-45CA-B3C7-6E6A8AF28D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458535"/>
                        <a:ext cx="341471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28B84555-CE56-4203-8CB5-032FA3595E8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38608" y="1564267"/>
          <a:ext cx="1714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42" name="Equation" r:id="rId19" imgW="41148000" imgH="20116800" progId="Equation.DSMT4">
                  <p:embed/>
                </p:oleObj>
              </mc:Choice>
              <mc:Fallback>
                <p:oleObj name="Equation" r:id="rId19" imgW="41148000" imgH="2011680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28B84555-CE56-4203-8CB5-032FA3595E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608" y="1564267"/>
                        <a:ext cx="17145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2">
            <a:extLst>
              <a:ext uri="{FF2B5EF4-FFF2-40B4-BE49-F238E27FC236}">
                <a16:creationId xmlns:a16="http://schemas.microsoft.com/office/drawing/2014/main" id="{7228E586-AE6A-4E74-A602-1B47D0646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917" y="309253"/>
            <a:ext cx="26693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         </a:t>
            </a:r>
          </a:p>
        </p:txBody>
      </p:sp>
      <p:graphicFrame>
        <p:nvGraphicFramePr>
          <p:cNvPr id="12" name="Object 23">
            <a:extLst>
              <a:ext uri="{FF2B5EF4-FFF2-40B4-BE49-F238E27FC236}">
                <a16:creationId xmlns:a16="http://schemas.microsoft.com/office/drawing/2014/main" id="{D4845A24-FD81-46C9-8BE4-5CB3DC4863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430173"/>
              </p:ext>
            </p:extLst>
          </p:nvPr>
        </p:nvGraphicFramePr>
        <p:xfrm>
          <a:off x="1962655" y="162322"/>
          <a:ext cx="17621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43" name="Equation" r:id="rId21" imgW="42367200" imgH="20116800" progId="Equation.DSMT4">
                  <p:embed/>
                </p:oleObj>
              </mc:Choice>
              <mc:Fallback>
                <p:oleObj name="Equation" r:id="rId21" imgW="42367200" imgH="2011680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D4845A24-FD81-46C9-8BE4-5CB3DC486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655" y="162322"/>
                        <a:ext cx="176212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0FE8786-0F0E-4D95-80C9-2C09D0339C40}"/>
              </a:ext>
            </a:extLst>
          </p:cNvPr>
          <p:cNvCxnSpPr/>
          <p:nvPr/>
        </p:nvCxnSpPr>
        <p:spPr>
          <a:xfrm>
            <a:off x="-108520" y="1126318"/>
            <a:ext cx="9144000" cy="1588"/>
          </a:xfrm>
          <a:prstGeom prst="line">
            <a:avLst/>
          </a:prstGeom>
          <a:ln w="34925" cmpd="thickTh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31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2">
            <a:extLst>
              <a:ext uri="{FF2B5EF4-FFF2-40B4-BE49-F238E27FC236}">
                <a16:creationId xmlns:a16="http://schemas.microsoft.com/office/drawing/2014/main" id="{5BCDD0B4-5913-4661-AF46-11751934E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06" y="424012"/>
            <a:ext cx="28248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en-US" altLang="zh-CN" sz="2400" b="1" dirty="0"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求        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3558662-F47A-4540-B6D6-32ECE9C30A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700550"/>
              </p:ext>
            </p:extLst>
          </p:nvPr>
        </p:nvGraphicFramePr>
        <p:xfrm>
          <a:off x="1979712" y="267494"/>
          <a:ext cx="1638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17" name="Equation" r:id="rId3" imgW="1638000" imgH="774360" progId="Equation.DSMT4">
                  <p:embed/>
                </p:oleObj>
              </mc:Choice>
              <mc:Fallback>
                <p:oleObj name="Equation" r:id="rId3" imgW="16380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267494"/>
                        <a:ext cx="1638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517135EC-F9AD-4A40-A020-F82D4013B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88" y="1275271"/>
            <a:ext cx="8050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 </a:t>
            </a:r>
            <a:r>
              <a:rPr lang="zh-CN" altLang="en-US" sz="2400" b="1" dirty="0">
                <a:latin typeface="+mn-ea"/>
              </a:rPr>
              <a:t> 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70017B3-90D9-4AD9-9340-E365FA5E4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691204"/>
              </p:ext>
            </p:extLst>
          </p:nvPr>
        </p:nvGraphicFramePr>
        <p:xfrm>
          <a:off x="1050402" y="2018568"/>
          <a:ext cx="1625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18" name="Equation" r:id="rId5" imgW="1625400" imgH="774360" progId="Equation.DSMT4">
                  <p:embed/>
                </p:oleObj>
              </mc:Choice>
              <mc:Fallback>
                <p:oleObj name="Equation" r:id="rId5" imgW="16254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50402" y="2018568"/>
                        <a:ext cx="1625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6BC8CE77-631D-48C3-86E3-4C912EC2CAEB}"/>
              </a:ext>
            </a:extLst>
          </p:cNvPr>
          <p:cNvGrpSpPr/>
          <p:nvPr/>
        </p:nvGrpSpPr>
        <p:grpSpPr>
          <a:xfrm>
            <a:off x="1062425" y="1118753"/>
            <a:ext cx="5355156" cy="774700"/>
            <a:chOff x="1049160" y="1284585"/>
            <a:chExt cx="5355156" cy="774700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A7524CB4-FC66-472A-B200-C5183DA96B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6271974"/>
                </p:ext>
              </p:extLst>
            </p:nvPr>
          </p:nvGraphicFramePr>
          <p:xfrm>
            <a:off x="1573034" y="1470345"/>
            <a:ext cx="13970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219" name="Equation" r:id="rId7" imgW="1396800" imgH="419040" progId="Equation.DSMT4">
                    <p:embed/>
                  </p:oleObj>
                </mc:Choice>
                <mc:Fallback>
                  <p:oleObj name="Equation" r:id="rId7" imgW="139680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73034" y="1470345"/>
                          <a:ext cx="13970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BB42021A-1498-4E99-853D-D3475A0B7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9160" y="1441103"/>
              <a:ext cx="80502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令 </a:t>
              </a:r>
              <a:r>
                <a:rPr lang="zh-CN" altLang="en-US" sz="2400" b="1" dirty="0">
                  <a:latin typeface="+mn-ea"/>
                </a:rPr>
                <a:t> </a:t>
              </a:r>
            </a:p>
          </p:txBody>
        </p:sp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70CD9E6A-7B82-4C9A-8FDE-60EF727CE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5789" y="1427780"/>
              <a:ext cx="80502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则 </a:t>
              </a:r>
              <a:r>
                <a:rPr lang="zh-CN" altLang="en-US" sz="2400" b="1" dirty="0">
                  <a:latin typeface="+mn-ea"/>
                </a:rPr>
                <a:t> 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80FC8EE-1747-4073-97CE-059D1820CB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7170886"/>
                </p:ext>
              </p:extLst>
            </p:nvPr>
          </p:nvGraphicFramePr>
          <p:xfrm>
            <a:off x="3642034" y="1284585"/>
            <a:ext cx="12192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220" name="Equation" r:id="rId9" imgW="1218960" imgH="774360" progId="Equation.DSMT4">
                    <p:embed/>
                  </p:oleObj>
                </mc:Choice>
                <mc:Fallback>
                  <p:oleObj name="Equation" r:id="rId9" imgW="121896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42034" y="1284585"/>
                          <a:ext cx="12192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0F4C60A4-B120-49B5-AE52-C9356AD8BC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2024205"/>
                </p:ext>
              </p:extLst>
            </p:nvPr>
          </p:nvGraphicFramePr>
          <p:xfrm>
            <a:off x="5172416" y="1500485"/>
            <a:ext cx="1231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221" name="Equation" r:id="rId11" imgW="1231560" imgH="342720" progId="Equation.DSMT4">
                    <p:embed/>
                  </p:oleObj>
                </mc:Choice>
                <mc:Fallback>
                  <p:oleObj name="Equation" r:id="rId11" imgW="12315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172416" y="1500485"/>
                          <a:ext cx="1231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F64848C-FC17-4598-BDF5-F3F0C597CB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964422"/>
              </p:ext>
            </p:extLst>
          </p:nvPr>
        </p:nvGraphicFramePr>
        <p:xfrm>
          <a:off x="2676002" y="2113207"/>
          <a:ext cx="1612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22" name="Equation" r:id="rId13" imgW="1612800" imgH="583920" progId="Equation.DSMT4">
                  <p:embed/>
                </p:oleObj>
              </mc:Choice>
              <mc:Fallback>
                <p:oleObj name="Equation" r:id="rId13" imgW="161280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76002" y="2113207"/>
                        <a:ext cx="16129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0EA9DBD-4B0C-4374-AEE2-BC0D72AF99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225342"/>
              </p:ext>
            </p:extLst>
          </p:nvPr>
        </p:nvGraphicFramePr>
        <p:xfrm>
          <a:off x="4325913" y="2037007"/>
          <a:ext cx="1879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23" name="Equation" r:id="rId15" imgW="1879560" imgH="736560" progId="Equation.DSMT4">
                  <p:embed/>
                </p:oleObj>
              </mc:Choice>
              <mc:Fallback>
                <p:oleObj name="Equation" r:id="rId15" imgW="1879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25913" y="2037007"/>
                        <a:ext cx="1879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A6DD4EB-55BF-42CF-BF44-43CBE3731F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9234908"/>
              </p:ext>
            </p:extLst>
          </p:nvPr>
        </p:nvGraphicFramePr>
        <p:xfrm>
          <a:off x="1129278" y="2917161"/>
          <a:ext cx="1968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24" name="Equation" r:id="rId17" imgW="1968480" imgH="736560" progId="Equation.DSMT4">
                  <p:embed/>
                </p:oleObj>
              </mc:Choice>
              <mc:Fallback>
                <p:oleObj name="Equation" r:id="rId17" imgW="19684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29278" y="2917161"/>
                        <a:ext cx="1968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3BF5D0E-7783-40F5-9270-DEB6700CE6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887636"/>
              </p:ext>
            </p:extLst>
          </p:nvPr>
        </p:nvGraphicFramePr>
        <p:xfrm>
          <a:off x="1106331" y="3777654"/>
          <a:ext cx="3644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25" name="Equation" r:id="rId19" imgW="3644640" imgH="787320" progId="Equation.DSMT4">
                  <p:embed/>
                </p:oleObj>
              </mc:Choice>
              <mc:Fallback>
                <p:oleObj name="Equation" r:id="rId19" imgW="36446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06331" y="3777654"/>
                        <a:ext cx="3644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463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2">
            <a:extLst>
              <a:ext uri="{FF2B5EF4-FFF2-40B4-BE49-F238E27FC236}">
                <a16:creationId xmlns:a16="http://schemas.microsoft.com/office/drawing/2014/main" id="{DA9CEFC5-2410-495E-8FCE-8FC22A7E4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39502"/>
            <a:ext cx="1656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en-US" altLang="zh-CN" sz="2400" b="1" dirty="0"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求        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4694612-61B9-40A5-AA22-B4338E556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59" y="1105485"/>
            <a:ext cx="8050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 </a:t>
            </a:r>
            <a:r>
              <a:rPr lang="zh-CN" altLang="en-US" sz="2400" b="1" dirty="0">
                <a:latin typeface="+mn-ea"/>
              </a:rPr>
              <a:t> 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814D77B-2109-425C-A2A8-6E3751428F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408927"/>
              </p:ext>
            </p:extLst>
          </p:nvPr>
        </p:nvGraphicFramePr>
        <p:xfrm>
          <a:off x="2051720" y="123478"/>
          <a:ext cx="1651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20" name="Equation" r:id="rId3" imgW="1650960" imgH="825480" progId="Equation.DSMT4">
                  <p:embed/>
                </p:oleObj>
              </mc:Choice>
              <mc:Fallback>
                <p:oleObj name="Equation" r:id="rId3" imgW="16509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123478"/>
                        <a:ext cx="16510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FBC3F790-0E0E-4B14-A461-62B1AD3C6A2C}"/>
              </a:ext>
            </a:extLst>
          </p:cNvPr>
          <p:cNvGrpSpPr/>
          <p:nvPr/>
        </p:nvGrpSpPr>
        <p:grpSpPr>
          <a:xfrm>
            <a:off x="1046905" y="1022903"/>
            <a:ext cx="5430219" cy="825500"/>
            <a:chOff x="1118913" y="1238927"/>
            <a:chExt cx="5430219" cy="825500"/>
          </a:xfrm>
        </p:grpSpPr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56818529-CFB0-4EA3-9E55-D3218D35E2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8913" y="1390334"/>
              <a:ext cx="53695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令 </a:t>
              </a:r>
              <a:r>
                <a:rPr lang="zh-CN" altLang="en-US" sz="2400" b="1" dirty="0">
                  <a:latin typeface="+mn-ea"/>
                </a:rPr>
                <a:t> 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07A8CF01-6FAA-4EF9-830A-43BFFE4ED4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0878918"/>
                </p:ext>
              </p:extLst>
            </p:nvPr>
          </p:nvGraphicFramePr>
          <p:xfrm>
            <a:off x="1590202" y="1238927"/>
            <a:ext cx="13081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21" name="Equation" r:id="rId5" imgW="1307880" imgH="825480" progId="Equation.DSMT4">
                    <p:embed/>
                  </p:oleObj>
                </mc:Choice>
                <mc:Fallback>
                  <p:oleObj name="Equation" r:id="rId5" imgW="1307880" imgH="825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90202" y="1238927"/>
                          <a:ext cx="1308100" cy="825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CC59E07F-1C5A-4744-9E32-27C842F67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496" y="1420844"/>
              <a:ext cx="64233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则 </a:t>
              </a:r>
              <a:r>
                <a:rPr lang="zh-CN" altLang="en-US" sz="2400" b="1" dirty="0">
                  <a:latin typeface="+mn-ea"/>
                </a:rPr>
                <a:t> 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8143C74-0634-48DD-B2EC-2AAAB2B292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180474"/>
                </p:ext>
              </p:extLst>
            </p:nvPr>
          </p:nvGraphicFramePr>
          <p:xfrm>
            <a:off x="3491880" y="1264326"/>
            <a:ext cx="12446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22" name="Equation" r:id="rId7" imgW="1244520" imgH="774360" progId="Equation.DSMT4">
                    <p:embed/>
                  </p:oleObj>
                </mc:Choice>
                <mc:Fallback>
                  <p:oleObj name="Equation" r:id="rId7" imgW="124452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91880" y="1264326"/>
                          <a:ext cx="12446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F4D1C079-A902-4922-903E-C2F069410D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5437523"/>
                </p:ext>
              </p:extLst>
            </p:nvPr>
          </p:nvGraphicFramePr>
          <p:xfrm>
            <a:off x="4860032" y="1277027"/>
            <a:ext cx="16891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23" name="Equation" r:id="rId9" imgW="1688760" imgH="787320" progId="Equation.DSMT4">
                    <p:embed/>
                  </p:oleObj>
                </mc:Choice>
                <mc:Fallback>
                  <p:oleObj name="Equation" r:id="rId9" imgW="168876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60032" y="1277027"/>
                          <a:ext cx="16891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5D5BE8C-686B-4321-B023-CCD72F6459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829156"/>
              </p:ext>
            </p:extLst>
          </p:nvPr>
        </p:nvGraphicFramePr>
        <p:xfrm>
          <a:off x="1027967" y="2049277"/>
          <a:ext cx="1841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24" name="Equation" r:id="rId11" imgW="1841400" imgH="825480" progId="Equation.DSMT4">
                  <p:embed/>
                </p:oleObj>
              </mc:Choice>
              <mc:Fallback>
                <p:oleObj name="Equation" r:id="rId11" imgW="184140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7967" y="2049277"/>
                        <a:ext cx="1841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5ADB22A-6E8D-4A1B-8794-3DF9895C4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422819"/>
              </p:ext>
            </p:extLst>
          </p:nvPr>
        </p:nvGraphicFramePr>
        <p:xfrm>
          <a:off x="2894294" y="2078844"/>
          <a:ext cx="2184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25" name="Equation" r:id="rId13" imgW="2184120" imgH="825480" progId="Equation.DSMT4">
                  <p:embed/>
                </p:oleObj>
              </mc:Choice>
              <mc:Fallback>
                <p:oleObj name="Equation" r:id="rId13" imgW="218412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94294" y="2078844"/>
                        <a:ext cx="21844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E691096-DF41-4053-9D89-34456C8518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176378"/>
              </p:ext>
            </p:extLst>
          </p:nvPr>
        </p:nvGraphicFramePr>
        <p:xfrm>
          <a:off x="5134372" y="2105239"/>
          <a:ext cx="3276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26" name="Equation" r:id="rId15" imgW="3276360" imgH="812520" progId="Equation.DSMT4">
                  <p:embed/>
                </p:oleObj>
              </mc:Choice>
              <mc:Fallback>
                <p:oleObj name="Equation" r:id="rId15" imgW="32763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34372" y="2105239"/>
                        <a:ext cx="3276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21FA3CB-DCCF-4053-AFB4-53D889990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271745"/>
              </p:ext>
            </p:extLst>
          </p:nvPr>
        </p:nvGraphicFramePr>
        <p:xfrm>
          <a:off x="899592" y="2993676"/>
          <a:ext cx="2971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27" name="Equation" r:id="rId17" imgW="2971800" imgH="812520" progId="Equation.DSMT4">
                  <p:embed/>
                </p:oleObj>
              </mc:Choice>
              <mc:Fallback>
                <p:oleObj name="Equation" r:id="rId17" imgW="29718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9592" y="2993676"/>
                        <a:ext cx="29718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0D06336-0733-4044-9777-833B01670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824056"/>
              </p:ext>
            </p:extLst>
          </p:nvPr>
        </p:nvGraphicFramePr>
        <p:xfrm>
          <a:off x="899592" y="3860970"/>
          <a:ext cx="6400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28" name="Equation" r:id="rId19" imgW="6400800" imgH="939600" progId="Equation.DSMT4">
                  <p:embed/>
                </p:oleObj>
              </mc:Choice>
              <mc:Fallback>
                <p:oleObj name="Equation" r:id="rId19" imgW="64008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9592" y="3860970"/>
                        <a:ext cx="64008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41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FE76755-C377-4AD8-B637-987F03C66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912" y="1203598"/>
            <a:ext cx="14401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倒代换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76F7A3E-4CEE-42CD-80AA-F7725BB79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2340917"/>
            <a:ext cx="3851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2400" b="1" dirty="0">
                <a:latin typeface="+mn-ea"/>
              </a:rPr>
              <a:t>分母的次数较高时，可令</a:t>
            </a:r>
            <a:endParaRPr kumimoji="0"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F8F0D5CD-C0F1-4F6A-BB4E-4590E2787B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405433"/>
              </p:ext>
            </p:extLst>
          </p:nvPr>
        </p:nvGraphicFramePr>
        <p:xfrm>
          <a:off x="5844983" y="2203469"/>
          <a:ext cx="7743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24" name="Equation" r:id="rId3" imgW="774360" imgH="736560" progId="Equation.DSMT4">
                  <p:embed/>
                </p:oleObj>
              </mc:Choice>
              <mc:Fallback>
                <p:oleObj name="Equation" r:id="rId3" imgW="774360" imgH="736560" progId="Equation.DSMT4">
                  <p:embed/>
                  <p:pic>
                    <p:nvPicPr>
                      <p:cNvPr id="16" name="Object 4">
                        <a:extLst>
                          <a:ext uri="{FF2B5EF4-FFF2-40B4-BE49-F238E27FC236}">
                            <a16:creationId xmlns:a16="http://schemas.microsoft.com/office/drawing/2014/main" id="{916E8629-1316-4283-ACAD-1D42DE759F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4983" y="2203469"/>
                        <a:ext cx="77436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38248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46E6959-8F9A-4E25-BB30-B020C3745A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795044"/>
              </p:ext>
            </p:extLst>
          </p:nvPr>
        </p:nvGraphicFramePr>
        <p:xfrm>
          <a:off x="3804235" y="2220532"/>
          <a:ext cx="31877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01" name="Equation" r:id="rId3" imgW="3187440" imgH="1574640" progId="Equation.DSMT4">
                  <p:embed/>
                </p:oleObj>
              </mc:Choice>
              <mc:Fallback>
                <p:oleObj name="Equation" r:id="rId3" imgW="3187440" imgH="15746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536586B-3342-4153-867D-19827289F7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4235" y="2220532"/>
                        <a:ext cx="3187700" cy="1574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">
            <a:extLst>
              <a:ext uri="{FF2B5EF4-FFF2-40B4-BE49-F238E27FC236}">
                <a16:creationId xmlns:a16="http://schemas.microsoft.com/office/drawing/2014/main" id="{C4260112-758A-4141-AB34-AD80642A4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239" y="478263"/>
            <a:ext cx="3073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17</a:t>
            </a:r>
            <a:r>
              <a:rPr lang="en-US" altLang="zh-CN" sz="2400" b="1" dirty="0"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36C6F8C-BABB-4326-BF4D-AEDCE517A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052" y="1465402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C6B0221-85D4-4CF1-B96C-64B720C84B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822665"/>
              </p:ext>
            </p:extLst>
          </p:nvPr>
        </p:nvGraphicFramePr>
        <p:xfrm>
          <a:off x="1777990" y="339816"/>
          <a:ext cx="1701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02" name="Equation" r:id="rId5" imgW="1701720" imgH="838080" progId="Equation.DSMT4">
                  <p:embed/>
                </p:oleObj>
              </mc:Choice>
              <mc:Fallback>
                <p:oleObj name="Equation" r:id="rId5" imgW="1701720" imgH="83808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57B78407-73F2-449B-BB37-E981CE9B56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990" y="339816"/>
                        <a:ext cx="1701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>
            <a:extLst>
              <a:ext uri="{FF2B5EF4-FFF2-40B4-BE49-F238E27FC236}">
                <a16:creationId xmlns:a16="http://schemas.microsoft.com/office/drawing/2014/main" id="{C25F0B9A-EC83-4AA3-BFBB-BEDF87B4F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577" y="1465402"/>
            <a:ext cx="76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令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74D8946-480B-47FA-86F4-CEE0BB1D5A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637116"/>
              </p:ext>
            </p:extLst>
          </p:nvPr>
        </p:nvGraphicFramePr>
        <p:xfrm>
          <a:off x="1803547" y="1347928"/>
          <a:ext cx="7491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03" name="Equation" r:id="rId7" imgW="749160" imgH="736560" progId="Equation.DSMT4">
                  <p:embed/>
                </p:oleObj>
              </mc:Choice>
              <mc:Fallback>
                <p:oleObj name="Equation" r:id="rId7" imgW="749160" imgH="7365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A2170DAA-4D7D-4412-B400-0C3BC0FE2A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547" y="1347928"/>
                        <a:ext cx="74916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1A4052E5-C01F-4692-829D-58C7C4C11D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537595"/>
              </p:ext>
            </p:extLst>
          </p:nvPr>
        </p:nvGraphicFramePr>
        <p:xfrm>
          <a:off x="2017098" y="2641240"/>
          <a:ext cx="170172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04" name="Equation" r:id="rId9" imgW="1701720" imgH="838080" progId="Equation.DSMT4">
                  <p:embed/>
                </p:oleObj>
              </mc:Choice>
              <mc:Fallback>
                <p:oleObj name="Equation" r:id="rId9" imgW="1701720" imgH="83808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6FD43B0C-8579-4B29-90E8-AE0941B387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098" y="2641240"/>
                        <a:ext cx="170172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C92D687C-079A-420A-95C6-3C4084FE3D22}"/>
              </a:ext>
            </a:extLst>
          </p:cNvPr>
          <p:cNvSpPr/>
          <p:nvPr/>
        </p:nvSpPr>
        <p:spPr>
          <a:xfrm>
            <a:off x="1231295" y="277763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原式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BB9978A1-A96A-4B16-AE0E-42BA50D82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7653" y="1485376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BDD2C9D-825F-4C52-B3B3-F1FDD5F95B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507891"/>
              </p:ext>
            </p:extLst>
          </p:nvPr>
        </p:nvGraphicFramePr>
        <p:xfrm>
          <a:off x="3171699" y="1390856"/>
          <a:ext cx="1473120" cy="749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05" name="Equation" r:id="rId11" imgW="1473120" imgH="749160" progId="Equation.DSMT4">
                  <p:embed/>
                </p:oleObj>
              </mc:Choice>
              <mc:Fallback>
                <p:oleObj name="Equation" r:id="rId11" imgW="1473120" imgH="7491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1D150D4-5BB7-4A62-A60F-030D71FC97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699" y="1390856"/>
                        <a:ext cx="1473120" cy="749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7">
            <a:extLst>
              <a:ext uri="{FF2B5EF4-FFF2-40B4-BE49-F238E27FC236}">
                <a16:creationId xmlns:a16="http://schemas.microsoft.com/office/drawing/2014/main" id="{FF9804B7-FED0-436E-AD11-7846AC485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9687" y="1465402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于是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3D10831-84B5-4A38-9661-6AA13A23C2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851484"/>
              </p:ext>
            </p:extLst>
          </p:nvPr>
        </p:nvGraphicFramePr>
        <p:xfrm>
          <a:off x="1998653" y="3995704"/>
          <a:ext cx="2425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06" name="Equation" r:id="rId13" imgW="2425680" imgH="736560" progId="Equation.DSMT4">
                  <p:embed/>
                </p:oleObj>
              </mc:Choice>
              <mc:Fallback>
                <p:oleObj name="Equation" r:id="rId13" imgW="242568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31CE1A2-7636-4DFD-933E-CA5637A34F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653" y="3995704"/>
                        <a:ext cx="2425700" cy="7366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AA121DB-3003-4814-AA52-E9B06A20E8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734886"/>
              </p:ext>
            </p:extLst>
          </p:nvPr>
        </p:nvGraphicFramePr>
        <p:xfrm>
          <a:off x="4350335" y="3074607"/>
          <a:ext cx="2641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07" name="Equation" r:id="rId15" imgW="2641320" imgH="736560" progId="Equation.DSMT4">
                  <p:embed/>
                </p:oleObj>
              </mc:Choice>
              <mc:Fallback>
                <p:oleObj name="Equation" r:id="rId15" imgW="2641320" imgH="736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2A56C16-3854-43F3-999B-2C55566EB7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0335" y="3074607"/>
                        <a:ext cx="2641600" cy="7366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">
            <a:extLst>
              <a:ext uri="{FF2B5EF4-FFF2-40B4-BE49-F238E27FC236}">
                <a16:creationId xmlns:a16="http://schemas.microsoft.com/office/drawing/2014/main" id="{1C2BFD6D-5F79-4C5E-8900-79C021366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7" y="411510"/>
            <a:ext cx="295232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当分母次数较高时用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倒代换</a:t>
            </a:r>
          </a:p>
        </p:txBody>
      </p:sp>
    </p:spTree>
    <p:extLst>
      <p:ext uri="{BB962C8B-B14F-4D97-AF65-F5344CB8AC3E}">
        <p14:creationId xmlns:p14="http://schemas.microsoft.com/office/powerpoint/2010/main" val="224042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12" grpId="0"/>
      <p:bldP spid="1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10597">
            <a:extLst>
              <a:ext uri="{FF2B5EF4-FFF2-40B4-BE49-F238E27FC236}">
                <a16:creationId xmlns:a16="http://schemas.microsoft.com/office/drawing/2014/main" id="{A8BB4C05-0F77-44D2-B325-1B2B183BB229}"/>
              </a:ext>
            </a:extLst>
          </p:cNvPr>
          <p:cNvSpPr txBox="1">
            <a:spLocks noChangeArrowheads="1"/>
          </p:cNvSpPr>
          <p:nvPr/>
        </p:nvSpPr>
        <p:spPr>
          <a:xfrm>
            <a:off x="883557" y="546100"/>
            <a:ext cx="1676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18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110598">
            <a:extLst>
              <a:ext uri="{FF2B5EF4-FFF2-40B4-BE49-F238E27FC236}">
                <a16:creationId xmlns:a16="http://schemas.microsoft.com/office/drawing/2014/main" id="{F9240C58-B21B-4C94-8241-FEBC56C0DE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1757835"/>
              </p:ext>
            </p:extLst>
          </p:nvPr>
        </p:nvGraphicFramePr>
        <p:xfrm>
          <a:off x="2101850" y="355600"/>
          <a:ext cx="1790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16" name="Equation" r:id="rId3" imgW="1790640" imgH="876240" progId="Equation.DSMT4">
                  <p:embed/>
                </p:oleObj>
              </mc:Choice>
              <mc:Fallback>
                <p:oleObj name="Equation" r:id="rId3" imgW="1790640" imgH="876240" progId="Equation.DSMT4">
                  <p:embed/>
                  <p:pic>
                    <p:nvPicPr>
                      <p:cNvPr id="3" name="对象 110598">
                        <a:extLst>
                          <a:ext uri="{FF2B5EF4-FFF2-40B4-BE49-F238E27FC236}">
                            <a16:creationId xmlns:a16="http://schemas.microsoft.com/office/drawing/2014/main" id="{C8655695-FE88-40E9-A764-0D4F484F96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850" y="355600"/>
                        <a:ext cx="17907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C31167A2-BC19-4F7E-ADB9-32CFEE3F2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30" y="1371848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024F96E-40D1-45F0-B692-0794932600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663891"/>
              </p:ext>
            </p:extLst>
          </p:nvPr>
        </p:nvGraphicFramePr>
        <p:xfrm>
          <a:off x="1962105" y="1281982"/>
          <a:ext cx="901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17" name="Equation" r:id="rId5" imgW="901440" imgH="672840" progId="Equation.DSMT4">
                  <p:embed/>
                </p:oleObj>
              </mc:Choice>
              <mc:Fallback>
                <p:oleObj name="Equation" r:id="rId5" imgW="901440" imgH="6728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F295978-B562-49CD-AC87-A42C9C8BD50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05" y="1281982"/>
                        <a:ext cx="9017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636B94C1-1E1A-4DA3-8148-0D1B0F10767A}"/>
              </a:ext>
            </a:extLst>
          </p:cNvPr>
          <p:cNvGrpSpPr/>
          <p:nvPr/>
        </p:nvGrpSpPr>
        <p:grpSpPr>
          <a:xfrm>
            <a:off x="2835433" y="1289298"/>
            <a:ext cx="1923847" cy="673100"/>
            <a:chOff x="2521153" y="1314450"/>
            <a:chExt cx="1923847" cy="67310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BDAFF94-7468-402E-8FC7-E331E13A0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1153" y="1371600"/>
              <a:ext cx="1066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则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EE1069F-A2AE-4736-81BE-47D61C91DD4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45732239"/>
                </p:ext>
              </p:extLst>
            </p:nvPr>
          </p:nvGraphicFramePr>
          <p:xfrm>
            <a:off x="3086100" y="1314450"/>
            <a:ext cx="1358900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18" name="Equation" r:id="rId7" imgW="1358640" imgH="672840" progId="Equation.DSMT4">
                    <p:embed/>
                  </p:oleObj>
                </mc:Choice>
                <mc:Fallback>
                  <p:oleObj name="Equation" r:id="rId7" imgW="1358640" imgH="67284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DD4A57C0-6266-4E84-B79B-9126B7EF99D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6100" y="1314450"/>
                          <a:ext cx="1358900" cy="673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908A9894-E73C-4E20-92B6-B78FE2DE5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57" y="2673187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4658BED-2E26-4D46-A122-FBC5BFDF5E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4077470"/>
              </p:ext>
            </p:extLst>
          </p:nvPr>
        </p:nvGraphicFramePr>
        <p:xfrm>
          <a:off x="4232070" y="2572060"/>
          <a:ext cx="2552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19" name="Equation" r:id="rId9" imgW="2552400" imgH="647640" progId="Equation.DSMT4">
                  <p:embed/>
                </p:oleObj>
              </mc:Choice>
              <mc:Fallback>
                <p:oleObj name="Equation" r:id="rId9" imgW="2552400" imgH="6476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A073ABA-FCE8-4DAD-BDDA-F8A13858B9F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070" y="2572060"/>
                        <a:ext cx="25527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A0C9E7B-9355-4D9A-8A61-3C5A5E554F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1961946"/>
              </p:ext>
            </p:extLst>
          </p:nvPr>
        </p:nvGraphicFramePr>
        <p:xfrm>
          <a:off x="1257753" y="3806204"/>
          <a:ext cx="137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20" name="Equation" r:id="rId11" imgW="1371600" imgH="380880" progId="Equation.DSMT4">
                  <p:embed/>
                </p:oleObj>
              </mc:Choice>
              <mc:Fallback>
                <p:oleObj name="Equation" r:id="rId11" imgW="137160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93B00A6-6FD3-4771-952B-A76E9E508ACD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753" y="3806204"/>
                        <a:ext cx="1371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8B7B7D09-C2AB-4F1F-BF44-0F448A042D10}"/>
              </a:ext>
            </a:extLst>
          </p:cNvPr>
          <p:cNvGrpSpPr/>
          <p:nvPr/>
        </p:nvGrpSpPr>
        <p:grpSpPr>
          <a:xfrm>
            <a:off x="1692046" y="2451433"/>
            <a:ext cx="2491468" cy="1366837"/>
            <a:chOff x="1953532" y="2228230"/>
            <a:chExt cx="2491468" cy="1366837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FF91A681-8F36-40DD-A4B0-43C95222257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8522355"/>
                </p:ext>
              </p:extLst>
            </p:nvPr>
          </p:nvGraphicFramePr>
          <p:xfrm>
            <a:off x="1953532" y="2439367"/>
            <a:ext cx="5080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21" name="Equation" r:id="rId13" imgW="507960" imgH="507960" progId="Equation.DSMT4">
                    <p:embed/>
                  </p:oleObj>
                </mc:Choice>
                <mc:Fallback>
                  <p:oleObj name="Equation" r:id="rId13" imgW="507960" imgH="50796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C3BA74CE-3CCE-4D16-BCD2-D0EC9BDD565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532" y="2439367"/>
                          <a:ext cx="5080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EB3D7A0D-32BC-4D6D-BB0B-FF5D1B52673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96634249"/>
                </p:ext>
              </p:extLst>
            </p:nvPr>
          </p:nvGraphicFramePr>
          <p:xfrm>
            <a:off x="3644900" y="2557518"/>
            <a:ext cx="800100" cy="749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22" name="Equation" r:id="rId15" imgW="799920" imgH="749160" progId="Equation.DSMT4">
                    <p:embed/>
                  </p:oleObj>
                </mc:Choice>
                <mc:Fallback>
                  <p:oleObj name="Equation" r:id="rId15" imgW="799920" imgH="7491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51C4A359-9660-4A7C-B6DB-B3A0B1860F6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4900" y="2557518"/>
                          <a:ext cx="800100" cy="749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54E39CAA-3723-463E-82EA-7E3F74C7AC8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07181191"/>
                </p:ext>
              </p:extLst>
            </p:nvPr>
          </p:nvGraphicFramePr>
          <p:xfrm>
            <a:off x="2391682" y="2228230"/>
            <a:ext cx="1131888" cy="1366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23" name="Equation" r:id="rId17" imgW="1168200" imgH="1409400" progId="Equation.DSMT4">
                    <p:embed/>
                  </p:oleObj>
                </mc:Choice>
                <mc:Fallback>
                  <p:oleObj name="Equation" r:id="rId17" imgW="1168200" imgH="14094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E747EBEE-B4EF-4D08-911E-757A618DDBA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1682" y="2228230"/>
                          <a:ext cx="1131888" cy="13668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文本框 110618">
            <a:extLst>
              <a:ext uri="{FF2B5EF4-FFF2-40B4-BE49-F238E27FC236}">
                <a16:creationId xmlns:a16="http://schemas.microsoft.com/office/drawing/2014/main" id="{4BA0601B-51AF-4B80-A9D8-9C19D4532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5" y="677863"/>
            <a:ext cx="14674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倒代换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35DC864-5305-44B0-8E9B-92DDC3979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153" y="3722985"/>
            <a:ext cx="173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4DD8A75-B01B-4B12-A6D5-DBAAD8A5B88D}"/>
              </a:ext>
            </a:extLst>
          </p:cNvPr>
          <p:cNvGrpSpPr/>
          <p:nvPr/>
        </p:nvGrpSpPr>
        <p:grpSpPr>
          <a:xfrm>
            <a:off x="3263900" y="3413125"/>
            <a:ext cx="3784600" cy="831850"/>
            <a:chOff x="3263900" y="3413125"/>
            <a:chExt cx="3784600" cy="831850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41C1C06F-2C3D-46B2-8AEE-F776EA876D1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42674479"/>
                </p:ext>
              </p:extLst>
            </p:nvPr>
          </p:nvGraphicFramePr>
          <p:xfrm>
            <a:off x="3263900" y="3521075"/>
            <a:ext cx="25019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24" name="Equation" r:id="rId19" imgW="2501640" imgH="723600" progId="Equation.DSMT4">
                    <p:embed/>
                  </p:oleObj>
                </mc:Choice>
                <mc:Fallback>
                  <p:oleObj name="Equation" r:id="rId19" imgW="2501640" imgH="72360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29C7EFC2-5ACB-4A46-B3C4-D9E4EC586CC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3900" y="3521075"/>
                          <a:ext cx="25019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34AFFF04-0882-46CB-B5A2-7A6A01761F3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40713221"/>
                </p:ext>
              </p:extLst>
            </p:nvPr>
          </p:nvGraphicFramePr>
          <p:xfrm>
            <a:off x="5765800" y="3675685"/>
            <a:ext cx="1282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25" name="Equation" r:id="rId21" imgW="1282680" imgH="419040" progId="Equation.DSMT4">
                    <p:embed/>
                  </p:oleObj>
                </mc:Choice>
                <mc:Fallback>
                  <p:oleObj name="Equation" r:id="rId21" imgW="1282680" imgH="41904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622E6C79-04EF-48B7-ACE5-EB14EF82028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5800" y="3675685"/>
                          <a:ext cx="12827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76793816-EBDE-4914-AEFC-CDC1B0EE565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20019958"/>
                </p:ext>
              </p:extLst>
            </p:nvPr>
          </p:nvGraphicFramePr>
          <p:xfrm>
            <a:off x="3725863" y="3413125"/>
            <a:ext cx="558720" cy="749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26" name="Equation" r:id="rId23" imgW="558720" imgH="749160" progId="Equation.DSMT4">
                    <p:embed/>
                  </p:oleObj>
                </mc:Choice>
                <mc:Fallback>
                  <p:oleObj name="Equation" r:id="rId23" imgW="558720" imgH="74916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B86D0072-46FA-4FFC-9B9C-14195BCABDC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5863" y="3413125"/>
                          <a:ext cx="558720" cy="749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6495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6" grpId="0"/>
      <p:bldP spid="1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CFF8D8E-84C9-44CF-8045-620D345F1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3291830"/>
            <a:ext cx="5175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当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&lt; 0 时</a:t>
            </a:r>
            <a:r>
              <a:rPr lang="zh-CN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类似可得同样结果 .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BF19B58-1626-406C-A28E-56EF38834B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885969"/>
              </p:ext>
            </p:extLst>
          </p:nvPr>
        </p:nvGraphicFramePr>
        <p:xfrm>
          <a:off x="2956341" y="1827344"/>
          <a:ext cx="22717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40" name="Equation" r:id="rId3" imgW="2273040" imgH="901440" progId="Equation.DSMT4">
                  <p:embed/>
                </p:oleObj>
              </mc:Choice>
              <mc:Fallback>
                <p:oleObj name="Equation" r:id="rId3" imgW="2273040" imgH="9014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1BB26AE-A968-4D9A-82C6-206837B9DE5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6341" y="1827344"/>
                        <a:ext cx="22717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77A447B-87F2-486A-BE89-51E82BDD12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3212942"/>
              </p:ext>
            </p:extLst>
          </p:nvPr>
        </p:nvGraphicFramePr>
        <p:xfrm>
          <a:off x="5292080" y="1827344"/>
          <a:ext cx="22336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41" name="Equation" r:id="rId5" imgW="2234880" imgH="901440" progId="Equation.DSMT4">
                  <p:embed/>
                </p:oleObj>
              </mc:Choice>
              <mc:Fallback>
                <p:oleObj name="Equation" r:id="rId5" imgW="2234880" imgH="9014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3941EF5-3E6C-46E8-8BB0-0199F5B6B75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1827344"/>
                        <a:ext cx="223361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D22443D-4A29-41A6-98F5-1F2808D26E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3431180"/>
              </p:ext>
            </p:extLst>
          </p:nvPr>
        </p:nvGraphicFramePr>
        <p:xfrm>
          <a:off x="904979" y="850717"/>
          <a:ext cx="137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42" name="Equation" r:id="rId7" imgW="1371600" imgH="380880" progId="Equation.DSMT4">
                  <p:embed/>
                </p:oleObj>
              </mc:Choice>
              <mc:Fallback>
                <p:oleObj name="Equation" r:id="rId7" imgW="137160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0CC2974-02E7-4539-8596-6852123C093B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979" y="850717"/>
                        <a:ext cx="1371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BE36BAB-4DC4-4A31-884D-0F9364001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924" y="736978"/>
            <a:ext cx="173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B6D320F-3BAF-40C6-8180-C3AF24758D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7111325"/>
              </p:ext>
            </p:extLst>
          </p:nvPr>
        </p:nvGraphicFramePr>
        <p:xfrm>
          <a:off x="2987824" y="730987"/>
          <a:ext cx="2476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43" name="Equation" r:id="rId9" imgW="2476440" imgH="533160" progId="Equation.DSMT4">
                  <p:embed/>
                </p:oleObj>
              </mc:Choice>
              <mc:Fallback>
                <p:oleObj name="Equation" r:id="rId9" imgW="2476440" imgH="533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F1294C7-AA09-4E88-BB5E-8FF2B89562D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730987"/>
                        <a:ext cx="2476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F60A4A-D4DC-46E8-93D2-9B6B4ED569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5956505"/>
              </p:ext>
            </p:extLst>
          </p:nvPr>
        </p:nvGraphicFramePr>
        <p:xfrm>
          <a:off x="5464324" y="758260"/>
          <a:ext cx="1282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44" name="Equation" r:id="rId11" imgW="1282680" imgH="419040" progId="Equation.DSMT4">
                  <p:embed/>
                </p:oleObj>
              </mc:Choice>
              <mc:Fallback>
                <p:oleObj name="Equation" r:id="rId11" imgW="1282680" imgH="419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BDD3DA1-4BD7-4143-A6CC-A909211681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324" y="758260"/>
                        <a:ext cx="1282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283333D-19F2-4B96-B843-7EC271B617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3228762"/>
              </p:ext>
            </p:extLst>
          </p:nvPr>
        </p:nvGraphicFramePr>
        <p:xfrm>
          <a:off x="3437830" y="568142"/>
          <a:ext cx="558720" cy="749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45" name="Equation" r:id="rId13" imgW="558720" imgH="749160" progId="Equation.DSMT4">
                  <p:embed/>
                </p:oleObj>
              </mc:Choice>
              <mc:Fallback>
                <p:oleObj name="Equation" r:id="rId13" imgW="558720" imgH="7491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06CCA87-D1DA-4061-8479-37DC4AC2B98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7830" y="568142"/>
                        <a:ext cx="558720" cy="749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143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17763">
            <a:extLst>
              <a:ext uri="{FF2B5EF4-FFF2-40B4-BE49-F238E27FC236}">
                <a16:creationId xmlns:a16="http://schemas.microsoft.com/office/drawing/2014/main" id="{80015112-5F2D-4F8C-9D8F-651A60DA1337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469506"/>
            <a:ext cx="19050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19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117764">
            <a:extLst>
              <a:ext uri="{FF2B5EF4-FFF2-40B4-BE49-F238E27FC236}">
                <a16:creationId xmlns:a16="http://schemas.microsoft.com/office/drawing/2014/main" id="{92A025BD-0CBD-4222-A71C-58DD21E10EC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968500" y="287935"/>
          <a:ext cx="2349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68" name="Equation" r:id="rId3" imgW="2349360" imgH="876240" progId="Equation.DSMT4">
                  <p:embed/>
                </p:oleObj>
              </mc:Choice>
              <mc:Fallback>
                <p:oleObj name="Equation" r:id="rId3" imgW="2349360" imgH="876240" progId="Equation.DSMT4">
                  <p:embed/>
                  <p:pic>
                    <p:nvPicPr>
                      <p:cNvPr id="3" name="对象 117764">
                        <a:extLst>
                          <a:ext uri="{FF2B5EF4-FFF2-40B4-BE49-F238E27FC236}">
                            <a16:creationId xmlns:a16="http://schemas.microsoft.com/office/drawing/2014/main" id="{92A025BD-0CBD-4222-A71C-58DD21E10EC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287935"/>
                        <a:ext cx="23495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BB48900C-FF35-4F65-B543-406F57D12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532235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6E0E118-883E-4202-A093-02846563E58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758358" y="1389040"/>
          <a:ext cx="2832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69" name="Equation" r:id="rId5" imgW="2831760" imgH="901440" progId="Equation.DSMT4">
                  <p:embed/>
                </p:oleObj>
              </mc:Choice>
              <mc:Fallback>
                <p:oleObj name="Equation" r:id="rId5" imgW="2831760" imgH="9014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6E0E118-883E-4202-A093-02846563E58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358" y="1389040"/>
                        <a:ext cx="28321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CD03DB95-D7E9-441D-AE01-417619B6E1EA}"/>
              </a:ext>
            </a:extLst>
          </p:cNvPr>
          <p:cNvGrpSpPr/>
          <p:nvPr/>
        </p:nvGrpSpPr>
        <p:grpSpPr>
          <a:xfrm>
            <a:off x="4590458" y="1371433"/>
            <a:ext cx="1884436" cy="736600"/>
            <a:chOff x="5868144" y="1270000"/>
            <a:chExt cx="1884436" cy="73660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0E1DD82-DB73-4D83-AC88-FEE3E1ED2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168" y="1378225"/>
              <a:ext cx="5937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</a:rPr>
                <a:t>令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9F6F413-3C90-4095-9D69-D49C9021FFEA}"/>
                </a:ext>
              </a:extLst>
            </p:cNvPr>
            <p:cNvGraphicFramePr>
              <a:graphicFrameLocks/>
            </p:cNvGraphicFramePr>
            <p:nvPr>
              <p:extLst/>
            </p:nvPr>
          </p:nvGraphicFramePr>
          <p:xfrm>
            <a:off x="6553200" y="1270000"/>
            <a:ext cx="1016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70" name="Equation" r:id="rId7" imgW="1015920" imgH="736560" progId="Equation.DSMT4">
                    <p:embed/>
                  </p:oleObj>
                </mc:Choice>
                <mc:Fallback>
                  <p:oleObj name="Equation" r:id="rId7" imgW="1015920" imgH="7365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9F6F413-3C90-4095-9D69-D49C9021FFE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3200" y="1270000"/>
                          <a:ext cx="10160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8C1BC1C-3A71-4549-9337-CD463C461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8144" y="1314450"/>
              <a:ext cx="1884436" cy="6477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C81C63E-4933-48E5-9A33-BD2EF9DB056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72409" y="2336288"/>
          <a:ext cx="23225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1" name="Equation" r:id="rId9" imgW="2323800" imgH="977760" progId="Equation.DSMT4">
                  <p:embed/>
                </p:oleObj>
              </mc:Choice>
              <mc:Fallback>
                <p:oleObj name="Equation" r:id="rId9" imgW="2323800" imgH="9777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C81C63E-4933-48E5-9A33-BD2EF9DB05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09" y="2336288"/>
                        <a:ext cx="232251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29580FF-97F4-419E-9B9A-92C1B15EF12A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867783" y="2348774"/>
          <a:ext cx="1816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2" name="Equation" r:id="rId11" imgW="1815840" imgH="888840" progId="Equation.DSMT4">
                  <p:embed/>
                </p:oleObj>
              </mc:Choice>
              <mc:Fallback>
                <p:oleObj name="Equation" r:id="rId11" imgW="181584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29580FF-97F4-419E-9B9A-92C1B15EF1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783" y="2348774"/>
                        <a:ext cx="1816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84FEE8C-37A1-4EE7-9F50-389212A5EC6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683883" y="2361260"/>
          <a:ext cx="1981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3" name="Equation" r:id="rId13" imgW="1981080" imgH="888840" progId="Equation.DSMT4">
                  <p:embed/>
                </p:oleObj>
              </mc:Choice>
              <mc:Fallback>
                <p:oleObj name="Equation" r:id="rId13" imgW="1981080" imgH="8888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84FEE8C-37A1-4EE7-9F50-389212A5EC6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883" y="2361260"/>
                        <a:ext cx="1981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C03FE3F-CB7D-47D1-8CAD-05C56ABB5BB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65555" y="3579862"/>
          <a:ext cx="1625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4" name="Equation" r:id="rId15" imgW="1625400" imgH="558720" progId="Equation.DSMT4">
                  <p:embed/>
                </p:oleObj>
              </mc:Choice>
              <mc:Fallback>
                <p:oleObj name="Equation" r:id="rId15" imgW="1625400" imgH="558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C03FE3F-CB7D-47D1-8CAD-05C56ABB5BB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555" y="3579862"/>
                        <a:ext cx="16256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0D87C59-0E2E-409E-96B1-5A1B27823D4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191155" y="3440162"/>
          <a:ext cx="1587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5" name="Equation" r:id="rId17" imgW="1587240" imgH="838080" progId="Equation.DSMT4">
                  <p:embed/>
                </p:oleObj>
              </mc:Choice>
              <mc:Fallback>
                <p:oleObj name="Equation" r:id="rId17" imgW="1587240" imgH="8380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F0D87C59-0E2E-409E-96B1-5A1B27823D4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1155" y="3440162"/>
                        <a:ext cx="1587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BE80619-1E55-430A-9CC9-3FB6C23AF1A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882434" y="3507033"/>
          <a:ext cx="2832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6" name="Equation" r:id="rId19" imgW="2831760" imgH="609480" progId="Equation.DSMT4">
                  <p:embed/>
                </p:oleObj>
              </mc:Choice>
              <mc:Fallback>
                <p:oleObj name="Equation" r:id="rId19" imgW="2831760" imgH="6094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EBE80619-1E55-430A-9CC9-3FB6C23AF1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2434" y="3507033"/>
                        <a:ext cx="2832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ABEF98E-2DC9-47D0-8418-02304023EDD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818313" y="3656013"/>
          <a:ext cx="158908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7" name="Equation" r:id="rId21" imgW="1587240" imgH="279360" progId="Equation.DSMT4">
                  <p:embed/>
                </p:oleObj>
              </mc:Choice>
              <mc:Fallback>
                <p:oleObj name="Equation" r:id="rId21" imgW="1587240" imgH="279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7ABEF98E-2DC9-47D0-8418-02304023EDD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8313" y="3656013"/>
                        <a:ext cx="1589088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7F7BEB6-0478-4461-835A-169521EAE3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6463028"/>
              </p:ext>
            </p:extLst>
          </p:nvPr>
        </p:nvGraphicFramePr>
        <p:xfrm>
          <a:off x="3883025" y="4183063"/>
          <a:ext cx="37099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78" name="Equation" r:id="rId23" imgW="3708360" imgH="863280" progId="Equation.DSMT4">
                  <p:embed/>
                </p:oleObj>
              </mc:Choice>
              <mc:Fallback>
                <p:oleObj name="Equation" r:id="rId23" imgW="3708360" imgH="8632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7F7BEB6-0478-4461-835A-169521EAE31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3025" y="4183063"/>
                        <a:ext cx="37099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491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550C5E7-C0FD-4883-B9D4-ECA22D345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04" y="2211710"/>
            <a:ext cx="14401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指数代换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21677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10597">
            <a:extLst>
              <a:ext uri="{FF2B5EF4-FFF2-40B4-BE49-F238E27FC236}">
                <a16:creationId xmlns:a16="http://schemas.microsoft.com/office/drawing/2014/main" id="{66DE64A9-5666-48CD-AD60-248FA5480B2D}"/>
              </a:ext>
            </a:extLst>
          </p:cNvPr>
          <p:cNvSpPr txBox="1">
            <a:spLocks noChangeArrowheads="1"/>
          </p:cNvSpPr>
          <p:nvPr/>
        </p:nvSpPr>
        <p:spPr>
          <a:xfrm>
            <a:off x="883557" y="402084"/>
            <a:ext cx="1676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20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34144FC-522C-4A3F-85EC-BD959B2D7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471293"/>
              </p:ext>
            </p:extLst>
          </p:nvPr>
        </p:nvGraphicFramePr>
        <p:xfrm>
          <a:off x="2123728" y="195486"/>
          <a:ext cx="1892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70" name="Equation" r:id="rId3" imgW="1892160" imgH="761760" progId="Equation.DSMT4">
                  <p:embed/>
                </p:oleObj>
              </mc:Choice>
              <mc:Fallback>
                <p:oleObj name="Equation" r:id="rId3" imgW="189216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728" y="195486"/>
                        <a:ext cx="18923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580AE65B-5B38-4870-A841-69274BB1B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57" y="1164084"/>
            <a:ext cx="520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134D4AB-7291-4F07-B651-27DB1382B8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345184"/>
              </p:ext>
            </p:extLst>
          </p:nvPr>
        </p:nvGraphicFramePr>
        <p:xfrm>
          <a:off x="1102748" y="1804174"/>
          <a:ext cx="1854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71" name="Equation" r:id="rId5" imgW="1854000" imgH="761760" progId="Equation.DSMT4">
                  <p:embed/>
                </p:oleObj>
              </mc:Choice>
              <mc:Fallback>
                <p:oleObj name="Equation" r:id="rId5" imgW="1854000" imgH="7617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34144FC-522C-4A3F-85EC-BD959B2D7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02748" y="1804174"/>
                        <a:ext cx="18542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A12982B-122E-4340-9A27-13508C80A0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984343"/>
              </p:ext>
            </p:extLst>
          </p:nvPr>
        </p:nvGraphicFramePr>
        <p:xfrm>
          <a:off x="3056613" y="1829574"/>
          <a:ext cx="250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72" name="Equation" r:id="rId7" imgW="2501640" imgH="736560" progId="Equation.DSMT4">
                  <p:embed/>
                </p:oleObj>
              </mc:Choice>
              <mc:Fallback>
                <p:oleObj name="Equation" r:id="rId7" imgW="2501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6613" y="1829574"/>
                        <a:ext cx="2501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593AA91-DFB1-4594-B078-8E68700CF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445709"/>
              </p:ext>
            </p:extLst>
          </p:nvPr>
        </p:nvGraphicFramePr>
        <p:xfrm>
          <a:off x="5585364" y="1816874"/>
          <a:ext cx="2197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73" name="Equation" r:id="rId9" imgW="2197080" imgH="736560" progId="Equation.DSMT4">
                  <p:embed/>
                </p:oleObj>
              </mc:Choice>
              <mc:Fallback>
                <p:oleObj name="Equation" r:id="rId9" imgW="21970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85364" y="1816874"/>
                        <a:ext cx="2197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54EA612-57AF-49E1-812A-BF6B1F439B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678111"/>
              </p:ext>
            </p:extLst>
          </p:nvPr>
        </p:nvGraphicFramePr>
        <p:xfrm>
          <a:off x="1015018" y="2964616"/>
          <a:ext cx="35179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74" name="Equation" r:id="rId11" imgW="3517560" imgH="1269720" progId="Equation.DSMT4">
                  <p:embed/>
                </p:oleObj>
              </mc:Choice>
              <mc:Fallback>
                <p:oleObj name="Equation" r:id="rId11" imgW="3517560" imgH="1269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15018" y="2964616"/>
                        <a:ext cx="3517900" cy="1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E55277C-EA72-43CD-9302-1EE9B66986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388629"/>
              </p:ext>
            </p:extLst>
          </p:nvPr>
        </p:nvGraphicFramePr>
        <p:xfrm>
          <a:off x="4645851" y="2532468"/>
          <a:ext cx="37084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75" name="Equation" r:id="rId13" imgW="3708360" imgH="1206360" progId="Equation.DSMT4">
                  <p:embed/>
                </p:oleObj>
              </mc:Choice>
              <mc:Fallback>
                <p:oleObj name="Equation" r:id="rId13" imgW="3708360" imgH="1206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45851" y="2532468"/>
                        <a:ext cx="3708400" cy="120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E8388C7-1511-49BA-81DE-A0E1751DDD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837129"/>
              </p:ext>
            </p:extLst>
          </p:nvPr>
        </p:nvGraphicFramePr>
        <p:xfrm>
          <a:off x="4636487" y="3955145"/>
          <a:ext cx="3365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76" name="Equation" r:id="rId15" imgW="3365280" imgH="812520" progId="Equation.DSMT4">
                  <p:embed/>
                </p:oleObj>
              </mc:Choice>
              <mc:Fallback>
                <p:oleObj name="Equation" r:id="rId15" imgW="33652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36487" y="3955145"/>
                        <a:ext cx="3365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2FAD670A-C304-4006-81D6-EA3D8157A70F}"/>
              </a:ext>
            </a:extLst>
          </p:cNvPr>
          <p:cNvGrpSpPr/>
          <p:nvPr/>
        </p:nvGrpSpPr>
        <p:grpSpPr>
          <a:xfrm>
            <a:off x="1351724" y="998983"/>
            <a:ext cx="4795076" cy="736600"/>
            <a:chOff x="1351724" y="1142999"/>
            <a:chExt cx="4795076" cy="736600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D30706F-1895-4055-A5EF-8CF014F0CD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3157739"/>
                </p:ext>
              </p:extLst>
            </p:nvPr>
          </p:nvGraphicFramePr>
          <p:xfrm>
            <a:off x="1931307" y="1342082"/>
            <a:ext cx="8001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377" name="Equation" r:id="rId17" imgW="799920" imgH="393480" progId="Equation.DSMT4">
                    <p:embed/>
                  </p:oleObj>
                </mc:Choice>
                <mc:Fallback>
                  <p:oleObj name="Equation" r:id="rId17" imgW="79992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931307" y="1342082"/>
                          <a:ext cx="8001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60B0577-975E-4488-A445-51EAC6FAA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0879" y="1274117"/>
              <a:ext cx="1066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则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71CC9E9-803F-4D4C-8C8F-8971851937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6833051"/>
                </p:ext>
              </p:extLst>
            </p:nvPr>
          </p:nvGraphicFramePr>
          <p:xfrm>
            <a:off x="3297401" y="1142999"/>
            <a:ext cx="10795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378" name="Equation" r:id="rId19" imgW="1079280" imgH="723600" progId="Equation.DSMT4">
                    <p:embed/>
                  </p:oleObj>
                </mc:Choice>
                <mc:Fallback>
                  <p:oleObj name="Equation" r:id="rId19" imgW="107928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297401" y="1142999"/>
                          <a:ext cx="10795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F3D7A476-AC88-41A2-B552-3A3CDE268C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0208321"/>
                </p:ext>
              </p:extLst>
            </p:nvPr>
          </p:nvGraphicFramePr>
          <p:xfrm>
            <a:off x="4572000" y="1142999"/>
            <a:ext cx="1574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379" name="Equation" r:id="rId21" imgW="1574640" imgH="736560" progId="Equation.DSMT4">
                    <p:embed/>
                  </p:oleObj>
                </mc:Choice>
                <mc:Fallback>
                  <p:oleObj name="Equation" r:id="rId21" imgW="157464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572000" y="1142999"/>
                          <a:ext cx="15748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1A5E325-B42B-43B2-8F32-C1EFFAC2B6CB}"/>
                </a:ext>
              </a:extLst>
            </p:cNvPr>
            <p:cNvSpPr/>
            <p:nvPr/>
          </p:nvSpPr>
          <p:spPr>
            <a:xfrm>
              <a:off x="1351724" y="1308100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令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67198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82749DA-BF1A-43B0-8048-33EF2B97A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04" y="2211710"/>
            <a:ext cx="14401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其他代换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670198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FA101FA2-C772-49A0-BDC9-20D58FA09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411510"/>
            <a:ext cx="3073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8242292-A4A2-47A5-ADC6-9CE47BC11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264570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63BA9941-FE46-4390-AE21-4546AE82CA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761313"/>
              </p:ext>
            </p:extLst>
          </p:nvPr>
        </p:nvGraphicFramePr>
        <p:xfrm>
          <a:off x="2379270" y="253261"/>
          <a:ext cx="15113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346" name="Equation" r:id="rId3" imgW="34747200" imgH="20116800" progId="Equation.DSMT4">
                  <p:embed/>
                </p:oleObj>
              </mc:Choice>
              <mc:Fallback>
                <p:oleObj name="Equation" r:id="rId3" imgW="34747200" imgH="20116800" progId="Equation.DSMT4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270" y="253261"/>
                        <a:ext cx="1511300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C943E363-8002-4BFA-99E7-FFE2A2E05D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96895"/>
              </p:ext>
            </p:extLst>
          </p:nvPr>
        </p:nvGraphicFramePr>
        <p:xfrm>
          <a:off x="2061940" y="1270444"/>
          <a:ext cx="214596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347" name="Equation" r:id="rId5" imgW="2145960" imgH="482400" progId="Equation.DSMT4">
                  <p:embed/>
                </p:oleObj>
              </mc:Choice>
              <mc:Fallback>
                <p:oleObj name="Equation" r:id="rId5" imgW="2145960" imgH="482400" progId="Equation.DSMT4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1940" y="1270444"/>
                        <a:ext cx="2145960" cy="48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69F1F442-185C-4425-A413-581018430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6098650"/>
              </p:ext>
            </p:extLst>
          </p:nvPr>
        </p:nvGraphicFramePr>
        <p:xfrm>
          <a:off x="4447417" y="1312461"/>
          <a:ext cx="16113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348" name="Equation" r:id="rId7" imgW="1612800" imgH="419040" progId="Equation.DSMT4">
                  <p:embed/>
                </p:oleObj>
              </mc:Choice>
              <mc:Fallback>
                <p:oleObj name="Equation" r:id="rId7" imgW="1612800" imgH="419040" progId="Equation.DSMT4">
                  <p:embed/>
                  <p:pic>
                    <p:nvPicPr>
                      <p:cNvPr id="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7417" y="1312461"/>
                        <a:ext cx="1611312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">
            <a:extLst>
              <a:ext uri="{FF2B5EF4-FFF2-40B4-BE49-F238E27FC236}">
                <a16:creationId xmlns:a16="http://schemas.microsoft.com/office/drawing/2014/main" id="{F03E1490-6461-48E8-BEF3-9A550F267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0894" y="1260472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令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8FB7187A-B56A-4887-ADB4-E140934A2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9190" y="2058836"/>
            <a:ext cx="10081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原式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04376A5-760E-4AE1-BCE4-4A1C204F21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868189"/>
              </p:ext>
            </p:extLst>
          </p:nvPr>
        </p:nvGraphicFramePr>
        <p:xfrm>
          <a:off x="2508300" y="1974966"/>
          <a:ext cx="21841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349" name="Equation" r:id="rId9" imgW="2184120" imgH="736560" progId="Equation.DSMT4">
                  <p:embed/>
                </p:oleObj>
              </mc:Choice>
              <mc:Fallback>
                <p:oleObj name="Equation" r:id="rId9" imgW="2184120" imgH="736560" progId="Equation.DSMT4">
                  <p:embed/>
                  <p:pic>
                    <p:nvPicPr>
                      <p:cNvPr id="2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300" y="1974966"/>
                        <a:ext cx="218412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>
            <a:extLst>
              <a:ext uri="{FF2B5EF4-FFF2-40B4-BE49-F238E27FC236}">
                <a16:creationId xmlns:a16="http://schemas.microsoft.com/office/drawing/2014/main" id="{4ABFC5D1-7C88-410A-A5EF-A738DB753B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916436"/>
              </p:ext>
            </p:extLst>
          </p:nvPr>
        </p:nvGraphicFramePr>
        <p:xfrm>
          <a:off x="4739940" y="1934955"/>
          <a:ext cx="1993680" cy="749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350" name="Equation" r:id="rId11" imgW="47853600" imgH="17983200" progId="Equation.DSMT4">
                  <p:embed/>
                </p:oleObj>
              </mc:Choice>
              <mc:Fallback>
                <p:oleObj name="Equation" r:id="rId11" imgW="47853600" imgH="17983200" progId="Equation.DSMT4">
                  <p:embed/>
                  <p:pic>
                    <p:nvPicPr>
                      <p:cNvPr id="2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9940" y="1934955"/>
                        <a:ext cx="1993680" cy="749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8">
            <a:extLst>
              <a:ext uri="{FF2B5EF4-FFF2-40B4-BE49-F238E27FC236}">
                <a16:creationId xmlns:a16="http://schemas.microsoft.com/office/drawing/2014/main" id="{A42BE988-B530-487C-9BC7-78F6FC57B4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921528"/>
              </p:ext>
            </p:extLst>
          </p:nvPr>
        </p:nvGraphicFramePr>
        <p:xfrm>
          <a:off x="2512953" y="2841111"/>
          <a:ext cx="15621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351" name="Equation" r:id="rId13" imgW="37490400" imgH="17983200" progId="Equation.DSMT4">
                  <p:embed/>
                </p:oleObj>
              </mc:Choice>
              <mc:Fallback>
                <p:oleObj name="Equation" r:id="rId13" imgW="37490400" imgH="17983200" progId="Equation.DSMT4">
                  <p:embed/>
                  <p:pic>
                    <p:nvPicPr>
                      <p:cNvPr id="2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2953" y="2841111"/>
                        <a:ext cx="15621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0">
            <a:extLst>
              <a:ext uri="{FF2B5EF4-FFF2-40B4-BE49-F238E27FC236}">
                <a16:creationId xmlns:a16="http://schemas.microsoft.com/office/drawing/2014/main" id="{321FB534-1AAF-4A46-8FF6-6AFBE94AAF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407271"/>
              </p:ext>
            </p:extLst>
          </p:nvPr>
        </p:nvGraphicFramePr>
        <p:xfrm>
          <a:off x="4080864" y="3041454"/>
          <a:ext cx="19415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352" name="Equation" r:id="rId15" imgW="43891200" imgH="6705600" progId="Equation.DSMT4">
                  <p:embed/>
                </p:oleObj>
              </mc:Choice>
              <mc:Fallback>
                <p:oleObj name="Equation" r:id="rId15" imgW="43891200" imgH="6705600" progId="Equation.DSMT4">
                  <p:embed/>
                  <p:pic>
                    <p:nvPicPr>
                      <p:cNvPr id="2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0864" y="3041454"/>
                        <a:ext cx="1941513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3">
            <a:extLst>
              <a:ext uri="{FF2B5EF4-FFF2-40B4-BE49-F238E27FC236}">
                <a16:creationId xmlns:a16="http://schemas.microsoft.com/office/drawing/2014/main" id="{95211654-3CBF-4EBE-AC82-6068F4E80D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087367"/>
              </p:ext>
            </p:extLst>
          </p:nvPr>
        </p:nvGraphicFramePr>
        <p:xfrm>
          <a:off x="2509853" y="3836182"/>
          <a:ext cx="2641320" cy="444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353" name="Equation" r:id="rId17" imgW="63398400" imgH="10668000" progId="Equation.DSMT4">
                  <p:embed/>
                </p:oleObj>
              </mc:Choice>
              <mc:Fallback>
                <p:oleObj name="Equation" r:id="rId17" imgW="63398400" imgH="10668000" progId="Equation.DSMT4">
                  <p:embed/>
                  <p:pic>
                    <p:nvPicPr>
                      <p:cNvPr id="2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53" y="3836182"/>
                        <a:ext cx="2641320" cy="444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7">
            <a:extLst>
              <a:ext uri="{FF2B5EF4-FFF2-40B4-BE49-F238E27FC236}">
                <a16:creationId xmlns:a16="http://schemas.microsoft.com/office/drawing/2014/main" id="{95322C41-6678-4AB1-B437-F80A81A70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938" y="1291179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128643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AE96C307-324C-4E8C-9569-F80AFE3C76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693585"/>
              </p:ext>
            </p:extLst>
          </p:nvPr>
        </p:nvGraphicFramePr>
        <p:xfrm>
          <a:off x="4310919" y="1913214"/>
          <a:ext cx="33147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0" name="Equation" r:id="rId3" imgW="3174840" imgH="761760" progId="Equation.DSMT4">
                  <p:embed/>
                </p:oleObj>
              </mc:Choice>
              <mc:Fallback>
                <p:oleObj name="Equation" r:id="rId3" imgW="3174840" imgH="761760" progId="Equation.DSMT4">
                  <p:embed/>
                  <p:pic>
                    <p:nvPicPr>
                      <p:cNvPr id="1710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919" y="1913214"/>
                        <a:ext cx="33147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4">
            <a:extLst>
              <a:ext uri="{FF2B5EF4-FFF2-40B4-BE49-F238E27FC236}">
                <a16:creationId xmlns:a16="http://schemas.microsoft.com/office/drawing/2014/main" id="{D178EADF-7C4D-4C10-99C3-6814551E7B97}"/>
              </a:ext>
            </a:extLst>
          </p:cNvPr>
          <p:cNvSpPr txBox="1">
            <a:spLocks noChangeArrowheads="1"/>
          </p:cNvSpPr>
          <p:nvPr/>
        </p:nvSpPr>
        <p:spPr>
          <a:xfrm>
            <a:off x="827782" y="299351"/>
            <a:ext cx="190500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22   </a:t>
            </a:r>
            <a:r>
              <a:rPr lang="zh-CN" altLang="en-US" sz="2400" b="1" dirty="0">
                <a:latin typeface="+mn-ea"/>
              </a:rPr>
              <a:t>求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4" name="Object 30">
            <a:extLst>
              <a:ext uri="{FF2B5EF4-FFF2-40B4-BE49-F238E27FC236}">
                <a16:creationId xmlns:a16="http://schemas.microsoft.com/office/drawing/2014/main" id="{8AD13408-83F7-4067-BCFF-43EE774C32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421192"/>
              </p:ext>
            </p:extLst>
          </p:nvPr>
        </p:nvGraphicFramePr>
        <p:xfrm>
          <a:off x="2339752" y="195486"/>
          <a:ext cx="1498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1" name="Equation" r:id="rId5" imgW="35966400" imgH="19202400" progId="Equation.DSMT4">
                  <p:embed/>
                </p:oleObj>
              </mc:Choice>
              <mc:Fallback>
                <p:oleObj name="Equation" r:id="rId5" imgW="35966400" imgH="19202400" progId="Equation.DSMT4">
                  <p:embed/>
                  <p:pic>
                    <p:nvPicPr>
                      <p:cNvPr id="41475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95486"/>
                        <a:ext cx="1498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32A7516E-4D57-44B7-91DA-7ECA7346A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782" y="1167366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   </a:t>
            </a:r>
            <a:r>
              <a:rPr kumimoji="1" lang="en-US" altLang="zh-CN" sz="2400" b="1" dirty="0">
                <a:latin typeface="+mn-ea"/>
              </a:rPr>
              <a:t> </a:t>
            </a:r>
            <a:r>
              <a:rPr kumimoji="1" lang="zh-CN" altLang="en-US" sz="2400" b="1" dirty="0">
                <a:latin typeface="+mn-ea"/>
              </a:rPr>
              <a:t>令</a:t>
            </a:r>
          </a:p>
        </p:txBody>
      </p:sp>
      <p:graphicFrame>
        <p:nvGraphicFramePr>
          <p:cNvPr id="6" name="Object 31">
            <a:extLst>
              <a:ext uri="{FF2B5EF4-FFF2-40B4-BE49-F238E27FC236}">
                <a16:creationId xmlns:a16="http://schemas.microsoft.com/office/drawing/2014/main" id="{470C8587-FD11-4D79-9904-5CE35401B1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327367"/>
              </p:ext>
            </p:extLst>
          </p:nvPr>
        </p:nvGraphicFramePr>
        <p:xfrm>
          <a:off x="2339752" y="1269935"/>
          <a:ext cx="1092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2" name="Equation" r:id="rId7" imgW="1091880" imgH="330120" progId="Equation.DSMT4">
                  <p:embed/>
                </p:oleObj>
              </mc:Choice>
              <mc:Fallback>
                <p:oleObj name="Equation" r:id="rId7" imgW="1091880" imgH="330120" progId="Equation.DSMT4">
                  <p:embed/>
                  <p:pic>
                    <p:nvPicPr>
                      <p:cNvPr id="41475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269935"/>
                        <a:ext cx="1092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561C0327-FF3E-43AC-B74B-433EE9FDF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029" y="2078745"/>
            <a:ext cx="964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原式</a:t>
            </a:r>
          </a:p>
        </p:txBody>
      </p:sp>
      <p:graphicFrame>
        <p:nvGraphicFramePr>
          <p:cNvPr id="8" name="Object 32">
            <a:extLst>
              <a:ext uri="{FF2B5EF4-FFF2-40B4-BE49-F238E27FC236}">
                <a16:creationId xmlns:a16="http://schemas.microsoft.com/office/drawing/2014/main" id="{8656F5B3-6833-42C3-A4DF-2D88CE8BF2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032351"/>
              </p:ext>
            </p:extLst>
          </p:nvPr>
        </p:nvGraphicFramePr>
        <p:xfrm>
          <a:off x="2506288" y="1922115"/>
          <a:ext cx="17776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3" name="Equation" r:id="rId9" imgW="1777680" imgH="736560" progId="Equation.DSMT4">
                  <p:embed/>
                </p:oleObj>
              </mc:Choice>
              <mc:Fallback>
                <p:oleObj name="Equation" r:id="rId9" imgW="1777680" imgH="736560" progId="Equation.DSMT4">
                  <p:embed/>
                  <p:pic>
                    <p:nvPicPr>
                      <p:cNvPr id="41475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288" y="1922115"/>
                        <a:ext cx="177768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3">
            <a:extLst>
              <a:ext uri="{FF2B5EF4-FFF2-40B4-BE49-F238E27FC236}">
                <a16:creationId xmlns:a16="http://schemas.microsoft.com/office/drawing/2014/main" id="{3D487853-EEA2-4B59-A701-9BFA04BCE1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454169"/>
              </p:ext>
            </p:extLst>
          </p:nvPr>
        </p:nvGraphicFramePr>
        <p:xfrm>
          <a:off x="2520219" y="2915472"/>
          <a:ext cx="3213000" cy="69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4" name="Equation" r:id="rId11" imgW="3213000" imgH="698400" progId="Equation.DSMT4">
                  <p:embed/>
                </p:oleObj>
              </mc:Choice>
              <mc:Fallback>
                <p:oleObj name="Equation" r:id="rId11" imgW="3213000" imgH="698400" progId="Equation.DSMT4">
                  <p:embed/>
                  <p:pic>
                    <p:nvPicPr>
                      <p:cNvPr id="41475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219" y="2915472"/>
                        <a:ext cx="3213000" cy="69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4">
            <a:extLst>
              <a:ext uri="{FF2B5EF4-FFF2-40B4-BE49-F238E27FC236}">
                <a16:creationId xmlns:a16="http://schemas.microsoft.com/office/drawing/2014/main" id="{0544EE52-4348-4B8C-9E6B-28385D5B4D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687408"/>
              </p:ext>
            </p:extLst>
          </p:nvPr>
        </p:nvGraphicFramePr>
        <p:xfrm>
          <a:off x="2510532" y="3738498"/>
          <a:ext cx="5384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5" name="Equation" r:id="rId13" imgW="5384520" imgH="774360" progId="Equation.DSMT4">
                  <p:embed/>
                </p:oleObj>
              </mc:Choice>
              <mc:Fallback>
                <p:oleObj name="Equation" r:id="rId13" imgW="5384520" imgH="774360" progId="Equation.DSMT4">
                  <p:embed/>
                  <p:pic>
                    <p:nvPicPr>
                      <p:cNvPr id="41475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0532" y="3738498"/>
                        <a:ext cx="5384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7">
            <a:extLst>
              <a:ext uri="{FF2B5EF4-FFF2-40B4-BE49-F238E27FC236}">
                <a16:creationId xmlns:a16="http://schemas.microsoft.com/office/drawing/2014/main" id="{0F261E3D-BB8F-4553-BEC8-D892119AD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2010" y="1167366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B36D8B7-987F-4B9C-B505-87A899B781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835185"/>
              </p:ext>
            </p:extLst>
          </p:nvPr>
        </p:nvGraphicFramePr>
        <p:xfrm>
          <a:off x="3503026" y="1248355"/>
          <a:ext cx="1092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6" name="Equation" r:id="rId15" imgW="1091880" imgH="330120" progId="Equation.DSMT4">
                  <p:embed/>
                </p:oleObj>
              </mc:Choice>
              <mc:Fallback>
                <p:oleObj name="Equation" r:id="rId15" imgW="1091880" imgH="33012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026" y="1248355"/>
                        <a:ext cx="1092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124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A03EE9DA-3166-4DDA-94B4-DFC9A96E2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885" y="326916"/>
            <a:ext cx="1112805" cy="532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练习题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E6BD1042-F594-4286-B278-FCAB6EC2B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885" y="992410"/>
            <a:ext cx="716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1. </a:t>
            </a:r>
            <a:r>
              <a:rPr lang="zh-CN" altLang="en-US" sz="2400" b="1" dirty="0">
                <a:latin typeface="+mj-ea"/>
                <a:ea typeface="+mj-ea"/>
              </a:rPr>
              <a:t>下列积分应如何换元才使积分简便 </a:t>
            </a:r>
            <a:r>
              <a:rPr lang="en-US" altLang="zh-CN" sz="2400" b="1" dirty="0">
                <a:latin typeface="+mj-ea"/>
                <a:ea typeface="+mj-ea"/>
              </a:rPr>
              <a:t>?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ACCEE741-CE6C-4AF7-AF14-CEA0D1D045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737631"/>
              </p:ext>
            </p:extLst>
          </p:nvPr>
        </p:nvGraphicFramePr>
        <p:xfrm>
          <a:off x="767465" y="1587500"/>
          <a:ext cx="20050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94" name="Equation" r:id="rId3" imgW="2006280" imgH="850680" progId="Equation.DSMT4">
                  <p:embed/>
                </p:oleObj>
              </mc:Choice>
              <mc:Fallback>
                <p:oleObj name="Equation" r:id="rId3" imgW="2006280" imgH="850680" progId="Equation.DSMT4">
                  <p:embed/>
                  <p:pic>
                    <p:nvPicPr>
                      <p:cNvPr id="63492" name="Object 4">
                        <a:extLst>
                          <a:ext uri="{FF2B5EF4-FFF2-40B4-BE49-F238E27FC236}">
                            <a16:creationId xmlns:a16="http://schemas.microsoft.com/office/drawing/2014/main" id="{9E0D46C5-316F-405F-B218-2178E71E43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65" y="1587500"/>
                        <a:ext cx="20050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91835305-5E9C-4C7C-B482-E8D02AAAC1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086591"/>
              </p:ext>
            </p:extLst>
          </p:nvPr>
        </p:nvGraphicFramePr>
        <p:xfrm>
          <a:off x="3590925" y="1587500"/>
          <a:ext cx="1714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95" name="Equation" r:id="rId5" imgW="1714320" imgH="812520" progId="Equation.DSMT4">
                  <p:embed/>
                </p:oleObj>
              </mc:Choice>
              <mc:Fallback>
                <p:oleObj name="Equation" r:id="rId5" imgW="1714320" imgH="812520" progId="Equation.DSMT4">
                  <p:embed/>
                  <p:pic>
                    <p:nvPicPr>
                      <p:cNvPr id="63493" name="Object 5">
                        <a:extLst>
                          <a:ext uri="{FF2B5EF4-FFF2-40B4-BE49-F238E27FC236}">
                            <a16:creationId xmlns:a16="http://schemas.microsoft.com/office/drawing/2014/main" id="{8B3CEA69-AAD6-4A0E-859D-C0E17CDE45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925" y="1587500"/>
                        <a:ext cx="1714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5D1C99CC-6693-4BFD-9FB8-7603F6D901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173199"/>
              </p:ext>
            </p:extLst>
          </p:nvPr>
        </p:nvGraphicFramePr>
        <p:xfrm>
          <a:off x="6300192" y="1587500"/>
          <a:ext cx="18907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96" name="Equation" r:id="rId7" imgW="1892160" imgH="787320" progId="Equation.DSMT4">
                  <p:embed/>
                </p:oleObj>
              </mc:Choice>
              <mc:Fallback>
                <p:oleObj name="Equation" r:id="rId7" imgW="1892160" imgH="787320" progId="Equation.DSMT4">
                  <p:embed/>
                  <p:pic>
                    <p:nvPicPr>
                      <p:cNvPr id="63494" name="Object 6">
                        <a:extLst>
                          <a:ext uri="{FF2B5EF4-FFF2-40B4-BE49-F238E27FC236}">
                            <a16:creationId xmlns:a16="http://schemas.microsoft.com/office/drawing/2014/main" id="{BA580E7D-CC9B-4B20-85C0-1332B4F078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1587500"/>
                        <a:ext cx="18907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>
            <a:extLst>
              <a:ext uri="{FF2B5EF4-FFF2-40B4-BE49-F238E27FC236}">
                <a16:creationId xmlns:a16="http://schemas.microsoft.com/office/drawing/2014/main" id="{1888F34B-5D72-4AD5-9FC9-E4BB8EDA6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48" y="2688710"/>
            <a:ext cx="685800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4C4CF2F6-D3F3-4FC1-8340-9354E051F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190321"/>
              </p:ext>
            </p:extLst>
          </p:nvPr>
        </p:nvGraphicFramePr>
        <p:xfrm>
          <a:off x="1301447" y="2683291"/>
          <a:ext cx="1371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97" name="Equation" r:id="rId9" imgW="1371600" imgH="431640" progId="Equation.DSMT4">
                  <p:embed/>
                </p:oleObj>
              </mc:Choice>
              <mc:Fallback>
                <p:oleObj name="Equation" r:id="rId9" imgW="1371600" imgH="431640" progId="Equation.DSMT4">
                  <p:embed/>
                  <p:pic>
                    <p:nvPicPr>
                      <p:cNvPr id="63497" name="Object 9">
                        <a:extLst>
                          <a:ext uri="{FF2B5EF4-FFF2-40B4-BE49-F238E27FC236}">
                            <a16:creationId xmlns:a16="http://schemas.microsoft.com/office/drawing/2014/main" id="{7FDAB0CB-4E9D-40FB-B509-2B7DA7D642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12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447" y="2683291"/>
                        <a:ext cx="1371600" cy="431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>
            <a:extLst>
              <a:ext uri="{FF2B5EF4-FFF2-40B4-BE49-F238E27FC236}">
                <a16:creationId xmlns:a16="http://schemas.microsoft.com/office/drawing/2014/main" id="{C170FE93-5ACD-49B5-9F47-65293E167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419" y="2680678"/>
            <a:ext cx="914400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49D0CBD0-70CE-466A-AAD9-2FE6E6A0DD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806611"/>
              </p:ext>
            </p:extLst>
          </p:nvPr>
        </p:nvGraphicFramePr>
        <p:xfrm>
          <a:off x="3976419" y="2643728"/>
          <a:ext cx="1346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98" name="Equation" r:id="rId11" imgW="1346040" imgH="431640" progId="Equation.DSMT4">
                  <p:embed/>
                </p:oleObj>
              </mc:Choice>
              <mc:Fallback>
                <p:oleObj name="Equation" r:id="rId11" imgW="1346040" imgH="431640" progId="Equation.DSMT4">
                  <p:embed/>
                  <p:pic>
                    <p:nvPicPr>
                      <p:cNvPr id="63499" name="Object 11">
                        <a:extLst>
                          <a:ext uri="{FF2B5EF4-FFF2-40B4-BE49-F238E27FC236}">
                            <a16:creationId xmlns:a16="http://schemas.microsoft.com/office/drawing/2014/main" id="{646D4F94-3117-44E0-9F42-A9891EF397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3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419" y="2643728"/>
                        <a:ext cx="1346200" cy="431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2">
            <a:extLst>
              <a:ext uri="{FF2B5EF4-FFF2-40B4-BE49-F238E27FC236}">
                <a16:creationId xmlns:a16="http://schemas.microsoft.com/office/drawing/2014/main" id="{62D5AF6D-9DEC-424C-86B8-C5D2B4FA9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184" y="2621845"/>
            <a:ext cx="533400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2D99B900-599A-4271-96B3-1F9D63B52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568198"/>
              </p:ext>
            </p:extLst>
          </p:nvPr>
        </p:nvGraphicFramePr>
        <p:xfrm>
          <a:off x="6883598" y="2491328"/>
          <a:ext cx="723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99" name="Equation" r:id="rId13" imgW="723600" imgH="736560" progId="Equation.DSMT4">
                  <p:embed/>
                </p:oleObj>
              </mc:Choice>
              <mc:Fallback>
                <p:oleObj name="Equation" r:id="rId13" imgW="723600" imgH="736560" progId="Equation.DSMT4">
                  <p:embed/>
                  <p:pic>
                    <p:nvPicPr>
                      <p:cNvPr id="63501" name="Object 13">
                        <a:extLst>
                          <a:ext uri="{FF2B5EF4-FFF2-40B4-BE49-F238E27FC236}">
                            <a16:creationId xmlns:a16="http://schemas.microsoft.com/office/drawing/2014/main" id="{9A5FE239-0952-468D-A4B9-0C085AA2E3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598" y="2491328"/>
                        <a:ext cx="723900" cy="736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841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9" grpId="0" animBg="1" autoUpdateAnimBg="0"/>
      <p:bldP spid="11" grpId="0" animBg="1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2A25BBC-8C2B-4C24-976F-FF2CD19865E4}"/>
              </a:ext>
            </a:extLst>
          </p:cNvPr>
          <p:cNvSpPr txBox="1">
            <a:spLocks noChangeArrowheads="1"/>
          </p:cNvSpPr>
          <p:nvPr/>
        </p:nvSpPr>
        <p:spPr>
          <a:xfrm>
            <a:off x="827372" y="220561"/>
            <a:ext cx="1447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+mj-ea"/>
              </a:rPr>
              <a:t>2. </a:t>
            </a:r>
            <a:r>
              <a:rPr lang="zh-CN" altLang="en-US" sz="2400" b="1" dirty="0">
                <a:latin typeface="+mj-ea"/>
              </a:rPr>
              <a:t>已知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E25809CD-04AA-413F-8D26-4ECAFBD91A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603233"/>
              </p:ext>
            </p:extLst>
          </p:nvPr>
        </p:nvGraphicFramePr>
        <p:xfrm>
          <a:off x="2123728" y="195486"/>
          <a:ext cx="31607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99" name="Equation" r:id="rId3" imgW="3162240" imgH="545760" progId="Equation.DSMT4">
                  <p:embed/>
                </p:oleObj>
              </mc:Choice>
              <mc:Fallback>
                <p:oleObj name="Equation" r:id="rId3" imgW="3162240" imgH="545760" progId="Equation.DSMT4">
                  <p:embed/>
                  <p:pic>
                    <p:nvPicPr>
                      <p:cNvPr id="64515" name="Object 3">
                        <a:extLst>
                          <a:ext uri="{FF2B5EF4-FFF2-40B4-BE49-F238E27FC236}">
                            <a16:creationId xmlns:a16="http://schemas.microsoft.com/office/drawing/2014/main" id="{013ED957-2452-4244-A50E-58B0E619C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95486"/>
                        <a:ext cx="316071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37257BA8-3C63-4C2F-A6E0-D41AE2A42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887" y="220561"/>
            <a:ext cx="91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求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CC05F5ED-5A5B-4CCB-A981-F88FF76274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382502"/>
              </p:ext>
            </p:extLst>
          </p:nvPr>
        </p:nvGraphicFramePr>
        <p:xfrm>
          <a:off x="5775169" y="216053"/>
          <a:ext cx="1181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0" name="Equation" r:id="rId5" imgW="1180800" imgH="507960" progId="Equation.DSMT4">
                  <p:embed/>
                </p:oleObj>
              </mc:Choice>
              <mc:Fallback>
                <p:oleObj name="Equation" r:id="rId5" imgW="1180800" imgH="507960" progId="Equation.DSMT4">
                  <p:embed/>
                  <p:pic>
                    <p:nvPicPr>
                      <p:cNvPr id="64517" name="Object 5">
                        <a:extLst>
                          <a:ext uri="{FF2B5EF4-FFF2-40B4-BE49-F238E27FC236}">
                            <a16:creationId xmlns:a16="http://schemas.microsoft.com/office/drawing/2014/main" id="{9A9BCCB3-E770-46BA-882C-4F0466F801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169" y="216053"/>
                        <a:ext cx="1181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78ECA17F-0452-4164-8BC0-71D791DE6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746" y="775444"/>
            <a:ext cx="22494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两边求导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得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613BF4D3-85A7-42C0-86AD-89361A148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560077"/>
              </p:ext>
            </p:extLst>
          </p:nvPr>
        </p:nvGraphicFramePr>
        <p:xfrm>
          <a:off x="3512666" y="668790"/>
          <a:ext cx="22225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1" name="Equation" r:id="rId7" imgW="2222280" imgH="812520" progId="Equation.DSMT4">
                  <p:embed/>
                </p:oleObj>
              </mc:Choice>
              <mc:Fallback>
                <p:oleObj name="Equation" r:id="rId7" imgW="2222280" imgH="812520" progId="Equation.DSMT4">
                  <p:embed/>
                  <p:pic>
                    <p:nvPicPr>
                      <p:cNvPr id="64519" name="Object 7">
                        <a:extLst>
                          <a:ext uri="{FF2B5EF4-FFF2-40B4-BE49-F238E27FC236}">
                            <a16:creationId xmlns:a16="http://schemas.microsoft.com/office/drawing/2014/main" id="{6727DA21-4810-4E7B-B2E1-6DBED69798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2666" y="668790"/>
                        <a:ext cx="222250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F98F8F2B-C2DE-4B2C-BDA5-09A01739F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383" y="811310"/>
            <a:ext cx="91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</a:t>
            </a:r>
          </a:p>
        </p:txBody>
      </p:sp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A80B518D-1B3B-4104-BFB6-066C991FEF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149025"/>
              </p:ext>
            </p:extLst>
          </p:nvPr>
        </p:nvGraphicFramePr>
        <p:xfrm>
          <a:off x="202477" y="1972745"/>
          <a:ext cx="1181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2" name="Equation" r:id="rId9" imgW="1180800" imgH="736560" progId="Equation.DSMT4">
                  <p:embed/>
                </p:oleObj>
              </mc:Choice>
              <mc:Fallback>
                <p:oleObj name="Equation" r:id="rId9" imgW="1180800" imgH="736560" progId="Equation.DSMT4">
                  <p:embed/>
                  <p:pic>
                    <p:nvPicPr>
                      <p:cNvPr id="64524" name="Object 12">
                        <a:extLst>
                          <a:ext uri="{FF2B5EF4-FFF2-40B4-BE49-F238E27FC236}">
                            <a16:creationId xmlns:a16="http://schemas.microsoft.com/office/drawing/2014/main" id="{2308A7C5-3C95-419D-86B5-3BD167440C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77" y="1972745"/>
                        <a:ext cx="1181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54DBF8D3-77C0-499C-BE27-31B578109F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92085"/>
              </p:ext>
            </p:extLst>
          </p:nvPr>
        </p:nvGraphicFramePr>
        <p:xfrm>
          <a:off x="925032" y="2514672"/>
          <a:ext cx="1320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3" name="Equation" r:id="rId11" imgW="1320480" imgH="850680" progId="Equation.DSMT4">
                  <p:embed/>
                </p:oleObj>
              </mc:Choice>
              <mc:Fallback>
                <p:oleObj name="Equation" r:id="rId11" imgW="1320480" imgH="850680" progId="Equation.DSMT4">
                  <p:embed/>
                  <p:pic>
                    <p:nvPicPr>
                      <p:cNvPr id="64525" name="Object 13">
                        <a:extLst>
                          <a:ext uri="{FF2B5EF4-FFF2-40B4-BE49-F238E27FC236}">
                            <a16:creationId xmlns:a16="http://schemas.microsoft.com/office/drawing/2014/main" id="{8213482E-4BD9-4AD4-AE1D-6453FD3998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2" y="2514672"/>
                        <a:ext cx="1320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9">
            <a:extLst>
              <a:ext uri="{FF2B5EF4-FFF2-40B4-BE49-F238E27FC236}">
                <a16:creationId xmlns:a16="http://schemas.microsoft.com/office/drawing/2014/main" id="{90522FE1-B669-4EEC-B4C4-E8ACC232B7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569959"/>
              </p:ext>
            </p:extLst>
          </p:nvPr>
        </p:nvGraphicFramePr>
        <p:xfrm>
          <a:off x="954567" y="4147791"/>
          <a:ext cx="15605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4" name="Equation" r:id="rId13" imgW="1562040" imgH="736560" progId="Equation.DSMT4">
                  <p:embed/>
                </p:oleObj>
              </mc:Choice>
              <mc:Fallback>
                <p:oleObj name="Equation" r:id="rId13" imgW="1562040" imgH="736560" progId="Equation.DSMT4">
                  <p:embed/>
                  <p:pic>
                    <p:nvPicPr>
                      <p:cNvPr id="64531" name="Object 19">
                        <a:extLst>
                          <a:ext uri="{FF2B5EF4-FFF2-40B4-BE49-F238E27FC236}">
                            <a16:creationId xmlns:a16="http://schemas.microsoft.com/office/drawing/2014/main" id="{CE8F15AD-DB31-40DC-B456-804E116440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567" y="4147791"/>
                        <a:ext cx="15605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0">
            <a:extLst>
              <a:ext uri="{FF2B5EF4-FFF2-40B4-BE49-F238E27FC236}">
                <a16:creationId xmlns:a16="http://schemas.microsoft.com/office/drawing/2014/main" id="{3B355800-4B9B-4794-8013-2B66D3CC62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612296"/>
              </p:ext>
            </p:extLst>
          </p:nvPr>
        </p:nvGraphicFramePr>
        <p:xfrm>
          <a:off x="2601165" y="4206234"/>
          <a:ext cx="16367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5" name="Equation" r:id="rId15" imgW="1638000" imgH="457200" progId="Equation.DSMT4">
                  <p:embed/>
                </p:oleObj>
              </mc:Choice>
              <mc:Fallback>
                <p:oleObj name="Equation" r:id="rId15" imgW="1638000" imgH="457200" progId="Equation.DSMT4">
                  <p:embed/>
                  <p:pic>
                    <p:nvPicPr>
                      <p:cNvPr id="64532" name="Object 20">
                        <a:extLst>
                          <a:ext uri="{FF2B5EF4-FFF2-40B4-BE49-F238E27FC236}">
                            <a16:creationId xmlns:a16="http://schemas.microsoft.com/office/drawing/2014/main" id="{9DAD025E-53AA-42CB-8FDD-4DF0286830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1165" y="4206234"/>
                        <a:ext cx="16367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1">
            <a:extLst>
              <a:ext uri="{FF2B5EF4-FFF2-40B4-BE49-F238E27FC236}">
                <a16:creationId xmlns:a16="http://schemas.microsoft.com/office/drawing/2014/main" id="{E9977AA2-BD13-44DC-88EA-0511859D2E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920887"/>
              </p:ext>
            </p:extLst>
          </p:nvPr>
        </p:nvGraphicFramePr>
        <p:xfrm>
          <a:off x="4307249" y="4433541"/>
          <a:ext cx="533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6" name="Equation" r:id="rId17" imgW="533160" imgH="164880" progId="Equation.DSMT4">
                  <p:embed/>
                </p:oleObj>
              </mc:Choice>
              <mc:Fallback>
                <p:oleObj name="Equation" r:id="rId17" imgW="533160" imgH="164880" progId="Equation.DSMT4">
                  <p:embed/>
                  <p:pic>
                    <p:nvPicPr>
                      <p:cNvPr id="64533" name="Object 21">
                        <a:extLst>
                          <a:ext uri="{FF2B5EF4-FFF2-40B4-BE49-F238E27FC236}">
                            <a16:creationId xmlns:a16="http://schemas.microsoft.com/office/drawing/2014/main" id="{EC4752C3-43D5-471C-97A5-A80B3115D3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7249" y="4433541"/>
                        <a:ext cx="5334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2">
            <a:extLst>
              <a:ext uri="{FF2B5EF4-FFF2-40B4-BE49-F238E27FC236}">
                <a16:creationId xmlns:a16="http://schemas.microsoft.com/office/drawing/2014/main" id="{51638F2A-6528-48E2-81DB-2D9683634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196" y="4143709"/>
            <a:ext cx="2133600" cy="5286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代回原变量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15F498-199C-4A4A-A95A-81C022975F06}"/>
              </a:ext>
            </a:extLst>
          </p:cNvPr>
          <p:cNvSpPr/>
          <p:nvPr/>
        </p:nvSpPr>
        <p:spPr>
          <a:xfrm>
            <a:off x="889531" y="81131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</a:rPr>
              <a:t>解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25FE0ECF-A6B6-4EA7-80DE-9FFD218F87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410850"/>
              </p:ext>
            </p:extLst>
          </p:nvPr>
        </p:nvGraphicFramePr>
        <p:xfrm>
          <a:off x="1311447" y="1421459"/>
          <a:ext cx="2921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7" name="Equation" r:id="rId19" imgW="2920680" imgH="812520" progId="Equation.DSMT4">
                  <p:embed/>
                </p:oleObj>
              </mc:Choice>
              <mc:Fallback>
                <p:oleObj name="Equation" r:id="rId19" imgW="29206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11447" y="1421459"/>
                        <a:ext cx="2921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59793574-CD29-4821-AEBA-EBF9A94602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362038"/>
              </p:ext>
            </p:extLst>
          </p:nvPr>
        </p:nvGraphicFramePr>
        <p:xfrm>
          <a:off x="2435041" y="2514672"/>
          <a:ext cx="3098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8" name="Equation" r:id="rId21" imgW="3098520" imgH="850680" progId="Equation.DSMT4">
                  <p:embed/>
                </p:oleObj>
              </mc:Choice>
              <mc:Fallback>
                <p:oleObj name="Equation" r:id="rId21" imgW="309852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435041" y="2514672"/>
                        <a:ext cx="30988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59B10D8-FAAF-48B2-91AB-C1A3487D94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868155"/>
              </p:ext>
            </p:extLst>
          </p:nvPr>
        </p:nvGraphicFramePr>
        <p:xfrm>
          <a:off x="897222" y="3365572"/>
          <a:ext cx="2755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9" name="Equation" r:id="rId23" imgW="2755800" imgH="723600" progId="Equation.DSMT4">
                  <p:embed/>
                </p:oleObj>
              </mc:Choice>
              <mc:Fallback>
                <p:oleObj name="Equation" r:id="rId23" imgW="27558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97222" y="3365572"/>
                        <a:ext cx="27559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4BD95271-BA14-4AE1-A535-74C7A9241B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702003"/>
              </p:ext>
            </p:extLst>
          </p:nvPr>
        </p:nvGraphicFramePr>
        <p:xfrm>
          <a:off x="3732634" y="3352836"/>
          <a:ext cx="2679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10" name="Equation" r:id="rId25" imgW="2679480" imgH="723600" progId="Equation.DSMT4">
                  <p:embed/>
                </p:oleObj>
              </mc:Choice>
              <mc:Fallback>
                <p:oleObj name="Equation" r:id="rId25" imgW="26794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732634" y="3352836"/>
                        <a:ext cx="2679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310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12817488-A6C3-407D-8E85-3FD617C17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55526"/>
            <a:ext cx="15121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6F5CAD0-FF96-44DC-AA49-02BBEF25F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1" y="1347614"/>
            <a:ext cx="80648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第四章  第二节（第二类换元法）</a:t>
            </a:r>
            <a:endParaRPr kumimoji="1"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B6952CE-E683-446C-8C84-F4A44D881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282" y="2139702"/>
            <a:ext cx="22485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课后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4-3</a:t>
            </a:r>
            <a:endParaRPr kumimoji="1" lang="en-US" altLang="zh-CN" sz="2400" b="1" dirty="0">
              <a:solidFill>
                <a:srgbClr val="0064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8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08E0EA-A416-41C8-B5E1-100BD1589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859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accent2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/>
      <a:lstStyle>
        <a:defPPr algn="l">
          <a:defRPr sz="2400" dirty="0">
            <a:solidFill>
              <a:srgbClr val="FF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2858</TotalTime>
  <Words>587</Words>
  <Application>Microsoft Office PowerPoint</Application>
  <PresentationFormat>全屏显示(16:9)</PresentationFormat>
  <Paragraphs>211</Paragraphs>
  <Slides>68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68</vt:i4>
      </vt:variant>
    </vt:vector>
  </HeadingPairs>
  <TitlesOfParts>
    <vt:vector size="82" baseType="lpstr">
      <vt:lpstr>等线</vt:lpstr>
      <vt:lpstr>华文楷体</vt:lpstr>
      <vt:lpstr>华文行楷</vt:lpstr>
      <vt:lpstr>楷体</vt:lpstr>
      <vt:lpstr>隶书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Equation</vt:lpstr>
      <vt:lpstr>MathType 7.0 Equation</vt:lpstr>
      <vt:lpstr>第四章  不定积分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李宏</dc:creator>
  <cp:lastModifiedBy>郭 晓峰</cp:lastModifiedBy>
  <cp:revision>219</cp:revision>
  <cp:lastPrinted>2019-07-22T12:21:14Z</cp:lastPrinted>
  <dcterms:created xsi:type="dcterms:W3CDTF">2019-07-22T11:45:41Z</dcterms:created>
  <dcterms:modified xsi:type="dcterms:W3CDTF">2023-11-16T13:38:57Z</dcterms:modified>
</cp:coreProperties>
</file>