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88" r:id="rId2"/>
    <p:sldId id="422" r:id="rId3"/>
    <p:sldId id="417" r:id="rId4"/>
    <p:sldId id="418" r:id="rId5"/>
    <p:sldId id="419" r:id="rId6"/>
    <p:sldId id="520" r:id="rId7"/>
    <p:sldId id="420" r:id="rId8"/>
    <p:sldId id="421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443" r:id="rId29"/>
    <p:sldId id="444" r:id="rId30"/>
    <p:sldId id="445" r:id="rId31"/>
    <p:sldId id="446" r:id="rId32"/>
    <p:sldId id="447" r:id="rId33"/>
    <p:sldId id="448" r:id="rId34"/>
    <p:sldId id="449" r:id="rId35"/>
    <p:sldId id="450" r:id="rId36"/>
    <p:sldId id="451" r:id="rId37"/>
    <p:sldId id="452" r:id="rId38"/>
    <p:sldId id="524" r:id="rId39"/>
    <p:sldId id="453" r:id="rId40"/>
    <p:sldId id="454" r:id="rId41"/>
    <p:sldId id="456" r:id="rId42"/>
    <p:sldId id="458" r:id="rId43"/>
    <p:sldId id="459" r:id="rId44"/>
    <p:sldId id="466" r:id="rId45"/>
    <p:sldId id="460" r:id="rId46"/>
    <p:sldId id="461" r:id="rId47"/>
    <p:sldId id="462" r:id="rId48"/>
    <p:sldId id="463" r:id="rId49"/>
    <p:sldId id="464" r:id="rId50"/>
    <p:sldId id="465" r:id="rId51"/>
    <p:sldId id="467" r:id="rId52"/>
    <p:sldId id="468" r:id="rId53"/>
    <p:sldId id="469" r:id="rId54"/>
    <p:sldId id="470" r:id="rId55"/>
    <p:sldId id="471" r:id="rId56"/>
    <p:sldId id="472" r:id="rId57"/>
    <p:sldId id="473" r:id="rId58"/>
    <p:sldId id="521" r:id="rId59"/>
    <p:sldId id="522" r:id="rId60"/>
    <p:sldId id="523" r:id="rId61"/>
    <p:sldId id="514" r:id="rId62"/>
    <p:sldId id="299" r:id="rId6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0" userDrawn="1">
          <p15:clr>
            <a:srgbClr val="A4A3A4"/>
          </p15:clr>
        </p15:guide>
        <p15:guide id="2" pos="1474" userDrawn="1">
          <p15:clr>
            <a:srgbClr val="A4A3A4"/>
          </p15:clr>
        </p15:guide>
        <p15:guide id="3" pos="32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2F42FB"/>
    <a:srgbClr val="4234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14" autoAdjust="0"/>
  </p:normalViewPr>
  <p:slideViewPr>
    <p:cSldViewPr>
      <p:cViewPr varScale="1">
        <p:scale>
          <a:sx n="137" d="100"/>
          <a:sy n="137" d="100"/>
        </p:scale>
        <p:origin x="816" y="126"/>
      </p:cViewPr>
      <p:guideLst>
        <p:guide orient="horz" pos="2300"/>
        <p:guide pos="1474"/>
        <p:guide pos="32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12" Type="http://schemas.openxmlformats.org/officeDocument/2006/relationships/image" Target="../media/image50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11" Type="http://schemas.openxmlformats.org/officeDocument/2006/relationships/image" Target="../media/image49.wmf"/><Relationship Id="rId5" Type="http://schemas.openxmlformats.org/officeDocument/2006/relationships/image" Target="../media/image43.wmf"/><Relationship Id="rId10" Type="http://schemas.openxmlformats.org/officeDocument/2006/relationships/image" Target="../media/image48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77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12" Type="http://schemas.openxmlformats.org/officeDocument/2006/relationships/image" Target="../media/image139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11" Type="http://schemas.openxmlformats.org/officeDocument/2006/relationships/image" Target="../media/image138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4" Type="http://schemas.openxmlformats.org/officeDocument/2006/relationships/image" Target="../media/image15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Relationship Id="rId5" Type="http://schemas.openxmlformats.org/officeDocument/2006/relationships/image" Target="../media/image163.wmf"/><Relationship Id="rId4" Type="http://schemas.openxmlformats.org/officeDocument/2006/relationships/image" Target="../media/image16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wmf"/><Relationship Id="rId5" Type="http://schemas.openxmlformats.org/officeDocument/2006/relationships/image" Target="../media/image205.wmf"/><Relationship Id="rId4" Type="http://schemas.openxmlformats.org/officeDocument/2006/relationships/image" Target="../media/image20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2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9" Type="http://schemas.openxmlformats.org/officeDocument/2006/relationships/image" Target="../media/image214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7" Type="http://schemas.openxmlformats.org/officeDocument/2006/relationships/image" Target="../media/image228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7.wmf"/><Relationship Id="rId5" Type="http://schemas.openxmlformats.org/officeDocument/2006/relationships/image" Target="../media/image226.wmf"/><Relationship Id="rId4" Type="http://schemas.openxmlformats.org/officeDocument/2006/relationships/image" Target="../media/image225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1.wmf"/><Relationship Id="rId7" Type="http://schemas.openxmlformats.org/officeDocument/2006/relationships/image" Target="../media/image235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6" Type="http://schemas.openxmlformats.org/officeDocument/2006/relationships/image" Target="../media/image234.wmf"/><Relationship Id="rId5" Type="http://schemas.openxmlformats.org/officeDocument/2006/relationships/image" Target="../media/image233.wmf"/><Relationship Id="rId4" Type="http://schemas.openxmlformats.org/officeDocument/2006/relationships/image" Target="../media/image23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6" Type="http://schemas.openxmlformats.org/officeDocument/2006/relationships/image" Target="../media/image242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" Type="http://schemas.openxmlformats.org/officeDocument/2006/relationships/image" Target="../media/image249.wmf"/><Relationship Id="rId5" Type="http://schemas.openxmlformats.org/officeDocument/2006/relationships/image" Target="../media/image253.wmf"/><Relationship Id="rId4" Type="http://schemas.openxmlformats.org/officeDocument/2006/relationships/image" Target="../media/image25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3" Type="http://schemas.openxmlformats.org/officeDocument/2006/relationships/image" Target="../media/image262.wmf"/><Relationship Id="rId7" Type="http://schemas.openxmlformats.org/officeDocument/2006/relationships/image" Target="../media/image266.wmf"/><Relationship Id="rId2" Type="http://schemas.openxmlformats.org/officeDocument/2006/relationships/image" Target="../media/image261.wmf"/><Relationship Id="rId1" Type="http://schemas.openxmlformats.org/officeDocument/2006/relationships/image" Target="../media/image260.wmf"/><Relationship Id="rId6" Type="http://schemas.openxmlformats.org/officeDocument/2006/relationships/image" Target="../media/image265.wmf"/><Relationship Id="rId5" Type="http://schemas.openxmlformats.org/officeDocument/2006/relationships/image" Target="../media/image264.wmf"/><Relationship Id="rId4" Type="http://schemas.openxmlformats.org/officeDocument/2006/relationships/image" Target="../media/image263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3" Type="http://schemas.openxmlformats.org/officeDocument/2006/relationships/image" Target="../media/image270.wmf"/><Relationship Id="rId7" Type="http://schemas.openxmlformats.org/officeDocument/2006/relationships/image" Target="../media/image274.wmf"/><Relationship Id="rId2" Type="http://schemas.openxmlformats.org/officeDocument/2006/relationships/image" Target="../media/image269.wmf"/><Relationship Id="rId1" Type="http://schemas.openxmlformats.org/officeDocument/2006/relationships/image" Target="../media/image268.wmf"/><Relationship Id="rId6" Type="http://schemas.openxmlformats.org/officeDocument/2006/relationships/image" Target="../media/image273.wmf"/><Relationship Id="rId5" Type="http://schemas.openxmlformats.org/officeDocument/2006/relationships/image" Target="../media/image272.wmf"/><Relationship Id="rId4" Type="http://schemas.openxmlformats.org/officeDocument/2006/relationships/image" Target="../media/image271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Relationship Id="rId6" Type="http://schemas.openxmlformats.org/officeDocument/2006/relationships/image" Target="../media/image281.wmf"/><Relationship Id="rId5" Type="http://schemas.openxmlformats.org/officeDocument/2006/relationships/image" Target="../media/image280.wmf"/><Relationship Id="rId4" Type="http://schemas.openxmlformats.org/officeDocument/2006/relationships/image" Target="../media/image279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3" Type="http://schemas.openxmlformats.org/officeDocument/2006/relationships/image" Target="../media/image289.wmf"/><Relationship Id="rId7" Type="http://schemas.openxmlformats.org/officeDocument/2006/relationships/image" Target="../media/image293.wmf"/><Relationship Id="rId2" Type="http://schemas.openxmlformats.org/officeDocument/2006/relationships/image" Target="../media/image288.wmf"/><Relationship Id="rId1" Type="http://schemas.openxmlformats.org/officeDocument/2006/relationships/image" Target="../media/image287.wmf"/><Relationship Id="rId6" Type="http://schemas.openxmlformats.org/officeDocument/2006/relationships/image" Target="../media/image292.wmf"/><Relationship Id="rId5" Type="http://schemas.openxmlformats.org/officeDocument/2006/relationships/image" Target="../media/image291.wmf"/><Relationship Id="rId10" Type="http://schemas.openxmlformats.org/officeDocument/2006/relationships/image" Target="../media/image296.wmf"/><Relationship Id="rId4" Type="http://schemas.openxmlformats.org/officeDocument/2006/relationships/image" Target="../media/image290.wmf"/><Relationship Id="rId9" Type="http://schemas.openxmlformats.org/officeDocument/2006/relationships/image" Target="../media/image295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7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4" Type="http://schemas.openxmlformats.org/officeDocument/2006/relationships/image" Target="../media/image298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3" Type="http://schemas.openxmlformats.org/officeDocument/2006/relationships/image" Target="../media/image306.wmf"/><Relationship Id="rId7" Type="http://schemas.openxmlformats.org/officeDocument/2006/relationships/image" Target="../media/image310.wmf"/><Relationship Id="rId2" Type="http://schemas.openxmlformats.org/officeDocument/2006/relationships/image" Target="../media/image305.wmf"/><Relationship Id="rId1" Type="http://schemas.openxmlformats.org/officeDocument/2006/relationships/image" Target="../media/image304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10" Type="http://schemas.openxmlformats.org/officeDocument/2006/relationships/image" Target="../media/image313.wmf"/><Relationship Id="rId4" Type="http://schemas.openxmlformats.org/officeDocument/2006/relationships/image" Target="../media/image307.wmf"/><Relationship Id="rId9" Type="http://schemas.openxmlformats.org/officeDocument/2006/relationships/image" Target="../media/image312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wmf"/><Relationship Id="rId2" Type="http://schemas.openxmlformats.org/officeDocument/2006/relationships/image" Target="../media/image267.wmf"/><Relationship Id="rId1" Type="http://schemas.openxmlformats.org/officeDocument/2006/relationships/image" Target="../media/image314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" Type="http://schemas.openxmlformats.org/officeDocument/2006/relationships/image" Target="../media/image316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3.wmf"/><Relationship Id="rId2" Type="http://schemas.openxmlformats.org/officeDocument/2006/relationships/image" Target="../media/image267.wmf"/><Relationship Id="rId1" Type="http://schemas.openxmlformats.org/officeDocument/2006/relationships/image" Target="../media/image322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5" Type="http://schemas.openxmlformats.org/officeDocument/2006/relationships/image" Target="../media/image328.wmf"/><Relationship Id="rId4" Type="http://schemas.openxmlformats.org/officeDocument/2006/relationships/image" Target="../media/image32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10" Type="http://schemas.openxmlformats.org/officeDocument/2006/relationships/image" Target="../media/image346.wmf"/><Relationship Id="rId4" Type="http://schemas.openxmlformats.org/officeDocument/2006/relationships/image" Target="../media/image340.wmf"/><Relationship Id="rId9" Type="http://schemas.openxmlformats.org/officeDocument/2006/relationships/image" Target="../media/image345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4.wmf"/><Relationship Id="rId3" Type="http://schemas.openxmlformats.org/officeDocument/2006/relationships/image" Target="../media/image349.wmf"/><Relationship Id="rId7" Type="http://schemas.openxmlformats.org/officeDocument/2006/relationships/image" Target="../media/image353.wmf"/><Relationship Id="rId2" Type="http://schemas.openxmlformats.org/officeDocument/2006/relationships/image" Target="../media/image348.wmf"/><Relationship Id="rId1" Type="http://schemas.openxmlformats.org/officeDocument/2006/relationships/image" Target="../media/image347.wmf"/><Relationship Id="rId6" Type="http://schemas.openxmlformats.org/officeDocument/2006/relationships/image" Target="../media/image352.wmf"/><Relationship Id="rId5" Type="http://schemas.openxmlformats.org/officeDocument/2006/relationships/image" Target="../media/image351.wmf"/><Relationship Id="rId4" Type="http://schemas.openxmlformats.org/officeDocument/2006/relationships/image" Target="../media/image350.wmf"/><Relationship Id="rId9" Type="http://schemas.openxmlformats.org/officeDocument/2006/relationships/image" Target="../media/image346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wmf"/><Relationship Id="rId2" Type="http://schemas.openxmlformats.org/officeDocument/2006/relationships/image" Target="../media/image356.wmf"/><Relationship Id="rId1" Type="http://schemas.openxmlformats.org/officeDocument/2006/relationships/image" Target="../media/image355.wmf"/><Relationship Id="rId5" Type="http://schemas.openxmlformats.org/officeDocument/2006/relationships/image" Target="../media/image359.wmf"/><Relationship Id="rId4" Type="http://schemas.openxmlformats.org/officeDocument/2006/relationships/image" Target="../media/image3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D97E1-BDB0-49EC-9263-2BC7CC7332E5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CC918-47E9-442F-9273-ACC138981D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301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BD092-B330-49BD-80ED-08A478E373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36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29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3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4.bin"/><Relationship Id="rId18" Type="http://schemas.openxmlformats.org/officeDocument/2006/relationships/image" Target="../media/image46.wmf"/><Relationship Id="rId26" Type="http://schemas.openxmlformats.org/officeDocument/2006/relationships/image" Target="../media/image50.wmf"/><Relationship Id="rId3" Type="http://schemas.openxmlformats.org/officeDocument/2006/relationships/oleObject" Target="../embeddings/oleObject39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6.bin"/><Relationship Id="rId25" Type="http://schemas.openxmlformats.org/officeDocument/2006/relationships/oleObject" Target="../embeddings/oleObject5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3.bin"/><Relationship Id="rId24" Type="http://schemas.openxmlformats.org/officeDocument/2006/relationships/image" Target="../media/image49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oleObject" Target="../embeddings/oleObject49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7.bin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6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7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9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7.bin"/><Relationship Id="rId14" Type="http://schemas.openxmlformats.org/officeDocument/2006/relationships/image" Target="../media/image8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94.bin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9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05.wmf"/><Relationship Id="rId3" Type="http://schemas.openxmlformats.org/officeDocument/2006/relationships/oleObject" Target="../embeddings/oleObject98.bin"/><Relationship Id="rId21" Type="http://schemas.openxmlformats.org/officeDocument/2006/relationships/oleObject" Target="../embeddings/oleObject107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4.wmf"/><Relationship Id="rId20" Type="http://schemas.openxmlformats.org/officeDocument/2006/relationships/image" Target="../media/image10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108.wmf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08.bin"/><Relationship Id="rId10" Type="http://schemas.openxmlformats.org/officeDocument/2006/relationships/image" Target="../media/image101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03.wmf"/><Relationship Id="rId22" Type="http://schemas.openxmlformats.org/officeDocument/2006/relationships/image" Target="../media/image10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16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11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2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oleObject" Target="../embeddings/oleObject12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2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35.wmf"/><Relationship Id="rId26" Type="http://schemas.openxmlformats.org/officeDocument/2006/relationships/image" Target="../media/image139.wmf"/><Relationship Id="rId3" Type="http://schemas.openxmlformats.org/officeDocument/2006/relationships/oleObject" Target="../embeddings/oleObject129.bin"/><Relationship Id="rId21" Type="http://schemas.openxmlformats.org/officeDocument/2006/relationships/oleObject" Target="../embeddings/oleObject138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4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4.wmf"/><Relationship Id="rId20" Type="http://schemas.openxmlformats.org/officeDocument/2006/relationships/image" Target="../media/image13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9.wmf"/><Relationship Id="rId11" Type="http://schemas.openxmlformats.org/officeDocument/2006/relationships/oleObject" Target="../embeddings/oleObject133.bin"/><Relationship Id="rId24" Type="http://schemas.openxmlformats.org/officeDocument/2006/relationships/image" Target="../media/image138.wmf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23" Type="http://schemas.openxmlformats.org/officeDocument/2006/relationships/oleObject" Target="../embeddings/oleObject139.bin"/><Relationship Id="rId10" Type="http://schemas.openxmlformats.org/officeDocument/2006/relationships/image" Target="../media/image131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33.wmf"/><Relationship Id="rId22" Type="http://schemas.openxmlformats.org/officeDocument/2006/relationships/image" Target="../media/image13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50.bin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5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5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62.wmf"/><Relationship Id="rId4" Type="http://schemas.openxmlformats.org/officeDocument/2006/relationships/image" Target="../media/image159.wmf"/><Relationship Id="rId9" Type="http://schemas.openxmlformats.org/officeDocument/2006/relationships/oleObject" Target="../embeddings/oleObject16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oleObject" Target="../embeddings/oleObject170.bin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12" Type="http://schemas.openxmlformats.org/officeDocument/2006/relationships/image" Target="../media/image16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5.wmf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13" Type="http://schemas.openxmlformats.org/officeDocument/2006/relationships/oleObject" Target="../embeddings/oleObject176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73.wmf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8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oleObject" Target="../embeddings/oleObject187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8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82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184.wmf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8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00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99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96.wmf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9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2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0" Type="http://schemas.openxmlformats.org/officeDocument/2006/relationships/image" Target="../media/image204.wmf"/><Relationship Id="rId4" Type="http://schemas.openxmlformats.org/officeDocument/2006/relationships/image" Target="../media/image201.wmf"/><Relationship Id="rId9" Type="http://schemas.openxmlformats.org/officeDocument/2006/relationships/oleObject" Target="../embeddings/oleObject20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13.w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2.wmf"/><Relationship Id="rId20" Type="http://schemas.openxmlformats.org/officeDocument/2006/relationships/image" Target="../media/image214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09.w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1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wmf"/><Relationship Id="rId13" Type="http://schemas.openxmlformats.org/officeDocument/2006/relationships/oleObject" Target="../embeddings/oleObject221.bin"/><Relationship Id="rId18" Type="http://schemas.openxmlformats.org/officeDocument/2006/relationships/image" Target="../media/image222.wmf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219.wmf"/><Relationship Id="rId17" Type="http://schemas.openxmlformats.org/officeDocument/2006/relationships/oleObject" Target="../embeddings/oleObject22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1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16.w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5" Type="http://schemas.openxmlformats.org/officeDocument/2006/relationships/oleObject" Target="../embeddings/oleObject222.bin"/><Relationship Id="rId10" Type="http://schemas.openxmlformats.org/officeDocument/2006/relationships/image" Target="../media/image218.wmf"/><Relationship Id="rId4" Type="http://schemas.openxmlformats.org/officeDocument/2006/relationships/image" Target="../media/image215.w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22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29.bin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12" Type="http://schemas.openxmlformats.org/officeDocument/2006/relationships/image" Target="../media/image226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28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5.bin"/><Relationship Id="rId15" Type="http://schemas.openxmlformats.org/officeDocument/2006/relationships/oleObject" Target="../embeddings/oleObject230.bin"/><Relationship Id="rId10" Type="http://schemas.openxmlformats.org/officeDocument/2006/relationships/image" Target="../media/image225.wmf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27.bin"/><Relationship Id="rId14" Type="http://schemas.openxmlformats.org/officeDocument/2006/relationships/image" Target="../media/image22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36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35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32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3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oleObject" Target="../embeddings/oleObject244.bin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4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4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50.bin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4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4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wmf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5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0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0" Type="http://schemas.openxmlformats.org/officeDocument/2006/relationships/image" Target="../media/image252.wmf"/><Relationship Id="rId4" Type="http://schemas.openxmlformats.org/officeDocument/2006/relationships/image" Target="../media/image249.wmf"/><Relationship Id="rId9" Type="http://schemas.openxmlformats.org/officeDocument/2006/relationships/oleObject" Target="../embeddings/oleObject25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261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5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0" Type="http://schemas.openxmlformats.org/officeDocument/2006/relationships/image" Target="../media/image257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59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267.bin"/><Relationship Id="rId18" Type="http://schemas.openxmlformats.org/officeDocument/2006/relationships/image" Target="../media/image267.wmf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64.wmf"/><Relationship Id="rId17" Type="http://schemas.openxmlformats.org/officeDocument/2006/relationships/oleObject" Target="../embeddings/oleObject26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66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1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5" Type="http://schemas.openxmlformats.org/officeDocument/2006/relationships/oleObject" Target="../embeddings/oleObject268.bin"/><Relationship Id="rId10" Type="http://schemas.openxmlformats.org/officeDocument/2006/relationships/image" Target="../media/image263.wmf"/><Relationship Id="rId4" Type="http://schemas.openxmlformats.org/officeDocument/2006/relationships/image" Target="../media/image260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26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275.bin"/><Relationship Id="rId18" Type="http://schemas.openxmlformats.org/officeDocument/2006/relationships/image" Target="../media/image275.w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7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74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274.bin"/><Relationship Id="rId5" Type="http://schemas.openxmlformats.org/officeDocument/2006/relationships/oleObject" Target="../embeddings/oleObject271.bin"/><Relationship Id="rId15" Type="http://schemas.openxmlformats.org/officeDocument/2006/relationships/oleObject" Target="../embeddings/oleObject276.bin"/><Relationship Id="rId10" Type="http://schemas.openxmlformats.org/officeDocument/2006/relationships/image" Target="../media/image271.wmf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7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13" Type="http://schemas.openxmlformats.org/officeDocument/2006/relationships/oleObject" Target="../embeddings/oleObject283.bin"/><Relationship Id="rId3" Type="http://schemas.openxmlformats.org/officeDocument/2006/relationships/oleObject" Target="../embeddings/oleObject278.bin"/><Relationship Id="rId7" Type="http://schemas.openxmlformats.org/officeDocument/2006/relationships/oleObject" Target="../embeddings/oleObject280.bin"/><Relationship Id="rId12" Type="http://schemas.openxmlformats.org/officeDocument/2006/relationships/image" Target="../media/image28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77.wmf"/><Relationship Id="rId11" Type="http://schemas.openxmlformats.org/officeDocument/2006/relationships/oleObject" Target="../embeddings/oleObject282.bin"/><Relationship Id="rId5" Type="http://schemas.openxmlformats.org/officeDocument/2006/relationships/oleObject" Target="../embeddings/oleObject279.bin"/><Relationship Id="rId10" Type="http://schemas.openxmlformats.org/officeDocument/2006/relationships/image" Target="../media/image279.wmf"/><Relationship Id="rId4" Type="http://schemas.openxmlformats.org/officeDocument/2006/relationships/image" Target="../media/image276.wmf"/><Relationship Id="rId9" Type="http://schemas.openxmlformats.org/officeDocument/2006/relationships/oleObject" Target="../embeddings/oleObject281.bin"/><Relationship Id="rId14" Type="http://schemas.openxmlformats.org/officeDocument/2006/relationships/image" Target="../media/image28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289.bin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12" Type="http://schemas.openxmlformats.org/officeDocument/2006/relationships/image" Target="../media/image286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8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5.bin"/><Relationship Id="rId15" Type="http://schemas.openxmlformats.org/officeDocument/2006/relationships/oleObject" Target="../embeddings/oleObject290.bin"/><Relationship Id="rId10" Type="http://schemas.openxmlformats.org/officeDocument/2006/relationships/image" Target="../media/image285.wmf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287.bin"/><Relationship Id="rId14" Type="http://schemas.openxmlformats.org/officeDocument/2006/relationships/image" Target="../media/image28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13" Type="http://schemas.openxmlformats.org/officeDocument/2006/relationships/oleObject" Target="../embeddings/oleObject296.bin"/><Relationship Id="rId18" Type="http://schemas.openxmlformats.org/officeDocument/2006/relationships/image" Target="../media/image294.wmf"/><Relationship Id="rId3" Type="http://schemas.openxmlformats.org/officeDocument/2006/relationships/oleObject" Target="../embeddings/oleObject291.bin"/><Relationship Id="rId21" Type="http://schemas.openxmlformats.org/officeDocument/2006/relationships/oleObject" Target="../embeddings/oleObject300.bin"/><Relationship Id="rId7" Type="http://schemas.openxmlformats.org/officeDocument/2006/relationships/oleObject" Target="../embeddings/oleObject293.bin"/><Relationship Id="rId12" Type="http://schemas.openxmlformats.org/officeDocument/2006/relationships/image" Target="../media/image291.wmf"/><Relationship Id="rId17" Type="http://schemas.openxmlformats.org/officeDocument/2006/relationships/oleObject" Target="../embeddings/oleObject29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93.wmf"/><Relationship Id="rId20" Type="http://schemas.openxmlformats.org/officeDocument/2006/relationships/image" Target="../media/image295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88.wmf"/><Relationship Id="rId11" Type="http://schemas.openxmlformats.org/officeDocument/2006/relationships/oleObject" Target="../embeddings/oleObject295.bin"/><Relationship Id="rId5" Type="http://schemas.openxmlformats.org/officeDocument/2006/relationships/oleObject" Target="../embeddings/oleObject292.bin"/><Relationship Id="rId15" Type="http://schemas.openxmlformats.org/officeDocument/2006/relationships/oleObject" Target="../embeddings/oleObject297.bin"/><Relationship Id="rId10" Type="http://schemas.openxmlformats.org/officeDocument/2006/relationships/image" Target="../media/image290.wmf"/><Relationship Id="rId19" Type="http://schemas.openxmlformats.org/officeDocument/2006/relationships/oleObject" Target="../embeddings/oleObject299.bin"/><Relationship Id="rId4" Type="http://schemas.openxmlformats.org/officeDocument/2006/relationships/image" Target="../media/image287.wmf"/><Relationship Id="rId9" Type="http://schemas.openxmlformats.org/officeDocument/2006/relationships/oleObject" Target="../embeddings/oleObject294.bin"/><Relationship Id="rId14" Type="http://schemas.openxmlformats.org/officeDocument/2006/relationships/image" Target="../media/image292.wmf"/><Relationship Id="rId22" Type="http://schemas.openxmlformats.org/officeDocument/2006/relationships/image" Target="../media/image29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oleObject" Target="../embeddings/oleObject301.bin"/><Relationship Id="rId7" Type="http://schemas.openxmlformats.org/officeDocument/2006/relationships/oleObject" Target="../embeddings/oleObject30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66.wmf"/><Relationship Id="rId5" Type="http://schemas.openxmlformats.org/officeDocument/2006/relationships/oleObject" Target="../embeddings/oleObject302.bin"/><Relationship Id="rId10" Type="http://schemas.openxmlformats.org/officeDocument/2006/relationships/image" Target="../media/image298.wmf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30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3" Type="http://schemas.openxmlformats.org/officeDocument/2006/relationships/oleObject" Target="../embeddings/oleObject305.bin"/><Relationship Id="rId7" Type="http://schemas.openxmlformats.org/officeDocument/2006/relationships/oleObject" Target="../embeddings/oleObject307.bin"/><Relationship Id="rId12" Type="http://schemas.openxmlformats.org/officeDocument/2006/relationships/image" Target="../media/image30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00.wmf"/><Relationship Id="rId11" Type="http://schemas.openxmlformats.org/officeDocument/2006/relationships/oleObject" Target="../embeddings/oleObject309.bin"/><Relationship Id="rId5" Type="http://schemas.openxmlformats.org/officeDocument/2006/relationships/oleObject" Target="../embeddings/oleObject306.bin"/><Relationship Id="rId10" Type="http://schemas.openxmlformats.org/officeDocument/2006/relationships/image" Target="../media/image302.wmf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08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13" Type="http://schemas.openxmlformats.org/officeDocument/2006/relationships/oleObject" Target="../embeddings/oleObject315.bin"/><Relationship Id="rId18" Type="http://schemas.openxmlformats.org/officeDocument/2006/relationships/image" Target="../media/image311.wmf"/><Relationship Id="rId3" Type="http://schemas.openxmlformats.org/officeDocument/2006/relationships/oleObject" Target="../embeddings/oleObject310.bin"/><Relationship Id="rId21" Type="http://schemas.openxmlformats.org/officeDocument/2006/relationships/oleObject" Target="../embeddings/oleObject319.bin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308.wmf"/><Relationship Id="rId17" Type="http://schemas.openxmlformats.org/officeDocument/2006/relationships/oleObject" Target="../embeddings/oleObject31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0.wmf"/><Relationship Id="rId20" Type="http://schemas.openxmlformats.org/officeDocument/2006/relationships/image" Target="../media/image312.w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11.bin"/><Relationship Id="rId15" Type="http://schemas.openxmlformats.org/officeDocument/2006/relationships/oleObject" Target="../embeddings/oleObject316.bin"/><Relationship Id="rId10" Type="http://schemas.openxmlformats.org/officeDocument/2006/relationships/image" Target="../media/image307.wmf"/><Relationship Id="rId19" Type="http://schemas.openxmlformats.org/officeDocument/2006/relationships/oleObject" Target="../embeddings/oleObject318.bin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13.bin"/><Relationship Id="rId14" Type="http://schemas.openxmlformats.org/officeDocument/2006/relationships/image" Target="../media/image309.wmf"/><Relationship Id="rId22" Type="http://schemas.openxmlformats.org/officeDocument/2006/relationships/image" Target="../media/image313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oleObject" Target="../embeddings/oleObject320.bin"/><Relationship Id="rId7" Type="http://schemas.openxmlformats.org/officeDocument/2006/relationships/oleObject" Target="../embeddings/oleObject32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321.bin"/><Relationship Id="rId4" Type="http://schemas.openxmlformats.org/officeDocument/2006/relationships/image" Target="../media/image314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wmf"/><Relationship Id="rId13" Type="http://schemas.openxmlformats.org/officeDocument/2006/relationships/oleObject" Target="../embeddings/oleObject328.bin"/><Relationship Id="rId3" Type="http://schemas.openxmlformats.org/officeDocument/2006/relationships/oleObject" Target="../embeddings/oleObject323.bin"/><Relationship Id="rId7" Type="http://schemas.openxmlformats.org/officeDocument/2006/relationships/oleObject" Target="../embeddings/oleObject325.bin"/><Relationship Id="rId12" Type="http://schemas.openxmlformats.org/officeDocument/2006/relationships/image" Target="../media/image32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17.wmf"/><Relationship Id="rId11" Type="http://schemas.openxmlformats.org/officeDocument/2006/relationships/oleObject" Target="../embeddings/oleObject327.bin"/><Relationship Id="rId5" Type="http://schemas.openxmlformats.org/officeDocument/2006/relationships/oleObject" Target="../embeddings/oleObject324.bin"/><Relationship Id="rId10" Type="http://schemas.openxmlformats.org/officeDocument/2006/relationships/image" Target="../media/image319.wmf"/><Relationship Id="rId4" Type="http://schemas.openxmlformats.org/officeDocument/2006/relationships/image" Target="../media/image316.wmf"/><Relationship Id="rId9" Type="http://schemas.openxmlformats.org/officeDocument/2006/relationships/oleObject" Target="../embeddings/oleObject326.bin"/><Relationship Id="rId14" Type="http://schemas.openxmlformats.org/officeDocument/2006/relationships/image" Target="../media/image321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wmf"/><Relationship Id="rId3" Type="http://schemas.openxmlformats.org/officeDocument/2006/relationships/oleObject" Target="../embeddings/oleObject329.bin"/><Relationship Id="rId7" Type="http://schemas.openxmlformats.org/officeDocument/2006/relationships/oleObject" Target="../embeddings/oleObject33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330.bin"/><Relationship Id="rId4" Type="http://schemas.openxmlformats.org/officeDocument/2006/relationships/image" Target="../media/image322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12" Type="http://schemas.openxmlformats.org/officeDocument/2006/relationships/image" Target="../media/image328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3.bin"/><Relationship Id="rId10" Type="http://schemas.openxmlformats.org/officeDocument/2006/relationships/image" Target="../media/image327.wmf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35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oleObject" Target="../embeddings/oleObject337.bin"/><Relationship Id="rId7" Type="http://schemas.openxmlformats.org/officeDocument/2006/relationships/oleObject" Target="../embeddings/oleObject33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330.wmf"/><Relationship Id="rId5" Type="http://schemas.openxmlformats.org/officeDocument/2006/relationships/oleObject" Target="../embeddings/oleObject338.bin"/><Relationship Id="rId4" Type="http://schemas.openxmlformats.org/officeDocument/2006/relationships/image" Target="../media/image329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3" Type="http://schemas.openxmlformats.org/officeDocument/2006/relationships/oleObject" Target="../embeddings/oleObject340.bin"/><Relationship Id="rId7" Type="http://schemas.openxmlformats.org/officeDocument/2006/relationships/oleObject" Target="../embeddings/oleObject342.bin"/><Relationship Id="rId12" Type="http://schemas.openxmlformats.org/officeDocument/2006/relationships/image" Target="../media/image3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344.bin"/><Relationship Id="rId5" Type="http://schemas.openxmlformats.org/officeDocument/2006/relationships/oleObject" Target="../embeddings/oleObject341.bin"/><Relationship Id="rId10" Type="http://schemas.openxmlformats.org/officeDocument/2006/relationships/image" Target="../media/image335.wmf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34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50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345.bin"/><Relationship Id="rId21" Type="http://schemas.openxmlformats.org/officeDocument/2006/relationships/image" Target="../media/image345.wmf"/><Relationship Id="rId7" Type="http://schemas.openxmlformats.org/officeDocument/2006/relationships/oleObject" Target="../embeddings/oleObject347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5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43.wmf"/><Relationship Id="rId20" Type="http://schemas.openxmlformats.org/officeDocument/2006/relationships/oleObject" Target="../embeddings/oleObject354.bin"/><Relationship Id="rId1" Type="http://schemas.openxmlformats.org/officeDocument/2006/relationships/vmlDrawing" Target="../drawings/vmlDrawing56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49.bin"/><Relationship Id="rId5" Type="http://schemas.openxmlformats.org/officeDocument/2006/relationships/oleObject" Target="../embeddings/oleObject346.bin"/><Relationship Id="rId15" Type="http://schemas.openxmlformats.org/officeDocument/2006/relationships/oleObject" Target="../embeddings/oleObject351.bin"/><Relationship Id="rId23" Type="http://schemas.openxmlformats.org/officeDocument/2006/relationships/image" Target="../media/image346.wmf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353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48.bin"/><Relationship Id="rId14" Type="http://schemas.openxmlformats.org/officeDocument/2006/relationships/image" Target="../media/image342.wmf"/><Relationship Id="rId22" Type="http://schemas.openxmlformats.org/officeDocument/2006/relationships/oleObject" Target="../embeddings/oleObject355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13" Type="http://schemas.openxmlformats.org/officeDocument/2006/relationships/oleObject" Target="../embeddings/oleObject361.bin"/><Relationship Id="rId18" Type="http://schemas.openxmlformats.org/officeDocument/2006/relationships/image" Target="../media/image354.wmf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58.bin"/><Relationship Id="rId12" Type="http://schemas.openxmlformats.org/officeDocument/2006/relationships/image" Target="../media/image351.wmf"/><Relationship Id="rId17" Type="http://schemas.openxmlformats.org/officeDocument/2006/relationships/oleObject" Target="../embeddings/oleObject36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3.wmf"/><Relationship Id="rId20" Type="http://schemas.openxmlformats.org/officeDocument/2006/relationships/image" Target="../media/image346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360.bin"/><Relationship Id="rId5" Type="http://schemas.openxmlformats.org/officeDocument/2006/relationships/oleObject" Target="../embeddings/oleObject357.bin"/><Relationship Id="rId15" Type="http://schemas.openxmlformats.org/officeDocument/2006/relationships/oleObject" Target="../embeddings/oleObject362.bin"/><Relationship Id="rId10" Type="http://schemas.openxmlformats.org/officeDocument/2006/relationships/image" Target="../media/image350.wmf"/><Relationship Id="rId19" Type="http://schemas.openxmlformats.org/officeDocument/2006/relationships/oleObject" Target="../embeddings/oleObject364.bin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359.bin"/><Relationship Id="rId14" Type="http://schemas.openxmlformats.org/officeDocument/2006/relationships/image" Target="../media/image352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3" Type="http://schemas.openxmlformats.org/officeDocument/2006/relationships/oleObject" Target="../embeddings/oleObject365.bin"/><Relationship Id="rId7" Type="http://schemas.openxmlformats.org/officeDocument/2006/relationships/oleObject" Target="../embeddings/oleObject367.bin"/><Relationship Id="rId12" Type="http://schemas.openxmlformats.org/officeDocument/2006/relationships/image" Target="../media/image35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356.wmf"/><Relationship Id="rId11" Type="http://schemas.openxmlformats.org/officeDocument/2006/relationships/oleObject" Target="../embeddings/oleObject369.bin"/><Relationship Id="rId5" Type="http://schemas.openxmlformats.org/officeDocument/2006/relationships/oleObject" Target="../embeddings/oleObject366.bin"/><Relationship Id="rId10" Type="http://schemas.openxmlformats.org/officeDocument/2006/relationships/image" Target="../media/image358.wmf"/><Relationship Id="rId4" Type="http://schemas.openxmlformats.org/officeDocument/2006/relationships/image" Target="../media/image355.wmf"/><Relationship Id="rId9" Type="http://schemas.openxmlformats.org/officeDocument/2006/relationships/oleObject" Target="../embeddings/oleObject368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A044A37-E474-4612-9244-EF672ED94259}"/>
              </a:ext>
            </a:extLst>
          </p:cNvPr>
          <p:cNvSpPr txBox="1">
            <a:spLocks/>
          </p:cNvSpPr>
          <p:nvPr/>
        </p:nvSpPr>
        <p:spPr>
          <a:xfrm>
            <a:off x="539552" y="652752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 不定积分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6F18EFDB-E72E-444E-AB67-AD21B72C6FB1}"/>
              </a:ext>
            </a:extLst>
          </p:cNvPr>
          <p:cNvSpPr txBox="1">
            <a:spLocks/>
          </p:cNvSpPr>
          <p:nvPr/>
        </p:nvSpPr>
        <p:spPr>
          <a:xfrm>
            <a:off x="2429508" y="2283718"/>
            <a:ext cx="3992488" cy="548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换元积分法（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99553C-287B-48C0-BEA6-83102B19C925}"/>
              </a:ext>
            </a:extLst>
          </p:cNvPr>
          <p:cNvSpPr/>
          <p:nvPr/>
        </p:nvSpPr>
        <p:spPr>
          <a:xfrm>
            <a:off x="2841576" y="3451195"/>
            <a:ext cx="31683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422597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D55E185-18D1-40B4-9216-484DA47F4387}"/>
              </a:ext>
            </a:extLst>
          </p:cNvPr>
          <p:cNvSpPr/>
          <p:nvPr/>
        </p:nvSpPr>
        <p:spPr>
          <a:xfrm>
            <a:off x="3012919" y="1419622"/>
            <a:ext cx="3118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一、第一类换元法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BF1EBC-1592-4255-ABE4-061813EDFF1E}"/>
              </a:ext>
            </a:extLst>
          </p:cNvPr>
          <p:cNvSpPr/>
          <p:nvPr/>
        </p:nvSpPr>
        <p:spPr>
          <a:xfrm>
            <a:off x="2940911" y="2427734"/>
            <a:ext cx="3118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二、第二类换元法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344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A04C50C4-5C8B-4284-A999-C2A6BBB55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644074"/>
              </p:ext>
            </p:extLst>
          </p:nvPr>
        </p:nvGraphicFramePr>
        <p:xfrm>
          <a:off x="2555776" y="627534"/>
          <a:ext cx="88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0" name="Equation" r:id="rId3" imgW="888840" imgH="507960" progId="Equation.DSMT4">
                  <p:embed/>
                </p:oleObj>
              </mc:Choice>
              <mc:Fallback>
                <p:oleObj name="Equation" r:id="rId3" imgW="888840" imgH="507960" progId="Equation.DSMT4">
                  <p:embed/>
                  <p:pic>
                    <p:nvPicPr>
                      <p:cNvPr id="2" name="Object 2">
                        <a:extLst>
                          <a:ext uri="{FF2B5EF4-FFF2-40B4-BE49-F238E27FC236}">
                            <a16:creationId xmlns:a16="http://schemas.microsoft.com/office/drawing/2014/main" id="{3857CF43-843B-45E5-A726-CF71F725F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627534"/>
                        <a:ext cx="889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6D9D473-52A2-4516-8FB4-517F9467D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3223388"/>
              </p:ext>
            </p:extLst>
          </p:nvPr>
        </p:nvGraphicFramePr>
        <p:xfrm>
          <a:off x="2166431" y="1456398"/>
          <a:ext cx="1878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1" name="Equation" r:id="rId5" imgW="1879560" imgH="507960" progId="Equation.DSMT4">
                  <p:embed/>
                </p:oleObj>
              </mc:Choice>
              <mc:Fallback>
                <p:oleObj name="Equation" r:id="rId5" imgW="1879560" imgH="5079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9C064F00-5885-44AC-8309-2351984C9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431" y="1456398"/>
                        <a:ext cx="1878013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F9730CB-2183-4852-9B01-538E32B606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87935"/>
              </p:ext>
            </p:extLst>
          </p:nvPr>
        </p:nvGraphicFramePr>
        <p:xfrm>
          <a:off x="2138340" y="2174469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2" name="Equation" r:id="rId7" imgW="2031840" imgH="507960" progId="Equation.DSMT4">
                  <p:embed/>
                </p:oleObj>
              </mc:Choice>
              <mc:Fallback>
                <p:oleObj name="Equation" r:id="rId7" imgW="2031840" imgH="5079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8E413F87-D28C-4A48-B706-1C08F44CAF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40" y="2174469"/>
                        <a:ext cx="2032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7B03494-D3F3-42EB-938D-92ECED7D0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03011"/>
              </p:ext>
            </p:extLst>
          </p:nvPr>
        </p:nvGraphicFramePr>
        <p:xfrm>
          <a:off x="2203427" y="2873846"/>
          <a:ext cx="19669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3" name="Equation" r:id="rId9" imgW="1968480" imgH="634680" progId="Equation.DSMT4">
                  <p:embed/>
                </p:oleObj>
              </mc:Choice>
              <mc:Fallback>
                <p:oleObj name="Equation" r:id="rId9" imgW="1968480" imgH="63468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037E876-3692-4E2D-B25D-67A14B1024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27" y="2873846"/>
                        <a:ext cx="1966913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806BF96-A10E-41EC-8DCE-8574D6BE89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585503"/>
              </p:ext>
            </p:extLst>
          </p:nvPr>
        </p:nvGraphicFramePr>
        <p:xfrm>
          <a:off x="4247611" y="3019896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4" name="Equation" r:id="rId11" imgW="685800" imgH="342720" progId="Equation.DSMT4">
                  <p:embed/>
                </p:oleObj>
              </mc:Choice>
              <mc:Fallback>
                <p:oleObj name="Equation" r:id="rId11" imgW="685800" imgH="34272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0C6358AB-9199-4BDF-85DE-A75BB9565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7611" y="3019896"/>
                        <a:ext cx="685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9">
            <a:extLst>
              <a:ext uri="{FF2B5EF4-FFF2-40B4-BE49-F238E27FC236}">
                <a16:creationId xmlns:a16="http://schemas.microsoft.com/office/drawing/2014/main" id="{929FC860-DE7D-4639-AA8E-5E2445A3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913" y="618222"/>
            <a:ext cx="142378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cs typeface="宋体" pitchFamily="2" charset="-122"/>
              </a:rPr>
              <a:t>引例  </a:t>
            </a:r>
            <a:r>
              <a:rPr kumimoji="1" lang="zh-CN" altLang="en-US" sz="2400" b="1" dirty="0">
                <a:latin typeface="+mn-ea"/>
                <a:cs typeface="宋体" pitchFamily="2" charset="-122"/>
              </a:rPr>
              <a:t>求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15889B66-9476-4C2C-92A5-97560F72B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913" y="1377412"/>
            <a:ext cx="80342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cs typeface="宋体" pitchFamily="2" charset="-122"/>
              </a:rPr>
              <a:t>分析</a:t>
            </a:r>
          </a:p>
        </p:txBody>
      </p:sp>
      <p:sp>
        <p:nvSpPr>
          <p:cNvPr id="10" name="WordArt 8">
            <a:extLst>
              <a:ext uri="{FF2B5EF4-FFF2-40B4-BE49-F238E27FC236}">
                <a16:creationId xmlns:a16="http://schemas.microsoft.com/office/drawing/2014/main" id="{F46F9C88-068F-4FD7-844B-ED92453A5D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02277" y="2236982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2400" kern="10" dirty="0">
                <a:ln w="19050">
                  <a:solidFill>
                    <a:srgbClr val="FF66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+mn-ea"/>
              </a:rPr>
              <a:t>？</a:t>
            </a: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D8B0842E-8FF2-4AE4-B858-FC9533386E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462201"/>
              </p:ext>
            </p:extLst>
          </p:nvPr>
        </p:nvGraphicFramePr>
        <p:xfrm>
          <a:off x="2200176" y="3815234"/>
          <a:ext cx="204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885" name="Equation" r:id="rId13" imgW="2044440" imgH="507960" progId="Equation.DSMT4">
                  <p:embed/>
                </p:oleObj>
              </mc:Choice>
              <mc:Fallback>
                <p:oleObj name="Equation" r:id="rId13" imgW="2044440" imgH="50796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BF9730CB-2183-4852-9B01-538E32B60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176" y="3815234"/>
                        <a:ext cx="2044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52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458880A-9345-40AB-8DAE-43F8E4172B61}"/>
              </a:ext>
            </a:extLst>
          </p:cNvPr>
          <p:cNvSpPr/>
          <p:nvPr/>
        </p:nvSpPr>
        <p:spPr>
          <a:xfrm>
            <a:off x="5492114" y="3939902"/>
            <a:ext cx="2200590" cy="6480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79A914-F7B7-4AC9-8DA2-0EFC6B9FD0B9}"/>
              </a:ext>
            </a:extLst>
          </p:cNvPr>
          <p:cNvSpPr/>
          <p:nvPr/>
        </p:nvSpPr>
        <p:spPr>
          <a:xfrm>
            <a:off x="909827" y="3291830"/>
            <a:ext cx="2200591" cy="6480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BC37F2A9-82CB-4156-BE6F-B995209A2D2C}"/>
              </a:ext>
            </a:extLst>
          </p:cNvPr>
          <p:cNvGrpSpPr>
            <a:grpSpLocks/>
          </p:cNvGrpSpPr>
          <p:nvPr/>
        </p:nvGrpSpPr>
        <p:grpSpPr bwMode="auto">
          <a:xfrm>
            <a:off x="909827" y="869330"/>
            <a:ext cx="2092325" cy="461963"/>
            <a:chOff x="898" y="894"/>
            <a:chExt cx="1318" cy="291"/>
          </a:xfrm>
        </p:grpSpPr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A699BB40-1B39-4CE6-AB74-5FE45599F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8" y="894"/>
              <a:ext cx="4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设</a:t>
              </a:r>
            </a:p>
          </p:txBody>
        </p:sp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EA3679A6-8F85-4B4B-9F8B-EE4F12127637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168" y="952"/>
            <a:ext cx="1048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058" name="Equation" r:id="rId3" imgW="39928800" imgH="8534400" progId="Equation.DSMT4">
                    <p:embed/>
                  </p:oleObj>
                </mc:Choice>
                <mc:Fallback>
                  <p:oleObj name="Equation" r:id="rId3" imgW="39928800" imgH="853440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14304456-F751-49E0-8907-46A6514481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8" y="952"/>
                          <a:ext cx="1048" cy="2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6">
            <a:extLst>
              <a:ext uri="{FF2B5EF4-FFF2-40B4-BE49-F238E27FC236}">
                <a16:creationId xmlns:a16="http://schemas.microsoft.com/office/drawing/2014/main" id="{B32DC164-15B3-4FCB-A6EB-D7266E40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418" y="879320"/>
            <a:ext cx="838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AA231AD-84FB-48ED-B7F4-4F0563471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198164"/>
              </p:ext>
            </p:extLst>
          </p:nvPr>
        </p:nvGraphicFramePr>
        <p:xfrm>
          <a:off x="3629347" y="886023"/>
          <a:ext cx="25527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59" name="Equation" r:id="rId5" imgW="2552400" imgH="507960" progId="Equation.DSMT4">
                  <p:embed/>
                </p:oleObj>
              </mc:Choice>
              <mc:Fallback>
                <p:oleObj name="Equation" r:id="rId5" imgW="2552400" imgH="5079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C0D6BDDB-6665-4747-972B-F6BCB64A9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347" y="886023"/>
                        <a:ext cx="25527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8C81FA0-C5AB-4361-BDF9-352BB49C2C34}"/>
              </a:ext>
            </a:extLst>
          </p:cNvPr>
          <p:cNvGrpSpPr>
            <a:grpSpLocks/>
          </p:cNvGrpSpPr>
          <p:nvPr/>
        </p:nvGrpSpPr>
        <p:grpSpPr bwMode="auto">
          <a:xfrm>
            <a:off x="6238419" y="869330"/>
            <a:ext cx="1822906" cy="461963"/>
            <a:chOff x="672" y="1536"/>
            <a:chExt cx="1083" cy="291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C183C5FD-6310-4DDB-8E65-58BA0D3CE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536"/>
              <a:ext cx="86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如果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CE56D1ED-98F8-4EF0-8A44-D0B357F4D2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7619898"/>
                </p:ext>
              </p:extLst>
            </p:nvPr>
          </p:nvGraphicFramePr>
          <p:xfrm>
            <a:off x="1129" y="1580"/>
            <a:ext cx="62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060" name="Equation" r:id="rId7" imgW="1054080" imgH="342720" progId="Equation.DSMT4">
                    <p:embed/>
                  </p:oleObj>
                </mc:Choice>
                <mc:Fallback>
                  <p:oleObj name="Equation" r:id="rId7" imgW="1054080" imgH="34272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B7079AC1-CE64-4FE7-B764-2790C8BAF7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1580"/>
                          <a:ext cx="62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A3FD89A5-0696-4F5E-BBC1-2EE4EB56D2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473429"/>
              </p:ext>
            </p:extLst>
          </p:nvPr>
        </p:nvGraphicFramePr>
        <p:xfrm>
          <a:off x="1557899" y="2051174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1" name="Equation" r:id="rId9" imgW="1193760" imgH="736560" progId="Equation.DSMT4">
                  <p:embed/>
                </p:oleObj>
              </mc:Choice>
              <mc:Fallback>
                <p:oleObj name="Equation" r:id="rId9" imgW="1193760" imgH="736560" progId="Equation.DSMT4">
                  <p:embed/>
                  <p:pic>
                    <p:nvPicPr>
                      <p:cNvPr id="12" name="Object 12">
                        <a:extLst>
                          <a:ext uri="{FF2B5EF4-FFF2-40B4-BE49-F238E27FC236}">
                            <a16:creationId xmlns:a16="http://schemas.microsoft.com/office/drawing/2014/main" id="{FE466A7F-0265-4809-A7FE-6ECB295D3A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899" y="2051174"/>
                        <a:ext cx="1193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4B8E153E-ED14-443C-877A-92F2194245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1430606"/>
              </p:ext>
            </p:extLst>
          </p:nvPr>
        </p:nvGraphicFramePr>
        <p:xfrm>
          <a:off x="981835" y="3363789"/>
          <a:ext cx="208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2" name="Equation" r:id="rId11" imgW="2082600" imgH="507960" progId="Equation.DSMT4">
                  <p:embed/>
                </p:oleObj>
              </mc:Choice>
              <mc:Fallback>
                <p:oleObj name="Equation" r:id="rId11" imgW="2082600" imgH="507960" progId="Equation.DSMT4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5D5E9EA2-0A12-4644-B851-8DAC5C7B0B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835" y="3363789"/>
                        <a:ext cx="208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764E2607-B49E-4488-B627-583296EE64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361278"/>
              </p:ext>
            </p:extLst>
          </p:nvPr>
        </p:nvGraphicFramePr>
        <p:xfrm>
          <a:off x="5316379" y="3984724"/>
          <a:ext cx="2362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3" name="Equation" r:id="rId13" imgW="2361960" imgH="622080" progId="Equation.DSMT4">
                  <p:embed/>
                </p:oleObj>
              </mc:Choice>
              <mc:Fallback>
                <p:oleObj name="Equation" r:id="rId13" imgW="2361960" imgH="62208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C7C2ED03-ED85-4D76-9C57-344FE25CF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6379" y="3984724"/>
                        <a:ext cx="2362200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9A02C223-5238-4B51-A333-F4A0C41795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823136"/>
              </p:ext>
            </p:extLst>
          </p:nvPr>
        </p:nvGraphicFramePr>
        <p:xfrm>
          <a:off x="3139475" y="4096926"/>
          <a:ext cx="212076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4" name="Equation" r:id="rId15" imgW="2120760" imgH="419040" progId="Equation.DSMT4">
                  <p:embed/>
                </p:oleObj>
              </mc:Choice>
              <mc:Fallback>
                <p:oleObj name="Equation" r:id="rId15" imgW="2120760" imgH="419040" progId="Equation.DSMT4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5C261A96-FFDF-45FB-A018-053324D664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9475" y="4096926"/>
                        <a:ext cx="212076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CB2ED06C-53A9-4639-918D-6475CEE4D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63" y="2715766"/>
            <a:ext cx="9620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所以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50F714-7BB1-4EA7-828F-8521D8EF1414}"/>
              </a:ext>
            </a:extLst>
          </p:cNvPr>
          <p:cNvSpPr/>
          <p:nvPr/>
        </p:nvSpPr>
        <p:spPr>
          <a:xfrm>
            <a:off x="971600" y="267494"/>
            <a:ext cx="31181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一、第一类换元法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4F439D26-9646-4FFB-8251-49D4B51AE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63" y="1491630"/>
            <a:ext cx="210063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可导，则</a:t>
            </a:r>
          </a:p>
        </p:txBody>
      </p:sp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AF56BA09-E66C-4E42-8A68-413AD43F8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491612"/>
              </p:ext>
            </p:extLst>
          </p:nvPr>
        </p:nvGraphicFramePr>
        <p:xfrm>
          <a:off x="5472847" y="2241674"/>
          <a:ext cx="1917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5" name="Equation" r:id="rId17" imgW="1917360" imgH="355320" progId="Equation.DSMT4">
                  <p:embed/>
                </p:oleObj>
              </mc:Choice>
              <mc:Fallback>
                <p:oleObj name="Equation" r:id="rId17" imgW="1917360" imgH="355320" progId="Equation.DSMT4">
                  <p:embed/>
                  <p:pic>
                    <p:nvPicPr>
                      <p:cNvPr id="19" name="Object 12">
                        <a:extLst>
                          <a:ext uri="{FF2B5EF4-FFF2-40B4-BE49-F238E27FC236}">
                            <a16:creationId xmlns:a16="http://schemas.microsoft.com/office/drawing/2014/main" id="{7FD9BD6E-BC6A-4220-8622-12D6404585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847" y="2241674"/>
                        <a:ext cx="19177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A18CFFB7-8545-496A-A154-4C918D4148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74196"/>
              </p:ext>
            </p:extLst>
          </p:nvPr>
        </p:nvGraphicFramePr>
        <p:xfrm>
          <a:off x="2834323" y="2224658"/>
          <a:ext cx="254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6" name="Equation" r:id="rId19" imgW="2539800" imgH="419040" progId="Equation.DSMT4">
                  <p:embed/>
                </p:oleObj>
              </mc:Choice>
              <mc:Fallback>
                <p:oleObj name="Equation" r:id="rId19" imgW="2539800" imgH="419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A33A47A-7438-446F-BD00-ECB182C265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34323" y="2224658"/>
                        <a:ext cx="2540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83BA5B2-42BF-42B9-837D-605059828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211412"/>
              </p:ext>
            </p:extLst>
          </p:nvPr>
        </p:nvGraphicFramePr>
        <p:xfrm>
          <a:off x="3136643" y="3382689"/>
          <a:ext cx="388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067" name="Equation" r:id="rId21" imgW="3886200" imgH="507960" progId="Equation.DSMT4">
                  <p:embed/>
                </p:oleObj>
              </mc:Choice>
              <mc:Fallback>
                <p:oleObj name="Equation" r:id="rId21" imgW="3886200" imgH="50796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3B9312DE-1852-477F-9BD4-FDC547A5F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36643" y="3382689"/>
                        <a:ext cx="3886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420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>
            <a:extLst>
              <a:ext uri="{FF2B5EF4-FFF2-40B4-BE49-F238E27FC236}">
                <a16:creationId xmlns:a16="http://schemas.microsoft.com/office/drawing/2014/main" id="{5D9CC58C-2142-4749-9EE9-476BA658A65A}"/>
              </a:ext>
            </a:extLst>
          </p:cNvPr>
          <p:cNvGrpSpPr>
            <a:grpSpLocks/>
          </p:cNvGrpSpPr>
          <p:nvPr/>
        </p:nvGrpSpPr>
        <p:grpSpPr bwMode="auto">
          <a:xfrm>
            <a:off x="1619672" y="339502"/>
            <a:ext cx="2971800" cy="461962"/>
            <a:chOff x="1189" y="230"/>
            <a:chExt cx="1872" cy="291"/>
          </a:xfrm>
        </p:grpSpPr>
        <p:sp>
          <p:nvSpPr>
            <p:cNvPr id="3" name="Rectangle 11">
              <a:extLst>
                <a:ext uri="{FF2B5EF4-FFF2-40B4-BE49-F238E27FC236}">
                  <a16:creationId xmlns:a16="http://schemas.microsoft.com/office/drawing/2014/main" id="{F62DF152-80ED-4CB3-9F57-54ECD3734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30"/>
              <a:ext cx="1872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l"/>
              <a:r>
                <a:rPr lang="zh-CN" altLang="en-US" sz="2400" b="1" dirty="0">
                  <a:latin typeface="+mn-ea"/>
                </a:rPr>
                <a:t>设    </a:t>
              </a:r>
              <a:r>
                <a:rPr lang="zh-CN" altLang="en-US" sz="2400" b="1" dirty="0">
                  <a:latin typeface="+mn-ea"/>
                  <a:cs typeface="Angsana New" pitchFamily="18" charset="-34"/>
                </a:rPr>
                <a:t>具有原函数，</a:t>
              </a:r>
            </a:p>
          </p:txBody>
        </p:sp>
        <p:graphicFrame>
          <p:nvGraphicFramePr>
            <p:cNvPr id="4" name="Object 9">
              <a:extLst>
                <a:ext uri="{FF2B5EF4-FFF2-40B4-BE49-F238E27FC236}">
                  <a16:creationId xmlns:a16="http://schemas.microsoft.com/office/drawing/2014/main" id="{577AAF59-7B99-4057-84EA-858395EFE3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657090"/>
                </p:ext>
              </p:extLst>
            </p:nvPr>
          </p:nvGraphicFramePr>
          <p:xfrm>
            <a:off x="1429" y="295"/>
            <a:ext cx="39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42" name="Equation" r:id="rId3" imgW="14935200" imgH="8229600" progId="Equation.DSMT4">
                    <p:embed/>
                  </p:oleObj>
                </mc:Choice>
                <mc:Fallback>
                  <p:oleObj name="Equation" r:id="rId3" imgW="14935200" imgH="8229600" progId="Equation.DSMT4">
                    <p:embed/>
                    <p:pic>
                      <p:nvPicPr>
                        <p:cNvPr id="4" name="Object 9">
                          <a:extLst>
                            <a:ext uri="{FF2B5EF4-FFF2-40B4-BE49-F238E27FC236}">
                              <a16:creationId xmlns:a16="http://schemas.microsoft.com/office/drawing/2014/main" id="{FA5617BA-9C39-4CB6-935E-888A9738EB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295"/>
                          <a:ext cx="391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ED3B985D-F090-4FCE-BCA4-824FF6DDDAA8}"/>
              </a:ext>
            </a:extLst>
          </p:cNvPr>
          <p:cNvGrpSpPr>
            <a:grpSpLocks/>
          </p:cNvGrpSpPr>
          <p:nvPr/>
        </p:nvGrpSpPr>
        <p:grpSpPr bwMode="auto">
          <a:xfrm>
            <a:off x="4232920" y="319785"/>
            <a:ext cx="3433764" cy="461963"/>
            <a:chOff x="672" y="1536"/>
            <a:chExt cx="2163" cy="291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40709835-C5B6-40CD-B194-9A3BB5426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536"/>
              <a:ext cx="21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如果       可导，则</a:t>
              </a:r>
            </a:p>
          </p:txBody>
        </p:sp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44B7FA5A-48FA-42F6-AE35-8DB2BFD398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1806845"/>
                </p:ext>
              </p:extLst>
            </p:nvPr>
          </p:nvGraphicFramePr>
          <p:xfrm>
            <a:off x="1145" y="1586"/>
            <a:ext cx="6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843" name="Equation" r:id="rId5" imgW="25298400" imgH="8229600" progId="Equation.DSMT4">
                    <p:embed/>
                  </p:oleObj>
                </mc:Choice>
                <mc:Fallback>
                  <p:oleObj name="Equation" r:id="rId5" imgW="25298400" imgH="8229600" progId="Equation.DSMT4">
                    <p:embed/>
                    <p:pic>
                      <p:nvPicPr>
                        <p:cNvPr id="7" name="Object 10">
                          <a:extLst>
                            <a:ext uri="{FF2B5EF4-FFF2-40B4-BE49-F238E27FC236}">
                              <a16:creationId xmlns:a16="http://schemas.microsoft.com/office/drawing/2014/main" id="{E6487455-09DD-4C60-8AED-6AF56A9787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5" y="1586"/>
                          <a:ext cx="664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54">
            <a:extLst>
              <a:ext uri="{FF2B5EF4-FFF2-40B4-BE49-F238E27FC236}">
                <a16:creationId xmlns:a16="http://schemas.microsoft.com/office/drawing/2014/main" id="{13B2E301-8EA0-4D00-B4F9-E3175F391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978853"/>
              </p:ext>
            </p:extLst>
          </p:nvPr>
        </p:nvGraphicFramePr>
        <p:xfrm>
          <a:off x="2311028" y="1110265"/>
          <a:ext cx="2324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44" name="Equation" r:id="rId7" imgW="55778400" imgH="12192000" progId="Equation.DSMT4">
                  <p:embed/>
                </p:oleObj>
              </mc:Choice>
              <mc:Fallback>
                <p:oleObj name="Equation" r:id="rId7" imgW="55778400" imgH="12192000" progId="Equation.DSMT4">
                  <p:embed/>
                  <p:pic>
                    <p:nvPicPr>
                      <p:cNvPr id="8" name="Object 54">
                        <a:extLst>
                          <a:ext uri="{FF2B5EF4-FFF2-40B4-BE49-F238E27FC236}">
                            <a16:creationId xmlns:a16="http://schemas.microsoft.com/office/drawing/2014/main" id="{B52A2C20-D643-4538-B9F1-45F1D67CA3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028" y="1110265"/>
                        <a:ext cx="2324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5">
            <a:extLst>
              <a:ext uri="{FF2B5EF4-FFF2-40B4-BE49-F238E27FC236}">
                <a16:creationId xmlns:a16="http://schemas.microsoft.com/office/drawing/2014/main" id="{9759BF01-7C6B-4D7B-9AA8-B8DD45D94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983458"/>
              </p:ext>
            </p:extLst>
          </p:nvPr>
        </p:nvGraphicFramePr>
        <p:xfrm>
          <a:off x="4736976" y="1033325"/>
          <a:ext cx="2120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45" name="Equation" r:id="rId9" imgW="2120760" imgH="622080" progId="Equation.DSMT4">
                  <p:embed/>
                </p:oleObj>
              </mc:Choice>
              <mc:Fallback>
                <p:oleObj name="Equation" r:id="rId9" imgW="2120760" imgH="622080" progId="Equation.DSMT4">
                  <p:embed/>
                  <p:pic>
                    <p:nvPicPr>
                      <p:cNvPr id="9" name="Object 55">
                        <a:extLst>
                          <a:ext uri="{FF2B5EF4-FFF2-40B4-BE49-F238E27FC236}">
                            <a16:creationId xmlns:a16="http://schemas.microsoft.com/office/drawing/2014/main" id="{E1C4B6E7-AB93-4B29-B78E-2341F9314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6976" y="1033325"/>
                        <a:ext cx="21209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8">
            <a:extLst>
              <a:ext uri="{FF2B5EF4-FFF2-40B4-BE49-F238E27FC236}">
                <a16:creationId xmlns:a16="http://schemas.microsoft.com/office/drawing/2014/main" id="{07C2CF04-D599-47C6-8C35-C73699C64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28" y="353933"/>
            <a:ext cx="11819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73BF68-F0E3-42F8-9E7E-4CD3A2BBF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656" y="196725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+mj-ea"/>
                <a:ea typeface="+mj-ea"/>
              </a:rPr>
              <a:t>(</a:t>
            </a:r>
            <a:r>
              <a:rPr lang="zh-CN" altLang="en-US" sz="2400" b="1" dirty="0">
                <a:latin typeface="+mj-ea"/>
                <a:ea typeface="+mj-ea"/>
              </a:rPr>
              <a:t>也称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配元法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57F1DF-D22E-4E3A-BAFF-8087C46B7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856" y="1967250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, </a:t>
            </a: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凑微分法</a:t>
            </a:r>
            <a:r>
              <a:rPr lang="en-US" altLang="zh-CN" sz="2400" b="1" dirty="0">
                <a:latin typeface="+mj-ea"/>
                <a:ea typeface="+mj-ea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D27E3D-0BFC-47BF-93EE-136FF2F99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9" y="2777900"/>
            <a:ext cx="8003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注</a:t>
            </a:r>
            <a:r>
              <a:rPr lang="zh-CN" altLang="en-US" sz="2400" b="1" dirty="0">
                <a:solidFill>
                  <a:srgbClr val="0033CC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在第一换元积分法中是将被积函数的某一部分视为一个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9D8040-302C-45CB-AD9D-2DB565F7C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48" y="3614417"/>
            <a:ext cx="4515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 dirty="0">
                <a:latin typeface="+mj-ea"/>
                <a:ea typeface="+mj-ea"/>
              </a:rPr>
              <a:t>整体，看作一个新的积分变量；</a:t>
            </a:r>
          </a:p>
        </p:txBody>
      </p:sp>
    </p:spTree>
    <p:extLst>
      <p:ext uri="{BB962C8B-B14F-4D97-AF65-F5344CB8AC3E}">
        <p14:creationId xmlns:p14="http://schemas.microsoft.com/office/powerpoint/2010/main" val="325121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1"/>
          <p:cNvSpPr>
            <a:spLocks noChangeArrowheads="1"/>
          </p:cNvSpPr>
          <p:nvPr/>
        </p:nvSpPr>
        <p:spPr bwMode="auto">
          <a:xfrm>
            <a:off x="3614762" y="1653483"/>
            <a:ext cx="990923" cy="342058"/>
          </a:xfrm>
          <a:prstGeom prst="rect">
            <a:avLst/>
          </a:prstGeom>
          <a:solidFill>
            <a:schemeClr val="bg1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094846"/>
              </p:ext>
            </p:extLst>
          </p:nvPr>
        </p:nvGraphicFramePr>
        <p:xfrm>
          <a:off x="2462634" y="1563493"/>
          <a:ext cx="210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0" name="Equation" r:id="rId4" imgW="50596800" imgH="12192000" progId="Equation.DSMT4">
                  <p:embed/>
                </p:oleObj>
              </mc:Choice>
              <mc:Fallback>
                <p:oleObj name="Equation" r:id="rId4" imgW="50596800" imgH="121920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634" y="1563493"/>
                        <a:ext cx="210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3"/>
          <p:cNvSpPr>
            <a:spLocks noChangeArrowheads="1"/>
          </p:cNvSpPr>
          <p:nvPr/>
        </p:nvSpPr>
        <p:spPr bwMode="auto">
          <a:xfrm>
            <a:off x="2408064" y="2873356"/>
            <a:ext cx="1495425" cy="503238"/>
          </a:xfrm>
          <a:prstGeom prst="rect">
            <a:avLst/>
          </a:prstGeom>
          <a:solidFill>
            <a:schemeClr val="bg1"/>
          </a:solidFill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514383"/>
              </p:ext>
            </p:extLst>
          </p:nvPr>
        </p:nvGraphicFramePr>
        <p:xfrm>
          <a:off x="2482353" y="915421"/>
          <a:ext cx="1092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1" name="Equation" r:id="rId6" imgW="26212800" imgH="12192000" progId="Equation.DSMT4">
                  <p:embed/>
                </p:oleObj>
              </mc:Choice>
              <mc:Fallback>
                <p:oleObj name="Equation" r:id="rId6" imgW="26212800" imgH="1219200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353" y="915421"/>
                        <a:ext cx="10922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651047"/>
              </p:ext>
            </p:extLst>
          </p:nvPr>
        </p:nvGraphicFramePr>
        <p:xfrm>
          <a:off x="2428497" y="4266830"/>
          <a:ext cx="15364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2" name="Equation" r:id="rId8" imgW="1536480" imgH="342720" progId="Equation.DSMT4">
                  <p:embed/>
                </p:oleObj>
              </mc:Choice>
              <mc:Fallback>
                <p:oleObj name="Equation" r:id="rId8" imgW="1536480" imgH="34272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497" y="4266830"/>
                        <a:ext cx="1536480" cy="342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83568" y="339502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应用思路</a:t>
            </a: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568244"/>
              </p:ext>
            </p:extLst>
          </p:nvPr>
        </p:nvGraphicFramePr>
        <p:xfrm>
          <a:off x="2462634" y="2201405"/>
          <a:ext cx="20685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3" name="Equation" r:id="rId10" imgW="2070000" imgH="507960" progId="Equation.DSMT4">
                  <p:embed/>
                </p:oleObj>
              </mc:Choice>
              <mc:Fallback>
                <p:oleObj name="Equation" r:id="rId10" imgW="2070000" imgH="507960" progId="Equation.DSMT4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634" y="2201405"/>
                        <a:ext cx="20685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00649"/>
              </p:ext>
            </p:extLst>
          </p:nvPr>
        </p:nvGraphicFramePr>
        <p:xfrm>
          <a:off x="2462634" y="2859637"/>
          <a:ext cx="11300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4" name="Equation" r:id="rId12" imgW="27127200" imgH="12192000" progId="Equation.DSMT4">
                  <p:embed/>
                </p:oleObj>
              </mc:Choice>
              <mc:Fallback>
                <p:oleObj name="Equation" r:id="rId12" imgW="27127200" imgH="1219200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634" y="2859637"/>
                        <a:ext cx="113004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323541"/>
              </p:ext>
            </p:extLst>
          </p:nvPr>
        </p:nvGraphicFramePr>
        <p:xfrm>
          <a:off x="2474739" y="3647339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5" name="Equation" r:id="rId14" imgW="27127200" imgH="8229600" progId="Equation.DSMT4">
                  <p:embed/>
                </p:oleObj>
              </mc:Choice>
              <mc:Fallback>
                <p:oleObj name="Equation" r:id="rId14" imgW="27127200" imgH="8229600" progId="Equation.DSMT4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739" y="3647339"/>
                        <a:ext cx="1130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1275695" y="1202309"/>
            <a:ext cx="1752600" cy="595313"/>
            <a:chOff x="672" y="1209"/>
            <a:chExt cx="1104" cy="375"/>
          </a:xfrm>
        </p:grpSpPr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672" y="1209"/>
              <a:ext cx="110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endParaRPr lang="zh-CN" altLang="zh-CN" b="1">
                <a:solidFill>
                  <a:srgbClr val="FF3300"/>
                </a:solidFill>
                <a:ea typeface="楷体_GB2312" pitchFamily="49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672" y="15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672" y="158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287288" y="2140207"/>
            <a:ext cx="936625" cy="407988"/>
            <a:chOff x="624" y="1807"/>
            <a:chExt cx="590" cy="257"/>
          </a:xfrm>
        </p:grpSpPr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658" y="1807"/>
              <a:ext cx="5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zh-CN" altLang="en-US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凑微分</a:t>
              </a: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624" y="201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624" y="206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1260301" y="2779700"/>
            <a:ext cx="914400" cy="393701"/>
            <a:chOff x="720" y="2152"/>
            <a:chExt cx="576" cy="248"/>
          </a:xfrm>
        </p:grpSpPr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720" y="23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720" y="24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844" y="2152"/>
              <a:ext cx="4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1" hangingPunct="1"/>
              <a:r>
                <a:rPr lang="zh-CN" altLang="en-US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换元</a:t>
              </a:r>
            </a:p>
          </p:txBody>
        </p: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1260301" y="4049835"/>
            <a:ext cx="1214603" cy="393701"/>
            <a:chOff x="720" y="2920"/>
            <a:chExt cx="678" cy="248"/>
          </a:xfrm>
        </p:grpSpPr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720" y="31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720" y="316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830" y="2920"/>
              <a:ext cx="5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/>
              <a:r>
                <a:rPr lang="zh-CN" altLang="en-US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还原</a:t>
              </a:r>
            </a:p>
          </p:txBody>
        </p:sp>
      </p:grpSp>
      <p:grpSp>
        <p:nvGrpSpPr>
          <p:cNvPr id="28" name="Group 25"/>
          <p:cNvGrpSpPr>
            <a:grpSpLocks/>
          </p:cNvGrpSpPr>
          <p:nvPr/>
        </p:nvGrpSpPr>
        <p:grpSpPr bwMode="auto">
          <a:xfrm>
            <a:off x="1287290" y="3431888"/>
            <a:ext cx="1140725" cy="407988"/>
            <a:chOff x="720" y="2911"/>
            <a:chExt cx="673" cy="257"/>
          </a:xfrm>
        </p:grpSpPr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720" y="312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>
              <a:off x="720" y="316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825" y="2911"/>
              <a:ext cx="5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1" hangingPunct="1"/>
              <a:r>
                <a:rPr lang="zh-CN" altLang="en-US" b="1" dirty="0">
                  <a:solidFill>
                    <a:srgbClr val="FF33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积分</a:t>
              </a:r>
            </a:p>
          </p:txBody>
        </p:sp>
      </p:grpSp>
      <p:graphicFrame>
        <p:nvGraphicFramePr>
          <p:cNvPr id="3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070857"/>
              </p:ext>
            </p:extLst>
          </p:nvPr>
        </p:nvGraphicFramePr>
        <p:xfrm>
          <a:off x="4352877" y="2995714"/>
          <a:ext cx="13842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6" name="Equation" r:id="rId16" imgW="1384200" imgH="380880" progId="Equation.DSMT4">
                  <p:embed/>
                </p:oleObj>
              </mc:Choice>
              <mc:Fallback>
                <p:oleObj name="Equation" r:id="rId16" imgW="1384200" imgH="380880" progId="Equation.DSMT4">
                  <p:embed/>
                  <p:pic>
                    <p:nvPicPr>
                      <p:cNvPr id="3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877" y="2995714"/>
                        <a:ext cx="1384200" cy="38088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45"/>
          <p:cNvGrpSpPr>
            <a:grpSpLocks/>
          </p:cNvGrpSpPr>
          <p:nvPr/>
        </p:nvGrpSpPr>
        <p:grpSpPr bwMode="auto">
          <a:xfrm>
            <a:off x="5270946" y="175249"/>
            <a:ext cx="3023674" cy="1892300"/>
            <a:chOff x="3696" y="214"/>
            <a:chExt cx="2226" cy="1192"/>
          </a:xfrm>
        </p:grpSpPr>
        <p:sp>
          <p:nvSpPr>
            <p:cNvPr id="34" name="AutoShape 34"/>
            <p:cNvSpPr>
              <a:spLocks noChangeArrowheads="1"/>
            </p:cNvSpPr>
            <p:nvPr/>
          </p:nvSpPr>
          <p:spPr bwMode="auto">
            <a:xfrm>
              <a:off x="3696" y="214"/>
              <a:ext cx="2226" cy="1192"/>
            </a:xfrm>
            <a:prstGeom prst="wedgeRectCallout">
              <a:avLst>
                <a:gd name="adj1" fmla="val -67239"/>
                <a:gd name="adj2" fmla="val 31467"/>
              </a:avLst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25000"/>
                </a:lnSpc>
              </a:pP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选一个函数作为中间</a:t>
              </a:r>
              <a:endPara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l" eaLnBrk="1" hangingPunct="1">
                <a:lnSpc>
                  <a:spcPct val="125000"/>
                </a:lnSpc>
              </a:pP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变量</a:t>
              </a: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,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选择时有两点考虑：</a:t>
              </a:r>
            </a:p>
            <a:p>
              <a:pPr algn="l" eaLnBrk="1" hangingPunct="1">
                <a:lnSpc>
                  <a:spcPct val="125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）能凑成     的微分；</a:t>
              </a:r>
            </a:p>
            <a:p>
              <a:pPr algn="l" eaLnBrk="1" hangingPunct="1">
                <a:lnSpc>
                  <a:spcPct val="125000"/>
                </a:lnSpc>
              </a:pPr>
              <a:r>
                <a:rPr lang="en-US" altLang="zh-CN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）能求出</a:t>
              </a:r>
            </a:p>
          </p:txBody>
        </p:sp>
        <p:graphicFrame>
          <p:nvGraphicFramePr>
            <p:cNvPr id="35" name="Object 36"/>
            <p:cNvGraphicFramePr>
              <a:graphicFrameLocks noChangeAspect="1"/>
            </p:cNvGraphicFramePr>
            <p:nvPr>
              <p:extLst/>
            </p:nvPr>
          </p:nvGraphicFramePr>
          <p:xfrm>
            <a:off x="4651" y="849"/>
            <a:ext cx="37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07" name="Equation" r:id="rId18" imgW="14325600" imgH="8229600" progId="Equation.DSMT4">
                    <p:embed/>
                  </p:oleObj>
                </mc:Choice>
                <mc:Fallback>
                  <p:oleObj name="Equation" r:id="rId18" imgW="14325600" imgH="8229600" progId="Equation.DSMT4">
                    <p:embed/>
                    <p:pic>
                      <p:nvPicPr>
                        <p:cNvPr id="35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1" y="849"/>
                          <a:ext cx="374" cy="18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7"/>
            <p:cNvGraphicFramePr>
              <a:graphicFrameLocks noChangeAspect="1"/>
            </p:cNvGraphicFramePr>
            <p:nvPr>
              <p:extLst/>
            </p:nvPr>
          </p:nvGraphicFramePr>
          <p:xfrm>
            <a:off x="4655" y="1065"/>
            <a:ext cx="59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08" name="Equation" r:id="rId20" imgW="977760" imgH="431640" progId="Equation.DSMT4">
                    <p:embed/>
                  </p:oleObj>
                </mc:Choice>
                <mc:Fallback>
                  <p:oleObj name="Equation" r:id="rId20" imgW="977760" imgH="431640" progId="Equation.DSMT4">
                    <p:embed/>
                    <p:pic>
                      <p:nvPicPr>
                        <p:cNvPr id="36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5" y="1065"/>
                          <a:ext cx="593" cy="27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6476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">
            <a:extLst>
              <a:ext uri="{FF2B5EF4-FFF2-40B4-BE49-F238E27FC236}">
                <a16:creationId xmlns:a16="http://schemas.microsoft.com/office/drawing/2014/main" id="{BF42EB43-E7BF-43AF-B1FA-685E44BE79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649352"/>
              </p:ext>
            </p:extLst>
          </p:nvPr>
        </p:nvGraphicFramePr>
        <p:xfrm>
          <a:off x="2324325" y="1056010"/>
          <a:ext cx="2578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8" name="Equation" r:id="rId3" imgW="2577960" imgH="647640" progId="Equation.DSMT4">
                  <p:embed/>
                </p:oleObj>
              </mc:Choice>
              <mc:Fallback>
                <p:oleObj name="Equation" r:id="rId3" imgW="2577960" imgH="647640" progId="Equation.DSMT4">
                  <p:embed/>
                  <p:pic>
                    <p:nvPicPr>
                      <p:cNvPr id="2" name="Object 10">
                        <a:extLst>
                          <a:ext uri="{FF2B5EF4-FFF2-40B4-BE49-F238E27FC236}">
                            <a16:creationId xmlns:a16="http://schemas.microsoft.com/office/drawing/2014/main" id="{2CC5BC4C-4CC2-478A-BD91-FE794BD106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325" y="1056010"/>
                        <a:ext cx="25781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5E24FEAC-7301-4AD2-A751-BBD627662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557411"/>
              </p:ext>
            </p:extLst>
          </p:nvPr>
        </p:nvGraphicFramePr>
        <p:xfrm>
          <a:off x="3191373" y="2625943"/>
          <a:ext cx="1244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69" name="Equation" r:id="rId5" imgW="1244520" imgH="736560" progId="Equation.DSMT4">
                  <p:embed/>
                </p:oleObj>
              </mc:Choice>
              <mc:Fallback>
                <p:oleObj name="Equation" r:id="rId5" imgW="1244520" imgH="736560" progId="Equation.DSMT4">
                  <p:embed/>
                  <p:pic>
                    <p:nvPicPr>
                      <p:cNvPr id="3" name="Object 20">
                        <a:extLst>
                          <a:ext uri="{FF2B5EF4-FFF2-40B4-BE49-F238E27FC236}">
                            <a16:creationId xmlns:a16="http://schemas.microsoft.com/office/drawing/2014/main" id="{D38AC204-A8A5-42B9-BF9B-4191D9CD4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373" y="2625943"/>
                        <a:ext cx="1244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3DDA47AB-D38F-42E3-A41E-FE48905FB0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63957"/>
              </p:ext>
            </p:extLst>
          </p:nvPr>
        </p:nvGraphicFramePr>
        <p:xfrm>
          <a:off x="3191373" y="1798599"/>
          <a:ext cx="123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0" name="Equation" r:id="rId7" imgW="1231560" imgH="736560" progId="Equation.DSMT4">
                  <p:embed/>
                </p:oleObj>
              </mc:Choice>
              <mc:Fallback>
                <p:oleObj name="Equation" r:id="rId7" imgW="1231560" imgH="736560" progId="Equation.DSMT4">
                  <p:embed/>
                  <p:pic>
                    <p:nvPicPr>
                      <p:cNvPr id="4" name="Object 21">
                        <a:extLst>
                          <a:ext uri="{FF2B5EF4-FFF2-40B4-BE49-F238E27FC236}">
                            <a16:creationId xmlns:a16="http://schemas.microsoft.com/office/drawing/2014/main" id="{B6B6F1A3-FC5C-4FF4-8767-0EEC56CC1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373" y="1798599"/>
                        <a:ext cx="1231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2">
            <a:extLst>
              <a:ext uri="{FF2B5EF4-FFF2-40B4-BE49-F238E27FC236}">
                <a16:creationId xmlns:a16="http://schemas.microsoft.com/office/drawing/2014/main" id="{5616E2D5-7466-4318-B0A9-3689136A3F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705688"/>
              </p:ext>
            </p:extLst>
          </p:nvPr>
        </p:nvGraphicFramePr>
        <p:xfrm>
          <a:off x="4559525" y="2625943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1" name="Equation" r:id="rId9" imgW="1384200" imgH="736560" progId="Equation.DSMT4">
                  <p:embed/>
                </p:oleObj>
              </mc:Choice>
              <mc:Fallback>
                <p:oleObj name="Equation" r:id="rId9" imgW="1384200" imgH="736560" progId="Equation.DSMT4">
                  <p:embed/>
                  <p:pic>
                    <p:nvPicPr>
                      <p:cNvPr id="5" name="Object 22">
                        <a:extLst>
                          <a:ext uri="{FF2B5EF4-FFF2-40B4-BE49-F238E27FC236}">
                            <a16:creationId xmlns:a16="http://schemas.microsoft.com/office/drawing/2014/main" id="{8B6F6933-351E-429F-804D-77F526216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525" y="2625943"/>
                        <a:ext cx="138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9">
            <a:extLst>
              <a:ext uri="{FF2B5EF4-FFF2-40B4-BE49-F238E27FC236}">
                <a16:creationId xmlns:a16="http://schemas.microsoft.com/office/drawing/2014/main" id="{7040789A-EF5E-45AA-83C2-CD96DF9C0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408" y="3708840"/>
            <a:ext cx="84566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bIns="0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cs typeface="宋体" pitchFamily="2" charset="-122"/>
              </a:rPr>
              <a:t>检验</a:t>
            </a:r>
          </a:p>
        </p:txBody>
      </p:sp>
      <p:graphicFrame>
        <p:nvGraphicFramePr>
          <p:cNvPr id="7" name="Object 22">
            <a:extLst>
              <a:ext uri="{FF2B5EF4-FFF2-40B4-BE49-F238E27FC236}">
                <a16:creationId xmlns:a16="http://schemas.microsoft.com/office/drawing/2014/main" id="{5A911E88-FBEB-4CAF-835B-DDDB4A9B8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6057737"/>
              </p:ext>
            </p:extLst>
          </p:nvPr>
        </p:nvGraphicFramePr>
        <p:xfrm>
          <a:off x="2332263" y="3435673"/>
          <a:ext cx="1460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2" name="Equation" r:id="rId11" imgW="1460160" imgH="939600" progId="Equation.DSMT4">
                  <p:embed/>
                </p:oleObj>
              </mc:Choice>
              <mc:Fallback>
                <p:oleObj name="Equation" r:id="rId11" imgW="1460160" imgH="939600" progId="Equation.DSMT4">
                  <p:embed/>
                  <p:pic>
                    <p:nvPicPr>
                      <p:cNvPr id="7" name="Object 22">
                        <a:extLst>
                          <a:ext uri="{FF2B5EF4-FFF2-40B4-BE49-F238E27FC236}">
                            <a16:creationId xmlns:a16="http://schemas.microsoft.com/office/drawing/2014/main" id="{404F7B28-6C59-449A-99DF-18D7B73481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263" y="3435673"/>
                        <a:ext cx="14605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9">
            <a:extLst>
              <a:ext uri="{FF2B5EF4-FFF2-40B4-BE49-F238E27FC236}">
                <a16:creationId xmlns:a16="http://schemas.microsoft.com/office/drawing/2014/main" id="{077DF378-0E54-403A-84E3-699156D85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408" y="1105089"/>
            <a:ext cx="49404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cs typeface="宋体" pitchFamily="2" charset="-122"/>
              </a:rPr>
              <a:t>解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7171CEE2-C4F1-4E6D-A7CE-3769A9F36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995316"/>
              </p:ext>
            </p:extLst>
          </p:nvPr>
        </p:nvGraphicFramePr>
        <p:xfrm>
          <a:off x="2537050" y="349573"/>
          <a:ext cx="88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3" name="Equation" r:id="rId13" imgW="888840" imgH="507960" progId="Equation.DSMT4">
                  <p:embed/>
                </p:oleObj>
              </mc:Choice>
              <mc:Fallback>
                <p:oleObj name="Equation" r:id="rId13" imgW="888840" imgH="507960" progId="Equation.DSMT4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47BF5734-5347-496A-9593-A42C930ACE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7050" y="349573"/>
                        <a:ext cx="889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9">
            <a:extLst>
              <a:ext uri="{FF2B5EF4-FFF2-40B4-BE49-F238E27FC236}">
                <a16:creationId xmlns:a16="http://schemas.microsoft.com/office/drawing/2014/main" id="{9C97DE56-C62E-43AA-AE96-F71871D4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87" y="339502"/>
            <a:ext cx="142378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n-ea"/>
                <a:cs typeface="宋体" pitchFamily="2" charset="-122"/>
              </a:rPr>
              <a:t>引例  </a:t>
            </a:r>
            <a:r>
              <a:rPr kumimoji="1" lang="zh-CN" altLang="en-US" sz="2400" b="1" dirty="0">
                <a:latin typeface="+mn-ea"/>
                <a:cs typeface="宋体" pitchFamily="2" charset="-122"/>
              </a:rPr>
              <a:t>求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04521CE-28F0-4A8D-8191-0F366ABB4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086229"/>
              </p:ext>
            </p:extLst>
          </p:nvPr>
        </p:nvGraphicFramePr>
        <p:xfrm>
          <a:off x="3940400" y="3802385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4" name="Equation" r:id="rId15" imgW="685800" imgH="342720" progId="Equation.DSMT4">
                  <p:embed/>
                </p:oleObj>
              </mc:Choice>
              <mc:Fallback>
                <p:oleObj name="Equation" r:id="rId15" imgW="68580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1D03D89-99F7-47C1-A4BC-691EDB0055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40400" y="3802385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0E5CD5A-EC17-4CAA-AE95-97723AC17F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983850"/>
              </p:ext>
            </p:extLst>
          </p:nvPr>
        </p:nvGraphicFramePr>
        <p:xfrm>
          <a:off x="5146900" y="1995810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5" name="Equation" r:id="rId17" imgW="1104840" imgH="342720" progId="Equation.DSMT4">
                  <p:embed/>
                </p:oleObj>
              </mc:Choice>
              <mc:Fallback>
                <p:oleObj name="Equation" r:id="rId17" imgW="110484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DA0AAA7-F3F9-4D50-8C99-ACA984BBA3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900" y="1995810"/>
                        <a:ext cx="1104900" cy="342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EA8B427-B8D1-4C7D-8353-8C8971210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176965"/>
              </p:ext>
            </p:extLst>
          </p:nvPr>
        </p:nvGraphicFramePr>
        <p:xfrm>
          <a:off x="3441925" y="1009973"/>
          <a:ext cx="21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76" name="Equation" r:id="rId19" imgW="215640" imgH="736560" progId="Equation.DSMT4">
                  <p:embed/>
                </p:oleObj>
              </mc:Choice>
              <mc:Fallback>
                <p:oleObj name="Equation" r:id="rId19" imgW="21564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C61C8DD-B488-478D-9262-5C37BDA3B9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41925" y="1009973"/>
                        <a:ext cx="21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865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9B55D18-BC36-492A-9033-56E6389B58E9}"/>
              </a:ext>
            </a:extLst>
          </p:cNvPr>
          <p:cNvSpPr/>
          <p:nvPr/>
        </p:nvSpPr>
        <p:spPr>
          <a:xfrm>
            <a:off x="2584458" y="1908770"/>
            <a:ext cx="3143272" cy="157163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A62EA6C3-0ACB-4BA3-9389-D79168B06E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622935"/>
              </p:ext>
            </p:extLst>
          </p:nvPr>
        </p:nvGraphicFramePr>
        <p:xfrm>
          <a:off x="4540273" y="1140421"/>
          <a:ext cx="1435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2" name="Equation" r:id="rId3" imgW="1434960" imgH="342720" progId="Equation.DSMT4">
                  <p:embed/>
                </p:oleObj>
              </mc:Choice>
              <mc:Fallback>
                <p:oleObj name="Equation" r:id="rId3" imgW="1434960" imgH="342720" progId="Equation.DSMT4">
                  <p:embed/>
                  <p:pic>
                    <p:nvPicPr>
                      <p:cNvPr id="3" name="Object 18">
                        <a:extLst>
                          <a:ext uri="{FF2B5EF4-FFF2-40B4-BE49-F238E27FC236}">
                            <a16:creationId xmlns:a16="http://schemas.microsoft.com/office/drawing/2014/main" id="{940AA96C-DFFB-43AF-8382-F4670D121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73" y="1140421"/>
                        <a:ext cx="1435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E01121B8-7B80-44BB-998B-744E8BBC5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04" y="101796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CDD7AE3-6B80-4514-99EB-E508939230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1516993"/>
              </p:ext>
            </p:extLst>
          </p:nvPr>
        </p:nvGraphicFramePr>
        <p:xfrm>
          <a:off x="1549423" y="899121"/>
          <a:ext cx="130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3" name="Equation" r:id="rId5" imgW="1307880" imgH="736560" progId="Equation.DSMT4">
                  <p:embed/>
                </p:oleObj>
              </mc:Choice>
              <mc:Fallback>
                <p:oleObj name="Equation" r:id="rId5" imgW="1307880" imgH="7365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D4DDB1DA-ECF7-4F12-9DB2-158108EB82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23" y="899121"/>
                        <a:ext cx="1308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9A04D64C-7090-424E-94B7-08C43A756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40349"/>
              </p:ext>
            </p:extLst>
          </p:nvPr>
        </p:nvGraphicFramePr>
        <p:xfrm>
          <a:off x="2875149" y="1970818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4" name="Equation" r:id="rId7" imgW="1193760" imgH="736560" progId="Equation.DSMT4">
                  <p:embed/>
                </p:oleObj>
              </mc:Choice>
              <mc:Fallback>
                <p:oleObj name="Equation" r:id="rId7" imgW="1193760" imgH="73656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90EE50A4-C00E-4646-977C-64AED270E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149" y="1970818"/>
                        <a:ext cx="11938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A410E88E-0E4C-4BAA-B4B9-E673FA2165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117421"/>
              </p:ext>
            </p:extLst>
          </p:nvPr>
        </p:nvGraphicFramePr>
        <p:xfrm>
          <a:off x="2803665" y="2818554"/>
          <a:ext cx="1638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5" name="Equation" r:id="rId9" imgW="39319200" imgH="17373600" progId="Equation.DSMT4">
                  <p:embed/>
                </p:oleObj>
              </mc:Choice>
              <mc:Fallback>
                <p:oleObj name="Equation" r:id="rId9" imgW="39319200" imgH="17373600" progId="Equation.DSMT4">
                  <p:embed/>
                  <p:pic>
                    <p:nvPicPr>
                      <p:cNvPr id="7" name="Object 8">
                        <a:extLst>
                          <a:ext uri="{FF2B5EF4-FFF2-40B4-BE49-F238E27FC236}">
                            <a16:creationId xmlns:a16="http://schemas.microsoft.com/office/drawing/2014/main" id="{9528A688-E916-4D8E-95BC-C0B45FE19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665" y="2818554"/>
                        <a:ext cx="1638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F34093BE-4FE7-4D16-991A-EDC6CC29A6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059325"/>
              </p:ext>
            </p:extLst>
          </p:nvPr>
        </p:nvGraphicFramePr>
        <p:xfrm>
          <a:off x="1069424" y="2199438"/>
          <a:ext cx="12189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6" name="Equation" r:id="rId11" imgW="1218960" imgH="279360" progId="Equation.DSMT4">
                  <p:embed/>
                </p:oleObj>
              </mc:Choice>
              <mc:Fallback>
                <p:oleObj name="Equation" r:id="rId11" imgW="1218960" imgH="279360" progId="Equation.DSMT4">
                  <p:embed/>
                  <p:pic>
                    <p:nvPicPr>
                      <p:cNvPr id="8" name="Object 9">
                        <a:extLst>
                          <a:ext uri="{FF2B5EF4-FFF2-40B4-BE49-F238E27FC236}">
                            <a16:creationId xmlns:a16="http://schemas.microsoft.com/office/drawing/2014/main" id="{E5F9D40B-FBF1-4339-9DC0-9F5496D2BE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424" y="2199438"/>
                        <a:ext cx="121896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D657007F-4693-4CA7-9449-AD78548535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4996477"/>
              </p:ext>
            </p:extLst>
          </p:nvPr>
        </p:nvGraphicFramePr>
        <p:xfrm>
          <a:off x="2803665" y="3595447"/>
          <a:ext cx="2247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7" name="Equation" r:id="rId13" imgW="53949600" imgH="17373600" progId="Equation.DSMT4">
                  <p:embed/>
                </p:oleObj>
              </mc:Choice>
              <mc:Fallback>
                <p:oleObj name="Equation" r:id="rId13" imgW="53949600" imgH="17373600" progId="Equation.DSMT4">
                  <p:embed/>
                  <p:pic>
                    <p:nvPicPr>
                      <p:cNvPr id="13" name="Object 14">
                        <a:extLst>
                          <a:ext uri="{FF2B5EF4-FFF2-40B4-BE49-F238E27FC236}">
                            <a16:creationId xmlns:a16="http://schemas.microsoft.com/office/drawing/2014/main" id="{B5F33868-0AF4-433B-87D4-C9D152240B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665" y="3595447"/>
                        <a:ext cx="2247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C92519C9-92D6-4B80-B961-B8C29AAFD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925962"/>
              </p:ext>
            </p:extLst>
          </p:nvPr>
        </p:nvGraphicFramePr>
        <p:xfrm>
          <a:off x="4930128" y="1171824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8" name="Equation" r:id="rId15" imgW="419040" imgH="279360" progId="Equation.DSMT4">
                  <p:embed/>
                </p:oleObj>
              </mc:Choice>
              <mc:Fallback>
                <p:oleObj name="Equation" r:id="rId15" imgW="419040" imgH="279360" progId="Equation.DSMT4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45CD0BB3-1FCA-499D-883F-9B478F96FE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128" y="1171824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27BF14B9-C362-48EE-86E4-E283B33D0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152814"/>
              </p:ext>
            </p:extLst>
          </p:nvPr>
        </p:nvGraphicFramePr>
        <p:xfrm>
          <a:off x="3136452" y="878062"/>
          <a:ext cx="24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29" name="Equation" r:id="rId17" imgW="5791200" imgH="17678400" progId="Equation.DSMT4">
                  <p:embed/>
                </p:oleObj>
              </mc:Choice>
              <mc:Fallback>
                <p:oleObj name="Equation" r:id="rId17" imgW="5791200" imgH="17678400" progId="Equation.DSMT4">
                  <p:embed/>
                  <p:pic>
                    <p:nvPicPr>
                      <p:cNvPr id="15" name="Object 16">
                        <a:extLst>
                          <a:ext uri="{FF2B5EF4-FFF2-40B4-BE49-F238E27FC236}">
                            <a16:creationId xmlns:a16="http://schemas.microsoft.com/office/drawing/2014/main" id="{7841421A-1A07-49FB-BA66-B4ED6E4B2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452" y="878062"/>
                        <a:ext cx="241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">
            <a:extLst>
              <a:ext uri="{FF2B5EF4-FFF2-40B4-BE49-F238E27FC236}">
                <a16:creationId xmlns:a16="http://schemas.microsoft.com/office/drawing/2014/main" id="{DF463280-A434-409D-95FF-49B2B082F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06173"/>
              </p:ext>
            </p:extLst>
          </p:nvPr>
        </p:nvGraphicFramePr>
        <p:xfrm>
          <a:off x="2897236" y="882998"/>
          <a:ext cx="163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30" name="Equation" r:id="rId19" imgW="39319200" imgH="17678400" progId="Equation.DSMT4">
                  <p:embed/>
                </p:oleObj>
              </mc:Choice>
              <mc:Fallback>
                <p:oleObj name="Equation" r:id="rId19" imgW="39319200" imgH="17678400" progId="Equation.DSMT4">
                  <p:embed/>
                  <p:pic>
                    <p:nvPicPr>
                      <p:cNvPr id="16" name="Object 20">
                        <a:extLst>
                          <a:ext uri="{FF2B5EF4-FFF2-40B4-BE49-F238E27FC236}">
                            <a16:creationId xmlns:a16="http://schemas.microsoft.com/office/drawing/2014/main" id="{09204716-D139-4B31-B0A1-F4112B7E9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236" y="882998"/>
                        <a:ext cx="163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2">
            <a:extLst>
              <a:ext uri="{FF2B5EF4-FFF2-40B4-BE49-F238E27FC236}">
                <a16:creationId xmlns:a16="http://schemas.microsoft.com/office/drawing/2014/main" id="{5600EDD5-D8C1-406A-A0C5-D61261B29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707" y="1146548"/>
            <a:ext cx="11033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凑微分</a:t>
            </a: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3A5EB7C3-BE09-485E-81A0-C11C984B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269" y="2133382"/>
            <a:ext cx="7969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换元</a:t>
            </a: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D57DDD79-96EC-4587-B625-8F4F5219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269" y="2899892"/>
            <a:ext cx="7969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积分</a:t>
            </a: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5B7D2303-C126-4B66-AD32-B94CBF3F2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269" y="3666828"/>
            <a:ext cx="7969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还原</a:t>
            </a:r>
          </a:p>
        </p:txBody>
      </p:sp>
      <p:graphicFrame>
        <p:nvGraphicFramePr>
          <p:cNvPr id="18" name="Object 27">
            <a:extLst>
              <a:ext uri="{FF2B5EF4-FFF2-40B4-BE49-F238E27FC236}">
                <a16:creationId xmlns:a16="http://schemas.microsoft.com/office/drawing/2014/main" id="{0900CE52-2B2D-4208-8361-94F4AE8C3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112949"/>
              </p:ext>
            </p:extLst>
          </p:nvPr>
        </p:nvGraphicFramePr>
        <p:xfrm>
          <a:off x="5467721" y="1172171"/>
          <a:ext cx="419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31" name="Equation" r:id="rId21" imgW="419040" imgH="342720" progId="Equation.DSMT4">
                  <p:embed/>
                </p:oleObj>
              </mc:Choice>
              <mc:Fallback>
                <p:oleObj name="Equation" r:id="rId21" imgW="419040" imgH="342720" progId="Equation.DSMT4">
                  <p:embed/>
                  <p:pic>
                    <p:nvPicPr>
                      <p:cNvPr id="22" name="Object 27">
                        <a:extLst>
                          <a:ext uri="{FF2B5EF4-FFF2-40B4-BE49-F238E27FC236}">
                            <a16:creationId xmlns:a16="http://schemas.microsoft.com/office/drawing/2014/main" id="{01364254-062E-49D8-807C-94D06BEE69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721" y="1172171"/>
                        <a:ext cx="419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C5C008A-307E-4F5E-B536-29DDB4B0293E}"/>
              </a:ext>
            </a:extLst>
          </p:cNvPr>
          <p:cNvSpPr/>
          <p:nvPr/>
        </p:nvSpPr>
        <p:spPr>
          <a:xfrm>
            <a:off x="742800" y="250652"/>
            <a:ext cx="1269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宋体"/>
              </a:rPr>
              <a:t>  </a:t>
            </a:r>
            <a:r>
              <a:rPr lang="zh-CN" altLang="en-US" sz="2400" b="1" dirty="0">
                <a:solidFill>
                  <a:prstClr val="black"/>
                </a:solidFill>
                <a:latin typeface="宋体"/>
              </a:rPr>
              <a:t>求</a:t>
            </a: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FC5A934F-6F58-419D-BD06-342021B02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225794"/>
              </p:ext>
            </p:extLst>
          </p:nvPr>
        </p:nvGraphicFramePr>
        <p:xfrm>
          <a:off x="1981223" y="121246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32" name="Equation" r:id="rId23" imgW="1358640" imgH="736560" progId="Equation.DSMT4">
                  <p:embed/>
                </p:oleObj>
              </mc:Choice>
              <mc:Fallback>
                <p:oleObj name="Equation" r:id="rId23" imgW="1358640" imgH="736560" progId="Equation.DSMT4">
                  <p:embed/>
                  <p:pic>
                    <p:nvPicPr>
                      <p:cNvPr id="24" name="Object 5">
                        <a:extLst>
                          <a:ext uri="{FF2B5EF4-FFF2-40B4-BE49-F238E27FC236}">
                            <a16:creationId xmlns:a16="http://schemas.microsoft.com/office/drawing/2014/main" id="{88A698FA-71C2-457D-92FF-3940DFFB6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23" y="121246"/>
                        <a:ext cx="13589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0B11830-D848-4BD9-BDBE-0A1A6159D2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465000"/>
              </p:ext>
            </p:extLst>
          </p:nvPr>
        </p:nvGraphicFramePr>
        <p:xfrm>
          <a:off x="5364088" y="267494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33" name="Equation" r:id="rId25" imgW="1854000" imgH="342720" progId="Equation.DSMT4">
                  <p:embed/>
                </p:oleObj>
              </mc:Choice>
              <mc:Fallback>
                <p:oleObj name="Equation" r:id="rId25" imgW="1854000" imgH="3427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00E4A0D-5B6C-48A0-99CD-4CA1EF874D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364088" y="267494"/>
                        <a:ext cx="1854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819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A133C37C-F4B5-4FB3-83D1-D1533DE0F332}"/>
              </a:ext>
            </a:extLst>
          </p:cNvPr>
          <p:cNvSpPr txBox="1">
            <a:spLocks noChangeArrowheads="1"/>
          </p:cNvSpPr>
          <p:nvPr/>
        </p:nvSpPr>
        <p:spPr>
          <a:xfrm>
            <a:off x="755749" y="249049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1924">
            <a:extLst>
              <a:ext uri="{FF2B5EF4-FFF2-40B4-BE49-F238E27FC236}">
                <a16:creationId xmlns:a16="http://schemas.microsoft.com/office/drawing/2014/main" id="{214298EE-A91B-44B8-AC54-1D28965A32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0911643"/>
              </p:ext>
            </p:extLst>
          </p:nvPr>
        </p:nvGraphicFramePr>
        <p:xfrm>
          <a:off x="1979712" y="267494"/>
          <a:ext cx="297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1" name="Equation" r:id="rId3" imgW="2971800" imgH="507960" progId="Equation.DSMT4">
                  <p:embed/>
                </p:oleObj>
              </mc:Choice>
              <mc:Fallback>
                <p:oleObj name="Equation" r:id="rId3" imgW="2971800" imgH="507960" progId="Equation.DSMT4">
                  <p:embed/>
                  <p:pic>
                    <p:nvPicPr>
                      <p:cNvPr id="5" name="对象 81924">
                        <a:extLst>
                          <a:ext uri="{FF2B5EF4-FFF2-40B4-BE49-F238E27FC236}">
                            <a16:creationId xmlns:a16="http://schemas.microsoft.com/office/drawing/2014/main" id="{77D0FFBC-81E4-41A9-87D2-1942F8160E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7494"/>
                        <a:ext cx="2971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B2389A6E-671B-4E45-9583-75B9F1E7D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49" y="109072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6997B7B-0EAE-4522-8DD7-5E2D62628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059266"/>
              </p:ext>
            </p:extLst>
          </p:nvPr>
        </p:nvGraphicFramePr>
        <p:xfrm>
          <a:off x="1308199" y="1004887"/>
          <a:ext cx="445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2" name="Equation" r:id="rId5" imgW="4457520" imgH="736560" progId="Equation.DSMT4">
                  <p:embed/>
                </p:oleObj>
              </mc:Choice>
              <mc:Fallback>
                <p:oleObj name="Equation" r:id="rId5" imgW="445752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38254E8-C603-4719-BE2C-E6304A05C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8199" y="1004887"/>
                        <a:ext cx="4457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39950FA-EAD0-4849-81CC-1ED0C4696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569976"/>
              </p:ext>
            </p:extLst>
          </p:nvPr>
        </p:nvGraphicFramePr>
        <p:xfrm>
          <a:off x="5756374" y="350837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3" name="Equation" r:id="rId7" imgW="1854000" imgH="342720" progId="Equation.DSMT4">
                  <p:embed/>
                </p:oleObj>
              </mc:Choice>
              <mc:Fallback>
                <p:oleObj name="Equation" r:id="rId7" imgW="1854000" imgH="3427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C09512A2-F890-498C-8B08-82CE25E46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56374" y="350837"/>
                        <a:ext cx="18542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2">
            <a:extLst>
              <a:ext uri="{FF2B5EF4-FFF2-40B4-BE49-F238E27FC236}">
                <a16:creationId xmlns:a16="http://schemas.microsoft.com/office/drawing/2014/main" id="{D8B77BB9-B4DB-49CF-A486-E1178B62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441" y="1144587"/>
            <a:ext cx="1103312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凑微分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F66334A-7040-42D3-ABD1-DAB314D5D6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490493"/>
              </p:ext>
            </p:extLst>
          </p:nvPr>
        </p:nvGraphicFramePr>
        <p:xfrm>
          <a:off x="2918073" y="2003424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4" name="Equation" r:id="rId9" imgW="1358640" imgH="736560" progId="Equation.DSMT4">
                  <p:embed/>
                </p:oleObj>
              </mc:Choice>
              <mc:Fallback>
                <p:oleObj name="Equation" r:id="rId9" imgW="1358640" imgH="736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5FEBE23-56B6-44E3-B63E-D04A26A91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8073" y="2003424"/>
                        <a:ext cx="135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D1190C58-10A6-40E2-B1D5-99C9B7C8B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181668"/>
              </p:ext>
            </p:extLst>
          </p:nvPr>
        </p:nvGraphicFramePr>
        <p:xfrm>
          <a:off x="1043087" y="2144712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5" name="Equation" r:id="rId11" imgW="1511280" imgH="342720" progId="Equation.DSMT4">
                  <p:embed/>
                </p:oleObj>
              </mc:Choice>
              <mc:Fallback>
                <p:oleObj name="Equation" r:id="rId11" imgW="1511280" imgH="342720" progId="Equation.DSMT4">
                  <p:embed/>
                  <p:pic>
                    <p:nvPicPr>
                      <p:cNvPr id="29" name="Object 9">
                        <a:extLst>
                          <a:ext uri="{FF2B5EF4-FFF2-40B4-BE49-F238E27FC236}">
                            <a16:creationId xmlns:a16="http://schemas.microsoft.com/office/drawing/2014/main" id="{4DF1814A-A3DF-4407-9B74-827B15AB40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087" y="2144712"/>
                        <a:ext cx="1511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3">
            <a:extLst>
              <a:ext uri="{FF2B5EF4-FFF2-40B4-BE49-F238E27FC236}">
                <a16:creationId xmlns:a16="http://schemas.microsoft.com/office/drawing/2014/main" id="{5C132F3B-0736-478A-B615-74CAEB87C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820" y="2179563"/>
            <a:ext cx="7969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换元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4E98408-5DDE-413B-AABA-8E52DC8BC2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148277"/>
              </p:ext>
            </p:extLst>
          </p:nvPr>
        </p:nvGraphicFramePr>
        <p:xfrm>
          <a:off x="2918073" y="2833612"/>
          <a:ext cx="229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6" name="Equation" r:id="rId13" imgW="2298600" imgH="787320" progId="Equation.DSMT4">
                  <p:embed/>
                </p:oleObj>
              </mc:Choice>
              <mc:Fallback>
                <p:oleObj name="Equation" r:id="rId13" imgW="2298600" imgH="7873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9E40204D-C34A-404A-9080-B8926C9FD4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8073" y="2833612"/>
                        <a:ext cx="2298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4">
            <a:extLst>
              <a:ext uri="{FF2B5EF4-FFF2-40B4-BE49-F238E27FC236}">
                <a16:creationId xmlns:a16="http://schemas.microsoft.com/office/drawing/2014/main" id="{5066FAC6-E856-416E-977A-E1F2E4BCD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974" y="3031786"/>
            <a:ext cx="7969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积分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B377D97-CE87-4061-B69D-5964A5F9C2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122977"/>
              </p:ext>
            </p:extLst>
          </p:nvPr>
        </p:nvGraphicFramePr>
        <p:xfrm>
          <a:off x="2918073" y="3911776"/>
          <a:ext cx="3124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47" name="Equation" r:id="rId15" imgW="3124080" imgH="787320" progId="Equation.DSMT4">
                  <p:embed/>
                </p:oleObj>
              </mc:Choice>
              <mc:Fallback>
                <p:oleObj name="Equation" r:id="rId15" imgW="3124080" imgH="78732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686D9B04-9D2E-4C0C-B608-327B7E369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18073" y="3911776"/>
                        <a:ext cx="3124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4">
            <a:extLst>
              <a:ext uri="{FF2B5EF4-FFF2-40B4-BE49-F238E27FC236}">
                <a16:creationId xmlns:a16="http://schemas.microsoft.com/office/drawing/2014/main" id="{DC044D90-FD0C-4BD6-9CCF-B15A06DA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974" y="4065586"/>
            <a:ext cx="8034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还原</a:t>
            </a:r>
          </a:p>
        </p:txBody>
      </p:sp>
    </p:spTree>
    <p:extLst>
      <p:ext uri="{BB962C8B-B14F-4D97-AF65-F5344CB8AC3E}">
        <p14:creationId xmlns:p14="http://schemas.microsoft.com/office/powerpoint/2010/main" val="192631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8B4C75B8-607F-4889-BBE2-0F332F5D12AD}"/>
              </a:ext>
            </a:extLst>
          </p:cNvPr>
          <p:cNvSpPr txBox="1">
            <a:spLocks noChangeArrowheads="1"/>
          </p:cNvSpPr>
          <p:nvPr/>
        </p:nvSpPr>
        <p:spPr>
          <a:xfrm>
            <a:off x="1198562" y="400210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1924">
            <a:extLst>
              <a:ext uri="{FF2B5EF4-FFF2-40B4-BE49-F238E27FC236}">
                <a16:creationId xmlns:a16="http://schemas.microsoft.com/office/drawing/2014/main" id="{4D80E458-AFE2-48F6-AAFF-0F7B1FB85F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90255"/>
              </p:ext>
            </p:extLst>
          </p:nvPr>
        </p:nvGraphicFramePr>
        <p:xfrm>
          <a:off x="2339975" y="411510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88" name="Equation" r:id="rId3" imgW="1930320" imgH="507960" progId="Equation.DSMT4">
                  <p:embed/>
                </p:oleObj>
              </mc:Choice>
              <mc:Fallback>
                <p:oleObj name="Equation" r:id="rId3" imgW="1930320" imgH="507960" progId="Equation.DSMT4">
                  <p:embed/>
                  <p:pic>
                    <p:nvPicPr>
                      <p:cNvPr id="3" name="对象 81924">
                        <a:extLst>
                          <a:ext uri="{FF2B5EF4-FFF2-40B4-BE49-F238E27FC236}">
                            <a16:creationId xmlns:a16="http://schemas.microsoft.com/office/drawing/2014/main" id="{005B6E00-8D43-4025-8053-DBCDAF216A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1510"/>
                        <a:ext cx="1930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0430FA3-2780-4C9B-81F5-856D2B68A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53" y="1246570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2C83107-634B-45B1-A3C1-C1F9DDA032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913897"/>
              </p:ext>
            </p:extLst>
          </p:nvPr>
        </p:nvGraphicFramePr>
        <p:xfrm>
          <a:off x="2074862" y="1249254"/>
          <a:ext cx="1879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89" name="Equation" r:id="rId5" imgW="1879560" imgH="507960" progId="Equation.DSMT4">
                  <p:embed/>
                </p:oleObj>
              </mc:Choice>
              <mc:Fallback>
                <p:oleObj name="Equation" r:id="rId5" imgW="18795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1D52D2E-1EAE-4A73-895B-00254F29B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74862" y="1249254"/>
                        <a:ext cx="1879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F9D49AC-CF0C-46C6-9A08-D719E551D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829134"/>
              </p:ext>
            </p:extLst>
          </p:nvPr>
        </p:nvGraphicFramePr>
        <p:xfrm>
          <a:off x="5854551" y="1708235"/>
          <a:ext cx="2032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90" name="Equation" r:id="rId7" imgW="2031840" imgH="342720" progId="Equation.DSMT4">
                  <p:embed/>
                </p:oleObj>
              </mc:Choice>
              <mc:Fallback>
                <p:oleObj name="Equation" r:id="rId7" imgW="20318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1B36F24-BC8A-47AA-8F45-8BF5F6A757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54551" y="1708235"/>
                        <a:ext cx="20320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D30985B-6913-4DCD-86FE-47BBA0FC2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253460"/>
              </p:ext>
            </p:extLst>
          </p:nvPr>
        </p:nvGraphicFramePr>
        <p:xfrm>
          <a:off x="1503611" y="2007363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91" name="Equation" r:id="rId9" imgW="3340080" imgH="736560" progId="Equation.DSMT4">
                  <p:embed/>
                </p:oleObj>
              </mc:Choice>
              <mc:Fallback>
                <p:oleObj name="Equation" r:id="rId9" imgW="334008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7EC5811-C8D6-46AA-A28E-0EC47C77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03611" y="2007363"/>
                        <a:ext cx="334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B2294AE-1A3C-4A6B-B2D3-D71F892A27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196641"/>
              </p:ext>
            </p:extLst>
          </p:nvPr>
        </p:nvGraphicFramePr>
        <p:xfrm>
          <a:off x="1503611" y="2994072"/>
          <a:ext cx="269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992" name="Equation" r:id="rId11" imgW="2692080" imgH="736560" progId="Equation.DSMT4">
                  <p:embed/>
                </p:oleObj>
              </mc:Choice>
              <mc:Fallback>
                <p:oleObj name="Equation" r:id="rId11" imgW="26920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2F84DE4-61C9-4AA8-8FD8-13ED68576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03611" y="2994072"/>
                        <a:ext cx="269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91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2F3D0331-9E32-4682-BBE0-4E3E9573C191}"/>
              </a:ext>
            </a:extLst>
          </p:cNvPr>
          <p:cNvSpPr txBox="1">
            <a:spLocks noChangeArrowheads="1"/>
          </p:cNvSpPr>
          <p:nvPr/>
        </p:nvSpPr>
        <p:spPr>
          <a:xfrm>
            <a:off x="1099071" y="555427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4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1924">
            <a:extLst>
              <a:ext uri="{FF2B5EF4-FFF2-40B4-BE49-F238E27FC236}">
                <a16:creationId xmlns:a16="http://schemas.microsoft.com/office/drawing/2014/main" id="{DDAB70DE-4076-433E-AEC9-1151E578ED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7979106"/>
              </p:ext>
            </p:extLst>
          </p:nvPr>
        </p:nvGraphicFramePr>
        <p:xfrm>
          <a:off x="2267744" y="555526"/>
          <a:ext cx="116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2" name="Equation" r:id="rId3" imgW="1168200" imgH="507960" progId="Equation.DSMT4">
                  <p:embed/>
                </p:oleObj>
              </mc:Choice>
              <mc:Fallback>
                <p:oleObj name="Equation" r:id="rId3" imgW="1168200" imgH="507960" progId="Equation.DSMT4">
                  <p:embed/>
                  <p:pic>
                    <p:nvPicPr>
                      <p:cNvPr id="3" name="对象 81924">
                        <a:extLst>
                          <a:ext uri="{FF2B5EF4-FFF2-40B4-BE49-F238E27FC236}">
                            <a16:creationId xmlns:a16="http://schemas.microsoft.com/office/drawing/2014/main" id="{EB04B865-1907-42F6-81E6-DF5D1C8F51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55526"/>
                        <a:ext cx="1168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8D9A771-EE80-41F1-9A18-0E8474508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9071" y="1383226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B23FC56-F0D3-437C-89DA-7C2D7104B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182793"/>
              </p:ext>
            </p:extLst>
          </p:nvPr>
        </p:nvGraphicFramePr>
        <p:xfrm>
          <a:off x="1908969" y="1382614"/>
          <a:ext cx="111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3" name="Equation" r:id="rId5" imgW="1117440" imgH="507960" progId="Equation.DSMT4">
                  <p:embed/>
                </p:oleObj>
              </mc:Choice>
              <mc:Fallback>
                <p:oleObj name="Equation" r:id="rId5" imgW="111744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7182EC4-EC4C-43D5-8723-D899D51402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8969" y="1382614"/>
                        <a:ext cx="1117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0EB38E5-3330-4E51-BD9F-8A1AC78A0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315974"/>
              </p:ext>
            </p:extLst>
          </p:nvPr>
        </p:nvGraphicFramePr>
        <p:xfrm>
          <a:off x="1497434" y="3267190"/>
          <a:ext cx="185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4" name="Equation" r:id="rId7" imgW="1854000" imgH="736560" progId="Equation.DSMT4">
                  <p:embed/>
                </p:oleObj>
              </mc:Choice>
              <mc:Fallback>
                <p:oleObj name="Equation" r:id="rId7" imgW="185400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1627276-EC8A-4943-8FD3-B70B90484B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97434" y="3267190"/>
                        <a:ext cx="1854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733D52A-D63E-4FCF-A7D5-F5F3F7717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846816"/>
              </p:ext>
            </p:extLst>
          </p:nvPr>
        </p:nvGraphicFramePr>
        <p:xfrm>
          <a:off x="5419551" y="2275598"/>
          <a:ext cx="2133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5" name="Equation" r:id="rId9" imgW="2133360" imgH="342720" progId="Equation.DSMT4">
                  <p:embed/>
                </p:oleObj>
              </mc:Choice>
              <mc:Fallback>
                <p:oleObj name="Equation" r:id="rId9" imgW="213336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BBF9F2E-9BF0-4FE9-9A13-5068AF5EE8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19551" y="2275598"/>
                        <a:ext cx="21336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E8C812E-5EDA-43C3-B959-E49125E83F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971866"/>
              </p:ext>
            </p:extLst>
          </p:nvPr>
        </p:nvGraphicFramePr>
        <p:xfrm>
          <a:off x="1477508" y="2195378"/>
          <a:ext cx="2667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6" name="Equation" r:id="rId11" imgW="2666880" imgH="736560" progId="Equation.DSMT4">
                  <p:embed/>
                </p:oleObj>
              </mc:Choice>
              <mc:Fallback>
                <p:oleObj name="Equation" r:id="rId11" imgW="266688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7D99696-3646-49AF-96D5-17714D5A37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7508" y="2195378"/>
                        <a:ext cx="2667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567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CA30CC29-ED33-49E9-B694-842E3A90A709}"/>
              </a:ext>
            </a:extLst>
          </p:cNvPr>
          <p:cNvSpPr txBox="1">
            <a:spLocks noChangeArrowheads="1"/>
          </p:cNvSpPr>
          <p:nvPr/>
        </p:nvSpPr>
        <p:spPr>
          <a:xfrm>
            <a:off x="1187624" y="411510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5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1924">
            <a:extLst>
              <a:ext uri="{FF2B5EF4-FFF2-40B4-BE49-F238E27FC236}">
                <a16:creationId xmlns:a16="http://schemas.microsoft.com/office/drawing/2014/main" id="{8555B1E2-6106-43A6-A750-C9F16A8206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7307421"/>
              </p:ext>
            </p:extLst>
          </p:nvPr>
        </p:nvGraphicFramePr>
        <p:xfrm>
          <a:off x="2416053" y="434400"/>
          <a:ext cx="149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4" name="Equation" r:id="rId3" imgW="1498320" imgH="507960" progId="Equation.DSMT4">
                  <p:embed/>
                </p:oleObj>
              </mc:Choice>
              <mc:Fallback>
                <p:oleObj name="Equation" r:id="rId3" imgW="1498320" imgH="507960" progId="Equation.DSMT4">
                  <p:embed/>
                  <p:pic>
                    <p:nvPicPr>
                      <p:cNvPr id="3" name="对象 81924">
                        <a:extLst>
                          <a:ext uri="{FF2B5EF4-FFF2-40B4-BE49-F238E27FC236}">
                            <a16:creationId xmlns:a16="http://schemas.microsoft.com/office/drawing/2014/main" id="{47A8F90B-B015-4E19-98C5-25D33FD329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053" y="434400"/>
                        <a:ext cx="149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0F31461-FA8D-4EC5-B50E-B317BDD91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276656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81924">
            <a:extLst>
              <a:ext uri="{FF2B5EF4-FFF2-40B4-BE49-F238E27FC236}">
                <a16:creationId xmlns:a16="http://schemas.microsoft.com/office/drawing/2014/main" id="{F446B908-8E47-49A5-B51F-1D73F0F738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94610"/>
              </p:ext>
            </p:extLst>
          </p:nvPr>
        </p:nvGraphicFramePr>
        <p:xfrm>
          <a:off x="1911997" y="1101870"/>
          <a:ext cx="3314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5" name="Equation" r:id="rId5" imgW="3314520" imgH="685800" progId="Equation.DSMT4">
                  <p:embed/>
                </p:oleObj>
              </mc:Choice>
              <mc:Fallback>
                <p:oleObj name="Equation" r:id="rId5" imgW="3314520" imgH="685800" progId="Equation.DSMT4">
                  <p:embed/>
                  <p:pic>
                    <p:nvPicPr>
                      <p:cNvPr id="5" name="对象 81924">
                        <a:extLst>
                          <a:ext uri="{FF2B5EF4-FFF2-40B4-BE49-F238E27FC236}">
                            <a16:creationId xmlns:a16="http://schemas.microsoft.com/office/drawing/2014/main" id="{3946CC66-296E-4DFF-A428-52D74A3FBE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997" y="1101870"/>
                        <a:ext cx="3314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BCEDF0E-9445-44B8-8D54-2036C4155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136466"/>
              </p:ext>
            </p:extLst>
          </p:nvPr>
        </p:nvGraphicFramePr>
        <p:xfrm>
          <a:off x="6016453" y="2090584"/>
          <a:ext cx="184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6" name="Equation" r:id="rId7" imgW="1841400" imgH="342720" progId="Equation.DSMT4">
                  <p:embed/>
                </p:oleObj>
              </mc:Choice>
              <mc:Fallback>
                <p:oleObj name="Equation" r:id="rId7" imgW="184140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807F47F-6A81-42F7-84DB-28D986B60D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16453" y="2090584"/>
                        <a:ext cx="18415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FEBAA2F-BFF6-4688-AD2B-2BE3171108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489741"/>
              </p:ext>
            </p:extLst>
          </p:nvPr>
        </p:nvGraphicFramePr>
        <p:xfrm>
          <a:off x="1639725" y="1969533"/>
          <a:ext cx="2794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7" name="Equation" r:id="rId9" imgW="2793960" imgH="774360" progId="Equation.DSMT4">
                  <p:embed/>
                </p:oleObj>
              </mc:Choice>
              <mc:Fallback>
                <p:oleObj name="Equation" r:id="rId9" imgW="2793960" imgH="774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66B0FBD-6549-495C-AF53-C74EDE5C1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39725" y="1969533"/>
                        <a:ext cx="2794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8B8C00A-2916-4E3C-861D-02968AE50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617304"/>
              </p:ext>
            </p:extLst>
          </p:nvPr>
        </p:nvGraphicFramePr>
        <p:xfrm>
          <a:off x="1639725" y="2791377"/>
          <a:ext cx="240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8" name="Equation" r:id="rId11" imgW="2400120" imgH="787320" progId="Equation.DSMT4">
                  <p:embed/>
                </p:oleObj>
              </mc:Choice>
              <mc:Fallback>
                <p:oleObj name="Equation" r:id="rId11" imgW="240012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FFCE97E-B595-46F9-8D3E-10C217EDD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39725" y="2791377"/>
                        <a:ext cx="2400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361C845-A202-491C-BDBA-68098F80F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868991"/>
              </p:ext>
            </p:extLst>
          </p:nvPr>
        </p:nvGraphicFramePr>
        <p:xfrm>
          <a:off x="1639725" y="3674760"/>
          <a:ext cx="2032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89" name="Equation" r:id="rId13" imgW="2031840" imgH="787320" progId="Equation.DSMT4">
                  <p:embed/>
                </p:oleObj>
              </mc:Choice>
              <mc:Fallback>
                <p:oleObj name="Equation" r:id="rId13" imgW="203184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850F2C8-4F00-44D3-8FB0-88A8A336C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39725" y="3674760"/>
                        <a:ext cx="2032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25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2">
            <a:extLst>
              <a:ext uri="{FF2B5EF4-FFF2-40B4-BE49-F238E27FC236}">
                <a16:creationId xmlns:a16="http://schemas.microsoft.com/office/drawing/2014/main" id="{B9C7E3C7-4516-435E-9754-6804D7828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693620"/>
              </p:ext>
            </p:extLst>
          </p:nvPr>
        </p:nvGraphicFramePr>
        <p:xfrm>
          <a:off x="1816026" y="1957710"/>
          <a:ext cx="1651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29" name="Equation" r:id="rId3" imgW="1650960" imgH="507960" progId="Equation.DSMT4">
                  <p:embed/>
                </p:oleObj>
              </mc:Choice>
              <mc:Fallback>
                <p:oleObj name="Equation" r:id="rId3" imgW="1650960" imgH="507960" progId="Equation.DSMT4">
                  <p:embed/>
                  <p:pic>
                    <p:nvPicPr>
                      <p:cNvPr id="2" name="Object 22">
                        <a:extLst>
                          <a:ext uri="{FF2B5EF4-FFF2-40B4-BE49-F238E27FC236}">
                            <a16:creationId xmlns:a16="http://schemas.microsoft.com/office/drawing/2014/main" id="{1710BB74-3E30-4BB1-AB99-9094170872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026" y="1957710"/>
                        <a:ext cx="1651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3">
            <a:extLst>
              <a:ext uri="{FF2B5EF4-FFF2-40B4-BE49-F238E27FC236}">
                <a16:creationId xmlns:a16="http://schemas.microsoft.com/office/drawing/2014/main" id="{92B0EC7A-1E52-4FB5-87BE-444281A01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699542"/>
            <a:ext cx="7776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  </a:t>
            </a:r>
            <a:r>
              <a:rPr lang="zh-CN" altLang="en-US" sz="2400" b="1" dirty="0">
                <a:latin typeface="+mn-ea"/>
              </a:rPr>
              <a:t>若                    则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19F42ECB-5E6B-43C8-9C74-821BC9F0E0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97045"/>
              </p:ext>
            </p:extLst>
          </p:nvPr>
        </p:nvGraphicFramePr>
        <p:xfrm>
          <a:off x="3539902" y="1835150"/>
          <a:ext cx="293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0" name="Equation" r:id="rId5" imgW="2933640" imgH="736560" progId="Equation.DSMT4">
                  <p:embed/>
                </p:oleObj>
              </mc:Choice>
              <mc:Fallback>
                <p:oleObj name="Equation" r:id="rId5" imgW="2933640" imgH="736560" progId="Equation.DSMT4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E8C65A1C-31A5-4137-AC25-B0A6ECA38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9902" y="1835150"/>
                        <a:ext cx="2933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B1EDD1C-6DF3-4B82-8AA3-3D8A0625C7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371789"/>
              </p:ext>
            </p:extLst>
          </p:nvPr>
        </p:nvGraphicFramePr>
        <p:xfrm>
          <a:off x="6948264" y="2040260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1" name="Equation" r:id="rId7" imgW="927000" imgH="342720" progId="Equation.DSMT4">
                  <p:embed/>
                </p:oleObj>
              </mc:Choice>
              <mc:Fallback>
                <p:oleObj name="Equation" r:id="rId7" imgW="9270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894616B-AF5D-4984-92A1-028EB6D5E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264" y="2040260"/>
                        <a:ext cx="927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ADC54D0-A1A7-4DAD-9EE5-CABC359EF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471037"/>
              </p:ext>
            </p:extLst>
          </p:nvPr>
        </p:nvGraphicFramePr>
        <p:xfrm>
          <a:off x="2339752" y="718746"/>
          <a:ext cx="266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2" name="Equation" r:id="rId9" imgW="2666880" imgH="507960" progId="Equation.DSMT4">
                  <p:embed/>
                </p:oleObj>
              </mc:Choice>
              <mc:Fallback>
                <p:oleObj name="Equation" r:id="rId9" imgW="266688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ED3BFC2-CF5A-4D73-9984-DE7A3AC9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9752" y="718746"/>
                        <a:ext cx="2667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534338"/>
              </p:ext>
            </p:extLst>
          </p:nvPr>
        </p:nvGraphicFramePr>
        <p:xfrm>
          <a:off x="3552953" y="3175022"/>
          <a:ext cx="218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3" name="Equation" r:id="rId11" imgW="2184120" imgH="736560" progId="Equation.DSMT4">
                  <p:embed/>
                </p:oleObj>
              </mc:Choice>
              <mc:Fallback>
                <p:oleObj name="Equation" r:id="rId11" imgW="2184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52953" y="3175022"/>
                        <a:ext cx="2184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288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8770077C-8141-4366-89EB-DC9CBEC800B6}"/>
              </a:ext>
            </a:extLst>
          </p:cNvPr>
          <p:cNvSpPr txBox="1">
            <a:spLocks noChangeArrowheads="1"/>
          </p:cNvSpPr>
          <p:nvPr/>
        </p:nvSpPr>
        <p:spPr>
          <a:xfrm>
            <a:off x="1610079" y="855246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6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81924">
            <a:extLst>
              <a:ext uri="{FF2B5EF4-FFF2-40B4-BE49-F238E27FC236}">
                <a16:creationId xmlns:a16="http://schemas.microsoft.com/office/drawing/2014/main" id="{4BD094E0-BFF4-4E39-8F3E-3DD79A30FC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6785727"/>
              </p:ext>
            </p:extLst>
          </p:nvPr>
        </p:nvGraphicFramePr>
        <p:xfrm>
          <a:off x="2843808" y="843558"/>
          <a:ext cx="1270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4" name="Equation" r:id="rId3" imgW="1269720" imgH="520560" progId="Equation.DSMT4">
                  <p:embed/>
                </p:oleObj>
              </mc:Choice>
              <mc:Fallback>
                <p:oleObj name="Equation" r:id="rId3" imgW="1269720" imgH="520560" progId="Equation.DSMT4">
                  <p:embed/>
                  <p:pic>
                    <p:nvPicPr>
                      <p:cNvPr id="3" name="对象 81924">
                        <a:extLst>
                          <a:ext uri="{FF2B5EF4-FFF2-40B4-BE49-F238E27FC236}">
                            <a16:creationId xmlns:a16="http://schemas.microsoft.com/office/drawing/2014/main" id="{FE170A92-6EBA-4968-AE11-9781BD1719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843558"/>
                        <a:ext cx="1270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1CBB5B9-CBA4-4A86-8ED1-009983C3B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53981"/>
              </p:ext>
            </p:extLst>
          </p:nvPr>
        </p:nvGraphicFramePr>
        <p:xfrm>
          <a:off x="5584569" y="2283718"/>
          <a:ext cx="181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5" name="Equation" r:id="rId5" imgW="1815840" imgH="406080" progId="Equation.DSMT4">
                  <p:embed/>
                </p:oleObj>
              </mc:Choice>
              <mc:Fallback>
                <p:oleObj name="Equation" r:id="rId5" imgW="181584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0586F71-4EA8-4839-B7B1-D79D3F7EA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4569" y="2283718"/>
                        <a:ext cx="1816100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64FC14D-E2BE-4594-8FF1-9D5DC8C17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693" y="1690431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81924">
            <a:extLst>
              <a:ext uri="{FF2B5EF4-FFF2-40B4-BE49-F238E27FC236}">
                <a16:creationId xmlns:a16="http://schemas.microsoft.com/office/drawing/2014/main" id="{C814465D-35FA-4287-88B2-1C7754DF1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00741"/>
              </p:ext>
            </p:extLst>
          </p:nvPr>
        </p:nvGraphicFramePr>
        <p:xfrm>
          <a:off x="2597581" y="1699040"/>
          <a:ext cx="1231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6" name="Equation" r:id="rId7" imgW="1231560" imgH="520560" progId="Equation.DSMT4">
                  <p:embed/>
                </p:oleObj>
              </mc:Choice>
              <mc:Fallback>
                <p:oleObj name="Equation" r:id="rId7" imgW="1231560" imgH="520560" progId="Equation.DSMT4">
                  <p:embed/>
                  <p:pic>
                    <p:nvPicPr>
                      <p:cNvPr id="7" name="对象 81924">
                        <a:extLst>
                          <a:ext uri="{FF2B5EF4-FFF2-40B4-BE49-F238E27FC236}">
                            <a16:creationId xmlns:a16="http://schemas.microsoft.com/office/drawing/2014/main" id="{E5D448D8-2623-4579-8E9F-3531D49BEE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581" y="1699040"/>
                        <a:ext cx="1231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EB174D5-D594-4FB5-BA43-C969A0554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77925"/>
              </p:ext>
            </p:extLst>
          </p:nvPr>
        </p:nvGraphicFramePr>
        <p:xfrm>
          <a:off x="2123728" y="2398291"/>
          <a:ext cx="229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7" name="Equation" r:id="rId9" imgW="2298600" imgH="723600" progId="Equation.DSMT4">
                  <p:embed/>
                </p:oleObj>
              </mc:Choice>
              <mc:Fallback>
                <p:oleObj name="Equation" r:id="rId9" imgW="229860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1091B90-DED3-4773-8CFD-199C64FCE2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23728" y="2398291"/>
                        <a:ext cx="2298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3C77C98-D6E1-4919-83D4-BDF96F3D7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234102"/>
              </p:ext>
            </p:extLst>
          </p:nvPr>
        </p:nvGraphicFramePr>
        <p:xfrm>
          <a:off x="2148426" y="3300742"/>
          <a:ext cx="157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78" name="Equation" r:id="rId11" imgW="1574640" imgH="723600" progId="Equation.DSMT4">
                  <p:embed/>
                </p:oleObj>
              </mc:Choice>
              <mc:Fallback>
                <p:oleObj name="Equation" r:id="rId11" imgW="157464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31E0D6B-E8BC-45A9-9661-54296CE07A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8426" y="3300742"/>
                        <a:ext cx="157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394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FE9A1DB8-48F6-477B-A44F-9FDD8D886B55}"/>
              </a:ext>
            </a:extLst>
          </p:cNvPr>
          <p:cNvSpPr txBox="1">
            <a:spLocks noChangeArrowheads="1"/>
          </p:cNvSpPr>
          <p:nvPr/>
        </p:nvSpPr>
        <p:spPr>
          <a:xfrm>
            <a:off x="1691680" y="447215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7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4C07F12-24BD-4279-9B68-88B875336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947070"/>
              </p:ext>
            </p:extLst>
          </p:nvPr>
        </p:nvGraphicFramePr>
        <p:xfrm>
          <a:off x="2915816" y="411510"/>
          <a:ext cx="1701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4" name="Equation" r:id="rId3" imgW="1701720" imgH="545760" progId="Equation.DSMT4">
                  <p:embed/>
                </p:oleObj>
              </mc:Choice>
              <mc:Fallback>
                <p:oleObj name="Equation" r:id="rId3" imgW="1701720" imgH="545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BF70F85-9525-41DD-B9B7-515FC1872A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411510"/>
                        <a:ext cx="17018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0D99FD2-6630-4997-9E82-90423EB44F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181325"/>
              </p:ext>
            </p:extLst>
          </p:nvPr>
        </p:nvGraphicFramePr>
        <p:xfrm>
          <a:off x="5580112" y="2366895"/>
          <a:ext cx="2057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5" name="Equation" r:id="rId5" imgW="2057400" imgH="406080" progId="Equation.DSMT4">
                  <p:embed/>
                </p:oleObj>
              </mc:Choice>
              <mc:Fallback>
                <p:oleObj name="Equation" r:id="rId5" imgW="205740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E23B709-32E1-4FE6-ACB6-D2B88C37A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80112" y="2366895"/>
                        <a:ext cx="2057400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F7CDF99-5E17-4D14-A2BA-7D4283290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526642"/>
              </p:ext>
            </p:extLst>
          </p:nvPr>
        </p:nvGraphicFramePr>
        <p:xfrm>
          <a:off x="2509763" y="1256369"/>
          <a:ext cx="1651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6" name="Equation" r:id="rId7" imgW="1650960" imgH="545760" progId="Equation.DSMT4">
                  <p:embed/>
                </p:oleObj>
              </mc:Choice>
              <mc:Fallback>
                <p:oleObj name="Equation" r:id="rId7" imgW="1650960" imgH="5457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8E84A5-BB3E-45D2-9990-4BF8B0B9AA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9763" y="1256369"/>
                        <a:ext cx="16510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4792ABD-4B70-4D89-8A76-06F51BF9F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261" y="1255883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A5DD71F-41E4-4275-AF43-37A223D79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773128"/>
              </p:ext>
            </p:extLst>
          </p:nvPr>
        </p:nvGraphicFramePr>
        <p:xfrm>
          <a:off x="2021461" y="1894483"/>
          <a:ext cx="2692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7" name="Equation" r:id="rId9" imgW="2692080" imgH="787320" progId="Equation.DSMT4">
                  <p:embed/>
                </p:oleObj>
              </mc:Choice>
              <mc:Fallback>
                <p:oleObj name="Equation" r:id="rId9" imgW="269208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E9D6D1D-6D9F-491E-AE79-010C593F29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21461" y="1894483"/>
                        <a:ext cx="2692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9663D0D-5AE2-46BD-86A8-6C797D6D2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525383"/>
              </p:ext>
            </p:extLst>
          </p:nvPr>
        </p:nvGraphicFramePr>
        <p:xfrm>
          <a:off x="2021461" y="2858818"/>
          <a:ext cx="2413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8" name="Equation" r:id="rId11" imgW="2412720" imgH="787320" progId="Equation.DSMT4">
                  <p:embed/>
                </p:oleObj>
              </mc:Choice>
              <mc:Fallback>
                <p:oleObj name="Equation" r:id="rId11" imgW="2412720" imgH="7873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13D69F1-FB6D-45C8-9FAE-228A0C180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1461" y="2858818"/>
                        <a:ext cx="2413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FEBA858-1719-4777-AFF2-D5288D305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907855"/>
              </p:ext>
            </p:extLst>
          </p:nvPr>
        </p:nvGraphicFramePr>
        <p:xfrm>
          <a:off x="2077963" y="3814832"/>
          <a:ext cx="2082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49" name="Equation" r:id="rId13" imgW="2082600" imgH="787320" progId="Equation.DSMT4">
                  <p:embed/>
                </p:oleObj>
              </mc:Choice>
              <mc:Fallback>
                <p:oleObj name="Equation" r:id="rId13" imgW="2082600" imgH="7873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A8B38FF-5CBE-443D-AC14-D005261E17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77963" y="3814832"/>
                        <a:ext cx="2082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510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F98C2FA-4005-4223-880A-CFBDD44B8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730" y="563563"/>
            <a:ext cx="14401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8 </a:t>
            </a:r>
            <a:r>
              <a:rPr lang="en-US" altLang="zh-CN" sz="1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E5F3E96-3EC3-45F5-AB98-A0DF821B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240" y="1621805"/>
            <a:ext cx="18009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lang="zh-CN" altLang="en-US" sz="2400" b="1" dirty="0">
                <a:latin typeface="+mn-ea"/>
              </a:rPr>
              <a:t> 原式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F58F2F6-2F34-482C-91C6-E112C44553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971700"/>
              </p:ext>
            </p:extLst>
          </p:nvPr>
        </p:nvGraphicFramePr>
        <p:xfrm>
          <a:off x="2391591" y="3919538"/>
          <a:ext cx="215892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2" name="Equation" r:id="rId3" imgW="2158920" imgH="393480" progId="Equation.DSMT4">
                  <p:embed/>
                </p:oleObj>
              </mc:Choice>
              <mc:Fallback>
                <p:oleObj name="Equation" r:id="rId3" imgW="2158920" imgH="3934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289B098-63A9-4E21-9E50-B256BF8446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591" y="3919538"/>
                        <a:ext cx="2158920" cy="393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5AB11AC-1EBE-4AC5-86F7-F87446DEB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676658"/>
              </p:ext>
            </p:extLst>
          </p:nvPr>
        </p:nvGraphicFramePr>
        <p:xfrm>
          <a:off x="2155448" y="454993"/>
          <a:ext cx="1828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3" name="Equation" r:id="rId5" imgW="43891200" imgH="19507200" progId="Equation.DSMT4">
                  <p:embed/>
                </p:oleObj>
              </mc:Choice>
              <mc:Fallback>
                <p:oleObj name="Equation" r:id="rId5" imgW="43891200" imgH="195072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3C47B12E-FF28-4166-AD51-9D686C8590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448" y="454993"/>
                        <a:ext cx="1828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24138B3C-32A5-4033-ADE6-2DF916F2C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6181"/>
              </p:ext>
            </p:extLst>
          </p:nvPr>
        </p:nvGraphicFramePr>
        <p:xfrm>
          <a:off x="2377698" y="1521446"/>
          <a:ext cx="321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4" name="Equation" r:id="rId7" imgW="3213000" imgH="825480" progId="Equation.DSMT4">
                  <p:embed/>
                </p:oleObj>
              </mc:Choice>
              <mc:Fallback>
                <p:oleObj name="Equation" r:id="rId7" imgW="3213000" imgH="82548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29750E53-BC38-4433-A24A-0325B76641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698" y="1521446"/>
                        <a:ext cx="3213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82912B96-34F0-4452-BF43-7BE0451DAC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494125"/>
              </p:ext>
            </p:extLst>
          </p:nvPr>
        </p:nvGraphicFramePr>
        <p:xfrm>
          <a:off x="2358186" y="2579688"/>
          <a:ext cx="271621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5" name="Equation" r:id="rId9" imgW="2717640" imgH="1028520" progId="Equation.DSMT4">
                  <p:embed/>
                </p:oleObj>
              </mc:Choice>
              <mc:Fallback>
                <p:oleObj name="Equation" r:id="rId9" imgW="2717640" imgH="102852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23B77C2A-DAE1-4C50-88A4-3123E8B187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186" y="2579688"/>
                        <a:ext cx="2716212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196E6D1-E36B-4C38-9EF9-49BE2BEE9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580781"/>
              </p:ext>
            </p:extLst>
          </p:nvPr>
        </p:nvGraphicFramePr>
        <p:xfrm>
          <a:off x="6012160" y="2346946"/>
          <a:ext cx="238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26" name="Equation" r:id="rId11" imgW="2387520" imgH="825480" progId="Equation.DSMT4">
                  <p:embed/>
                </p:oleObj>
              </mc:Choice>
              <mc:Fallback>
                <p:oleObj name="Equation" r:id="rId11" imgW="2387520" imgH="825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D10B1B8-4112-4D1E-9E2A-FEE5C26E3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2160" y="2346946"/>
                        <a:ext cx="2387600" cy="825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387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17EBFF40-994A-47D3-A16F-7D3ABE4A8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792979"/>
              </p:ext>
            </p:extLst>
          </p:nvPr>
        </p:nvGraphicFramePr>
        <p:xfrm>
          <a:off x="1760695" y="2037333"/>
          <a:ext cx="22604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69" name="Equation" r:id="rId3" imgW="2260440" imgH="507960" progId="Equation.DSMT4">
                  <p:embed/>
                </p:oleObj>
              </mc:Choice>
              <mc:Fallback>
                <p:oleObj name="Equation" r:id="rId3" imgW="2260440" imgH="507960" progId="Equation.DSMT4">
                  <p:embed/>
                  <p:pic>
                    <p:nvPicPr>
                      <p:cNvPr id="2" name="Object 11">
                        <a:extLst>
                          <a:ext uri="{FF2B5EF4-FFF2-40B4-BE49-F238E27FC236}">
                            <a16:creationId xmlns:a16="http://schemas.microsoft.com/office/drawing/2014/main" id="{3F96B535-22F4-4F6B-B8DE-F1FAF59DC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695" y="2037333"/>
                        <a:ext cx="226044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0A2A33C4-0C06-4596-BDEE-A7FB1FB7F5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126741"/>
              </p:ext>
            </p:extLst>
          </p:nvPr>
        </p:nvGraphicFramePr>
        <p:xfrm>
          <a:off x="4067944" y="1906588"/>
          <a:ext cx="336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70" name="Equation" r:id="rId5" imgW="3365280" imgH="736560" progId="Equation.DSMT4">
                  <p:embed/>
                </p:oleObj>
              </mc:Choice>
              <mc:Fallback>
                <p:oleObj name="Equation" r:id="rId5" imgW="3365280" imgH="73656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033FF8F0-5B5C-405B-9C92-CC8561F289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1906588"/>
                        <a:ext cx="3365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F8ED1863-397E-42EE-9EFE-F11AAA3E4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005935"/>
            <a:ext cx="1296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3D2410-64FA-4845-A296-D30D97A1A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957973"/>
              </p:ext>
            </p:extLst>
          </p:nvPr>
        </p:nvGraphicFramePr>
        <p:xfrm>
          <a:off x="7596336" y="2124700"/>
          <a:ext cx="927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71" name="Equation" r:id="rId7" imgW="927000" imgH="342720" progId="Equation.DSMT4">
                  <p:embed/>
                </p:oleObj>
              </mc:Choice>
              <mc:Fallback>
                <p:oleObj name="Equation" r:id="rId7" imgW="9270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EA55876-7FC0-4588-BFB3-60CB2969D1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124700"/>
                        <a:ext cx="927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0232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6A98ACD7-EBCE-4E0F-BB6A-2947341CCEE1}"/>
              </a:ext>
            </a:extLst>
          </p:cNvPr>
          <p:cNvSpPr txBox="1">
            <a:spLocks noChangeArrowheads="1"/>
          </p:cNvSpPr>
          <p:nvPr/>
        </p:nvSpPr>
        <p:spPr>
          <a:xfrm>
            <a:off x="764952" y="483518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9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E8192C2-5AD6-43AB-9446-93D789E70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575518"/>
              </p:ext>
            </p:extLst>
          </p:nvPr>
        </p:nvGraphicFramePr>
        <p:xfrm>
          <a:off x="2061096" y="339502"/>
          <a:ext cx="1206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1" name="Equation" r:id="rId3" imgW="1206360" imgH="774360" progId="Equation.DSMT4">
                  <p:embed/>
                </p:oleObj>
              </mc:Choice>
              <mc:Fallback>
                <p:oleObj name="Equation" r:id="rId3" imgW="120636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44F0A2F-E526-4B0A-91E7-81F7B4D189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1096" y="339502"/>
                        <a:ext cx="1206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C2D1D8-EEF8-4D7E-9419-E9E8FEDB3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110502"/>
              </p:ext>
            </p:extLst>
          </p:nvPr>
        </p:nvGraphicFramePr>
        <p:xfrm>
          <a:off x="6380460" y="3215134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2" name="Equation" r:id="rId5" imgW="177480" imgH="291960" progId="Equation.DSMT4">
                  <p:embed/>
                </p:oleObj>
              </mc:Choice>
              <mc:Fallback>
                <p:oleObj name="Equation" r:id="rId5" imgW="177480" imgH="291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CBCD387-8467-4080-A0C7-200F0A5000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80460" y="3215134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40FE4EF-D6A6-48D8-9E7E-DF16DBC87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091737"/>
              </p:ext>
            </p:extLst>
          </p:nvPr>
        </p:nvGraphicFramePr>
        <p:xfrm>
          <a:off x="938684" y="3891946"/>
          <a:ext cx="173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3" name="Equation" r:id="rId7" imgW="1739880" imgH="406080" progId="Equation.DSMT4">
                  <p:embed/>
                </p:oleObj>
              </mc:Choice>
              <mc:Fallback>
                <p:oleObj name="Equation" r:id="rId7" imgW="173988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21A0E64-387A-4FBD-B2E0-AEE87C2F24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8684" y="3891946"/>
                        <a:ext cx="1739900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rgbClr val="FFC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E194127-179B-4C0C-A2FB-FD40C898A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17" y="129427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9588D2E-1888-4DDC-B042-9A00FACDB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967948"/>
              </p:ext>
            </p:extLst>
          </p:nvPr>
        </p:nvGraphicFramePr>
        <p:xfrm>
          <a:off x="1269008" y="1180949"/>
          <a:ext cx="1168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4" name="Equation" r:id="rId9" imgW="1168200" imgH="774360" progId="Equation.DSMT4">
                  <p:embed/>
                </p:oleObj>
              </mc:Choice>
              <mc:Fallback>
                <p:oleObj name="Equation" r:id="rId9" imgW="116820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EE9AD0-ED30-40DD-982F-51C587269D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69008" y="1180949"/>
                        <a:ext cx="1168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2C39CC5-7507-428B-9ED9-604D34BDD2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923952"/>
              </p:ext>
            </p:extLst>
          </p:nvPr>
        </p:nvGraphicFramePr>
        <p:xfrm>
          <a:off x="938684" y="2087365"/>
          <a:ext cx="210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5" name="Equation" r:id="rId11" imgW="2108160" imgH="736560" progId="Equation.DSMT4">
                  <p:embed/>
                </p:oleObj>
              </mc:Choice>
              <mc:Fallback>
                <p:oleObj name="Equation" r:id="rId11" imgW="21081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05E1040-AFE6-4CC1-97A1-9A5BD5D204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8684" y="2087365"/>
                        <a:ext cx="2108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1960DCC-BDF5-42D7-98E2-80882D98B5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419152"/>
              </p:ext>
            </p:extLst>
          </p:nvPr>
        </p:nvGraphicFramePr>
        <p:xfrm>
          <a:off x="938684" y="3108772"/>
          <a:ext cx="1879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6" name="Equation" r:id="rId13" imgW="1879560" imgH="406080" progId="Equation.DSMT4">
                  <p:embed/>
                </p:oleObj>
              </mc:Choice>
              <mc:Fallback>
                <p:oleObj name="Equation" r:id="rId13" imgW="1879560" imgH="4060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3C42077-9E55-4900-84BD-FAE224BB8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38684" y="3108772"/>
                        <a:ext cx="18796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81923">
            <a:extLst>
              <a:ext uri="{FF2B5EF4-FFF2-40B4-BE49-F238E27FC236}">
                <a16:creationId xmlns:a16="http://schemas.microsoft.com/office/drawing/2014/main" id="{4119D5E8-FDBD-4EAC-B275-85DAC0B1BB4B}"/>
              </a:ext>
            </a:extLst>
          </p:cNvPr>
          <p:cNvSpPr txBox="1">
            <a:spLocks noChangeArrowheads="1"/>
          </p:cNvSpPr>
          <p:nvPr/>
        </p:nvSpPr>
        <p:spPr>
          <a:xfrm>
            <a:off x="4716016" y="483518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10 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8656363-63F3-43B8-B295-CE611A9A8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69552"/>
              </p:ext>
            </p:extLst>
          </p:nvPr>
        </p:nvGraphicFramePr>
        <p:xfrm>
          <a:off x="6355060" y="359222"/>
          <a:ext cx="149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7" name="Equation" r:id="rId15" imgW="1498320" imgH="736560" progId="Equation.DSMT4">
                  <p:embed/>
                </p:oleObj>
              </mc:Choice>
              <mc:Fallback>
                <p:oleObj name="Equation" r:id="rId15" imgW="1498320" imgH="736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0F0FBF9-B891-49F0-AF51-52602EA7F2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55060" y="359222"/>
                        <a:ext cx="149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8D65614-3C80-4B59-9CAD-B1E286371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789" y="1337466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37B3308-C64E-4426-BAAB-AEC9044023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459774"/>
              </p:ext>
            </p:extLst>
          </p:nvPr>
        </p:nvGraphicFramePr>
        <p:xfrm>
          <a:off x="5291367" y="1169318"/>
          <a:ext cx="30988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8" name="Equation" r:id="rId17" imgW="3098520" imgH="1104840" progId="Equation.DSMT4">
                  <p:embed/>
                </p:oleObj>
              </mc:Choice>
              <mc:Fallback>
                <p:oleObj name="Equation" r:id="rId17" imgW="3098520" imgH="11048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73050D5-9C26-4344-8108-10420C25A5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91367" y="1169318"/>
                        <a:ext cx="30988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725EFDA-CD09-4CFB-B3FE-0D9EC7C69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672044"/>
              </p:ext>
            </p:extLst>
          </p:nvPr>
        </p:nvGraphicFramePr>
        <p:xfrm>
          <a:off x="5030239" y="2084298"/>
          <a:ext cx="173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29" name="Equation" r:id="rId19" imgW="1739880" imgH="825480" progId="Equation.DSMT4">
                  <p:embed/>
                </p:oleObj>
              </mc:Choice>
              <mc:Fallback>
                <p:oleObj name="Equation" r:id="rId19" imgW="1739880" imgH="825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DCB8B41-BE84-49EB-89E5-4A17F51523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30239" y="2084298"/>
                        <a:ext cx="1739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5D6AB31-8B63-465F-9D71-64B1F456AC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26066"/>
              </p:ext>
            </p:extLst>
          </p:nvPr>
        </p:nvGraphicFramePr>
        <p:xfrm>
          <a:off x="5022677" y="3108772"/>
          <a:ext cx="1841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30" name="Equation" r:id="rId21" imgW="1841400" imgH="787320" progId="Equation.DSMT4">
                  <p:embed/>
                </p:oleObj>
              </mc:Choice>
              <mc:Fallback>
                <p:oleObj name="Equation" r:id="rId21" imgW="1841400" imgH="7873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07C3774-C11E-4C1D-820E-D4CE8A04CC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022677" y="3108772"/>
                        <a:ext cx="1841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AC10CF2-77E1-42FF-9103-F79D11318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147277"/>
              </p:ext>
            </p:extLst>
          </p:nvPr>
        </p:nvGraphicFramePr>
        <p:xfrm>
          <a:off x="5035481" y="4095146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431" name="Equation" r:id="rId23" imgW="1854000" imgH="342720" progId="Equation.DSMT4">
                  <p:embed/>
                </p:oleObj>
              </mc:Choice>
              <mc:Fallback>
                <p:oleObj name="Equation" r:id="rId23" imgW="185400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8271429-FC86-4869-BA10-146CFF6D07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35481" y="4095146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692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2B640787-DCD2-4A36-98F8-4046EE2969A3}"/>
              </a:ext>
            </a:extLst>
          </p:cNvPr>
          <p:cNvSpPr txBox="1">
            <a:spLocks noChangeArrowheads="1"/>
          </p:cNvSpPr>
          <p:nvPr/>
        </p:nvSpPr>
        <p:spPr>
          <a:xfrm>
            <a:off x="1087512" y="732350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11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9CB820-BA48-451C-9E91-D503D891B1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175207"/>
              </p:ext>
            </p:extLst>
          </p:nvPr>
        </p:nvGraphicFramePr>
        <p:xfrm>
          <a:off x="2483768" y="599306"/>
          <a:ext cx="152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89" name="Equation" r:id="rId3" imgW="1523880" imgH="736560" progId="Equation.DSMT4">
                  <p:embed/>
                </p:oleObj>
              </mc:Choice>
              <mc:Fallback>
                <p:oleObj name="Equation" r:id="rId3" imgW="15238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883F441-1D8B-4633-B269-E68AFA7E5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599306"/>
                        <a:ext cx="152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BBF04C5-232D-452B-B3D6-57D21484B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33" y="155119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25C597C-94D6-4677-A7C5-C6C9680A48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234946"/>
              </p:ext>
            </p:extLst>
          </p:nvPr>
        </p:nvGraphicFramePr>
        <p:xfrm>
          <a:off x="2417192" y="1462726"/>
          <a:ext cx="147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90" name="Equation" r:id="rId5" imgW="1473120" imgH="736560" progId="Equation.DSMT4">
                  <p:embed/>
                </p:oleObj>
              </mc:Choice>
              <mc:Fallback>
                <p:oleObj name="Equation" r:id="rId5" imgW="14731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ED41312-34DA-4B8C-A4B0-B8D4DAD3D8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7192" y="1462726"/>
                        <a:ext cx="1473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7376AD4-746F-40E0-8DA8-FA2D937A8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420514"/>
              </p:ext>
            </p:extLst>
          </p:nvPr>
        </p:nvGraphicFramePr>
        <p:xfrm>
          <a:off x="2123728" y="2460534"/>
          <a:ext cx="2692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91" name="Equation" r:id="rId7" imgW="2692080" imgH="507960" progId="Equation.DSMT4">
                  <p:embed/>
                </p:oleObj>
              </mc:Choice>
              <mc:Fallback>
                <p:oleObj name="Equation" r:id="rId7" imgW="269208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27F5C9F-02A2-441B-8F64-F9E1FAB8DF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3728" y="2460534"/>
                        <a:ext cx="2692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BEB0A5C-EE68-43C1-96D9-03C476DE96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384446"/>
              </p:ext>
            </p:extLst>
          </p:nvPr>
        </p:nvGraphicFramePr>
        <p:xfrm>
          <a:off x="5508104" y="1131590"/>
          <a:ext cx="269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92" name="Equation" r:id="rId9" imgW="2692080" imgH="736560" progId="Equation.DSMT4">
                  <p:embed/>
                </p:oleObj>
              </mc:Choice>
              <mc:Fallback>
                <p:oleObj name="Equation" r:id="rId9" imgW="26920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5FF0ECF-DAC9-49CC-B5BA-A3E332F48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08104" y="1131590"/>
                        <a:ext cx="26924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8EF5F67-ED1A-43B8-BB4A-9CAB5033D4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529698"/>
              </p:ext>
            </p:extLst>
          </p:nvPr>
        </p:nvGraphicFramePr>
        <p:xfrm>
          <a:off x="2099692" y="3221794"/>
          <a:ext cx="2108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93" name="Equation" r:id="rId11" imgW="2108160" imgH="723600" progId="Equation.DSMT4">
                  <p:embed/>
                </p:oleObj>
              </mc:Choice>
              <mc:Fallback>
                <p:oleObj name="Equation" r:id="rId11" imgW="210816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7376AD4-746F-40E0-8DA8-FA2D937A8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99692" y="3221794"/>
                        <a:ext cx="2108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470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3">
            <a:extLst>
              <a:ext uri="{FF2B5EF4-FFF2-40B4-BE49-F238E27FC236}">
                <a16:creationId xmlns:a16="http://schemas.microsoft.com/office/drawing/2014/main" id="{20FE20C4-3A20-46F2-8D19-9CACC3E0A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510274"/>
            <a:ext cx="48245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  </a:t>
            </a:r>
            <a:r>
              <a:rPr lang="zh-CN" altLang="en-US" sz="2400" b="1" dirty="0">
                <a:latin typeface="+mn-ea"/>
              </a:rPr>
              <a:t>若                  则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8D579C2-F841-461D-8397-E63E00FD3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088619"/>
              </p:ext>
            </p:extLst>
          </p:nvPr>
        </p:nvGraphicFramePr>
        <p:xfrm>
          <a:off x="2690666" y="510274"/>
          <a:ext cx="266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8" name="Equation" r:id="rId3" imgW="2666880" imgH="507960" progId="Equation.DSMT4">
                  <p:embed/>
                </p:oleObj>
              </mc:Choice>
              <mc:Fallback>
                <p:oleObj name="Equation" r:id="rId3" imgW="266688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5333564-4557-4318-80A3-E6C065AD2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0666" y="510274"/>
                        <a:ext cx="2667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51ED465-9111-47F6-B5A6-C7ECCDBBB2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979001"/>
              </p:ext>
            </p:extLst>
          </p:nvPr>
        </p:nvGraphicFramePr>
        <p:xfrm>
          <a:off x="881063" y="1118734"/>
          <a:ext cx="723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99" name="Equation" r:id="rId5" imgW="7238880" imgH="736560" progId="Equation.DSMT4">
                  <p:embed/>
                </p:oleObj>
              </mc:Choice>
              <mc:Fallback>
                <p:oleObj name="Equation" r:id="rId5" imgW="723888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BF18F83-0645-4E31-9B39-39BF4CB20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1063" y="1118734"/>
                        <a:ext cx="7239000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18D22EF-B9DA-4276-B723-A9F94BF4EB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505973"/>
              </p:ext>
            </p:extLst>
          </p:nvPr>
        </p:nvGraphicFramePr>
        <p:xfrm>
          <a:off x="881063" y="2211710"/>
          <a:ext cx="7200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00" name="Equation" r:id="rId7" imgW="7200720" imgH="812520" progId="Equation.DSMT4">
                  <p:embed/>
                </p:oleObj>
              </mc:Choice>
              <mc:Fallback>
                <p:oleObj name="Equation" r:id="rId7" imgW="7200720" imgH="8125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D8E5BAB-BD1B-4559-A3E5-5A2794504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1063" y="2211710"/>
                        <a:ext cx="7200900" cy="812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71A7A69-CFA7-44FD-975B-B061F94E27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678305"/>
              </p:ext>
            </p:extLst>
          </p:nvPr>
        </p:nvGraphicFramePr>
        <p:xfrm>
          <a:off x="827584" y="3507854"/>
          <a:ext cx="52197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01" name="Equation" r:id="rId9" imgW="5219640" imgH="736560" progId="Equation.DSMT4">
                  <p:embed/>
                </p:oleObj>
              </mc:Choice>
              <mc:Fallback>
                <p:oleObj name="Equation" r:id="rId9" imgW="52196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5568ADA-5D30-4119-90C6-51E3C2B5E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7584" y="3507854"/>
                        <a:ext cx="5219701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9620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>
            <a:extLst>
              <a:ext uri="{FF2B5EF4-FFF2-40B4-BE49-F238E27FC236}">
                <a16:creationId xmlns:a16="http://schemas.microsoft.com/office/drawing/2014/main" id="{CEED9C27-CDBC-4B47-B9E6-AAAEE88A6DA4}"/>
              </a:ext>
            </a:extLst>
          </p:cNvPr>
          <p:cNvSpPr txBox="1">
            <a:spLocks noChangeArrowheads="1"/>
          </p:cNvSpPr>
          <p:nvPr/>
        </p:nvSpPr>
        <p:spPr>
          <a:xfrm>
            <a:off x="1475656" y="771550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12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5EAB706-40A3-4C54-8CE0-8EC8B91929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842298"/>
              </p:ext>
            </p:extLst>
          </p:nvPr>
        </p:nvGraphicFramePr>
        <p:xfrm>
          <a:off x="2699792" y="639001"/>
          <a:ext cx="134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2" name="Equation" r:id="rId3" imgW="1346040" imgH="736560" progId="Equation.DSMT4">
                  <p:embed/>
                </p:oleObj>
              </mc:Choice>
              <mc:Fallback>
                <p:oleObj name="Equation" r:id="rId3" imgW="134604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BD8533F-F319-4AF3-81EF-42C7660D29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639001"/>
                        <a:ext cx="1346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6C8955D-3FB1-496D-9628-0B8654D71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419" y="163248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D98FDA9-6E4C-4D9A-9714-7875D6761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327096"/>
              </p:ext>
            </p:extLst>
          </p:nvPr>
        </p:nvGraphicFramePr>
        <p:xfrm>
          <a:off x="2627784" y="1508150"/>
          <a:ext cx="1295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3" name="Equation" r:id="rId5" imgW="1295280" imgH="736560" progId="Equation.DSMT4">
                  <p:embed/>
                </p:oleObj>
              </mc:Choice>
              <mc:Fallback>
                <p:oleObj name="Equation" r:id="rId5" imgW="129528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FAC993-2675-467A-8A3D-39F8A9AA05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1508150"/>
                        <a:ext cx="1295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41E3EB3-6C85-4C3D-834C-BE39E7B6C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628908"/>
              </p:ext>
            </p:extLst>
          </p:nvPr>
        </p:nvGraphicFramePr>
        <p:xfrm>
          <a:off x="2367822" y="2419884"/>
          <a:ext cx="182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4" name="Equation" r:id="rId7" imgW="1828800" imgH="507960" progId="Equation.DSMT4">
                  <p:embed/>
                </p:oleObj>
              </mc:Choice>
              <mc:Fallback>
                <p:oleObj name="Equation" r:id="rId7" imgW="182880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0FB557D-8AD7-43DE-9A66-0D34B9C8A2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67822" y="2419884"/>
                        <a:ext cx="1828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59B876B-651D-4F3A-8D18-FB53B1E3A2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114971"/>
              </p:ext>
            </p:extLst>
          </p:nvPr>
        </p:nvGraphicFramePr>
        <p:xfrm>
          <a:off x="2348384" y="3234610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5" name="Equation" r:id="rId9" imgW="1574640" imgH="736560" progId="Equation.DSMT4">
                  <p:embed/>
                </p:oleObj>
              </mc:Choice>
              <mc:Fallback>
                <p:oleObj name="Equation" r:id="rId9" imgW="15746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776B188-AD20-4879-AFAE-1F77CDDA6D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8384" y="3234610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BA61BF0-E43C-4CF4-B153-4BB43EEE6FD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341814" y="1826955"/>
          <a:ext cx="167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6" name="Equation" r:id="rId11" imgW="1676160" imgH="736560" progId="Equation.DSMT4">
                  <p:embed/>
                </p:oleObj>
              </mc:Choice>
              <mc:Fallback>
                <p:oleObj name="Equation" r:id="rId11" imgW="16761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3C37EDB-56D4-429F-8301-FB94AD31B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41814" y="1826955"/>
                        <a:ext cx="16764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34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8D315E0-30CA-45DD-A93A-CAA089025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542471"/>
            <a:ext cx="16186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13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8047249-2908-4E20-8AFB-1522C2980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085" y="169856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953C886-96A1-4BF2-A1E1-A25BBB7CA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950459"/>
              </p:ext>
            </p:extLst>
          </p:nvPr>
        </p:nvGraphicFramePr>
        <p:xfrm>
          <a:off x="1910022" y="4527764"/>
          <a:ext cx="209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1" name="Equation" r:id="rId3" imgW="2095200" imgH="330120" progId="Equation.DSMT4">
                  <p:embed/>
                </p:oleObj>
              </mc:Choice>
              <mc:Fallback>
                <p:oleObj name="Equation" r:id="rId3" imgW="2095200" imgH="33012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00F1BA4C-5374-4008-AEFD-87C1C845F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022" y="4527764"/>
                        <a:ext cx="2095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07B9F9C-4EBD-4101-82BB-2CB1F2491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314278"/>
              </p:ext>
            </p:extLst>
          </p:nvPr>
        </p:nvGraphicFramePr>
        <p:xfrm>
          <a:off x="2339752" y="420896"/>
          <a:ext cx="1879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2" name="Equation" r:id="rId5" imgW="45110400" imgH="18897600" progId="Equation.DSMT4">
                  <p:embed/>
                </p:oleObj>
              </mc:Choice>
              <mc:Fallback>
                <p:oleObj name="Equation" r:id="rId5" imgW="45110400" imgH="1889760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912AF63E-225F-42ED-B3BE-B50039C34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20896"/>
                        <a:ext cx="1879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36AD6691-F9D3-40F4-B3E6-100EE30B6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077556"/>
              </p:ext>
            </p:extLst>
          </p:nvPr>
        </p:nvGraphicFramePr>
        <p:xfrm>
          <a:off x="1914749" y="2486351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3" name="Equation" r:id="rId7" imgW="2044440" imgH="736560" progId="Equation.DSMT4">
                  <p:embed/>
                </p:oleObj>
              </mc:Choice>
              <mc:Fallback>
                <p:oleObj name="Equation" r:id="rId7" imgW="2044440" imgH="73656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19189620-64D6-4CFE-8970-6B5C900BA6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749" y="2486351"/>
                        <a:ext cx="2044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94FCA0DE-3116-4DF4-811C-CC3966205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657362"/>
              </p:ext>
            </p:extLst>
          </p:nvPr>
        </p:nvGraphicFramePr>
        <p:xfrm>
          <a:off x="1914749" y="3461220"/>
          <a:ext cx="341604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4" name="Equation" r:id="rId9" imgW="3416040" imgH="736560" progId="Equation.DSMT4">
                  <p:embed/>
                </p:oleObj>
              </mc:Choice>
              <mc:Fallback>
                <p:oleObj name="Equation" r:id="rId9" imgW="3416040" imgH="736560" progId="Equation.DSMT4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6EEBD2F9-FA17-45C3-89DF-BC62A2CB1B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749" y="3461220"/>
                        <a:ext cx="341604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C4DA89D2-C365-4E3E-864B-4AD215234A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95444"/>
              </p:ext>
            </p:extLst>
          </p:nvPr>
        </p:nvGraphicFramePr>
        <p:xfrm>
          <a:off x="2195736" y="1510294"/>
          <a:ext cx="17637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5" name="Equation" r:id="rId11" imgW="1765080" imgH="787320" progId="Equation.DSMT4">
                  <p:embed/>
                </p:oleObj>
              </mc:Choice>
              <mc:Fallback>
                <p:oleObj name="Equation" r:id="rId11" imgW="1765080" imgH="787320" progId="Equation.DSMT4">
                  <p:embed/>
                  <p:pic>
                    <p:nvPicPr>
                      <p:cNvPr id="8" name="Object 8">
                        <a:extLst>
                          <a:ext uri="{FF2B5EF4-FFF2-40B4-BE49-F238E27FC236}">
                            <a16:creationId xmlns:a16="http://schemas.microsoft.com/office/drawing/2014/main" id="{5B1C3A0A-84CD-4DFE-A7B1-FDBE47BF0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510294"/>
                        <a:ext cx="17637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9EBA8FA-69BA-4054-88B3-F81EE4BB2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647322"/>
              </p:ext>
            </p:extLst>
          </p:nvPr>
        </p:nvGraphicFramePr>
        <p:xfrm>
          <a:off x="6012160" y="2297694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06" name="Equation" r:id="rId13" imgW="2044440" imgH="736560" progId="Equation.DSMT4">
                  <p:embed/>
                </p:oleObj>
              </mc:Choice>
              <mc:Fallback>
                <p:oleObj name="Equation" r:id="rId13" imgW="2044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12160" y="2297694"/>
                        <a:ext cx="20447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757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EF84517-C3B6-4D39-A47E-B71C5E27A0F3}"/>
              </a:ext>
            </a:extLst>
          </p:cNvPr>
          <p:cNvSpPr txBox="1">
            <a:spLocks noChangeArrowheads="1"/>
          </p:cNvSpPr>
          <p:nvPr/>
        </p:nvSpPr>
        <p:spPr>
          <a:xfrm>
            <a:off x="675565" y="554524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14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C94D7A4D-AA5B-40BF-AA87-3D308AD6F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524021"/>
              </p:ext>
            </p:extLst>
          </p:nvPr>
        </p:nvGraphicFramePr>
        <p:xfrm>
          <a:off x="1964828" y="429021"/>
          <a:ext cx="1028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69" name="Equation" r:id="rId3" imgW="24688800" imgH="17983200" progId="Equation.DSMT4">
                  <p:embed/>
                </p:oleObj>
              </mc:Choice>
              <mc:Fallback>
                <p:oleObj name="Equation" r:id="rId3" imgW="24688800" imgH="1798320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6C80C818-F462-4472-8739-8E4415ECB6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828" y="429021"/>
                        <a:ext cx="10287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BBD7B962-623B-45E6-8D51-00BCA4325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65" y="1522805"/>
            <a:ext cx="1365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E99500AC-FC17-4FFF-BF66-C6F8986B5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956155"/>
              </p:ext>
            </p:extLst>
          </p:nvPr>
        </p:nvGraphicFramePr>
        <p:xfrm>
          <a:off x="1633810" y="2343151"/>
          <a:ext cx="2286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0" name="Equation" r:id="rId5" imgW="54864000" imgH="19202400" progId="Equation.DSMT4">
                  <p:embed/>
                </p:oleObj>
              </mc:Choice>
              <mc:Fallback>
                <p:oleObj name="Equation" r:id="rId5" imgW="54864000" imgH="192024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073B9E16-1D54-4C74-9FC9-2C3679B7ED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810" y="2343151"/>
                        <a:ext cx="2286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DC42A2A9-72F2-4190-AB4D-BFB323121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932326"/>
              </p:ext>
            </p:extLst>
          </p:nvPr>
        </p:nvGraphicFramePr>
        <p:xfrm>
          <a:off x="1590566" y="3370310"/>
          <a:ext cx="9014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1" name="Equation" r:id="rId7" imgW="901440" imgH="507960" progId="Equation.DSMT4">
                  <p:embed/>
                </p:oleObj>
              </mc:Choice>
              <mc:Fallback>
                <p:oleObj name="Equation" r:id="rId7" imgW="901440" imgH="5079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B27346E1-55B6-4E47-9EFF-6A1E621368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566" y="3370310"/>
                        <a:ext cx="90144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DF9F4B7A-CC3D-4F04-A00C-EEF0CB47F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689249"/>
              </p:ext>
            </p:extLst>
          </p:nvPr>
        </p:nvGraphicFramePr>
        <p:xfrm>
          <a:off x="1590566" y="4430439"/>
          <a:ext cx="4746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2" name="Equation" r:id="rId9" imgW="444240" imgH="266400" progId="Equation.DSMT4">
                  <p:embed/>
                </p:oleObj>
              </mc:Choice>
              <mc:Fallback>
                <p:oleObj name="Equation" r:id="rId9" imgW="444240" imgH="266400" progId="Equation.DSMT4">
                  <p:embed/>
                  <p:pic>
                    <p:nvPicPr>
                      <p:cNvPr id="7" name="Object 11">
                        <a:extLst>
                          <a:ext uri="{FF2B5EF4-FFF2-40B4-BE49-F238E27FC236}">
                            <a16:creationId xmlns:a16="http://schemas.microsoft.com/office/drawing/2014/main" id="{451185F2-F0D2-4123-8EC0-53CEBD1EC9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566" y="4430439"/>
                        <a:ext cx="474663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79DF25C7-04D0-47E2-B55B-7251371EDE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573236"/>
              </p:ext>
            </p:extLst>
          </p:nvPr>
        </p:nvGraphicFramePr>
        <p:xfrm>
          <a:off x="2066428" y="4333927"/>
          <a:ext cx="185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3" name="Equation" r:id="rId11" imgW="1854000" imgH="419040" progId="Equation.DSMT4">
                  <p:embed/>
                </p:oleObj>
              </mc:Choice>
              <mc:Fallback>
                <p:oleObj name="Equation" r:id="rId11" imgW="1854000" imgH="419040" progId="Equation.DSMT4">
                  <p:embed/>
                  <p:pic>
                    <p:nvPicPr>
                      <p:cNvPr id="8" name="Object 12">
                        <a:extLst>
                          <a:ext uri="{FF2B5EF4-FFF2-40B4-BE49-F238E27FC236}">
                            <a16:creationId xmlns:a16="http://schemas.microsoft.com/office/drawing/2014/main" id="{A5E48442-48DC-4346-A50D-61DBD8CE1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428" y="4333927"/>
                        <a:ext cx="1854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:a16="http://schemas.microsoft.com/office/drawing/2014/main" id="{85FF8B13-3FE4-4873-96D2-4D3ED922E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164280"/>
              </p:ext>
            </p:extLst>
          </p:nvPr>
        </p:nvGraphicFramePr>
        <p:xfrm>
          <a:off x="1862410" y="1336226"/>
          <a:ext cx="914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4" name="Equation" r:id="rId13" imgW="21945600" imgH="17983200" progId="Equation.DSMT4">
                  <p:embed/>
                </p:oleObj>
              </mc:Choice>
              <mc:Fallback>
                <p:oleObj name="Equation" r:id="rId13" imgW="21945600" imgH="17983200" progId="Equation.DSMT4">
                  <p:embed/>
                  <p:pic>
                    <p:nvPicPr>
                      <p:cNvPr id="14" name="Object 14">
                        <a:extLst>
                          <a:ext uri="{FF2B5EF4-FFF2-40B4-BE49-F238E27FC236}">
                            <a16:creationId xmlns:a16="http://schemas.microsoft.com/office/drawing/2014/main" id="{0CF9BA5B-D91A-4FBB-AC59-5E2D3632E3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410" y="1336226"/>
                        <a:ext cx="9144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4C9CA72-ACDA-48AD-8B85-345B5098A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3078762"/>
              </p:ext>
            </p:extLst>
          </p:nvPr>
        </p:nvGraphicFramePr>
        <p:xfrm>
          <a:off x="2492006" y="3224240"/>
          <a:ext cx="1473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5" name="Equation" r:id="rId15" imgW="1473120" imgH="799920" progId="Equation.DSMT4">
                  <p:embed/>
                </p:oleObj>
              </mc:Choice>
              <mc:Fallback>
                <p:oleObj name="Equation" r:id="rId15" imgW="1473120" imgH="7999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97FCF614-E6CB-4033-BA0E-ECE0054785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006" y="3224240"/>
                        <a:ext cx="1473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3">
            <a:extLst>
              <a:ext uri="{FF2B5EF4-FFF2-40B4-BE49-F238E27FC236}">
                <a16:creationId xmlns:a16="http://schemas.microsoft.com/office/drawing/2014/main" id="{DFFC4B6A-A44A-4ED1-BD8C-7D877E88E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448" y="933291"/>
            <a:ext cx="1289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r>
              <a:rPr kumimoji="1" lang="en-US" altLang="zh-CN" sz="2400" b="1" dirty="0">
                <a:latin typeface="+mn-ea"/>
              </a:rPr>
              <a:t> </a:t>
            </a:r>
          </a:p>
        </p:txBody>
      </p:sp>
      <p:graphicFrame>
        <p:nvGraphicFramePr>
          <p:cNvPr id="18" name="Object 15">
            <a:extLst>
              <a:ext uri="{FF2B5EF4-FFF2-40B4-BE49-F238E27FC236}">
                <a16:creationId xmlns:a16="http://schemas.microsoft.com/office/drawing/2014/main" id="{A34A540B-792A-4681-937D-A1A7AB7B6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541634"/>
              </p:ext>
            </p:extLst>
          </p:nvPr>
        </p:nvGraphicFramePr>
        <p:xfrm>
          <a:off x="5796136" y="789473"/>
          <a:ext cx="9271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6" name="Equation" r:id="rId17" imgW="927000" imgH="749160" progId="Equation.DSMT4">
                  <p:embed/>
                </p:oleObj>
              </mc:Choice>
              <mc:Fallback>
                <p:oleObj name="Equation" r:id="rId17" imgW="927000" imgH="749160" progId="Equation.DSMT4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5BC2C7D6-6AF6-4D1A-8539-0E8C63860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789473"/>
                        <a:ext cx="9271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>
            <a:extLst>
              <a:ext uri="{FF2B5EF4-FFF2-40B4-BE49-F238E27FC236}">
                <a16:creationId xmlns:a16="http://schemas.microsoft.com/office/drawing/2014/main" id="{8EB1A29C-5B50-4D1A-A2B8-CC90845104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444269"/>
              </p:ext>
            </p:extLst>
          </p:nvPr>
        </p:nvGraphicFramePr>
        <p:xfrm>
          <a:off x="5535342" y="1682591"/>
          <a:ext cx="166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7" name="Equation" r:id="rId19" imgW="1663560" imgH="799920" progId="Equation.DSMT4">
                  <p:embed/>
                </p:oleObj>
              </mc:Choice>
              <mc:Fallback>
                <p:oleObj name="Equation" r:id="rId19" imgW="1663560" imgH="799920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35727EBD-AFBA-46C5-B17B-FAE2A09CFE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342" y="1682591"/>
                        <a:ext cx="16637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6">
            <a:extLst>
              <a:ext uri="{FF2B5EF4-FFF2-40B4-BE49-F238E27FC236}">
                <a16:creationId xmlns:a16="http://schemas.microsoft.com/office/drawing/2014/main" id="{4259F42D-4560-42D9-9A9B-AC5741FDC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678295"/>
              </p:ext>
            </p:extLst>
          </p:nvPr>
        </p:nvGraphicFramePr>
        <p:xfrm>
          <a:off x="5491625" y="2660810"/>
          <a:ext cx="2082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8" name="Equation" r:id="rId21" imgW="2082600" imgH="799920" progId="Equation.DSMT4">
                  <p:embed/>
                </p:oleObj>
              </mc:Choice>
              <mc:Fallback>
                <p:oleObj name="Equation" r:id="rId21" imgW="2082600" imgH="799920" progId="Equation.DSMT4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6C623758-B0C6-45E2-BB5E-E24790719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625" y="2660810"/>
                        <a:ext cx="2082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FAB32D4-AB65-4DB9-BF5F-F5855AEDD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585421"/>
              </p:ext>
            </p:extLst>
          </p:nvPr>
        </p:nvGraphicFramePr>
        <p:xfrm>
          <a:off x="5491625" y="3541952"/>
          <a:ext cx="1828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9" name="Equation" r:id="rId23" imgW="43891200" imgH="19202400" progId="Equation.DSMT4">
                  <p:embed/>
                </p:oleObj>
              </mc:Choice>
              <mc:Fallback>
                <p:oleObj name="Equation" r:id="rId23" imgW="43891200" imgH="1920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8D5928D7-752A-4F9A-972D-A2A3081257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625" y="3541952"/>
                        <a:ext cx="1828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7">
            <a:extLst>
              <a:ext uri="{FF2B5EF4-FFF2-40B4-BE49-F238E27FC236}">
                <a16:creationId xmlns:a16="http://schemas.microsoft.com/office/drawing/2014/main" id="{D72B9483-A920-4BB7-BB45-04AF7716A0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795177"/>
              </p:ext>
            </p:extLst>
          </p:nvPr>
        </p:nvGraphicFramePr>
        <p:xfrm>
          <a:off x="5485726" y="4430439"/>
          <a:ext cx="22209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80" name="Equation" r:id="rId25" imgW="2222280" imgH="419040" progId="Equation.DSMT4">
                  <p:embed/>
                </p:oleObj>
              </mc:Choice>
              <mc:Fallback>
                <p:oleObj name="Equation" r:id="rId25" imgW="2222280" imgH="419040" progId="Equation.DSMT4">
                  <p:embed/>
                  <p:pic>
                    <p:nvPicPr>
                      <p:cNvPr id="5" name="Object 17">
                        <a:extLst>
                          <a:ext uri="{FF2B5EF4-FFF2-40B4-BE49-F238E27FC236}">
                            <a16:creationId xmlns:a16="http://schemas.microsoft.com/office/drawing/2014/main" id="{AFEDADF7-D914-4017-8531-8826A94BED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726" y="4430439"/>
                        <a:ext cx="22209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11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62E6569-AB1F-40DD-BA9A-8D9995977F5B}"/>
              </a:ext>
            </a:extLst>
          </p:cNvPr>
          <p:cNvSpPr txBox="1">
            <a:spLocks noChangeArrowheads="1"/>
          </p:cNvSpPr>
          <p:nvPr/>
        </p:nvSpPr>
        <p:spPr>
          <a:xfrm>
            <a:off x="907854" y="609600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15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95EDEAE9-1A9F-4944-B252-43578E7E73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851388"/>
              </p:ext>
            </p:extLst>
          </p:nvPr>
        </p:nvGraphicFramePr>
        <p:xfrm>
          <a:off x="2205038" y="469900"/>
          <a:ext cx="25892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5" name="Equation" r:id="rId3" imgW="2590560" imgH="749160" progId="Equation.DSMT4">
                  <p:embed/>
                </p:oleObj>
              </mc:Choice>
              <mc:Fallback>
                <p:oleObj name="Equation" r:id="rId3" imgW="259056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C94D7A4D-AA5B-40BF-AA87-3D308AD6F9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469900"/>
                        <a:ext cx="25892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6946B659-F234-4CB7-8983-471B1C7F1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473462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3A07E67-8819-4C7A-AF7A-26AA174E8E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274208"/>
              </p:ext>
            </p:extLst>
          </p:nvPr>
        </p:nvGraphicFramePr>
        <p:xfrm>
          <a:off x="2419824" y="1327150"/>
          <a:ext cx="23114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6" name="Equation" r:id="rId5" imgW="2311200" imgH="1244520" progId="Equation.DSMT4">
                  <p:embed/>
                </p:oleObj>
              </mc:Choice>
              <mc:Fallback>
                <p:oleObj name="Equation" r:id="rId5" imgW="2311200" imgH="1244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9824" y="1327150"/>
                        <a:ext cx="23114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7830826-3D53-47BD-AC64-6F884AF6D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625617"/>
              </p:ext>
            </p:extLst>
          </p:nvPr>
        </p:nvGraphicFramePr>
        <p:xfrm>
          <a:off x="6251456" y="1927374"/>
          <a:ext cx="146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7" name="Equation" r:id="rId7" imgW="1460160" imgH="736560" progId="Equation.DSMT4">
                  <p:embed/>
                </p:oleObj>
              </mc:Choice>
              <mc:Fallback>
                <p:oleObj name="Equation" r:id="rId7" imgW="1460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1456" y="1927374"/>
                        <a:ext cx="1460500" cy="736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6AD32D-1422-475C-9C54-97903577C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500435"/>
              </p:ext>
            </p:extLst>
          </p:nvPr>
        </p:nvGraphicFramePr>
        <p:xfrm>
          <a:off x="2375756" y="2718062"/>
          <a:ext cx="24765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8" name="Equation" r:id="rId9" imgW="2476440" imgH="1269720" progId="Equation.DSMT4">
                  <p:embed/>
                </p:oleObj>
              </mc:Choice>
              <mc:Fallback>
                <p:oleObj name="Equation" r:id="rId9" imgW="2476440" imgH="1269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3A07E67-8819-4C7A-AF7A-26AA174E8E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75756" y="2718062"/>
                        <a:ext cx="2476500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12B7266-5D7D-4556-AE15-B9F0AC06B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732583"/>
              </p:ext>
            </p:extLst>
          </p:nvPr>
        </p:nvGraphicFramePr>
        <p:xfrm>
          <a:off x="2342786" y="4071191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89" name="Equation" r:id="rId11" imgW="2044440" imgH="736560" progId="Equation.DSMT4">
                  <p:embed/>
                </p:oleObj>
              </mc:Choice>
              <mc:Fallback>
                <p:oleObj name="Equation" r:id="rId11" imgW="2044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42786" y="4071191"/>
                        <a:ext cx="2044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星形: 五角 8">
            <a:extLst>
              <a:ext uri="{FF2B5EF4-FFF2-40B4-BE49-F238E27FC236}">
                <a16:creationId xmlns:a16="http://schemas.microsoft.com/office/drawing/2014/main" id="{653CCCB5-B052-417D-876D-584EC2E5815D}"/>
              </a:ext>
            </a:extLst>
          </p:cNvPr>
          <p:cNvSpPr/>
          <p:nvPr/>
        </p:nvSpPr>
        <p:spPr>
          <a:xfrm>
            <a:off x="611560" y="736538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68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04FAD45-C6DB-49A0-BEAA-220D4E9755F0}"/>
              </a:ext>
            </a:extLst>
          </p:cNvPr>
          <p:cNvSpPr txBox="1">
            <a:spLocks noChangeArrowheads="1"/>
          </p:cNvSpPr>
          <p:nvPr/>
        </p:nvSpPr>
        <p:spPr>
          <a:xfrm>
            <a:off x="619822" y="263178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16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4E65B1BC-3153-4F5D-945F-EA20836CA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966676"/>
              </p:ext>
            </p:extLst>
          </p:nvPr>
        </p:nvGraphicFramePr>
        <p:xfrm>
          <a:off x="1907704" y="123478"/>
          <a:ext cx="19288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10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95EDEAE9-1A9F-4944-B252-43578E7E73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23478"/>
                        <a:ext cx="19288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E822F706-C0FC-4F8C-9695-CD3CDCD60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22" y="1064639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A391E4A-E749-4F86-AE20-7EEC924F2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031543"/>
              </p:ext>
            </p:extLst>
          </p:nvPr>
        </p:nvGraphicFramePr>
        <p:xfrm>
          <a:off x="2095986" y="919383"/>
          <a:ext cx="25368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11" name="Equation" r:id="rId5" imgW="2539800" imgH="1257120" progId="Equation.DSMT4">
                  <p:embed/>
                </p:oleObj>
              </mc:Choice>
              <mc:Fallback>
                <p:oleObj name="Equation" r:id="rId5" imgW="2539800" imgH="12571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E65B1BC-3153-4F5D-945F-EA20836CA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986" y="919383"/>
                        <a:ext cx="2536825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E6B5392-9C39-4FC3-B12D-3B0BB75B7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745891"/>
              </p:ext>
            </p:extLst>
          </p:nvPr>
        </p:nvGraphicFramePr>
        <p:xfrm>
          <a:off x="5719066" y="456627"/>
          <a:ext cx="2563812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12" name="Equation" r:id="rId7" imgW="2565360" imgH="1574640" progId="Equation.DSMT4">
                  <p:embed/>
                </p:oleObj>
              </mc:Choice>
              <mc:Fallback>
                <p:oleObj name="Equation" r:id="rId7" imgW="2565360" imgH="157464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95EDEAE9-1A9F-4944-B252-43578E7E73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066" y="456627"/>
                        <a:ext cx="2563812" cy="1574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FD5DA785-A64C-46B2-9B36-86FC56B2F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892551"/>
              </p:ext>
            </p:extLst>
          </p:nvPr>
        </p:nvGraphicFramePr>
        <p:xfrm>
          <a:off x="2095986" y="2378296"/>
          <a:ext cx="3970337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13" name="Equation" r:id="rId9" imgW="3974760" imgH="1422360" progId="Equation.DSMT4">
                  <p:embed/>
                </p:oleObj>
              </mc:Choice>
              <mc:Fallback>
                <p:oleObj name="Equation" r:id="rId9" imgW="3974760" imgH="14223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A391E4A-E749-4F86-AE20-7EEC924F2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986" y="2378296"/>
                        <a:ext cx="3970337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C6A199BC-8A98-4A0B-AF2F-E16E3E5A7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504060"/>
              </p:ext>
            </p:extLst>
          </p:nvPr>
        </p:nvGraphicFramePr>
        <p:xfrm>
          <a:off x="5284140" y="3233959"/>
          <a:ext cx="2727325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414" name="Equation" r:id="rId11" imgW="2730240" imgH="1536480" progId="Equation.DSMT4">
                  <p:embed/>
                </p:oleObj>
              </mc:Choice>
              <mc:Fallback>
                <p:oleObj name="Equation" r:id="rId11" imgW="2730240" imgH="153648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FD5DA785-A64C-46B2-9B36-86FC56B2F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140" y="3233959"/>
                        <a:ext cx="2727325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007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F65FDD-5E55-4CB4-9950-A54AED85206A}"/>
              </a:ext>
            </a:extLst>
          </p:cNvPr>
          <p:cNvSpPr txBox="1">
            <a:spLocks noChangeArrowheads="1"/>
          </p:cNvSpPr>
          <p:nvPr/>
        </p:nvSpPr>
        <p:spPr>
          <a:xfrm>
            <a:off x="987802" y="471491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17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BF7407E4-35FE-4FAF-A082-711A4586A0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191426"/>
              </p:ext>
            </p:extLst>
          </p:nvPr>
        </p:nvGraphicFramePr>
        <p:xfrm>
          <a:off x="2123728" y="339502"/>
          <a:ext cx="27162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43" name="Equation" r:id="rId3" imgW="2717640" imgH="838080" progId="Equation.DSMT4">
                  <p:embed/>
                </p:oleObj>
              </mc:Choice>
              <mc:Fallback>
                <p:oleObj name="Equation" r:id="rId3" imgW="271764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E65B1BC-3153-4F5D-945F-EA20836CA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39502"/>
                        <a:ext cx="27162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7BEBBDA6-5D79-4F77-A2AE-D42241E490F3}"/>
              </a:ext>
            </a:extLst>
          </p:cNvPr>
          <p:cNvSpPr/>
          <p:nvPr/>
        </p:nvSpPr>
        <p:spPr>
          <a:xfrm>
            <a:off x="683568" y="572552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7C28638C-5301-40F5-8C3A-534B01F57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22" y="1599558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26FD75-04A0-4C7B-B540-3EB512019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545557"/>
              </p:ext>
            </p:extLst>
          </p:nvPr>
        </p:nvGraphicFramePr>
        <p:xfrm>
          <a:off x="2457186" y="1492707"/>
          <a:ext cx="24130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44" name="Equation" r:id="rId5" imgW="2412720" imgH="1333440" progId="Equation.DSMT4">
                  <p:embed/>
                </p:oleObj>
              </mc:Choice>
              <mc:Fallback>
                <p:oleObj name="Equation" r:id="rId5" imgW="2412720" imgH="13334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3A07E67-8819-4C7A-AF7A-26AA174E8E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7186" y="1492707"/>
                        <a:ext cx="2413000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001C60B-94A4-4F83-B546-13D0F9803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95232"/>
              </p:ext>
            </p:extLst>
          </p:nvPr>
        </p:nvGraphicFramePr>
        <p:xfrm>
          <a:off x="2413942" y="3141213"/>
          <a:ext cx="26289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45" name="Equation" r:id="rId7" imgW="2628720" imgH="1358640" progId="Equation.DSMT4">
                  <p:embed/>
                </p:oleObj>
              </mc:Choice>
              <mc:Fallback>
                <p:oleObj name="Equation" r:id="rId7" imgW="2628720" imgH="1358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626FD75-04A0-4C7B-B540-3EB512019D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3942" y="3141213"/>
                        <a:ext cx="2628900" cy="1358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28108C7-8104-4831-9C9A-F8DF21662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376720"/>
              </p:ext>
            </p:extLst>
          </p:nvPr>
        </p:nvGraphicFramePr>
        <p:xfrm>
          <a:off x="5220072" y="3189362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46" name="Equation" r:id="rId9" imgW="1790640" imgH="736560" progId="Equation.DSMT4">
                  <p:embed/>
                </p:oleObj>
              </mc:Choice>
              <mc:Fallback>
                <p:oleObj name="Equation" r:id="rId9" imgW="1790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20072" y="3189362"/>
                        <a:ext cx="1790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B2296F5-2C55-4504-BEBC-AF7EC6D10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028483"/>
              </p:ext>
            </p:extLst>
          </p:nvPr>
        </p:nvGraphicFramePr>
        <p:xfrm>
          <a:off x="6444208" y="1753057"/>
          <a:ext cx="1574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47" name="Equation" r:id="rId11" imgW="1574640" imgH="812520" progId="Equation.DSMT4">
                  <p:embed/>
                </p:oleObj>
              </mc:Choice>
              <mc:Fallback>
                <p:oleObj name="Equation" r:id="rId11" imgW="1574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44208" y="1753057"/>
                        <a:ext cx="1574800" cy="812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3621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3C87AE8-3DAF-4E58-ACA5-B7739CFC3826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18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336E91A-004E-40A7-8BF4-2C83CA67C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56184"/>
              </p:ext>
            </p:extLst>
          </p:nvPr>
        </p:nvGraphicFramePr>
        <p:xfrm>
          <a:off x="2267744" y="443139"/>
          <a:ext cx="18780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8" name="Equation" r:id="rId3" imgW="1879560" imgH="838080" progId="Equation.DSMT4">
                  <p:embed/>
                </p:oleObj>
              </mc:Choice>
              <mc:Fallback>
                <p:oleObj name="Equation" r:id="rId3" imgW="18795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BF7407E4-35FE-4FAF-A082-711A4586A0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443139"/>
                        <a:ext cx="18780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48111A21-CD1F-4437-B415-AB181451C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05B2D6AF-85E7-4216-83E7-4E8A309B2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441933"/>
              </p:ext>
            </p:extLst>
          </p:nvPr>
        </p:nvGraphicFramePr>
        <p:xfrm>
          <a:off x="2335213" y="1492250"/>
          <a:ext cx="24368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9" name="Equation" r:id="rId5" imgW="2438280" imgH="901440" progId="Equation.DSMT4">
                  <p:embed/>
                </p:oleObj>
              </mc:Choice>
              <mc:Fallback>
                <p:oleObj name="Equation" r:id="rId5" imgW="2438280" imgH="90144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336E91A-004E-40A7-8BF4-2C83CA67C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1492250"/>
                        <a:ext cx="243681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208A358-F989-47C2-852D-480E63FCB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942623"/>
              </p:ext>
            </p:extLst>
          </p:nvPr>
        </p:nvGraphicFramePr>
        <p:xfrm>
          <a:off x="2371872" y="2748257"/>
          <a:ext cx="29924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0" name="Equation" r:id="rId7" imgW="2997000" imgH="901440" progId="Equation.DSMT4">
                  <p:embed/>
                </p:oleObj>
              </mc:Choice>
              <mc:Fallback>
                <p:oleObj name="Equation" r:id="rId7" imgW="299700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05B2D6AF-85E7-4216-83E7-4E8A309B21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872" y="2748257"/>
                        <a:ext cx="29924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79E4E720-F541-4210-814E-FAF57646B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72762"/>
              </p:ext>
            </p:extLst>
          </p:nvPr>
        </p:nvGraphicFramePr>
        <p:xfrm>
          <a:off x="2364873" y="4004264"/>
          <a:ext cx="21288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1" name="Equation" r:id="rId9" imgW="2133360" imgH="736560" progId="Equation.DSMT4">
                  <p:embed/>
                </p:oleObj>
              </mc:Choice>
              <mc:Fallback>
                <p:oleObj name="Equation" r:id="rId9" imgW="2133360" imgH="7365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208A358-F989-47C2-852D-480E63FCB8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873" y="4004264"/>
                        <a:ext cx="212883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861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368CF79-0083-4EC7-96DC-E567A97A9A47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19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327F9729-1917-45ED-A9ED-86C6EB3CA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330127"/>
              </p:ext>
            </p:extLst>
          </p:nvPr>
        </p:nvGraphicFramePr>
        <p:xfrm>
          <a:off x="2123728" y="443139"/>
          <a:ext cx="22955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1" name="Equation" r:id="rId3" imgW="2298600" imgH="838080" progId="Equation.DSMT4">
                  <p:embed/>
                </p:oleObj>
              </mc:Choice>
              <mc:Fallback>
                <p:oleObj name="Equation" r:id="rId3" imgW="229860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336E91A-004E-40A7-8BF4-2C83CA67C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43139"/>
                        <a:ext cx="22955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E8083AC6-B1FB-4E8A-9EA9-55543774E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D125698-A361-4750-A7A0-8E0A4FA2D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947764"/>
              </p:ext>
            </p:extLst>
          </p:nvPr>
        </p:nvGraphicFramePr>
        <p:xfrm>
          <a:off x="2391927" y="1491630"/>
          <a:ext cx="27273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2" name="Equation" r:id="rId5" imgW="2730240" imgH="901440" progId="Equation.DSMT4">
                  <p:embed/>
                </p:oleObj>
              </mc:Choice>
              <mc:Fallback>
                <p:oleObj name="Equation" r:id="rId5" imgW="2730240" imgH="90144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327F9729-1917-45ED-A9ED-86C6EB3C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927" y="1491630"/>
                        <a:ext cx="27273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6AEF4EE-F68A-4DAC-8142-CDB89BA71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901116"/>
              </p:ext>
            </p:extLst>
          </p:nvPr>
        </p:nvGraphicFramePr>
        <p:xfrm>
          <a:off x="5213350" y="1492250"/>
          <a:ext cx="2438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3" name="Equation" r:id="rId7" imgW="2438280" imgH="901440" progId="Equation.DSMT4">
                  <p:embed/>
                </p:oleObj>
              </mc:Choice>
              <mc:Fallback>
                <p:oleObj name="Equation" r:id="rId7" imgW="243828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3350" y="1492250"/>
                        <a:ext cx="2438400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605D16-B3B6-435B-A457-8228BED12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982228"/>
              </p:ext>
            </p:extLst>
          </p:nvPr>
        </p:nvGraphicFramePr>
        <p:xfrm>
          <a:off x="2403475" y="2697163"/>
          <a:ext cx="3619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4" name="Equation" r:id="rId9" imgW="3619440" imgH="1117440" progId="Equation.DSMT4">
                  <p:embed/>
                </p:oleObj>
              </mc:Choice>
              <mc:Fallback>
                <p:oleObj name="Equation" r:id="rId9" imgW="3619440" imgH="11174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6AEF4EE-F68A-4DAC-8142-CDB89BA71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03475" y="2697163"/>
                        <a:ext cx="36195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136D954-E059-439A-AE55-55ECDD607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292072"/>
              </p:ext>
            </p:extLst>
          </p:nvPr>
        </p:nvGraphicFramePr>
        <p:xfrm>
          <a:off x="2391927" y="3923588"/>
          <a:ext cx="2146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5" name="Equation" r:id="rId11" imgW="2145960" imgH="774360" progId="Equation.DSMT4">
                  <p:embed/>
                </p:oleObj>
              </mc:Choice>
              <mc:Fallback>
                <p:oleObj name="Equation" r:id="rId11" imgW="2145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91927" y="3923588"/>
                        <a:ext cx="2146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248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776D80A-46B6-4EDD-948C-2FEFF4C879B2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557439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20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75444D34-03B4-4044-BDB5-78BE360924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518498"/>
              </p:ext>
            </p:extLst>
          </p:nvPr>
        </p:nvGraphicFramePr>
        <p:xfrm>
          <a:off x="2123728" y="443139"/>
          <a:ext cx="19653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0" name="Equation" r:id="rId3" imgW="1968480" imgH="838080" progId="Equation.DSMT4">
                  <p:embed/>
                </p:oleObj>
              </mc:Choice>
              <mc:Fallback>
                <p:oleObj name="Equation" r:id="rId3" imgW="196848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327F9729-1917-45ED-A9ED-86C6EB3CA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43139"/>
                        <a:ext cx="19653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9AF0F52A-D838-4945-99C1-58D596635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763" y="1635646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5C02C7BF-76C3-4B46-8925-D6FD98E1F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448427"/>
              </p:ext>
            </p:extLst>
          </p:nvPr>
        </p:nvGraphicFramePr>
        <p:xfrm>
          <a:off x="2339752" y="1491630"/>
          <a:ext cx="2105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1" name="Equation" r:id="rId5" imgW="2108160" imgH="838080" progId="Equation.DSMT4">
                  <p:embed/>
                </p:oleObj>
              </mc:Choice>
              <mc:Fallback>
                <p:oleObj name="Equation" r:id="rId5" imgW="2108160" imgH="83808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5444D34-03B4-4044-BDB5-78BE36092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491630"/>
                        <a:ext cx="21050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10E8E1D-0D37-4264-9F30-9C8522B66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964780"/>
              </p:ext>
            </p:extLst>
          </p:nvPr>
        </p:nvGraphicFramePr>
        <p:xfrm>
          <a:off x="4471773" y="1491630"/>
          <a:ext cx="25733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2" name="Equation" r:id="rId7" imgW="2577960" imgH="901440" progId="Equation.DSMT4">
                  <p:embed/>
                </p:oleObj>
              </mc:Choice>
              <mc:Fallback>
                <p:oleObj name="Equation" r:id="rId7" imgW="2577960" imgH="90144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5C02C7BF-76C3-4B46-8925-D6FD98E1F5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773" y="1491630"/>
                        <a:ext cx="25733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222ED1D8-E99A-42CE-A2F1-0D2C897375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598600"/>
              </p:ext>
            </p:extLst>
          </p:nvPr>
        </p:nvGraphicFramePr>
        <p:xfrm>
          <a:off x="2320578" y="2861937"/>
          <a:ext cx="3536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3" name="Equation" r:id="rId9" imgW="3543120" imgH="901440" progId="Equation.DSMT4">
                  <p:embed/>
                </p:oleObj>
              </mc:Choice>
              <mc:Fallback>
                <p:oleObj name="Equation" r:id="rId9" imgW="3543120" imgH="9014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10E8E1D-0D37-4264-9F30-9C8522B66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78" y="2861937"/>
                        <a:ext cx="35369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404E887-4B81-4FFF-AC90-EDA2885A2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142052"/>
              </p:ext>
            </p:extLst>
          </p:nvPr>
        </p:nvGraphicFramePr>
        <p:xfrm>
          <a:off x="2315495" y="4166313"/>
          <a:ext cx="2400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4" name="Equation" r:id="rId11" imgW="2400120" imgH="723600" progId="Equation.DSMT4">
                  <p:embed/>
                </p:oleObj>
              </mc:Choice>
              <mc:Fallback>
                <p:oleObj name="Equation" r:id="rId11" imgW="24001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15495" y="4166313"/>
                        <a:ext cx="2400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4B308B8-3DF9-4C63-A1FC-1C6F4AF9F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563546"/>
              </p:ext>
            </p:extLst>
          </p:nvPr>
        </p:nvGraphicFramePr>
        <p:xfrm>
          <a:off x="6732240" y="2969887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25" name="Equation" r:id="rId13" imgW="1739880" imgH="342720" progId="Equation.DSMT4">
                  <p:embed/>
                </p:oleObj>
              </mc:Choice>
              <mc:Fallback>
                <p:oleObj name="Equation" r:id="rId13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32240" y="2969887"/>
                        <a:ext cx="1739900" cy="342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124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08B920F-0242-414E-98A2-A70E7C6A26B1}"/>
              </a:ext>
            </a:extLst>
          </p:cNvPr>
          <p:cNvSpPr txBox="1">
            <a:spLocks noChangeArrowheads="1"/>
          </p:cNvSpPr>
          <p:nvPr/>
        </p:nvSpPr>
        <p:spPr>
          <a:xfrm>
            <a:off x="843786" y="289055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21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463B5480-FB1E-4DB4-B8B0-44B65D492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13460"/>
              </p:ext>
            </p:extLst>
          </p:nvPr>
        </p:nvGraphicFramePr>
        <p:xfrm>
          <a:off x="2123728" y="123478"/>
          <a:ext cx="26384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7" name="Equation" r:id="rId3" imgW="2641320" imgH="749160" progId="Equation.DSMT4">
                  <p:embed/>
                </p:oleObj>
              </mc:Choice>
              <mc:Fallback>
                <p:oleObj name="Equation" r:id="rId3" imgW="264132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75444D34-03B4-4044-BDB5-78BE36092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123478"/>
                        <a:ext cx="26384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D12AB45C-B14D-4E12-A885-29563ECA55C0}"/>
              </a:ext>
            </a:extLst>
          </p:cNvPr>
          <p:cNvSpPr/>
          <p:nvPr/>
        </p:nvSpPr>
        <p:spPr>
          <a:xfrm>
            <a:off x="539552" y="390116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7F5BFCC1-4F21-4270-A03F-A61CB6AA0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786" y="1295254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7894AD0-1307-4167-BA1D-A821C1583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309233"/>
              </p:ext>
            </p:extLst>
          </p:nvPr>
        </p:nvGraphicFramePr>
        <p:xfrm>
          <a:off x="2293876" y="1119686"/>
          <a:ext cx="32845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8" name="Equation" r:id="rId5" imgW="3288960" imgH="812520" progId="Equation.DSMT4">
                  <p:embed/>
                </p:oleObj>
              </mc:Choice>
              <mc:Fallback>
                <p:oleObj name="Equation" r:id="rId5" imgW="3288960" imgH="8125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63B5480-FB1E-4DB4-B8B0-44B65D492C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876" y="1119686"/>
                        <a:ext cx="328453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6B3CED5C-DE14-4B98-89CF-1C032E157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508425"/>
              </p:ext>
            </p:extLst>
          </p:nvPr>
        </p:nvGraphicFramePr>
        <p:xfrm>
          <a:off x="2270572" y="2153517"/>
          <a:ext cx="49831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9" name="Equation" r:id="rId7" imgW="4991040" imgH="812520" progId="Equation.DSMT4">
                  <p:embed/>
                </p:oleObj>
              </mc:Choice>
              <mc:Fallback>
                <p:oleObj name="Equation" r:id="rId7" imgW="4991040" imgH="8125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7894AD0-1307-4167-BA1D-A821C15838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572" y="2153517"/>
                        <a:ext cx="49831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0F0BCA5-134E-43FE-ADA7-701C275D0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566176"/>
              </p:ext>
            </p:extLst>
          </p:nvPr>
        </p:nvGraphicFramePr>
        <p:xfrm>
          <a:off x="2257818" y="3182897"/>
          <a:ext cx="384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0" name="Equation" r:id="rId9" imgW="3848040" imgH="736560" progId="Equation.DSMT4">
                  <p:embed/>
                </p:oleObj>
              </mc:Choice>
              <mc:Fallback>
                <p:oleObj name="Equation" r:id="rId9" imgW="3848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7818" y="3182897"/>
                        <a:ext cx="3848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4EB670F-026C-41FB-B9D4-9D027982F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584307"/>
              </p:ext>
            </p:extLst>
          </p:nvPr>
        </p:nvGraphicFramePr>
        <p:xfrm>
          <a:off x="2289719" y="3985895"/>
          <a:ext cx="2222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1" name="Equation" r:id="rId11" imgW="2222280" imgH="812520" progId="Equation.DSMT4">
                  <p:embed/>
                </p:oleObj>
              </mc:Choice>
              <mc:Fallback>
                <p:oleObj name="Equation" r:id="rId11" imgW="222228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0F0BCA5-134E-43FE-ADA7-701C275D08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9719" y="3985895"/>
                        <a:ext cx="2222500" cy="812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03E7FD4A-80D9-46D1-A7A2-0FC4787D1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472488"/>
              </p:ext>
            </p:extLst>
          </p:nvPr>
        </p:nvGraphicFramePr>
        <p:xfrm>
          <a:off x="6117425" y="73155"/>
          <a:ext cx="2524125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2" name="Equation" r:id="rId13" imgW="2527200" imgH="1650960" progId="Equation.DSMT4">
                  <p:embed/>
                </p:oleObj>
              </mc:Choice>
              <mc:Fallback>
                <p:oleObj name="Equation" r:id="rId13" imgW="2527200" imgH="16509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63B5480-FB1E-4DB4-B8B0-44B65D492C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7425" y="73155"/>
                        <a:ext cx="2524125" cy="1651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3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F0EDEB-48B1-4803-B3C9-5E17A2E40F29}"/>
              </a:ext>
            </a:extLst>
          </p:cNvPr>
          <p:cNvSpPr txBox="1">
            <a:spLocks noChangeArrowheads="1"/>
          </p:cNvSpPr>
          <p:nvPr/>
        </p:nvSpPr>
        <p:spPr>
          <a:xfrm>
            <a:off x="916017" y="273131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22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61452B39-05ED-455E-8D2F-28CA28FE62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943558"/>
              </p:ext>
            </p:extLst>
          </p:nvPr>
        </p:nvGraphicFramePr>
        <p:xfrm>
          <a:off x="2339975" y="123478"/>
          <a:ext cx="1812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39" name="Equation" r:id="rId3" imgW="1815840" imgH="749160" progId="Equation.DSMT4">
                  <p:embed/>
                </p:oleObj>
              </mc:Choice>
              <mc:Fallback>
                <p:oleObj name="Equation" r:id="rId3" imgW="181584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463B5480-FB1E-4DB4-B8B0-44B65D492C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23478"/>
                        <a:ext cx="1812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85CE906-3DB3-4B51-8AC2-143079104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17" y="1207322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91A3C85-7EA3-4E9B-A700-97063BA145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549432"/>
              </p:ext>
            </p:extLst>
          </p:nvPr>
        </p:nvGraphicFramePr>
        <p:xfrm>
          <a:off x="2366584" y="1032384"/>
          <a:ext cx="28146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40" name="Equation" r:id="rId5" imgW="2819160" imgH="812520" progId="Equation.DSMT4">
                  <p:embed/>
                </p:oleObj>
              </mc:Choice>
              <mc:Fallback>
                <p:oleObj name="Equation" r:id="rId5" imgW="2819160" imgH="8125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61452B39-05ED-455E-8D2F-28CA28FE62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584" y="1032384"/>
                        <a:ext cx="281463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CBEB671-5CF3-4297-8F25-1600A25CC8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273927"/>
              </p:ext>
            </p:extLst>
          </p:nvPr>
        </p:nvGraphicFramePr>
        <p:xfrm>
          <a:off x="2339975" y="2158931"/>
          <a:ext cx="34226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41" name="Equation" r:id="rId7" imgW="3429000" imgH="812520" progId="Equation.DSMT4">
                  <p:embed/>
                </p:oleObj>
              </mc:Choice>
              <mc:Fallback>
                <p:oleObj name="Equation" r:id="rId7" imgW="3429000" imgH="8125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391A3C85-7EA3-4E9B-A700-97063BA145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58931"/>
                        <a:ext cx="34226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35BC0B5-99DB-405D-8401-BA417CA41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757173"/>
              </p:ext>
            </p:extLst>
          </p:nvPr>
        </p:nvGraphicFramePr>
        <p:xfrm>
          <a:off x="2095121" y="3223546"/>
          <a:ext cx="3086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42" name="Equation" r:id="rId9" imgW="3085920" imgH="939600" progId="Equation.DSMT4">
                  <p:embed/>
                </p:oleObj>
              </mc:Choice>
              <mc:Fallback>
                <p:oleObj name="Equation" r:id="rId9" imgW="30859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5121" y="3223546"/>
                        <a:ext cx="30861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FFDFB65-67BB-4EB8-993B-E92244ACA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142474"/>
              </p:ext>
            </p:extLst>
          </p:nvPr>
        </p:nvGraphicFramePr>
        <p:xfrm>
          <a:off x="5292303" y="3223546"/>
          <a:ext cx="2781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543" name="Equation" r:id="rId11" imgW="2781000" imgH="939600" progId="Equation.DSMT4">
                  <p:embed/>
                </p:oleObj>
              </mc:Choice>
              <mc:Fallback>
                <p:oleObj name="Equation" r:id="rId11" imgW="2781000" imgH="939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35BC0B5-99DB-405D-8401-BA417CA41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92303" y="3223546"/>
                        <a:ext cx="27813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705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E68D49A-CC07-490E-9006-EAE02C5637D7}"/>
              </a:ext>
            </a:extLst>
          </p:cNvPr>
          <p:cNvSpPr txBox="1">
            <a:spLocks noChangeArrowheads="1"/>
          </p:cNvSpPr>
          <p:nvPr/>
        </p:nvSpPr>
        <p:spPr>
          <a:xfrm>
            <a:off x="915794" y="407194"/>
            <a:ext cx="151197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23 </a:t>
            </a: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A9D246D7-4F1A-46BE-ACBD-00FBA8C9D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997941"/>
              </p:ext>
            </p:extLst>
          </p:nvPr>
        </p:nvGraphicFramePr>
        <p:xfrm>
          <a:off x="2267744" y="267494"/>
          <a:ext cx="1647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2" name="Equation" r:id="rId3" imgW="1650960" imgH="749160" progId="Equation.DSMT4">
                  <p:embed/>
                </p:oleObj>
              </mc:Choice>
              <mc:Fallback>
                <p:oleObj name="Equation" r:id="rId3" imgW="1650960" imgH="74916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61452B39-05ED-455E-8D2F-28CA28FE62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67494"/>
                        <a:ext cx="1647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26E5BB71-2FF8-4B58-944A-F1E876C1E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600" y="1341385"/>
            <a:ext cx="29523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kumimoji="1" lang="zh-CN" altLang="en-US" sz="2400" b="1" dirty="0">
                <a:latin typeface="+mn-ea"/>
              </a:rPr>
              <a:t>原式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7A5458C-1386-42B2-A6E0-75BE7DFFE2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568364"/>
              </p:ext>
            </p:extLst>
          </p:nvPr>
        </p:nvGraphicFramePr>
        <p:xfrm>
          <a:off x="2311981" y="1233974"/>
          <a:ext cx="22050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3" name="Equation" r:id="rId5" imgW="2209680" imgH="799920" progId="Equation.DSMT4">
                  <p:embed/>
                </p:oleObj>
              </mc:Choice>
              <mc:Fallback>
                <p:oleObj name="Equation" r:id="rId5" imgW="2209680" imgH="799920" progId="Equation.DSMT4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A9D246D7-4F1A-46BE-ACBD-00FBA8C9D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981" y="1233974"/>
                        <a:ext cx="22050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F62D4D0-608C-47DA-A7D9-677000341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732147"/>
              </p:ext>
            </p:extLst>
          </p:nvPr>
        </p:nvGraphicFramePr>
        <p:xfrm>
          <a:off x="4499992" y="1197862"/>
          <a:ext cx="238283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4" name="Equation" r:id="rId7" imgW="2387520" imgH="799920" progId="Equation.DSMT4">
                  <p:embed/>
                </p:oleObj>
              </mc:Choice>
              <mc:Fallback>
                <p:oleObj name="Equation" r:id="rId7" imgW="2387520" imgH="7999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87A5458C-1386-42B2-A6E0-75BE7DFFE2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197862"/>
                        <a:ext cx="238283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373FA01-347B-4F01-A94B-3DBDAA5B3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619383"/>
              </p:ext>
            </p:extLst>
          </p:nvPr>
        </p:nvGraphicFramePr>
        <p:xfrm>
          <a:off x="2350730" y="2251255"/>
          <a:ext cx="29670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5" name="Equation" r:id="rId9" imgW="2971800" imgH="799920" progId="Equation.DSMT4">
                  <p:embed/>
                </p:oleObj>
              </mc:Choice>
              <mc:Fallback>
                <p:oleObj name="Equation" r:id="rId9" imgW="2971800" imgH="79992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F62D4D0-608C-47DA-A7D9-6770003414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730" y="2251255"/>
                        <a:ext cx="29670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5BE289A8-86C4-471A-88BB-2544C48DD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226129"/>
              </p:ext>
            </p:extLst>
          </p:nvPr>
        </p:nvGraphicFramePr>
        <p:xfrm>
          <a:off x="2349143" y="3310711"/>
          <a:ext cx="29686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6" name="Equation" r:id="rId11" imgW="2971800" imgH="812520" progId="Equation.DSMT4">
                  <p:embed/>
                </p:oleObj>
              </mc:Choice>
              <mc:Fallback>
                <p:oleObj name="Equation" r:id="rId11" imgW="2971800" imgH="812520" progId="Equation.DSMT4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A373FA01-347B-4F01-A94B-3DBDAA5B3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143" y="3310711"/>
                        <a:ext cx="29686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68A207EF-6C2F-4019-96DA-B12369A89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405413"/>
              </p:ext>
            </p:extLst>
          </p:nvPr>
        </p:nvGraphicFramePr>
        <p:xfrm>
          <a:off x="5436096" y="3310711"/>
          <a:ext cx="23082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587" name="Equation" r:id="rId13" imgW="2311200" imgH="812520" progId="Equation.DSMT4">
                  <p:embed/>
                </p:oleObj>
              </mc:Choice>
              <mc:Fallback>
                <p:oleObj name="Equation" r:id="rId13" imgW="2311200" imgH="812520" progId="Equation.DSMT4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5BE289A8-86C4-471A-88BB-2544C48DD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3310711"/>
                        <a:ext cx="23082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462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50B170D7-E988-4045-AC19-F912DF01D8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90643"/>
              </p:ext>
            </p:extLst>
          </p:nvPr>
        </p:nvGraphicFramePr>
        <p:xfrm>
          <a:off x="730028" y="1032834"/>
          <a:ext cx="2006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2" name="Equation" r:id="rId3" imgW="2006280" imgH="749160" progId="Equation.DSMT4">
                  <p:embed/>
                </p:oleObj>
              </mc:Choice>
              <mc:Fallback>
                <p:oleObj name="Equation" r:id="rId3" imgW="2006280" imgH="749160" progId="Equation.DSMT4">
                  <p:embed/>
                  <p:pic>
                    <p:nvPicPr>
                      <p:cNvPr id="1146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028" y="1032834"/>
                        <a:ext cx="200660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B312D87-F4F6-43EE-8249-82EDF22F0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653211"/>
              </p:ext>
            </p:extLst>
          </p:nvPr>
        </p:nvGraphicFramePr>
        <p:xfrm>
          <a:off x="799605" y="3398901"/>
          <a:ext cx="223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3" name="Equation" r:id="rId5" imgW="2234880" imgH="838080" progId="Equation.DSMT4">
                  <p:embed/>
                </p:oleObj>
              </mc:Choice>
              <mc:Fallback>
                <p:oleObj name="Equation" r:id="rId5" imgW="2234880" imgH="838080" progId="Equation.DSMT4">
                  <p:embed/>
                  <p:pic>
                    <p:nvPicPr>
                      <p:cNvPr id="1146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605" y="3398901"/>
                        <a:ext cx="2235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C1D4DA06-528B-48F6-BD95-D47964B3A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577120"/>
              </p:ext>
            </p:extLst>
          </p:nvPr>
        </p:nvGraphicFramePr>
        <p:xfrm>
          <a:off x="799605" y="2147047"/>
          <a:ext cx="2006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4" name="Equation" r:id="rId7" imgW="2006280" imgH="749160" progId="Equation.DSMT4">
                  <p:embed/>
                </p:oleObj>
              </mc:Choice>
              <mc:Fallback>
                <p:oleObj name="Equation" r:id="rId7" imgW="2006280" imgH="749160" progId="Equation.DSMT4">
                  <p:embed/>
                  <p:pic>
                    <p:nvPicPr>
                      <p:cNvPr id="1146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605" y="2147047"/>
                        <a:ext cx="20066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B76535C-C82A-4A98-849C-8DB4F72DF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782235"/>
              </p:ext>
            </p:extLst>
          </p:nvPr>
        </p:nvGraphicFramePr>
        <p:xfrm>
          <a:off x="2771800" y="1004187"/>
          <a:ext cx="27273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5" name="Equation" r:id="rId9" imgW="2730240" imgH="736560" progId="Equation.DSMT4">
                  <p:embed/>
                </p:oleObj>
              </mc:Choice>
              <mc:Fallback>
                <p:oleObj name="Equation" r:id="rId9" imgW="2730240" imgH="736560" progId="Equation.DSMT4">
                  <p:embed/>
                  <p:pic>
                    <p:nvPicPr>
                      <p:cNvPr id="1146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004187"/>
                        <a:ext cx="2727325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0E2DFA4-4863-4A9F-8EBF-CE853699D4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256213"/>
              </p:ext>
            </p:extLst>
          </p:nvPr>
        </p:nvGraphicFramePr>
        <p:xfrm>
          <a:off x="2831179" y="2120224"/>
          <a:ext cx="3009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6" name="Equation" r:id="rId11" imgW="3009600" imgH="812520" progId="Equation.DSMT4">
                  <p:embed/>
                </p:oleObj>
              </mc:Choice>
              <mc:Fallback>
                <p:oleObj name="Equation" r:id="rId11" imgW="3009600" imgH="812520" progId="Equation.DSMT4">
                  <p:embed/>
                  <p:pic>
                    <p:nvPicPr>
                      <p:cNvPr id="1146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179" y="2120224"/>
                        <a:ext cx="30099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FE655820-7260-46F1-AC4D-C5EEEA990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448951"/>
              </p:ext>
            </p:extLst>
          </p:nvPr>
        </p:nvGraphicFramePr>
        <p:xfrm>
          <a:off x="3060725" y="3392512"/>
          <a:ext cx="243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1617" name="Equation" r:id="rId13" imgW="2438280" imgH="736560" progId="Equation.DSMT4">
                  <p:embed/>
                </p:oleObj>
              </mc:Choice>
              <mc:Fallback>
                <p:oleObj name="Equation" r:id="rId13" imgW="2438280" imgH="736560" progId="Equation.DSMT4">
                  <p:embed/>
                  <p:pic>
                    <p:nvPicPr>
                      <p:cNvPr id="1146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25" y="3392512"/>
                        <a:ext cx="2438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0">
            <a:extLst>
              <a:ext uri="{FF2B5EF4-FFF2-40B4-BE49-F238E27FC236}">
                <a16:creationId xmlns:a16="http://schemas.microsoft.com/office/drawing/2014/main" id="{56D5E0B4-1239-4EE1-83D4-EAAE25C84E89}"/>
              </a:ext>
            </a:extLst>
          </p:cNvPr>
          <p:cNvSpPr txBox="1">
            <a:spLocks noChangeArrowheads="1"/>
          </p:cNvSpPr>
          <p:nvPr/>
        </p:nvSpPr>
        <p:spPr>
          <a:xfrm>
            <a:off x="987512" y="394587"/>
            <a:ext cx="2923456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常用基本积分公式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A61FB003-9CE5-4287-9E72-03A5948D7980}"/>
              </a:ext>
            </a:extLst>
          </p:cNvPr>
          <p:cNvSpPr/>
          <p:nvPr/>
        </p:nvSpPr>
        <p:spPr>
          <a:xfrm>
            <a:off x="712440" y="519522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57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AFB03F22-C346-4870-B84B-1EB44B4B9479}"/>
              </a:ext>
            </a:extLst>
          </p:cNvPr>
          <p:cNvGrpSpPr/>
          <p:nvPr/>
        </p:nvGrpSpPr>
        <p:grpSpPr>
          <a:xfrm>
            <a:off x="3025676" y="2037618"/>
            <a:ext cx="2652712" cy="736600"/>
            <a:chOff x="2999408" y="2296033"/>
            <a:chExt cx="2652712" cy="736600"/>
          </a:xfrm>
        </p:grpSpPr>
        <p:graphicFrame>
          <p:nvGraphicFramePr>
            <p:cNvPr id="2" name="Object 17">
              <a:extLst>
                <a:ext uri="{FF2B5EF4-FFF2-40B4-BE49-F238E27FC236}">
                  <a16:creationId xmlns:a16="http://schemas.microsoft.com/office/drawing/2014/main" id="{B5E5AC28-3434-456F-BA84-9DB599CE4C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454481"/>
                </p:ext>
              </p:extLst>
            </p:nvPr>
          </p:nvGraphicFramePr>
          <p:xfrm>
            <a:off x="2999408" y="2296033"/>
            <a:ext cx="2652712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706" name="Equation" r:id="rId3" imgW="63703200" imgH="17678400" progId="Equation.DSMT4">
                    <p:embed/>
                  </p:oleObj>
                </mc:Choice>
                <mc:Fallback>
                  <p:oleObj name="Equation" r:id="rId3" imgW="63703200" imgH="17678400" progId="Equation.DSMT4">
                    <p:embed/>
                    <p:pic>
                      <p:nvPicPr>
                        <p:cNvPr id="24680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9408" y="2296033"/>
                          <a:ext cx="2652712" cy="736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4">
              <a:extLst>
                <a:ext uri="{FF2B5EF4-FFF2-40B4-BE49-F238E27FC236}">
                  <a16:creationId xmlns:a16="http://schemas.microsoft.com/office/drawing/2014/main" id="{C27D496E-3B11-4BE0-8371-90A70AFC931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3275202"/>
                </p:ext>
              </p:extLst>
            </p:nvPr>
          </p:nvGraphicFramePr>
          <p:xfrm>
            <a:off x="4477845" y="2631058"/>
            <a:ext cx="215900" cy="152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707" name="Equation" r:id="rId5" imgW="5181600" imgH="3657600" progId="Equation.DSMT4">
                    <p:embed/>
                  </p:oleObj>
                </mc:Choice>
                <mc:Fallback>
                  <p:oleObj name="Equation" r:id="rId5" imgW="5181600" imgH="3657600" progId="Equation.DSMT4">
                    <p:embed/>
                    <p:pic>
                      <p:nvPicPr>
                        <p:cNvPr id="6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7845" y="2631058"/>
                          <a:ext cx="215900" cy="152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99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5">
              <a:extLst>
                <a:ext uri="{FF2B5EF4-FFF2-40B4-BE49-F238E27FC236}">
                  <a16:creationId xmlns:a16="http://schemas.microsoft.com/office/drawing/2014/main" id="{250EEB3B-5323-40EC-BD99-F989FBD1499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43282236"/>
                </p:ext>
              </p:extLst>
            </p:nvPr>
          </p:nvGraphicFramePr>
          <p:xfrm>
            <a:off x="3221435" y="2643758"/>
            <a:ext cx="198437" cy="139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708" name="Equation" r:id="rId7" imgW="4876800" imgH="3352800" progId="Equation.DSMT4">
                    <p:embed/>
                  </p:oleObj>
                </mc:Choice>
                <mc:Fallback>
                  <p:oleObj name="Equation" r:id="rId7" imgW="4876800" imgH="3352800" progId="Equation.DSMT4">
                    <p:embed/>
                    <p:pic>
                      <p:nvPicPr>
                        <p:cNvPr id="7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1435" y="2643758"/>
                          <a:ext cx="198437" cy="139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99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Text Box 6">
            <a:extLst>
              <a:ext uri="{FF2B5EF4-FFF2-40B4-BE49-F238E27FC236}">
                <a16:creationId xmlns:a16="http://schemas.microsoft.com/office/drawing/2014/main" id="{5CBC1505-0149-485C-83F2-27587E382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500" y="411510"/>
            <a:ext cx="17705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24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AC44D278-5D01-46B2-AB39-34402D170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947" y="115445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9BABF159-5C8D-4199-B29B-D14E668F7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21723"/>
              </p:ext>
            </p:extLst>
          </p:nvPr>
        </p:nvGraphicFramePr>
        <p:xfrm>
          <a:off x="3025676" y="3923611"/>
          <a:ext cx="198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709" name="Equation" r:id="rId9" imgW="1981080" imgH="431640" progId="Equation.DSMT4">
                  <p:embed/>
                </p:oleObj>
              </mc:Choice>
              <mc:Fallback>
                <p:oleObj name="Equation" r:id="rId9" imgW="1981080" imgH="431640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676" y="3923611"/>
                        <a:ext cx="1981200" cy="431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C2614523-A550-45C4-AEAC-A9C148896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658759"/>
              </p:ext>
            </p:extLst>
          </p:nvPr>
        </p:nvGraphicFramePr>
        <p:xfrm>
          <a:off x="2555776" y="411510"/>
          <a:ext cx="121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710" name="Equation" r:id="rId11" imgW="29260800" imgH="12192000" progId="Equation.DSMT4">
                  <p:embed/>
                </p:oleObj>
              </mc:Choice>
              <mc:Fallback>
                <p:oleObj name="Equation" r:id="rId11" imgW="29260800" imgH="12192000" progId="Equation.DSMT4">
                  <p:embed/>
                  <p:pic>
                    <p:nvPicPr>
                      <p:cNvPr id="2467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11510"/>
                        <a:ext cx="1219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0A1053B4-1794-43F6-87C3-95451F980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94912"/>
              </p:ext>
            </p:extLst>
          </p:nvPr>
        </p:nvGraphicFramePr>
        <p:xfrm>
          <a:off x="1789956" y="1161207"/>
          <a:ext cx="116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711" name="Equation" r:id="rId13" imgW="28041600" imgH="12192000" progId="Equation.DSMT4">
                  <p:embed/>
                </p:oleObj>
              </mc:Choice>
              <mc:Fallback>
                <p:oleObj name="Equation" r:id="rId13" imgW="28041600" imgH="12192000" progId="Equation.DSMT4">
                  <p:embed/>
                  <p:pic>
                    <p:nvPicPr>
                      <p:cNvPr id="2467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956" y="1161207"/>
                        <a:ext cx="1168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1D876B63-20FD-4888-933C-345F177FE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990197"/>
              </p:ext>
            </p:extLst>
          </p:nvPr>
        </p:nvGraphicFramePr>
        <p:xfrm>
          <a:off x="3049505" y="1004238"/>
          <a:ext cx="14857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712" name="Equation" r:id="rId15" imgW="1485720" imgH="736560" progId="Equation.DSMT4">
                  <p:embed/>
                </p:oleObj>
              </mc:Choice>
              <mc:Fallback>
                <p:oleObj name="Equation" r:id="rId15" imgW="1485720" imgH="736560" progId="Equation.DSMT4">
                  <p:embed/>
                  <p:pic>
                    <p:nvPicPr>
                      <p:cNvPr id="2468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05" y="1004238"/>
                        <a:ext cx="14857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>
            <a:extLst>
              <a:ext uri="{FF2B5EF4-FFF2-40B4-BE49-F238E27FC236}">
                <a16:creationId xmlns:a16="http://schemas.microsoft.com/office/drawing/2014/main" id="{79755B6B-9150-4A82-BE06-95F0B5D35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549281"/>
              </p:ext>
            </p:extLst>
          </p:nvPr>
        </p:nvGraphicFramePr>
        <p:xfrm>
          <a:off x="2994327" y="2945160"/>
          <a:ext cx="2209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713" name="Equation" r:id="rId17" imgW="2209680" imgH="736560" progId="Equation.DSMT4">
                  <p:embed/>
                </p:oleObj>
              </mc:Choice>
              <mc:Fallback>
                <p:oleObj name="Equation" r:id="rId17" imgW="2209680" imgH="736560" progId="Equation.DSMT4">
                  <p:embed/>
                  <p:pic>
                    <p:nvPicPr>
                      <p:cNvPr id="2468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327" y="2945160"/>
                        <a:ext cx="2209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5705D355-1793-4A1A-B4B1-CA7FFDF568E9}"/>
              </a:ext>
            </a:extLst>
          </p:cNvPr>
          <p:cNvSpPr/>
          <p:nvPr/>
        </p:nvSpPr>
        <p:spPr>
          <a:xfrm>
            <a:off x="637828" y="534330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0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7">
            <a:extLst>
              <a:ext uri="{FF2B5EF4-FFF2-40B4-BE49-F238E27FC236}">
                <a16:creationId xmlns:a16="http://schemas.microsoft.com/office/drawing/2014/main" id="{EC747CA5-1F6B-4203-8EF6-546FB4524D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092329"/>
              </p:ext>
            </p:extLst>
          </p:nvPr>
        </p:nvGraphicFramePr>
        <p:xfrm>
          <a:off x="3416300" y="2293938"/>
          <a:ext cx="231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19" name="Equation" r:id="rId3" imgW="2311200" imgH="736560" progId="Equation.DSMT4">
                  <p:embed/>
                </p:oleObj>
              </mc:Choice>
              <mc:Fallback>
                <p:oleObj name="Equation" r:id="rId3" imgW="2311200" imgH="736560" progId="Equation.DSMT4">
                  <p:embed/>
                  <p:pic>
                    <p:nvPicPr>
                      <p:cNvPr id="2" name="Object 17">
                        <a:extLst>
                          <a:ext uri="{FF2B5EF4-FFF2-40B4-BE49-F238E27FC236}">
                            <a16:creationId xmlns:a16="http://schemas.microsoft.com/office/drawing/2014/main" id="{B5E5AC28-3434-456F-BA84-9DB599CE4C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300" y="2293938"/>
                        <a:ext cx="2311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57D3271D-A05D-4FD4-8131-8B1AABD85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232" y="669925"/>
            <a:ext cx="17705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25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232AAAA6-5FC2-4D77-9EE7-A3FCBE91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79" y="1412874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4633B0C2-7BA3-4FF0-B6E6-6C8B6DC00B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716748"/>
              </p:ext>
            </p:extLst>
          </p:nvPr>
        </p:nvGraphicFramePr>
        <p:xfrm>
          <a:off x="3454918" y="3435846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20" name="Equation" r:id="rId5" imgW="1739880" imgH="431640" progId="Equation.DSMT4">
                  <p:embed/>
                </p:oleObj>
              </mc:Choice>
              <mc:Fallback>
                <p:oleObj name="Equation" r:id="rId5" imgW="1739880" imgH="431640" progId="Equation.DSMT4">
                  <p:embed/>
                  <p:pic>
                    <p:nvPicPr>
                      <p:cNvPr id="8" name="Object 12">
                        <a:extLst>
                          <a:ext uri="{FF2B5EF4-FFF2-40B4-BE49-F238E27FC236}">
                            <a16:creationId xmlns:a16="http://schemas.microsoft.com/office/drawing/2014/main" id="{9BABF159-5C8D-4199-B29B-D14E668F7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918" y="3435846"/>
                        <a:ext cx="1739900" cy="431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07CA8F70-03A4-4F00-965D-8648FF93E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721482"/>
              </p:ext>
            </p:extLst>
          </p:nvPr>
        </p:nvGraphicFramePr>
        <p:xfrm>
          <a:off x="2226112" y="654308"/>
          <a:ext cx="11937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21" name="Equation" r:id="rId7" imgW="1193760" imgH="507960" progId="Equation.DSMT4">
                  <p:embed/>
                </p:oleObj>
              </mc:Choice>
              <mc:Fallback>
                <p:oleObj name="Equation" r:id="rId7" imgW="1193760" imgH="507960" progId="Equation.DSMT4">
                  <p:embed/>
                  <p:pic>
                    <p:nvPicPr>
                      <p:cNvPr id="10" name="Object 14">
                        <a:extLst>
                          <a:ext uri="{FF2B5EF4-FFF2-40B4-BE49-F238E27FC236}">
                            <a16:creationId xmlns:a16="http://schemas.microsoft.com/office/drawing/2014/main" id="{C2614523-A550-45C4-AEAC-A9C1488967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112" y="654308"/>
                        <a:ext cx="11937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>
            <a:extLst>
              <a:ext uri="{FF2B5EF4-FFF2-40B4-BE49-F238E27FC236}">
                <a16:creationId xmlns:a16="http://schemas.microsoft.com/office/drawing/2014/main" id="{76C24AEB-3F8A-4BD5-999A-C5CCA6B26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483306"/>
              </p:ext>
            </p:extLst>
          </p:nvPr>
        </p:nvGraphicFramePr>
        <p:xfrm>
          <a:off x="1924987" y="1404859"/>
          <a:ext cx="11430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22" name="Equation" r:id="rId9" imgW="1143000" imgH="507960" progId="Equation.DSMT4">
                  <p:embed/>
                </p:oleObj>
              </mc:Choice>
              <mc:Fallback>
                <p:oleObj name="Equation" r:id="rId9" imgW="1143000" imgH="507960" progId="Equation.DSMT4">
                  <p:embed/>
                  <p:pic>
                    <p:nvPicPr>
                      <p:cNvPr id="11" name="Object 15">
                        <a:extLst>
                          <a:ext uri="{FF2B5EF4-FFF2-40B4-BE49-F238E27FC236}">
                            <a16:creationId xmlns:a16="http://schemas.microsoft.com/office/drawing/2014/main" id="{0A1053B4-1794-43F6-87C3-95451F9803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987" y="1404859"/>
                        <a:ext cx="11430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522FAEA2-C4F0-46CD-A5B6-382C41401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731901"/>
              </p:ext>
            </p:extLst>
          </p:nvPr>
        </p:nvGraphicFramePr>
        <p:xfrm>
          <a:off x="3208025" y="1290559"/>
          <a:ext cx="14857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23" name="Equation" r:id="rId11" imgW="1485720" imgH="736560" progId="Equation.DSMT4">
                  <p:embed/>
                </p:oleObj>
              </mc:Choice>
              <mc:Fallback>
                <p:oleObj name="Equation" r:id="rId11" imgW="1485720" imgH="736560" progId="Equation.DSMT4">
                  <p:embed/>
                  <p:pic>
                    <p:nvPicPr>
                      <p:cNvPr id="12" name="Object 16">
                        <a:extLst>
                          <a:ext uri="{FF2B5EF4-FFF2-40B4-BE49-F238E27FC236}">
                            <a16:creationId xmlns:a16="http://schemas.microsoft.com/office/drawing/2014/main" id="{1D876B63-20FD-4888-933C-345F177FE1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025" y="1290559"/>
                        <a:ext cx="14857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EDEB2ED2-CBF3-48F4-B3CA-369820C4A5AA}"/>
              </a:ext>
            </a:extLst>
          </p:cNvPr>
          <p:cNvSpPr/>
          <p:nvPr/>
        </p:nvSpPr>
        <p:spPr>
          <a:xfrm>
            <a:off x="692929" y="792745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98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5E38EB7-61E2-49CA-B64D-12B0F3F2DB14}"/>
              </a:ext>
            </a:extLst>
          </p:cNvPr>
          <p:cNvSpPr txBox="1">
            <a:spLocks noChangeArrowheads="1"/>
          </p:cNvSpPr>
          <p:nvPr/>
        </p:nvSpPr>
        <p:spPr>
          <a:xfrm>
            <a:off x="938540" y="904229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F8DAE68E-D16B-42DD-AFA7-28AC110BC7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436219"/>
              </p:ext>
            </p:extLst>
          </p:nvPr>
        </p:nvGraphicFramePr>
        <p:xfrm>
          <a:off x="1721946" y="994709"/>
          <a:ext cx="1066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59" name="Equation" r:id="rId3" imgW="25603200" imgH="12192000" progId="Equation.DSMT4">
                  <p:embed/>
                </p:oleObj>
              </mc:Choice>
              <mc:Fallback>
                <p:oleObj name="Equation" r:id="rId3" imgW="25603200" imgH="12192000" progId="Equation.DSMT4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1946" y="994709"/>
                        <a:ext cx="1066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6CBF1197-C80D-4AEC-AF20-DDBC631E493F}"/>
              </a:ext>
            </a:extLst>
          </p:cNvPr>
          <p:cNvGrpSpPr/>
          <p:nvPr/>
        </p:nvGrpSpPr>
        <p:grpSpPr>
          <a:xfrm>
            <a:off x="2801446" y="858184"/>
            <a:ext cx="3124200" cy="755167"/>
            <a:chOff x="2815952" y="1266031"/>
            <a:chExt cx="3124200" cy="755167"/>
          </a:xfrm>
        </p:grpSpPr>
        <p:graphicFrame>
          <p:nvGraphicFramePr>
            <p:cNvPr id="5" name="Object 8">
              <a:extLst>
                <a:ext uri="{FF2B5EF4-FFF2-40B4-BE49-F238E27FC236}">
                  <a16:creationId xmlns:a16="http://schemas.microsoft.com/office/drawing/2014/main" id="{E8D8FCD3-6B74-43F9-9084-F0F3A3516E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925034"/>
                </p:ext>
              </p:extLst>
            </p:nvPr>
          </p:nvGraphicFramePr>
          <p:xfrm>
            <a:off x="2815952" y="1266031"/>
            <a:ext cx="3124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0" name="Equation" r:id="rId5" imgW="74980800" imgH="17373600" progId="Equation.DSMT4">
                    <p:embed/>
                  </p:oleObj>
                </mc:Choice>
                <mc:Fallback>
                  <p:oleObj name="Equation" r:id="rId5" imgW="74980800" imgH="17373600" progId="Equation.DSMT4">
                    <p:embed/>
                    <p:pic>
                      <p:nvPicPr>
                        <p:cNvPr id="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5952" y="1266031"/>
                          <a:ext cx="31242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9">
              <a:extLst>
                <a:ext uri="{FF2B5EF4-FFF2-40B4-BE49-F238E27FC236}">
                  <a16:creationId xmlns:a16="http://schemas.microsoft.com/office/drawing/2014/main" id="{5C92AF38-19BD-4222-BA8E-7184B5067B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9059999"/>
                </p:ext>
              </p:extLst>
            </p:nvPr>
          </p:nvGraphicFramePr>
          <p:xfrm>
            <a:off x="3994475" y="1767398"/>
            <a:ext cx="1460160" cy="253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1" name="Equation" r:id="rId7" imgW="1460160" imgH="253800" progId="Equation.DSMT4">
                    <p:embed/>
                  </p:oleObj>
                </mc:Choice>
                <mc:Fallback>
                  <p:oleObj name="Equation" r:id="rId7" imgW="1460160" imgH="253800" progId="Equation.DSMT4">
                    <p:embed/>
                    <p:pic>
                      <p:nvPicPr>
                        <p:cNvPr id="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4475" y="1767398"/>
                          <a:ext cx="1460160" cy="253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B57F141A-4CDF-4C8C-AB79-5A2D8145F1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1186529"/>
                </p:ext>
              </p:extLst>
            </p:nvPr>
          </p:nvGraphicFramePr>
          <p:xfrm>
            <a:off x="3987473" y="1280780"/>
            <a:ext cx="167616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2" name="Equation" r:id="rId9" imgW="1676160" imgH="342720" progId="Equation.DSMT4">
                    <p:embed/>
                  </p:oleObj>
                </mc:Choice>
                <mc:Fallback>
                  <p:oleObj name="Equation" r:id="rId9" imgW="1676160" imgH="342720" progId="Equation.DSMT4">
                    <p:embed/>
                    <p:pic>
                      <p:nvPicPr>
                        <p:cNvPr id="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7473" y="1280780"/>
                          <a:ext cx="167616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DF766513-2205-470A-8714-512F4B94DB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659658"/>
              </p:ext>
            </p:extLst>
          </p:nvPr>
        </p:nvGraphicFramePr>
        <p:xfrm>
          <a:off x="2795096" y="1797984"/>
          <a:ext cx="3009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63" name="Equation" r:id="rId11" imgW="72542400" imgH="18897600" progId="Equation.DSMT4">
                  <p:embed/>
                </p:oleObj>
              </mc:Choice>
              <mc:Fallback>
                <p:oleObj name="Equation" r:id="rId11" imgW="72542400" imgH="18897600" progId="Equation.DSMT4">
                  <p:embed/>
                  <p:pic>
                    <p:nvPicPr>
                      <p:cNvPr id="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096" y="1797984"/>
                        <a:ext cx="3009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9FBA9F9E-4199-4C0C-A0F6-1AA5ACF4438A}"/>
              </a:ext>
            </a:extLst>
          </p:cNvPr>
          <p:cNvGrpSpPr/>
          <p:nvPr/>
        </p:nvGrpSpPr>
        <p:grpSpPr>
          <a:xfrm>
            <a:off x="2795096" y="2953684"/>
            <a:ext cx="2477894" cy="800100"/>
            <a:chOff x="2809602" y="3361531"/>
            <a:chExt cx="2477894" cy="800100"/>
          </a:xfrm>
        </p:grpSpPr>
        <p:graphicFrame>
          <p:nvGraphicFramePr>
            <p:cNvPr id="10" name="Object 5">
              <a:extLst>
                <a:ext uri="{FF2B5EF4-FFF2-40B4-BE49-F238E27FC236}">
                  <a16:creationId xmlns:a16="http://schemas.microsoft.com/office/drawing/2014/main" id="{5D7F295B-F24A-4A7E-A400-A335895312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4979967"/>
                </p:ext>
              </p:extLst>
            </p:nvPr>
          </p:nvGraphicFramePr>
          <p:xfrm>
            <a:off x="2809602" y="3361531"/>
            <a:ext cx="24257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4" name="Equation" r:id="rId13" imgW="58216800" imgH="19202400" progId="Equation.DSMT4">
                    <p:embed/>
                  </p:oleObj>
                </mc:Choice>
                <mc:Fallback>
                  <p:oleObj name="Equation" r:id="rId13" imgW="58216800" imgH="19202400" progId="Equation.DSMT4">
                    <p:embed/>
                    <p:pic>
                      <p:nvPicPr>
                        <p:cNvPr id="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9602" y="3361531"/>
                          <a:ext cx="2425700" cy="800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>
              <a:extLst>
                <a:ext uri="{FF2B5EF4-FFF2-40B4-BE49-F238E27FC236}">
                  <a16:creationId xmlns:a16="http://schemas.microsoft.com/office/drawing/2014/main" id="{E1D80977-6EFA-40BB-AC82-9AE76043BC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458555"/>
                </p:ext>
              </p:extLst>
            </p:nvPr>
          </p:nvGraphicFramePr>
          <p:xfrm>
            <a:off x="3420896" y="3361531"/>
            <a:ext cx="186660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765" name="Equation" r:id="rId15" imgW="1866600" imgH="342720" progId="Equation.DSMT4">
                    <p:embed/>
                  </p:oleObj>
                </mc:Choice>
                <mc:Fallback>
                  <p:oleObj name="Equation" r:id="rId15" imgW="1866600" imgH="342720" progId="Equation.DSMT4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0896" y="3361531"/>
                          <a:ext cx="186660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C5F4D434-79CB-44CB-8FB1-99523838A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55820"/>
              </p:ext>
            </p:extLst>
          </p:nvPr>
        </p:nvGraphicFramePr>
        <p:xfrm>
          <a:off x="2757294" y="4041916"/>
          <a:ext cx="2717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66" name="Equation" r:id="rId17" imgW="2717640" imgH="330120" progId="Equation.DSMT4">
                  <p:embed/>
                </p:oleObj>
              </mc:Choice>
              <mc:Fallback>
                <p:oleObj name="Equation" r:id="rId17" imgW="2717640" imgH="330120" progId="Equation.DSMT4">
                  <p:embed/>
                  <p:pic>
                    <p:nvPicPr>
                      <p:cNvPr id="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294" y="4041916"/>
                        <a:ext cx="2717800" cy="330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>
            <a:extLst>
              <a:ext uri="{FF2B5EF4-FFF2-40B4-BE49-F238E27FC236}">
                <a16:creationId xmlns:a16="http://schemas.microsoft.com/office/drawing/2014/main" id="{0F4573CF-B902-404F-A6BA-6EC115E555AC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95486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6D54A93B-3C16-4BE5-9D38-4FBF824C1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061988"/>
              </p:ext>
            </p:extLst>
          </p:nvPr>
        </p:nvGraphicFramePr>
        <p:xfrm>
          <a:off x="2207299" y="261284"/>
          <a:ext cx="11795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67" name="Equation" r:id="rId19" imgW="28346400" imgH="12192000" progId="Equation.DSMT4">
                  <p:embed/>
                </p:oleObj>
              </mc:Choice>
              <mc:Fallback>
                <p:oleObj name="Equation" r:id="rId19" imgW="28346400" imgH="1219200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299" y="261284"/>
                        <a:ext cx="11795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BBEDA600-F66A-45DE-A3A9-7F529E8BEDC0}"/>
              </a:ext>
            </a:extLst>
          </p:cNvPr>
          <p:cNvSpPr/>
          <p:nvPr/>
        </p:nvSpPr>
        <p:spPr>
          <a:xfrm>
            <a:off x="597054" y="382600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53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55DE5AB5-0921-4404-9B71-C049606EBAE8}"/>
              </a:ext>
            </a:extLst>
          </p:cNvPr>
          <p:cNvSpPr txBox="1">
            <a:spLocks noChangeArrowheads="1"/>
          </p:cNvSpPr>
          <p:nvPr/>
        </p:nvSpPr>
        <p:spPr>
          <a:xfrm>
            <a:off x="856731" y="392202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27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D20E7C7A-DD66-4652-9BB8-3A6A33360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31827"/>
              </p:ext>
            </p:extLst>
          </p:nvPr>
        </p:nvGraphicFramePr>
        <p:xfrm>
          <a:off x="2210377" y="493842"/>
          <a:ext cx="11808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4" name="Equation" r:id="rId3" imgW="1180800" imgH="507960" progId="Equation.DSMT4">
                  <p:embed/>
                </p:oleObj>
              </mc:Choice>
              <mc:Fallback>
                <p:oleObj name="Equation" r:id="rId3" imgW="1180800" imgH="507960" progId="Equation.DSMT4">
                  <p:embed/>
                  <p:pic>
                    <p:nvPicPr>
                      <p:cNvPr id="14" name="Object 6">
                        <a:extLst>
                          <a:ext uri="{FF2B5EF4-FFF2-40B4-BE49-F238E27FC236}">
                            <a16:creationId xmlns:a16="http://schemas.microsoft.com/office/drawing/2014/main" id="{6D54A93B-3C16-4BE5-9D38-4FBF824C18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377" y="493842"/>
                        <a:ext cx="11808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星形: 五角 3">
            <a:extLst>
              <a:ext uri="{FF2B5EF4-FFF2-40B4-BE49-F238E27FC236}">
                <a16:creationId xmlns:a16="http://schemas.microsoft.com/office/drawing/2014/main" id="{03E41625-AE44-4FB9-8398-17B54D23B605}"/>
              </a:ext>
            </a:extLst>
          </p:cNvPr>
          <p:cNvSpPr/>
          <p:nvPr/>
        </p:nvSpPr>
        <p:spPr>
          <a:xfrm>
            <a:off x="554193" y="579316"/>
            <a:ext cx="216024" cy="216024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1CC18D-8DAC-48F6-8142-2206BC19AD56}"/>
              </a:ext>
            </a:extLst>
          </p:cNvPr>
          <p:cNvSpPr txBox="1">
            <a:spLocks noChangeArrowheads="1"/>
          </p:cNvSpPr>
          <p:nvPr/>
        </p:nvSpPr>
        <p:spPr>
          <a:xfrm>
            <a:off x="895679" y="1100945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449F50E1-A4B6-43A6-90EF-AA2D6CC64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61382"/>
              </p:ext>
            </p:extLst>
          </p:nvPr>
        </p:nvGraphicFramePr>
        <p:xfrm>
          <a:off x="1418289" y="1001802"/>
          <a:ext cx="24511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5" name="Equation" r:id="rId5" imgW="2450880" imgH="736560" progId="Equation.DSMT4">
                  <p:embed/>
                </p:oleObj>
              </mc:Choice>
              <mc:Fallback>
                <p:oleObj name="Equation" r:id="rId5" imgW="2450880" imgH="73656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D20E7C7A-DD66-4652-9BB8-3A6A33360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289" y="1001802"/>
                        <a:ext cx="24511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04DF045-1C43-499E-8C9B-D2A095AB0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51133"/>
              </p:ext>
            </p:extLst>
          </p:nvPr>
        </p:nvGraphicFramePr>
        <p:xfrm>
          <a:off x="1067524" y="2018153"/>
          <a:ext cx="246380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6" name="Equation" r:id="rId7" imgW="2463480" imgH="1193760" progId="Equation.DSMT4">
                  <p:embed/>
                </p:oleObj>
              </mc:Choice>
              <mc:Fallback>
                <p:oleObj name="Equation" r:id="rId7" imgW="2463480" imgH="119376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449F50E1-A4B6-43A6-90EF-AA2D6CC64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524" y="2018153"/>
                        <a:ext cx="2463800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EA8F4C3E-EF9E-4BA9-A1AA-589E52A10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313958"/>
              </p:ext>
            </p:extLst>
          </p:nvPr>
        </p:nvGraphicFramePr>
        <p:xfrm>
          <a:off x="1058249" y="3465436"/>
          <a:ext cx="4330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7" name="Equation" r:id="rId9" imgW="4330440" imgH="863280" progId="Equation.DSMT4">
                  <p:embed/>
                </p:oleObj>
              </mc:Choice>
              <mc:Fallback>
                <p:oleObj name="Equation" r:id="rId9" imgW="4330440" imgH="863280" progId="Equation.DSMT4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C5F4D434-79CB-44CB-8FB1-99523838A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249" y="3465436"/>
                        <a:ext cx="4330700" cy="863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2BB7FA3-7B52-44E6-BD6B-CC01A075DF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412028"/>
              </p:ext>
            </p:extLst>
          </p:nvPr>
        </p:nvGraphicFramePr>
        <p:xfrm>
          <a:off x="3567239" y="2028383"/>
          <a:ext cx="3416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8" name="Equation" r:id="rId11" imgW="3416040" imgH="812520" progId="Equation.DSMT4">
                  <p:embed/>
                </p:oleObj>
              </mc:Choice>
              <mc:Fallback>
                <p:oleObj name="Equation" r:id="rId11" imgW="34160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7239" y="2028383"/>
                        <a:ext cx="3416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0BBCA87C-5A8F-4743-B170-76C8B2352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179969"/>
              </p:ext>
            </p:extLst>
          </p:nvPr>
        </p:nvGraphicFramePr>
        <p:xfrm>
          <a:off x="5522745" y="3687624"/>
          <a:ext cx="276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9" name="Equation" r:id="rId13" imgW="2768400" imgH="431640" progId="Equation.DSMT4">
                  <p:embed/>
                </p:oleObj>
              </mc:Choice>
              <mc:Fallback>
                <p:oleObj name="Equation" r:id="rId13" imgW="2768400" imgH="431640" progId="Equation.DSMT4">
                  <p:embed/>
                  <p:pic>
                    <p:nvPicPr>
                      <p:cNvPr id="9" name="Object 13">
                        <a:extLst>
                          <a:ext uri="{FF2B5EF4-FFF2-40B4-BE49-F238E27FC236}">
                            <a16:creationId xmlns:a16="http://schemas.microsoft.com/office/drawing/2014/main" id="{EA8F4C3E-EF9E-4BA9-A1AA-589E52A10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2745" y="3687624"/>
                        <a:ext cx="27686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31141E9-ECA0-485E-BAAF-9BFB17078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642895"/>
              </p:ext>
            </p:extLst>
          </p:nvPr>
        </p:nvGraphicFramePr>
        <p:xfrm>
          <a:off x="6372200" y="267494"/>
          <a:ext cx="208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0" name="Equation" r:id="rId15" imgW="2082600" imgH="685800" progId="Equation.DSMT4">
                  <p:embed/>
                </p:oleObj>
              </mc:Choice>
              <mc:Fallback>
                <p:oleObj name="Equation" r:id="rId15" imgW="208260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72200" y="267494"/>
                        <a:ext cx="2082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28EDDCF-EAC4-4450-BB18-911F0CE515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127247"/>
              </p:ext>
            </p:extLst>
          </p:nvPr>
        </p:nvGraphicFramePr>
        <p:xfrm>
          <a:off x="6386841" y="1033614"/>
          <a:ext cx="208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1" name="Equation" r:id="rId17" imgW="2082600" imgH="685800" progId="Equation.DSMT4">
                  <p:embed/>
                </p:oleObj>
              </mc:Choice>
              <mc:Fallback>
                <p:oleObj name="Equation" r:id="rId17" imgW="208260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6841" y="1033614"/>
                        <a:ext cx="2082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488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550D0F82-B42D-4B60-9BE8-A75976EAB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322759"/>
              </p:ext>
            </p:extLst>
          </p:nvPr>
        </p:nvGraphicFramePr>
        <p:xfrm>
          <a:off x="1858186" y="1284472"/>
          <a:ext cx="275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2" name="Equation" r:id="rId3" imgW="2755800" imgH="431640" progId="Equation.DSMT4">
                  <p:embed/>
                </p:oleObj>
              </mc:Choice>
              <mc:Fallback>
                <p:oleObj name="Equation" r:id="rId3" imgW="2755800" imgH="431640" progId="Equation.DSMT4">
                  <p:embed/>
                  <p:pic>
                    <p:nvPicPr>
                      <p:cNvPr id="7" name="Object 13">
                        <a:extLst>
                          <a:ext uri="{FF2B5EF4-FFF2-40B4-BE49-F238E27FC236}">
                            <a16:creationId xmlns:a16="http://schemas.microsoft.com/office/drawing/2014/main" id="{FEEFBAD6-0825-47F5-9301-BD942721C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186" y="1284472"/>
                        <a:ext cx="27559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9AC96C0E-237B-4FD4-A350-921AB0604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901233"/>
              </p:ext>
            </p:extLst>
          </p:nvPr>
        </p:nvGraphicFramePr>
        <p:xfrm>
          <a:off x="1844332" y="2039653"/>
          <a:ext cx="2603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3" name="Equation" r:id="rId5" imgW="2603160" imgH="812520" progId="Equation.DSMT4">
                  <p:embed/>
                </p:oleObj>
              </mc:Choice>
              <mc:Fallback>
                <p:oleObj name="Equation" r:id="rId5" imgW="2603160" imgH="812520" progId="Equation.DSMT4">
                  <p:embed/>
                  <p:pic>
                    <p:nvPicPr>
                      <p:cNvPr id="8" name="Object 13">
                        <a:extLst>
                          <a:ext uri="{FF2B5EF4-FFF2-40B4-BE49-F238E27FC236}">
                            <a16:creationId xmlns:a16="http://schemas.microsoft.com/office/drawing/2014/main" id="{550D0F82-B42D-4B60-9BE8-A75976EAB5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332" y="2039653"/>
                        <a:ext cx="2603500" cy="812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312808DD-88F7-4650-BF5A-E6CD03E7B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725679"/>
              </p:ext>
            </p:extLst>
          </p:nvPr>
        </p:nvGraphicFramePr>
        <p:xfrm>
          <a:off x="1835696" y="541343"/>
          <a:ext cx="276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4" name="Equation" r:id="rId7" imgW="2768400" imgH="431640" progId="Equation.DSMT4">
                  <p:embed/>
                </p:oleObj>
              </mc:Choice>
              <mc:Fallback>
                <p:oleObj name="Equation" r:id="rId7" imgW="2768400" imgH="431640" progId="Equation.DSMT4">
                  <p:embed/>
                  <p:pic>
                    <p:nvPicPr>
                      <p:cNvPr id="12" name="Object 13">
                        <a:extLst>
                          <a:ext uri="{FF2B5EF4-FFF2-40B4-BE49-F238E27FC236}">
                            <a16:creationId xmlns:a16="http://schemas.microsoft.com/office/drawing/2014/main" id="{0BBCA87C-5A8F-4743-B170-76C8B2352B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41343"/>
                        <a:ext cx="2768600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8FFFA5C4-71F0-4086-84B3-04C309952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254169"/>
              </p:ext>
            </p:extLst>
          </p:nvPr>
        </p:nvGraphicFramePr>
        <p:xfrm>
          <a:off x="1832395" y="3103847"/>
          <a:ext cx="285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5" name="Equation" r:id="rId9" imgW="2857320" imgH="812520" progId="Equation.DSMT4">
                  <p:embed/>
                </p:oleObj>
              </mc:Choice>
              <mc:Fallback>
                <p:oleObj name="Equation" r:id="rId9" imgW="2857320" imgH="812520" progId="Equation.DSMT4">
                  <p:embed/>
                  <p:pic>
                    <p:nvPicPr>
                      <p:cNvPr id="9" name="Object 13">
                        <a:extLst>
                          <a:ext uri="{FF2B5EF4-FFF2-40B4-BE49-F238E27FC236}">
                            <a16:creationId xmlns:a16="http://schemas.microsoft.com/office/drawing/2014/main" id="{9AC96C0E-237B-4FD4-A350-921AB0604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395" y="3103847"/>
                        <a:ext cx="2857500" cy="812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44618BF2-5F4D-433D-A0B3-29CF5CAC7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363330"/>
              </p:ext>
            </p:extLst>
          </p:nvPr>
        </p:nvGraphicFramePr>
        <p:xfrm>
          <a:off x="1894423" y="4214821"/>
          <a:ext cx="255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6" name="Equation" r:id="rId11" imgW="2552400" imgH="431640" progId="Equation.DSMT4">
                  <p:embed/>
                </p:oleObj>
              </mc:Choice>
              <mc:Fallback>
                <p:oleObj name="Equation" r:id="rId11" imgW="2552400" imgH="431640" progId="Equation.DSMT4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8FFFA5C4-71F0-4086-84B3-04C3099524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423" y="4214821"/>
                        <a:ext cx="2552700" cy="431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903082A0-D345-4311-AB28-FC6CF06A8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366709"/>
              </p:ext>
            </p:extLst>
          </p:nvPr>
        </p:nvGraphicFramePr>
        <p:xfrm>
          <a:off x="755576" y="502741"/>
          <a:ext cx="11684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7" name="Equation" r:id="rId13" imgW="1168200" imgH="507960" progId="Equation.DSMT4">
                  <p:embed/>
                </p:oleObj>
              </mc:Choice>
              <mc:Fallback>
                <p:oleObj name="Equation" r:id="rId13" imgW="1168200" imgH="507960" progId="Equation.DSMT4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449F50E1-A4B6-43A6-90EF-AA2D6CC64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02741"/>
                        <a:ext cx="1168400" cy="504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BE3A661-53EC-4A52-B963-393BA0EEB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581554"/>
              </p:ext>
            </p:extLst>
          </p:nvPr>
        </p:nvGraphicFramePr>
        <p:xfrm>
          <a:off x="5940152" y="3338797"/>
          <a:ext cx="210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88" name="Equation" r:id="rId15" imgW="2108160" imgH="342720" progId="Equation.DSMT4">
                  <p:embed/>
                </p:oleObj>
              </mc:Choice>
              <mc:Fallback>
                <p:oleObj name="Equation" r:id="rId15" imgW="2108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40152" y="3338797"/>
                        <a:ext cx="2108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573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8EAAF8C0-98F6-4894-9FCD-21A88B598F26}"/>
              </a:ext>
            </a:extLst>
          </p:cNvPr>
          <p:cNvSpPr txBox="1">
            <a:spLocks noChangeArrowheads="1"/>
          </p:cNvSpPr>
          <p:nvPr/>
        </p:nvSpPr>
        <p:spPr>
          <a:xfrm>
            <a:off x="928464" y="627534"/>
            <a:ext cx="601980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  <a:cs typeface="+mn-cs"/>
              </a:rPr>
              <a:t>常用基本积分公式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4F5E5DB-EF1E-4366-B58D-ED7F0BF00D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626451"/>
              </p:ext>
            </p:extLst>
          </p:nvPr>
        </p:nvGraphicFramePr>
        <p:xfrm>
          <a:off x="1254125" y="1541463"/>
          <a:ext cx="16383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2" name="Equation" r:id="rId3" imgW="1638000" imgH="507960" progId="Equation.DSMT4">
                  <p:embed/>
                </p:oleObj>
              </mc:Choice>
              <mc:Fallback>
                <p:oleObj name="Equation" r:id="rId3" imgW="1638000" imgH="50796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1541463"/>
                        <a:ext cx="1638300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255F75C-E0DD-4B13-AF7E-5A05AB754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543677"/>
              </p:ext>
            </p:extLst>
          </p:nvPr>
        </p:nvGraphicFramePr>
        <p:xfrm>
          <a:off x="1262063" y="2351088"/>
          <a:ext cx="1624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3" name="Equation" r:id="rId5" imgW="1625400" imgH="507960" progId="Equation.DSMT4">
                  <p:embed/>
                </p:oleObj>
              </mc:Choice>
              <mc:Fallback>
                <p:oleObj name="Equation" r:id="rId5" imgW="1625400" imgH="50796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2351088"/>
                        <a:ext cx="1624012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46599CE-F1BB-4AFA-B7BA-48B106F02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9462672"/>
              </p:ext>
            </p:extLst>
          </p:nvPr>
        </p:nvGraphicFramePr>
        <p:xfrm>
          <a:off x="3005707" y="1588681"/>
          <a:ext cx="1865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4" name="Equation" r:id="rId7" imgW="1866900" imgH="431800" progId="Equation.DSMT4">
                  <p:embed/>
                </p:oleObj>
              </mc:Choice>
              <mc:Fallback>
                <p:oleObj name="Equation" r:id="rId7" imgW="1866900" imgH="4318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5707" y="1588681"/>
                        <a:ext cx="186531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A539B48-90C6-4630-BBD9-2BB0F264D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585715"/>
              </p:ext>
            </p:extLst>
          </p:nvPr>
        </p:nvGraphicFramePr>
        <p:xfrm>
          <a:off x="3191792" y="2389436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5" name="Equation" r:id="rId9" imgW="1612900" imgH="431800" progId="Equation.DSMT4">
                  <p:embed/>
                </p:oleObj>
              </mc:Choice>
              <mc:Fallback>
                <p:oleObj name="Equation" r:id="rId9" imgW="1612900" imgH="4318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792" y="2389436"/>
                        <a:ext cx="1612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B50F17E-E207-47EB-AED5-200218425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497696"/>
              </p:ext>
            </p:extLst>
          </p:nvPr>
        </p:nvGraphicFramePr>
        <p:xfrm>
          <a:off x="1254125" y="3140075"/>
          <a:ext cx="162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6" name="Equation" r:id="rId11" imgW="1625400" imgH="507960" progId="Equation.DSMT4">
                  <p:embed/>
                </p:oleObj>
              </mc:Choice>
              <mc:Fallback>
                <p:oleObj name="Equation" r:id="rId11" imgW="1625400" imgH="5079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3140075"/>
                        <a:ext cx="162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9C6A9C1-5E7B-46CA-8B34-36EE391328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216277"/>
              </p:ext>
            </p:extLst>
          </p:nvPr>
        </p:nvGraphicFramePr>
        <p:xfrm>
          <a:off x="1260475" y="3935413"/>
          <a:ext cx="162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7" name="Equation" r:id="rId13" imgW="1625400" imgH="507960" progId="Equation.DSMT4">
                  <p:embed/>
                </p:oleObj>
              </mc:Choice>
              <mc:Fallback>
                <p:oleObj name="Equation" r:id="rId13" imgW="1625400" imgH="5079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935413"/>
                        <a:ext cx="162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2ECD5F-3560-48A4-A316-9FB47366EF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635815"/>
              </p:ext>
            </p:extLst>
          </p:nvPr>
        </p:nvGraphicFramePr>
        <p:xfrm>
          <a:off x="3191792" y="3154908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8" name="Equation" r:id="rId15" imgW="2489200" imgH="431800" progId="Equation.DSMT4">
                  <p:embed/>
                </p:oleObj>
              </mc:Choice>
              <mc:Fallback>
                <p:oleObj name="Equation" r:id="rId15" imgW="2489200" imgH="4318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792" y="3154908"/>
                        <a:ext cx="2489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26277FA-B036-436F-855A-053A961DB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865530"/>
              </p:ext>
            </p:extLst>
          </p:nvPr>
        </p:nvGraphicFramePr>
        <p:xfrm>
          <a:off x="3183855" y="3971471"/>
          <a:ext cx="2476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69" name="Equation" r:id="rId17" imgW="2476500" imgH="431800" progId="Equation.DSMT4">
                  <p:embed/>
                </p:oleObj>
              </mc:Choice>
              <mc:Fallback>
                <p:oleObj name="Equation" r:id="rId17" imgW="2476500" imgH="431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855" y="3971471"/>
                        <a:ext cx="2476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542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D5F7A4B-48F0-4346-9E2C-28A5AD39BA3D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603333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28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A274BC73-9934-4664-9ABC-3EA39178E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49912"/>
              </p:ext>
            </p:extLst>
          </p:nvPr>
        </p:nvGraphicFramePr>
        <p:xfrm>
          <a:off x="2267744" y="704933"/>
          <a:ext cx="13319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4" name="Equation" r:id="rId3" imgW="1333440" imgH="507960" progId="Equation.DSMT4">
                  <p:embed/>
                </p:oleObj>
              </mc:Choice>
              <mc:Fallback>
                <p:oleObj name="Equation" r:id="rId3" imgW="1333440" imgH="50796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D20E7C7A-DD66-4652-9BB8-3A6A33360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704933"/>
                        <a:ext cx="13319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DB033050-5E4E-41FD-94D9-C6B0730D5065}"/>
              </a:ext>
            </a:extLst>
          </p:cNvPr>
          <p:cNvSpPr txBox="1">
            <a:spLocks noChangeArrowheads="1"/>
          </p:cNvSpPr>
          <p:nvPr/>
        </p:nvSpPr>
        <p:spPr>
          <a:xfrm>
            <a:off x="953046" y="1312076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879D384-DED5-4ECE-BBC7-CD0F231843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320382"/>
              </p:ext>
            </p:extLst>
          </p:nvPr>
        </p:nvGraphicFramePr>
        <p:xfrm>
          <a:off x="3165766" y="1388670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5" name="Equation" r:id="rId5" imgW="2260440" imgH="507960" progId="Equation.DSMT4">
                  <p:embed/>
                </p:oleObj>
              </mc:Choice>
              <mc:Fallback>
                <p:oleObj name="Equation" r:id="rId5" imgW="22604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65766" y="1388670"/>
                        <a:ext cx="2260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2EA19C83-3583-4DB8-8995-CAC8F71A9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7965951"/>
              </p:ext>
            </p:extLst>
          </p:nvPr>
        </p:nvGraphicFramePr>
        <p:xfrm>
          <a:off x="1893888" y="1363663"/>
          <a:ext cx="13065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6" name="Equation" r:id="rId7" imgW="1307880" imgH="507960" progId="Equation.DSMT4">
                  <p:embed/>
                </p:oleObj>
              </mc:Choice>
              <mc:Fallback>
                <p:oleObj name="Equation" r:id="rId7" imgW="1307880" imgH="50796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A274BC73-9934-4664-9ABC-3EA39178E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1363663"/>
                        <a:ext cx="13065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A1FD9B8-E50D-46C5-9F3C-C4E27C06F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13472"/>
              </p:ext>
            </p:extLst>
          </p:nvPr>
        </p:nvGraphicFramePr>
        <p:xfrm>
          <a:off x="3165766" y="2211710"/>
          <a:ext cx="279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7" name="Equation" r:id="rId9" imgW="2793960" imgH="507960" progId="Equation.DSMT4">
                  <p:embed/>
                </p:oleObj>
              </mc:Choice>
              <mc:Fallback>
                <p:oleObj name="Equation" r:id="rId9" imgW="27939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879D384-DED5-4ECE-BBC7-CD0F231843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65766" y="2211710"/>
                        <a:ext cx="2794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7771AF8-D88F-4C71-AD7D-596788A48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864848"/>
              </p:ext>
            </p:extLst>
          </p:nvPr>
        </p:nvGraphicFramePr>
        <p:xfrm>
          <a:off x="3186545" y="3219822"/>
          <a:ext cx="825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8" name="Equation" r:id="rId11" imgW="825480" imgH="342720" progId="Equation.DSMT4">
                  <p:embed/>
                </p:oleObj>
              </mc:Choice>
              <mc:Fallback>
                <p:oleObj name="Equation" r:id="rId11" imgW="8254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A1FD9B8-E50D-46C5-9F3C-C4E27C06FE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86545" y="3219822"/>
                        <a:ext cx="825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B7D815B-29EB-4651-9BC4-6B326E0B8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943135"/>
              </p:ext>
            </p:extLst>
          </p:nvPr>
        </p:nvGraphicFramePr>
        <p:xfrm>
          <a:off x="4067944" y="3003922"/>
          <a:ext cx="1447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9" name="Equation" r:id="rId13" imgW="1447560" imgH="774360" progId="Equation.DSMT4">
                  <p:embed/>
                </p:oleObj>
              </mc:Choice>
              <mc:Fallback>
                <p:oleObj name="Equation" r:id="rId13" imgW="14475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7944" y="3003922"/>
                        <a:ext cx="1447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8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C23F37B-FED6-4C21-AA3C-1B9E8AF50CCA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603333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29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4FB18563-88F1-44AD-A212-0ED57F0BC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7177"/>
              </p:ext>
            </p:extLst>
          </p:nvPr>
        </p:nvGraphicFramePr>
        <p:xfrm>
          <a:off x="2287588" y="704850"/>
          <a:ext cx="12922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6" name="Equation" r:id="rId3" imgW="1295280" imgH="507960" progId="Equation.DSMT4">
                  <p:embed/>
                </p:oleObj>
              </mc:Choice>
              <mc:Fallback>
                <p:oleObj name="Equation" r:id="rId3" imgW="1295280" imgH="50796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A274BC73-9934-4664-9ABC-3EA39178E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704850"/>
                        <a:ext cx="129222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978DAE59-187A-4AA2-85F2-4FA5864DFA7E}"/>
              </a:ext>
            </a:extLst>
          </p:cNvPr>
          <p:cNvSpPr txBox="1">
            <a:spLocks noChangeArrowheads="1"/>
          </p:cNvSpPr>
          <p:nvPr/>
        </p:nvSpPr>
        <p:spPr>
          <a:xfrm>
            <a:off x="953046" y="1312076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2275A2-B954-4E9B-8E1E-55E9FB8CFD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5460681"/>
              </p:ext>
            </p:extLst>
          </p:nvPr>
        </p:nvGraphicFramePr>
        <p:xfrm>
          <a:off x="3076575" y="1389063"/>
          <a:ext cx="243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7" name="Equation" r:id="rId5" imgW="2438280" imgH="507960" progId="Equation.DSMT4">
                  <p:embed/>
                </p:oleObj>
              </mc:Choice>
              <mc:Fallback>
                <p:oleObj name="Equation" r:id="rId5" imgW="243828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879D384-DED5-4ECE-BBC7-CD0F231843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6575" y="1389063"/>
                        <a:ext cx="2438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479B457-E5DA-4939-8878-C48976624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748583"/>
              </p:ext>
            </p:extLst>
          </p:nvPr>
        </p:nvGraphicFramePr>
        <p:xfrm>
          <a:off x="1912938" y="1363663"/>
          <a:ext cx="1268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8" name="Equation" r:id="rId7" imgW="1269720" imgH="507960" progId="Equation.DSMT4">
                  <p:embed/>
                </p:oleObj>
              </mc:Choice>
              <mc:Fallback>
                <p:oleObj name="Equation" r:id="rId7" imgW="1269720" imgH="50796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2EA19C83-3583-4DB8-8995-CAC8F71A90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938" y="1363663"/>
                        <a:ext cx="12684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5E42959-7372-45CD-911A-9D0527A39D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930519"/>
              </p:ext>
            </p:extLst>
          </p:nvPr>
        </p:nvGraphicFramePr>
        <p:xfrm>
          <a:off x="3021073" y="2183390"/>
          <a:ext cx="304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59" name="Equation" r:id="rId9" imgW="3047760" imgH="507960" progId="Equation.DSMT4">
                  <p:embed/>
                </p:oleObj>
              </mc:Choice>
              <mc:Fallback>
                <p:oleObj name="Equation" r:id="rId9" imgW="3047760" imgH="507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A1FD9B8-E50D-46C5-9F3C-C4E27C06FE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21073" y="2183390"/>
                        <a:ext cx="3048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EE885B8-E598-4AEA-8AE3-8BED06EEA2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285145"/>
              </p:ext>
            </p:extLst>
          </p:nvPr>
        </p:nvGraphicFramePr>
        <p:xfrm>
          <a:off x="2938248" y="2814638"/>
          <a:ext cx="289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0" name="Equation" r:id="rId11" imgW="2895480" imgH="914400" progId="Equation.DSMT4">
                  <p:embed/>
                </p:oleObj>
              </mc:Choice>
              <mc:Fallback>
                <p:oleObj name="Equation" r:id="rId11" imgW="2895480" imgH="914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7771AF8-D88F-4C71-AD7D-596788A48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8248" y="2814638"/>
                        <a:ext cx="2895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629A726-823D-41C3-9A90-867B14729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042191"/>
              </p:ext>
            </p:extLst>
          </p:nvPr>
        </p:nvGraphicFramePr>
        <p:xfrm>
          <a:off x="2860675" y="3864246"/>
          <a:ext cx="265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1" name="Equation" r:id="rId13" imgW="2654280" imgH="787320" progId="Equation.DSMT4">
                  <p:embed/>
                </p:oleObj>
              </mc:Choice>
              <mc:Fallback>
                <p:oleObj name="Equation" r:id="rId13" imgW="26542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60675" y="3864246"/>
                        <a:ext cx="2654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588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EF87B31-B524-4F7E-BF56-CF95B043F663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603333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5022874-438A-4DAC-9E78-7932F5B42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537415"/>
              </p:ext>
            </p:extLst>
          </p:nvPr>
        </p:nvGraphicFramePr>
        <p:xfrm>
          <a:off x="2339752" y="654133"/>
          <a:ext cx="191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3" name="Equation" r:id="rId3" imgW="1917360" imgH="507960" progId="Equation.DSMT4">
                  <p:embed/>
                </p:oleObj>
              </mc:Choice>
              <mc:Fallback>
                <p:oleObj name="Equation" r:id="rId3" imgW="19173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654133"/>
                        <a:ext cx="1917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>
            <a:extLst>
              <a:ext uri="{FF2B5EF4-FFF2-40B4-BE49-F238E27FC236}">
                <a16:creationId xmlns:a16="http://schemas.microsoft.com/office/drawing/2014/main" id="{43C33D14-BD30-4852-B494-2D2083A6E221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1386479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F2CDF7D-ADE9-44F6-8007-13D34E4BA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620128"/>
              </p:ext>
            </p:extLst>
          </p:nvPr>
        </p:nvGraphicFramePr>
        <p:xfrm>
          <a:off x="1547664" y="1437279"/>
          <a:ext cx="459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4" name="Equation" r:id="rId5" imgW="4597200" imgH="507960" progId="Equation.DSMT4">
                  <p:embed/>
                </p:oleObj>
              </mc:Choice>
              <mc:Fallback>
                <p:oleObj name="Equation" r:id="rId5" imgW="4597200" imgH="507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5022874-438A-4DAC-9E78-7932F5B42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437279"/>
                        <a:ext cx="4597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311D4E3-ACA9-4200-90DE-214F27DDD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86757"/>
              </p:ext>
            </p:extLst>
          </p:nvPr>
        </p:nvGraphicFramePr>
        <p:xfrm>
          <a:off x="3419872" y="2213629"/>
          <a:ext cx="320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5" name="Equation" r:id="rId7" imgW="3200400" imgH="507960" progId="Equation.DSMT4">
                  <p:embed/>
                </p:oleObj>
              </mc:Choice>
              <mc:Fallback>
                <p:oleObj name="Equation" r:id="rId7" imgW="320040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F2CDF7D-ADE9-44F6-8007-13D34E4BAA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872" y="2213629"/>
                        <a:ext cx="320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1668E06-105F-408A-B61D-E8FDE858D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401766"/>
              </p:ext>
            </p:extLst>
          </p:nvPr>
        </p:nvGraphicFramePr>
        <p:xfrm>
          <a:off x="3415324" y="3075806"/>
          <a:ext cx="309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6" name="Equation" r:id="rId9" imgW="3098520" imgH="507960" progId="Equation.DSMT4">
                  <p:embed/>
                </p:oleObj>
              </mc:Choice>
              <mc:Fallback>
                <p:oleObj name="Equation" r:id="rId9" imgW="309852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311D4E3-ACA9-4200-90DE-214F27DDDD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15324" y="3075806"/>
                        <a:ext cx="3098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DD5BD11-2A9D-4DC8-9157-25EC1533CF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885271"/>
              </p:ext>
            </p:extLst>
          </p:nvPr>
        </p:nvGraphicFramePr>
        <p:xfrm>
          <a:off x="3415324" y="3852156"/>
          <a:ext cx="2514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757" name="Equation" r:id="rId11" imgW="2514600" imgH="774360" progId="Equation.DSMT4">
                  <p:embed/>
                </p:oleObj>
              </mc:Choice>
              <mc:Fallback>
                <p:oleObj name="Equation" r:id="rId11" imgW="2514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5324" y="3852156"/>
                        <a:ext cx="2514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729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E5434B7-516C-49BE-B997-51639DBECF61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95486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A9323C2-DB64-47BD-80D7-5787232F2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944470"/>
              </p:ext>
            </p:extLst>
          </p:nvPr>
        </p:nvGraphicFramePr>
        <p:xfrm>
          <a:off x="2325246" y="246286"/>
          <a:ext cx="191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0" name="Equation" r:id="rId3" imgW="1917360" imgH="507960" progId="Equation.DSMT4">
                  <p:embed/>
                </p:oleObj>
              </mc:Choice>
              <mc:Fallback>
                <p:oleObj name="Equation" r:id="rId3" imgW="1917360" imgH="507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5022874-438A-4DAC-9E78-7932F5B42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25246" y="246286"/>
                        <a:ext cx="1917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AA7E5967-E289-4956-8B7E-6FF6DA37D779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978632"/>
            <a:ext cx="1593850" cy="6096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D760C73-FF42-418D-AD25-F1FC5C13E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615132"/>
              </p:ext>
            </p:extLst>
          </p:nvPr>
        </p:nvGraphicFramePr>
        <p:xfrm>
          <a:off x="1389142" y="1029432"/>
          <a:ext cx="457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1" name="Equation" r:id="rId5" imgW="4572000" imgH="507960" progId="Equation.DSMT4">
                  <p:embed/>
                </p:oleObj>
              </mc:Choice>
              <mc:Fallback>
                <p:oleObj name="Equation" r:id="rId5" imgW="457200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F2CDF7D-ADE9-44F6-8007-13D34E4BAA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9142" y="1029432"/>
                        <a:ext cx="4572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06F6DEF-449A-4EB2-A652-160350FC8A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406049"/>
              </p:ext>
            </p:extLst>
          </p:nvPr>
        </p:nvGraphicFramePr>
        <p:xfrm>
          <a:off x="3331026" y="1702685"/>
          <a:ext cx="331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2" name="Equation" r:id="rId7" imgW="3314520" imgH="507960" progId="Equation.DSMT4">
                  <p:embed/>
                </p:oleObj>
              </mc:Choice>
              <mc:Fallback>
                <p:oleObj name="Equation" r:id="rId7" imgW="331452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311D4E3-ACA9-4200-90DE-214F27DDDD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31026" y="1702685"/>
                        <a:ext cx="3314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37E103C-9D54-4068-B35F-37ABD420FE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42449"/>
              </p:ext>
            </p:extLst>
          </p:nvPr>
        </p:nvGraphicFramePr>
        <p:xfrm>
          <a:off x="3308028" y="2431721"/>
          <a:ext cx="4343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3" name="Equation" r:id="rId9" imgW="4343400" imgH="507960" progId="Equation.DSMT4">
                  <p:embed/>
                </p:oleObj>
              </mc:Choice>
              <mc:Fallback>
                <p:oleObj name="Equation" r:id="rId9" imgW="4343400" imgH="507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1668E06-105F-408A-B61D-E8FDE858D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08028" y="2431721"/>
                        <a:ext cx="4343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732779B-6902-4B8E-A5EC-97A476C3E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787766"/>
              </p:ext>
            </p:extLst>
          </p:nvPr>
        </p:nvGraphicFramePr>
        <p:xfrm>
          <a:off x="3333358" y="3933907"/>
          <a:ext cx="3594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4" name="Equation" r:id="rId11" imgW="3593880" imgH="774360" progId="Equation.DSMT4">
                  <p:embed/>
                </p:oleObj>
              </mc:Choice>
              <mc:Fallback>
                <p:oleObj name="Equation" r:id="rId11" imgW="3593880" imgH="7743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DD5BD11-2A9D-4DC8-9157-25EC1533CF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3358" y="3933907"/>
                        <a:ext cx="3594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7EFCC7E-9ADB-4BF0-9F25-592CA0F15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008426"/>
              </p:ext>
            </p:extLst>
          </p:nvPr>
        </p:nvGraphicFramePr>
        <p:xfrm>
          <a:off x="3308028" y="3215734"/>
          <a:ext cx="422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845" name="Equation" r:id="rId13" imgW="4228920" imgH="507960" progId="Equation.DSMT4">
                  <p:embed/>
                </p:oleObj>
              </mc:Choice>
              <mc:Fallback>
                <p:oleObj name="Equation" r:id="rId13" imgW="422892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37E103C-9D54-4068-B35F-37ABD420F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08028" y="3215734"/>
                        <a:ext cx="4229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858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3">
            <a:extLst>
              <a:ext uri="{FF2B5EF4-FFF2-40B4-BE49-F238E27FC236}">
                <a16:creationId xmlns:a16="http://schemas.microsoft.com/office/drawing/2014/main" id="{5BE8EF1C-89AA-43E1-9E31-4470F8593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1470"/>
            <a:ext cx="10081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BE0AD6A-2F81-4C3B-A688-E28A7434D2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666499"/>
              </p:ext>
            </p:extLst>
          </p:nvPr>
        </p:nvGraphicFramePr>
        <p:xfrm>
          <a:off x="3945989" y="816018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28" name="Equation" r:id="rId3" imgW="1409400" imgH="406080" progId="Equation.DSMT4">
                  <p:embed/>
                </p:oleObj>
              </mc:Choice>
              <mc:Fallback>
                <p:oleObj name="Equation" r:id="rId3" imgW="1409400" imgH="406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FBED32C-5038-4054-A01E-891D6B2D8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5989" y="816018"/>
                        <a:ext cx="140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3">
            <a:extLst>
              <a:ext uri="{FF2B5EF4-FFF2-40B4-BE49-F238E27FC236}">
                <a16:creationId xmlns:a16="http://schemas.microsoft.com/office/drawing/2014/main" id="{9F3A8D5B-4773-4369-ABFE-487D974FE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285" y="755551"/>
            <a:ext cx="79208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1.</a:t>
            </a:r>
            <a:r>
              <a:rPr lang="zh-CN" altLang="en-US" sz="2400" b="1" dirty="0">
                <a:latin typeface="+mn-ea"/>
              </a:rPr>
              <a:t>对于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F1E5FA8-400E-41A9-90B9-DB0A4EE75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741278"/>
              </p:ext>
            </p:extLst>
          </p:nvPr>
        </p:nvGraphicFramePr>
        <p:xfrm>
          <a:off x="1750287" y="803453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29" name="Equation" r:id="rId5" imgW="2158920" imgH="507960" progId="Equation.DSMT4">
                  <p:embed/>
                </p:oleObj>
              </mc:Choice>
              <mc:Fallback>
                <p:oleObj name="Equation" r:id="rId5" imgW="2158920" imgH="5079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FBED32C-5038-4054-A01E-891D6B2D8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0287" y="803453"/>
                        <a:ext cx="2159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3">
            <a:extLst>
              <a:ext uri="{FF2B5EF4-FFF2-40B4-BE49-F238E27FC236}">
                <a16:creationId xmlns:a16="http://schemas.microsoft.com/office/drawing/2014/main" id="{92694AD0-F9AF-4133-BEE6-B9F4B3B33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4107" y="766615"/>
            <a:ext cx="116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作变换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95C8A84-2EF4-4207-A48F-CF721AEF1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017275"/>
              </p:ext>
            </p:extLst>
          </p:nvPr>
        </p:nvGraphicFramePr>
        <p:xfrm>
          <a:off x="6472976" y="894405"/>
          <a:ext cx="1168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0" name="Equation" r:id="rId7" imgW="1168200" imgH="266400" progId="Equation.DSMT4">
                  <p:embed/>
                </p:oleObj>
              </mc:Choice>
              <mc:Fallback>
                <p:oleObj name="Equation" r:id="rId7" imgW="1168200" imgH="266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91C91A7-33E5-4BB3-BF97-86AC941BA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2976" y="894405"/>
                        <a:ext cx="1168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23">
            <a:extLst>
              <a:ext uri="{FF2B5EF4-FFF2-40B4-BE49-F238E27FC236}">
                <a16:creationId xmlns:a16="http://schemas.microsoft.com/office/drawing/2014/main" id="{495BFF63-4999-4CF5-A7CF-F2CA0D463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83" y="1326067"/>
            <a:ext cx="26364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可求得不定积分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DC0FCDD1-36FA-41AD-97A6-718E182B8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835685"/>
            <a:ext cx="79208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对于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397742B-B109-4207-A5FE-C5D65E418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911397"/>
              </p:ext>
            </p:extLst>
          </p:nvPr>
        </p:nvGraphicFramePr>
        <p:xfrm>
          <a:off x="1750287" y="1875386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1" name="Equation" r:id="rId9" imgW="2158920" imgH="507960" progId="Equation.DSMT4">
                  <p:embed/>
                </p:oleObj>
              </mc:Choice>
              <mc:Fallback>
                <p:oleObj name="Equation" r:id="rId9" imgW="2158920" imgH="507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F1E5FA8-400E-41A9-90B9-DB0A4EE75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50287" y="1875386"/>
                        <a:ext cx="2159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3">
            <a:extLst>
              <a:ext uri="{FF2B5EF4-FFF2-40B4-BE49-F238E27FC236}">
                <a16:creationId xmlns:a16="http://schemas.microsoft.com/office/drawing/2014/main" id="{F4901CEB-39FB-493C-BF7B-0AAB7BC14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761" y="1832489"/>
            <a:ext cx="11703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作变换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505AB07-B65D-48D6-BFB8-748596BA06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733239"/>
              </p:ext>
            </p:extLst>
          </p:nvPr>
        </p:nvGraphicFramePr>
        <p:xfrm>
          <a:off x="6728079" y="1897197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2" name="Equation" r:id="rId11" imgW="1130040" imgH="330120" progId="Equation.DSMT4">
                  <p:embed/>
                </p:oleObj>
              </mc:Choice>
              <mc:Fallback>
                <p:oleObj name="Equation" r:id="rId11" imgW="113004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95C8A84-2EF4-4207-A48F-CF721AEF1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28079" y="1897197"/>
                        <a:ext cx="1130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3">
            <a:extLst>
              <a:ext uri="{FF2B5EF4-FFF2-40B4-BE49-F238E27FC236}">
                <a16:creationId xmlns:a16="http://schemas.microsoft.com/office/drawing/2014/main" id="{FB73E500-AAB8-4F97-86C0-EC98F295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66" y="2484290"/>
            <a:ext cx="26364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可求得不定积分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AD1F5F3D-597B-4BF0-BF0A-EE48B1EF3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281355"/>
              </p:ext>
            </p:extLst>
          </p:nvPr>
        </p:nvGraphicFramePr>
        <p:xfrm>
          <a:off x="3360082" y="3132895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3" name="Equation" r:id="rId13" imgW="2031840" imgH="507960" progId="Equation.DSMT4">
                  <p:embed/>
                </p:oleObj>
              </mc:Choice>
              <mc:Fallback>
                <p:oleObj name="Equation" r:id="rId13" imgW="2031840" imgH="50796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082" y="3132895"/>
                        <a:ext cx="2032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>
            <a:extLst>
              <a:ext uri="{FF2B5EF4-FFF2-40B4-BE49-F238E27FC236}">
                <a16:creationId xmlns:a16="http://schemas.microsoft.com/office/drawing/2014/main" id="{970FBAA5-698A-4960-8F64-3A83295BE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7650" y="3018069"/>
            <a:ext cx="3502677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 dirty="0">
                <a:latin typeface="+mn-ea"/>
              </a:rPr>
              <a:t>当     中至少有一个为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22" name="Object 6">
            <a:extLst>
              <a:ext uri="{FF2B5EF4-FFF2-40B4-BE49-F238E27FC236}">
                <a16:creationId xmlns:a16="http://schemas.microsoft.com/office/drawing/2014/main" id="{F16A6900-E034-47E5-AB57-1CA885FD5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052610"/>
              </p:ext>
            </p:extLst>
          </p:nvPr>
        </p:nvGraphicFramePr>
        <p:xfrm>
          <a:off x="5919615" y="3253545"/>
          <a:ext cx="558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4" name="Equation" r:id="rId15" imgW="13411200" imgH="6400800" progId="Equation.DSMT4">
                  <p:embed/>
                </p:oleObj>
              </mc:Choice>
              <mc:Fallback>
                <p:oleObj name="Equation" r:id="rId15" imgW="13411200" imgH="6400800" progId="Equation.DSMT4">
                  <p:embed/>
                  <p:pic>
                    <p:nvPicPr>
                      <p:cNvPr id="1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615" y="3253545"/>
                        <a:ext cx="5588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>
            <a:extLst>
              <a:ext uri="{FF2B5EF4-FFF2-40B4-BE49-F238E27FC236}">
                <a16:creationId xmlns:a16="http://schemas.microsoft.com/office/drawing/2014/main" id="{4F4AF91C-E7FB-4C26-9029-6559E94B1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11" y="3156063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综合起来，对积分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54A2E7-4D90-48E0-BB01-33094152104D}"/>
              </a:ext>
            </a:extLst>
          </p:cNvPr>
          <p:cNvSpPr/>
          <p:nvPr/>
        </p:nvSpPr>
        <p:spPr>
          <a:xfrm>
            <a:off x="180322" y="3848194"/>
            <a:ext cx="5908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奇数</a:t>
            </a:r>
            <a:r>
              <a:rPr lang="zh-CN" altLang="en-US" sz="2400" b="1" dirty="0">
                <a:latin typeface="+mn-ea"/>
              </a:rPr>
              <a:t>时，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分离出来凑微分</a:t>
            </a:r>
            <a:r>
              <a:rPr lang="zh-CN" altLang="en-US" sz="2400" b="1" dirty="0">
                <a:latin typeface="+mn-ea"/>
              </a:rPr>
              <a:t>可求得不定积分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dirty="0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2BD645A5-22B4-48D7-B777-8EFE2E97FC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92054"/>
              </p:ext>
            </p:extLst>
          </p:nvPr>
        </p:nvGraphicFramePr>
        <p:xfrm>
          <a:off x="3998691" y="1899360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35" name="Equation" r:id="rId17" imgW="1409400" imgH="406080" progId="Equation.DSMT4">
                  <p:embed/>
                </p:oleObj>
              </mc:Choice>
              <mc:Fallback>
                <p:oleObj name="Equation" r:id="rId17" imgW="1409400" imgH="406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BE0AD6A-2F81-4C3B-A688-E28A7434D2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98691" y="1899360"/>
                        <a:ext cx="140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2778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DBC7DA0-D087-4904-8857-51142A127B09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603333"/>
            <a:ext cx="1512168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63E338E-1A7C-487D-AA4C-1FE117749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124989"/>
              </p:ext>
            </p:extLst>
          </p:nvPr>
        </p:nvGraphicFramePr>
        <p:xfrm>
          <a:off x="2441812" y="654133"/>
          <a:ext cx="1181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2" name="Equation" r:id="rId3" imgW="1180800" imgH="507960" progId="Equation.DSMT4">
                  <p:embed/>
                </p:oleObj>
              </mc:Choice>
              <mc:Fallback>
                <p:oleObj name="Equation" r:id="rId3" imgW="118080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A9323C2-DB64-47BD-80D7-5787232F2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1812" y="654133"/>
                        <a:ext cx="1181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>
            <a:extLst>
              <a:ext uri="{FF2B5EF4-FFF2-40B4-BE49-F238E27FC236}">
                <a16:creationId xmlns:a16="http://schemas.microsoft.com/office/drawing/2014/main" id="{7840B50F-271C-4A83-92F8-806C1FD794AE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1444098"/>
            <a:ext cx="561558" cy="39318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DC58C23-6E3E-4C95-A2CB-74BAF81F77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339035"/>
              </p:ext>
            </p:extLst>
          </p:nvPr>
        </p:nvGraphicFramePr>
        <p:xfrm>
          <a:off x="2003671" y="1386479"/>
          <a:ext cx="1130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3" name="Equation" r:id="rId5" imgW="1130040" imgH="507960" progId="Equation.DSMT4">
                  <p:embed/>
                </p:oleObj>
              </mc:Choice>
              <mc:Fallback>
                <p:oleObj name="Equation" r:id="rId5" imgW="113004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63E338E-1A7C-487D-AA4C-1FE117749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03671" y="1386479"/>
                        <a:ext cx="1130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5CFE6F5-BAD7-40FB-B161-DEBAAF92C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150225"/>
              </p:ext>
            </p:extLst>
          </p:nvPr>
        </p:nvGraphicFramePr>
        <p:xfrm>
          <a:off x="1744203" y="2966315"/>
          <a:ext cx="204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4" name="Equation" r:id="rId7" imgW="2044440" imgH="723600" progId="Equation.DSMT4">
                  <p:embed/>
                </p:oleObj>
              </mc:Choice>
              <mc:Fallback>
                <p:oleObj name="Equation" r:id="rId7" imgW="204444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DC58C23-6E3E-4C95-A2CB-74BAF81F7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44203" y="2966315"/>
                        <a:ext cx="2044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25AA505-D4EC-4ABC-9EF1-E781FF2FF0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274263"/>
              </p:ext>
            </p:extLst>
          </p:nvPr>
        </p:nvGraphicFramePr>
        <p:xfrm>
          <a:off x="1743312" y="2068447"/>
          <a:ext cx="1879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5" name="Equation" r:id="rId9" imgW="1879560" imgH="723600" progId="Equation.DSMT4">
                  <p:embed/>
                </p:oleObj>
              </mc:Choice>
              <mc:Fallback>
                <p:oleObj name="Equation" r:id="rId9" imgW="1879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3312" y="2068447"/>
                        <a:ext cx="1879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2D06C038-AA3B-4778-A2F2-91C185EA6907}"/>
              </a:ext>
            </a:extLst>
          </p:cNvPr>
          <p:cNvSpPr txBox="1">
            <a:spLocks noChangeArrowheads="1"/>
          </p:cNvSpPr>
          <p:nvPr/>
        </p:nvSpPr>
        <p:spPr>
          <a:xfrm>
            <a:off x="5364088" y="654133"/>
            <a:ext cx="1512168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33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DDCEA77-82B2-4511-83F9-E25893E811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188206"/>
              </p:ext>
            </p:extLst>
          </p:nvPr>
        </p:nvGraphicFramePr>
        <p:xfrm>
          <a:off x="6784975" y="704850"/>
          <a:ext cx="121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6" name="Equation" r:id="rId11" imgW="1218960" imgH="507960" progId="Equation.DSMT4">
                  <p:embed/>
                </p:oleObj>
              </mc:Choice>
              <mc:Fallback>
                <p:oleObj name="Equation" r:id="rId11" imgW="12189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63E338E-1A7C-487D-AA4C-1FE117749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84975" y="704850"/>
                        <a:ext cx="1219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ECD8CB0A-442E-4002-915D-F08A2641999A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0" y="1484845"/>
            <a:ext cx="534144" cy="40963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69F60C5-7E9A-4E6E-A187-9952BD2ED7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087654"/>
              </p:ext>
            </p:extLst>
          </p:nvPr>
        </p:nvGraphicFramePr>
        <p:xfrm>
          <a:off x="6245225" y="1488079"/>
          <a:ext cx="116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7" name="Equation" r:id="rId13" imgW="1168200" imgH="507960" progId="Equation.DSMT4">
                  <p:embed/>
                </p:oleObj>
              </mc:Choice>
              <mc:Fallback>
                <p:oleObj name="Equation" r:id="rId13" imgW="116820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DC58C23-6E3E-4C95-A2CB-74BAF81F77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5225" y="1488079"/>
                        <a:ext cx="1168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797ADB7-8DF8-4EBD-974A-EF2BD1B13A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917768"/>
              </p:ext>
            </p:extLst>
          </p:nvPr>
        </p:nvGraphicFramePr>
        <p:xfrm>
          <a:off x="5972464" y="3007621"/>
          <a:ext cx="204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8" name="Equation" r:id="rId15" imgW="2044440" imgH="723600" progId="Equation.DSMT4">
                  <p:embed/>
                </p:oleObj>
              </mc:Choice>
              <mc:Fallback>
                <p:oleObj name="Equation" r:id="rId15" imgW="204444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5CFE6F5-BAD7-40FB-B161-DEBAAF92C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72464" y="3007621"/>
                        <a:ext cx="2044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C3E0EC2-DB91-4107-8607-CCFBB15CF8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498192"/>
              </p:ext>
            </p:extLst>
          </p:nvPr>
        </p:nvGraphicFramePr>
        <p:xfrm>
          <a:off x="5981700" y="2199918"/>
          <a:ext cx="189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29" name="Equation" r:id="rId17" imgW="1892160" imgH="723600" progId="Equation.DSMT4">
                  <p:embed/>
                </p:oleObj>
              </mc:Choice>
              <mc:Fallback>
                <p:oleObj name="Equation" r:id="rId17" imgW="189216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25AA505-D4EC-4ABC-9EF1-E781FF2FF0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981700" y="2199918"/>
                        <a:ext cx="1892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68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744238A-04ED-4638-8206-5D8322D7C991}"/>
              </a:ext>
            </a:extLst>
          </p:cNvPr>
          <p:cNvSpPr txBox="1">
            <a:spLocks noChangeArrowheads="1"/>
          </p:cNvSpPr>
          <p:nvPr/>
        </p:nvSpPr>
        <p:spPr>
          <a:xfrm>
            <a:off x="855147" y="268637"/>
            <a:ext cx="142587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34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BEA5E5-1A80-40D2-975B-FF67D0F1F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53574"/>
              </p:ext>
            </p:extLst>
          </p:nvPr>
        </p:nvGraphicFramePr>
        <p:xfrm>
          <a:off x="2280801" y="339502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4" name="Equation" r:id="rId3" imgW="1930320" imgH="507960" progId="Equation.DSMT4">
                  <p:embed/>
                </p:oleObj>
              </mc:Choice>
              <mc:Fallback>
                <p:oleObj name="Equation" r:id="rId3" imgW="19303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63E338E-1A7C-487D-AA4C-1FE117749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0801" y="339502"/>
                        <a:ext cx="193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3709411D-24F8-481E-945D-7C7E5E70C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307193"/>
              </p:ext>
            </p:extLst>
          </p:nvPr>
        </p:nvGraphicFramePr>
        <p:xfrm>
          <a:off x="2413943" y="872119"/>
          <a:ext cx="2728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5" name="Equation" r:id="rId5" imgW="65532000" imgH="17373600" progId="Equation.DSMT4">
                  <p:embed/>
                </p:oleObj>
              </mc:Choice>
              <mc:Fallback>
                <p:oleObj name="Equation" r:id="rId5" imgW="65532000" imgH="1737360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943" y="872119"/>
                        <a:ext cx="2728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>
            <a:extLst>
              <a:ext uri="{FF2B5EF4-FFF2-40B4-BE49-F238E27FC236}">
                <a16:creationId xmlns:a16="http://schemas.microsoft.com/office/drawing/2014/main" id="{F5473044-5892-4320-B8A3-9C5787507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477884"/>
              </p:ext>
            </p:extLst>
          </p:nvPr>
        </p:nvGraphicFramePr>
        <p:xfrm>
          <a:off x="2418701" y="1805006"/>
          <a:ext cx="20939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6" name="Equation" r:id="rId7" imgW="50292000" imgH="17373600" progId="Equation.DSMT4">
                  <p:embed/>
                </p:oleObj>
              </mc:Choice>
              <mc:Fallback>
                <p:oleObj name="Equation" r:id="rId7" imgW="50292000" imgH="173736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701" y="1805006"/>
                        <a:ext cx="20939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>
            <a:extLst>
              <a:ext uri="{FF2B5EF4-FFF2-40B4-BE49-F238E27FC236}">
                <a16:creationId xmlns:a16="http://schemas.microsoft.com/office/drawing/2014/main" id="{DE01345B-F79A-478F-BF56-2E918F8C2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457744"/>
              </p:ext>
            </p:extLst>
          </p:nvPr>
        </p:nvGraphicFramePr>
        <p:xfrm>
          <a:off x="2437889" y="2813118"/>
          <a:ext cx="22590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7" name="Equation" r:id="rId9" imgW="54254400" imgH="17373600" progId="Equation.DSMT4">
                  <p:embed/>
                </p:oleObj>
              </mc:Choice>
              <mc:Fallback>
                <p:oleObj name="Equation" r:id="rId9" imgW="54254400" imgH="173736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7889" y="2813118"/>
                        <a:ext cx="22590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464DC599-8602-45EC-B6AE-F5BC691B40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108618"/>
              </p:ext>
            </p:extLst>
          </p:nvPr>
        </p:nvGraphicFramePr>
        <p:xfrm>
          <a:off x="2432208" y="3821230"/>
          <a:ext cx="64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8" name="Equation" r:id="rId11" imgW="15544800" imgH="17678400" progId="Equation.DSMT4">
                  <p:embed/>
                </p:oleObj>
              </mc:Choice>
              <mc:Fallback>
                <p:oleObj name="Equation" r:id="rId11" imgW="15544800" imgH="17678400" progId="Equation.DSMT4">
                  <p:embed/>
                  <p:pic>
                    <p:nvPicPr>
                      <p:cNvPr id="7209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208" y="3821230"/>
                        <a:ext cx="647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13C7C4ED-D389-431C-8EB8-1ADF7AF707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955586"/>
              </p:ext>
            </p:extLst>
          </p:nvPr>
        </p:nvGraphicFramePr>
        <p:xfrm>
          <a:off x="3079908" y="3820579"/>
          <a:ext cx="18666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889" name="Equation" r:id="rId13" imgW="1866600" imgH="736560" progId="Equation.DSMT4">
                  <p:embed/>
                </p:oleObj>
              </mc:Choice>
              <mc:Fallback>
                <p:oleObj name="Equation" r:id="rId13" imgW="1866600" imgH="736560" progId="Equation.DSMT4">
                  <p:embed/>
                  <p:pic>
                    <p:nvPicPr>
                      <p:cNvPr id="72090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908" y="3820579"/>
                        <a:ext cx="18666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2552F802-0B91-43FC-8F0B-B4D92D021E4E}"/>
              </a:ext>
            </a:extLst>
          </p:cNvPr>
          <p:cNvSpPr/>
          <p:nvPr/>
        </p:nvSpPr>
        <p:spPr>
          <a:xfrm>
            <a:off x="1615276" y="100001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/>
              </a:rPr>
              <a:t>原式</a:t>
            </a:r>
            <a:endParaRPr lang="zh-CN" altLang="en-US" dirty="0"/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BD58C6A5-E7F2-42B0-8EF7-48991DCFB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13" y="975033"/>
            <a:ext cx="63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89219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941F491-A96B-4102-A4EB-D986E15C9C4F}"/>
              </a:ext>
            </a:extLst>
          </p:cNvPr>
          <p:cNvSpPr txBox="1">
            <a:spLocks noChangeArrowheads="1"/>
          </p:cNvSpPr>
          <p:nvPr/>
        </p:nvSpPr>
        <p:spPr>
          <a:xfrm>
            <a:off x="883216" y="432707"/>
            <a:ext cx="1497662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35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B39ED27-4F56-469B-86B6-703BA29F06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093024"/>
              </p:ext>
            </p:extLst>
          </p:nvPr>
        </p:nvGraphicFramePr>
        <p:xfrm>
          <a:off x="2339975" y="557552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36" name="Equation" r:id="rId3" imgW="1930320" imgH="507960" progId="Equation.DSMT4">
                  <p:embed/>
                </p:oleObj>
              </mc:Choice>
              <mc:Fallback>
                <p:oleObj name="Equation" r:id="rId3" imgW="19303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1BEA5E5-1A80-40D2-975B-FF67D0F1F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975" y="557552"/>
                        <a:ext cx="193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8B0F5041-2E7B-4BBC-ADDC-3E54FF25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664" y="130972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83D9E97-44D0-40F6-8FB7-F6DE11614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726459"/>
              </p:ext>
            </p:extLst>
          </p:nvPr>
        </p:nvGraphicFramePr>
        <p:xfrm>
          <a:off x="1547664" y="1223405"/>
          <a:ext cx="554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37" name="Equation" r:id="rId5" imgW="5549760" imgH="736560" progId="Equation.DSMT4">
                  <p:embed/>
                </p:oleObj>
              </mc:Choice>
              <mc:Fallback>
                <p:oleObj name="Equation" r:id="rId5" imgW="554976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B39ED27-4F56-469B-86B6-703BA29F06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223405"/>
                        <a:ext cx="5549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E8AB681-759B-47AC-AA84-8AC5834A6D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128573"/>
              </p:ext>
            </p:extLst>
          </p:nvPr>
        </p:nvGraphicFramePr>
        <p:xfrm>
          <a:off x="1115616" y="2056801"/>
          <a:ext cx="447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38" name="Equation" r:id="rId7" imgW="4470120" imgH="736560" progId="Equation.DSMT4">
                  <p:embed/>
                </p:oleObj>
              </mc:Choice>
              <mc:Fallback>
                <p:oleObj name="Equation" r:id="rId7" imgW="44701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83D9E97-44D0-40F6-8FB7-F6DE11614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2056801"/>
                        <a:ext cx="4470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65DF6533-2213-4494-8FE7-9EB999AA0CC2}"/>
              </a:ext>
            </a:extLst>
          </p:cNvPr>
          <p:cNvGrpSpPr/>
          <p:nvPr/>
        </p:nvGrpSpPr>
        <p:grpSpPr>
          <a:xfrm>
            <a:off x="1043608" y="2915547"/>
            <a:ext cx="5407093" cy="736600"/>
            <a:chOff x="1043608" y="2915547"/>
            <a:chExt cx="5407093" cy="7366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18F32F2-5B7D-458A-8AB4-70A3DD337D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1852624"/>
                </p:ext>
              </p:extLst>
            </p:nvPr>
          </p:nvGraphicFramePr>
          <p:xfrm>
            <a:off x="1043608" y="2915547"/>
            <a:ext cx="3009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939" name="Equation" r:id="rId9" imgW="3009600" imgH="736560" progId="Equation.DSMT4">
                    <p:embed/>
                  </p:oleObj>
                </mc:Choice>
                <mc:Fallback>
                  <p:oleObj name="Equation" r:id="rId9" imgW="3009600" imgH="7365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E8AB681-759B-47AC-AA84-8AC5834A6DE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3608" y="2915547"/>
                          <a:ext cx="30099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6708DF7B-A738-459D-A511-BC85B84E4A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2601712"/>
                </p:ext>
              </p:extLst>
            </p:nvPr>
          </p:nvGraphicFramePr>
          <p:xfrm>
            <a:off x="4088501" y="2915547"/>
            <a:ext cx="2362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4940" name="Equation" r:id="rId11" imgW="2361960" imgH="736560" progId="Equation.DSMT4">
                    <p:embed/>
                  </p:oleObj>
                </mc:Choice>
                <mc:Fallback>
                  <p:oleObj name="Equation" r:id="rId11" imgW="2361960" imgH="736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18F32F2-5B7D-458A-8AB4-70A3DD337D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88501" y="2915547"/>
                          <a:ext cx="2362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3DF618F-B0E1-4D5B-AD22-E07811FF61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61669"/>
              </p:ext>
            </p:extLst>
          </p:nvPr>
        </p:nvGraphicFramePr>
        <p:xfrm>
          <a:off x="1043608" y="3823607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41" name="Equation" r:id="rId13" imgW="3124080" imgH="736560" progId="Equation.DSMT4">
                  <p:embed/>
                </p:oleObj>
              </mc:Choice>
              <mc:Fallback>
                <p:oleObj name="Equation" r:id="rId13" imgW="31240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18F32F2-5B7D-458A-8AB4-70A3DD337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3608" y="3823607"/>
                        <a:ext cx="3124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1C9AF7E-0157-4A76-AAEB-B35AC46DD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130639"/>
              </p:ext>
            </p:extLst>
          </p:nvPr>
        </p:nvGraphicFramePr>
        <p:xfrm>
          <a:off x="4219575" y="3810000"/>
          <a:ext cx="246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942" name="Equation" r:id="rId15" imgW="2463480" imgH="736560" progId="Equation.DSMT4">
                  <p:embed/>
                </p:oleObj>
              </mc:Choice>
              <mc:Fallback>
                <p:oleObj name="Equation" r:id="rId15" imgW="246348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708DF7B-A738-459D-A511-BC85B84E4A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19575" y="3810000"/>
                        <a:ext cx="246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28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B152A733-B809-4212-81E8-C6F5CB400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771729"/>
              </p:ext>
            </p:extLst>
          </p:nvPr>
        </p:nvGraphicFramePr>
        <p:xfrm>
          <a:off x="1259632" y="267494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8" name="Equation" r:id="rId3" imgW="3124080" imgH="736560" progId="Equation.DSMT4">
                  <p:embed/>
                </p:oleObj>
              </mc:Choice>
              <mc:Fallback>
                <p:oleObj name="Equation" r:id="rId3" imgW="312408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3DF618F-B0E1-4D5B-AD22-E07811FF6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267494"/>
                        <a:ext cx="3124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342B6F8-1216-4F04-BB4B-743747C89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967347"/>
              </p:ext>
            </p:extLst>
          </p:nvPr>
        </p:nvGraphicFramePr>
        <p:xfrm>
          <a:off x="4435599" y="253887"/>
          <a:ext cx="246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9" name="Equation" r:id="rId5" imgW="2463480" imgH="736560" progId="Equation.DSMT4">
                  <p:embed/>
                </p:oleObj>
              </mc:Choice>
              <mc:Fallback>
                <p:oleObj name="Equation" r:id="rId5" imgW="24634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1C9AF7E-0157-4A76-AAEB-B35AC46DD5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35599" y="253887"/>
                        <a:ext cx="246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1569C71-ADCC-4548-81AF-EFD63165C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491459"/>
              </p:ext>
            </p:extLst>
          </p:nvPr>
        </p:nvGraphicFramePr>
        <p:xfrm>
          <a:off x="1238106" y="1150516"/>
          <a:ext cx="2540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0" name="Equation" r:id="rId7" imgW="2539800" imgH="736560" progId="Equation.DSMT4">
                  <p:embed/>
                </p:oleObj>
              </mc:Choice>
              <mc:Fallback>
                <p:oleObj name="Equation" r:id="rId7" imgW="253980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B152A733-B809-4212-81E8-C6F5CB4000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38106" y="1150516"/>
                        <a:ext cx="2540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1982875-1EAE-4887-B3A7-D465213D2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388388"/>
              </p:ext>
            </p:extLst>
          </p:nvPr>
        </p:nvGraphicFramePr>
        <p:xfrm>
          <a:off x="3923928" y="1150516"/>
          <a:ext cx="237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1" name="Equation" r:id="rId9" imgW="2374560" imgH="736560" progId="Equation.DSMT4">
                  <p:embed/>
                </p:oleObj>
              </mc:Choice>
              <mc:Fallback>
                <p:oleObj name="Equation" r:id="rId9" imgW="237456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342B6F8-1216-4F04-BB4B-743747C89C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23928" y="1150516"/>
                        <a:ext cx="237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E6DAA84-FF17-4DDF-A23F-9FBDA5B6FF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296828"/>
              </p:ext>
            </p:extLst>
          </p:nvPr>
        </p:nvGraphicFramePr>
        <p:xfrm>
          <a:off x="1247590" y="2065352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2" name="Equation" r:id="rId11" imgW="2819160" imgH="736560" progId="Equation.DSMT4">
                  <p:embed/>
                </p:oleObj>
              </mc:Choice>
              <mc:Fallback>
                <p:oleObj name="Equation" r:id="rId11" imgW="281916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1569C71-ADCC-4548-81AF-EFD63165CE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47590" y="2065352"/>
                        <a:ext cx="281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746D5D0-5E04-4C72-BF7E-82157FD49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207684"/>
              </p:ext>
            </p:extLst>
          </p:nvPr>
        </p:nvGraphicFramePr>
        <p:xfrm>
          <a:off x="4221444" y="2065352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3" name="Equation" r:id="rId13" imgW="1587240" imgH="736560" progId="Equation.DSMT4">
                  <p:embed/>
                </p:oleObj>
              </mc:Choice>
              <mc:Fallback>
                <p:oleObj name="Equation" r:id="rId13" imgW="158724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1982875-1EAE-4887-B3A7-D465213D2A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221444" y="2065352"/>
                        <a:ext cx="1587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5F98964-8C49-4D19-958A-6D44BAC87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725249"/>
              </p:ext>
            </p:extLst>
          </p:nvPr>
        </p:nvGraphicFramePr>
        <p:xfrm>
          <a:off x="1237680" y="3003873"/>
          <a:ext cx="199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4" name="Equation" r:id="rId15" imgW="1993680" imgH="736560" progId="Equation.DSMT4">
                  <p:embed/>
                </p:oleObj>
              </mc:Choice>
              <mc:Fallback>
                <p:oleObj name="Equation" r:id="rId15" imgW="19936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E6DAA84-FF17-4DDF-A23F-9FBDA5B6FF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37680" y="3003873"/>
                        <a:ext cx="1993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F940EB2-2A16-4278-8B73-F0CA90C51A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071917"/>
              </p:ext>
            </p:extLst>
          </p:nvPr>
        </p:nvGraphicFramePr>
        <p:xfrm>
          <a:off x="3275856" y="3039632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5" name="Equation" r:id="rId17" imgW="2019240" imgH="736560" progId="Equation.DSMT4">
                  <p:embed/>
                </p:oleObj>
              </mc:Choice>
              <mc:Fallback>
                <p:oleObj name="Equation" r:id="rId17" imgW="20192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746D5D0-5E04-4C72-BF7E-82157FD493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75856" y="3039632"/>
                        <a:ext cx="2019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959AC56-E590-4A1A-8568-C1698A16E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564824"/>
              </p:ext>
            </p:extLst>
          </p:nvPr>
        </p:nvGraphicFramePr>
        <p:xfrm>
          <a:off x="1238106" y="3866786"/>
          <a:ext cx="146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6" name="Equation" r:id="rId19" imgW="1460160" imgH="736560" progId="Equation.DSMT4">
                  <p:embed/>
                </p:oleObj>
              </mc:Choice>
              <mc:Fallback>
                <p:oleObj name="Equation" r:id="rId19" imgW="14601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5F98964-8C49-4D19-958A-6D44BAC87E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38106" y="3866786"/>
                        <a:ext cx="1460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2340319-EAE2-4C53-AE1E-15EDE325E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506197"/>
              </p:ext>
            </p:extLst>
          </p:nvPr>
        </p:nvGraphicFramePr>
        <p:xfrm>
          <a:off x="2821732" y="3910451"/>
          <a:ext cx="207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7" name="Equation" r:id="rId21" imgW="2070000" imgH="736560" progId="Equation.DSMT4">
                  <p:embed/>
                </p:oleObj>
              </mc:Choice>
              <mc:Fallback>
                <p:oleObj name="Equation" r:id="rId21" imgW="207000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F940EB2-2A16-4278-8B73-F0CA90C51A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821732" y="3910451"/>
                        <a:ext cx="207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42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E7E75619-1DFF-45B8-B5FE-BC4334F46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940140"/>
              </p:ext>
            </p:extLst>
          </p:nvPr>
        </p:nvGraphicFramePr>
        <p:xfrm>
          <a:off x="2915816" y="774993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0" name="Equation" r:id="rId3" imgW="2031840" imgH="507960" progId="Equation.DSMT4">
                  <p:embed/>
                </p:oleObj>
              </mc:Choice>
              <mc:Fallback>
                <p:oleObj name="Equation" r:id="rId3" imgW="2031840" imgH="50796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AD1F5F3D-597B-4BF0-BF0A-EE48B1EF3D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774993"/>
                        <a:ext cx="2032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>
            <a:extLst>
              <a:ext uri="{FF2B5EF4-FFF2-40B4-BE49-F238E27FC236}">
                <a16:creationId xmlns:a16="http://schemas.microsoft.com/office/drawing/2014/main" id="{E5A515A8-2878-4B54-BF23-71473AB23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560" y="695360"/>
            <a:ext cx="3851920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 dirty="0">
                <a:latin typeface="+mn-ea"/>
              </a:rPr>
              <a:t>当     均为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偶数</a:t>
            </a:r>
            <a:r>
              <a:rPr lang="zh-CN" altLang="en-US" sz="2400" b="1" dirty="0">
                <a:latin typeface="+mn-ea"/>
              </a:rPr>
              <a:t>时，可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F53DB02C-5B49-407B-A6E1-6C858C9CDD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453727"/>
              </p:ext>
            </p:extLst>
          </p:nvPr>
        </p:nvGraphicFramePr>
        <p:xfrm>
          <a:off x="5580112" y="933088"/>
          <a:ext cx="558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1" name="Equation" r:id="rId5" imgW="13411200" imgH="6400800" progId="Equation.DSMT4">
                  <p:embed/>
                </p:oleObj>
              </mc:Choice>
              <mc:Fallback>
                <p:oleObj name="Equation" r:id="rId5" imgW="13411200" imgH="6400800" progId="Equation.DSMT4">
                  <p:embed/>
                  <p:pic>
                    <p:nvPicPr>
                      <p:cNvPr id="22" name="Object 6">
                        <a:extLst>
                          <a:ext uri="{FF2B5EF4-FFF2-40B4-BE49-F238E27FC236}">
                            <a16:creationId xmlns:a16="http://schemas.microsoft.com/office/drawing/2014/main" id="{F16A6900-E034-47E5-AB57-1CA885FD5F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933088"/>
                        <a:ext cx="5588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98380BA1-93BC-4ADF-9FC7-2A85B9C41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90773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lang="zh-CN" altLang="en-US" sz="2400" b="1" dirty="0">
                <a:latin typeface="+mn-ea"/>
              </a:rPr>
              <a:t>   对积分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9654650-7EAB-480D-BB2A-F7AD5A81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39" y="1551790"/>
            <a:ext cx="8523305" cy="53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 dirty="0">
                <a:latin typeface="+mn-ea"/>
              </a:rPr>
              <a:t>通过                                  逐步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降幂</a:t>
            </a:r>
            <a:r>
              <a:rPr lang="zh-CN" altLang="en-US" sz="2400" b="1" dirty="0">
                <a:latin typeface="+mn-ea"/>
              </a:rPr>
              <a:t>求积分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2B65A2F-735D-46DF-A270-51D8F5E18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16632"/>
              </p:ext>
            </p:extLst>
          </p:nvPr>
        </p:nvGraphicFramePr>
        <p:xfrm>
          <a:off x="1115616" y="1546967"/>
          <a:ext cx="228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2" name="Equation" r:id="rId7" imgW="2286000" imgH="723600" progId="Equation.DSMT4">
                  <p:embed/>
                </p:oleObj>
              </mc:Choice>
              <mc:Fallback>
                <p:oleObj name="Equation" r:id="rId7" imgW="22860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5616" y="1546967"/>
                        <a:ext cx="2286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B662B9A-C495-401A-8DB8-F48349F2F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738552"/>
              </p:ext>
            </p:extLst>
          </p:nvPr>
        </p:nvGraphicFramePr>
        <p:xfrm>
          <a:off x="3754438" y="1506538"/>
          <a:ext cx="233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93" name="Equation" r:id="rId9" imgW="2336760" imgH="723600" progId="Equation.DSMT4">
                  <p:embed/>
                </p:oleObj>
              </mc:Choice>
              <mc:Fallback>
                <p:oleObj name="Equation" r:id="rId9" imgW="233676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2B65A2F-735D-46DF-A270-51D8F5E18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54438" y="1506538"/>
                        <a:ext cx="2336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70173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FF0F678-B1C0-4FEB-9F25-1C05C9FF1275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36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B9CC322-2073-47D8-AA68-274934EEC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099702"/>
              </p:ext>
            </p:extLst>
          </p:nvPr>
        </p:nvGraphicFramePr>
        <p:xfrm>
          <a:off x="2339752" y="513110"/>
          <a:ext cx="1193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5" name="Equation" r:id="rId3" imgW="1193760" imgH="507960" progId="Equation.DSMT4">
                  <p:embed/>
                </p:oleObj>
              </mc:Choice>
              <mc:Fallback>
                <p:oleObj name="Equation" r:id="rId3" imgW="11937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B39ED27-4F56-469B-86B6-703BA29F06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513110"/>
                        <a:ext cx="1193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A1F7069F-DAED-4A9C-B38B-D790E0625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98" y="127560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286D419-B7CD-4FC6-8DBB-2BF9CD5A1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905696"/>
              </p:ext>
            </p:extLst>
          </p:nvPr>
        </p:nvGraphicFramePr>
        <p:xfrm>
          <a:off x="1619672" y="1275606"/>
          <a:ext cx="309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6" name="Equation" r:id="rId5" imgW="3098520" imgH="507960" progId="Equation.DSMT4">
                  <p:embed/>
                </p:oleObj>
              </mc:Choice>
              <mc:Fallback>
                <p:oleObj name="Equation" r:id="rId5" imgW="30985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B9CC322-2073-47D8-AA68-274934EEC6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1275606"/>
                        <a:ext cx="3098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843C9EF-24A5-41F3-AA09-235A3A7B02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73755"/>
              </p:ext>
            </p:extLst>
          </p:nvPr>
        </p:nvGraphicFramePr>
        <p:xfrm>
          <a:off x="2754313" y="2060575"/>
          <a:ext cx="273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7" name="Equation" r:id="rId7" imgW="2730240" imgH="507960" progId="Equation.DSMT4">
                  <p:embed/>
                </p:oleObj>
              </mc:Choice>
              <mc:Fallback>
                <p:oleObj name="Equation" r:id="rId7" imgW="273024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286D419-B7CD-4FC6-8DBB-2BF9CD5A1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54313" y="2060575"/>
                        <a:ext cx="2730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C13BDA6-CE58-4C03-81B7-F22E0138A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851252"/>
              </p:ext>
            </p:extLst>
          </p:nvPr>
        </p:nvGraphicFramePr>
        <p:xfrm>
          <a:off x="2754313" y="2931790"/>
          <a:ext cx="383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8" name="Equation" r:id="rId9" imgW="3835080" imgH="507960" progId="Equation.DSMT4">
                  <p:embed/>
                </p:oleObj>
              </mc:Choice>
              <mc:Fallback>
                <p:oleObj name="Equation" r:id="rId9" imgW="383508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843C9EF-24A5-41F3-AA09-235A3A7B0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54313" y="2931790"/>
                        <a:ext cx="3835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0C6302A-3CE4-40ED-9FD4-F0F0815E1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990211"/>
              </p:ext>
            </p:extLst>
          </p:nvPr>
        </p:nvGraphicFramePr>
        <p:xfrm>
          <a:off x="2717800" y="3651870"/>
          <a:ext cx="370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9" name="Equation" r:id="rId11" imgW="3708360" imgH="736560" progId="Equation.DSMT4">
                  <p:embed/>
                </p:oleObj>
              </mc:Choice>
              <mc:Fallback>
                <p:oleObj name="Equation" r:id="rId11" imgW="37083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C13BDA6-CE58-4C03-81B7-F22E0138A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7800" y="3651870"/>
                        <a:ext cx="3708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986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A0343BE-A186-41AE-B55A-520250FFFDED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37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F0B49BB-FBCE-4717-8622-2B6ED4FC20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504904"/>
              </p:ext>
            </p:extLst>
          </p:nvPr>
        </p:nvGraphicFramePr>
        <p:xfrm>
          <a:off x="2244725" y="512763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1" name="Equation" r:id="rId3" imgW="1930320" imgH="507960" progId="Equation.DSMT4">
                  <p:embed/>
                </p:oleObj>
              </mc:Choice>
              <mc:Fallback>
                <p:oleObj name="Equation" r:id="rId3" imgW="19303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B9CC322-2073-47D8-AA68-274934EEC6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4725" y="512763"/>
                        <a:ext cx="193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58419757-165F-44DE-8491-41DB33DCB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98" y="127560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C8944A-F17B-4050-B492-C39D374B10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86824"/>
              </p:ext>
            </p:extLst>
          </p:nvPr>
        </p:nvGraphicFramePr>
        <p:xfrm>
          <a:off x="1691680" y="1326232"/>
          <a:ext cx="1879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2" name="Equation" r:id="rId5" imgW="1879560" imgH="507960" progId="Equation.DSMT4">
                  <p:embed/>
                </p:oleObj>
              </mc:Choice>
              <mc:Fallback>
                <p:oleObj name="Equation" r:id="rId5" imgW="18795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F0B49BB-FBCE-4717-8622-2B6ED4FC2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326232"/>
                        <a:ext cx="1879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EA82DF9-8F12-4311-B90B-FC0092C75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007435"/>
              </p:ext>
            </p:extLst>
          </p:nvPr>
        </p:nvGraphicFramePr>
        <p:xfrm>
          <a:off x="1526580" y="2142543"/>
          <a:ext cx="2044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3" name="Equation" r:id="rId7" imgW="2044440" imgH="507960" progId="Equation.DSMT4">
                  <p:embed/>
                </p:oleObj>
              </mc:Choice>
              <mc:Fallback>
                <p:oleObj name="Equation" r:id="rId7" imgW="20444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6580" y="2142543"/>
                        <a:ext cx="2044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75431F0-C029-4147-95ED-E1CBDB50DA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647755"/>
              </p:ext>
            </p:extLst>
          </p:nvPr>
        </p:nvGraphicFramePr>
        <p:xfrm>
          <a:off x="1543557" y="2958854"/>
          <a:ext cx="1549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4" name="Equation" r:id="rId9" imgW="1549080" imgH="761760" progId="Equation.DSMT4">
                  <p:embed/>
                </p:oleObj>
              </mc:Choice>
              <mc:Fallback>
                <p:oleObj name="Equation" r:id="rId9" imgW="15490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3557" y="2958854"/>
                        <a:ext cx="154940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5">
            <a:extLst>
              <a:ext uri="{FF2B5EF4-FFF2-40B4-BE49-F238E27FC236}">
                <a16:creationId xmlns:a16="http://schemas.microsoft.com/office/drawing/2014/main" id="{8A250E53-8EC9-4454-8044-0839CA6B8681}"/>
              </a:ext>
            </a:extLst>
          </p:cNvPr>
          <p:cNvSpPr txBox="1">
            <a:spLocks noChangeArrowheads="1"/>
          </p:cNvSpPr>
          <p:nvPr/>
        </p:nvSpPr>
        <p:spPr>
          <a:xfrm>
            <a:off x="460344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38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8375C88-7C9D-439C-84CE-AD5EA9D8E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812405"/>
              </p:ext>
            </p:extLst>
          </p:nvPr>
        </p:nvGraphicFramePr>
        <p:xfrm>
          <a:off x="5927725" y="512763"/>
          <a:ext cx="1943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5" name="Equation" r:id="rId11" imgW="1942920" imgH="507960" progId="Equation.DSMT4">
                  <p:embed/>
                </p:oleObj>
              </mc:Choice>
              <mc:Fallback>
                <p:oleObj name="Equation" r:id="rId11" imgW="19429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F0B49BB-FBCE-4717-8622-2B6ED4FC2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927725" y="512763"/>
                        <a:ext cx="1943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">
            <a:extLst>
              <a:ext uri="{FF2B5EF4-FFF2-40B4-BE49-F238E27FC236}">
                <a16:creationId xmlns:a16="http://schemas.microsoft.com/office/drawing/2014/main" id="{32943082-3F8C-4B77-B5D5-8E88AEF18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448" y="1275605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D77AD21-2911-446B-BE26-E68A82A723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681788"/>
              </p:ext>
            </p:extLst>
          </p:nvPr>
        </p:nvGraphicFramePr>
        <p:xfrm>
          <a:off x="5225748" y="1285404"/>
          <a:ext cx="1892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6" name="Equation" r:id="rId13" imgW="1892160" imgH="507960" progId="Equation.DSMT4">
                  <p:embed/>
                </p:oleObj>
              </mc:Choice>
              <mc:Fallback>
                <p:oleObj name="Equation" r:id="rId13" imgW="189216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5C8944A-F17B-4050-B492-C39D374B10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25748" y="1285404"/>
                        <a:ext cx="18923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049FAC1-0176-4630-8944-A0B6C29F9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418099"/>
              </p:ext>
            </p:extLst>
          </p:nvPr>
        </p:nvGraphicFramePr>
        <p:xfrm>
          <a:off x="4932040" y="2001564"/>
          <a:ext cx="3022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7" name="Equation" r:id="rId15" imgW="3022560" imgH="507960" progId="Equation.DSMT4">
                  <p:embed/>
                </p:oleObj>
              </mc:Choice>
              <mc:Fallback>
                <p:oleObj name="Equation" r:id="rId15" imgW="3022560" imgH="507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EA82DF9-8F12-4311-B90B-FC0092C755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32040" y="2001564"/>
                        <a:ext cx="3022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3819583-339C-4938-9BAE-359DBE3CC1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156522"/>
              </p:ext>
            </p:extLst>
          </p:nvPr>
        </p:nvGraphicFramePr>
        <p:xfrm>
          <a:off x="4932040" y="2704854"/>
          <a:ext cx="3467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8" name="Equation" r:id="rId17" imgW="3466800" imgH="507960" progId="Equation.DSMT4">
                  <p:embed/>
                </p:oleObj>
              </mc:Choice>
              <mc:Fallback>
                <p:oleObj name="Equation" r:id="rId17" imgW="3466800" imgH="507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049FAC1-0176-4630-8944-A0B6C29F96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32040" y="2704854"/>
                        <a:ext cx="3467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90E28EE-FAF5-49F3-8DAE-27995AF79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805486"/>
              </p:ext>
            </p:extLst>
          </p:nvPr>
        </p:nvGraphicFramePr>
        <p:xfrm>
          <a:off x="4908070" y="3408144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99" name="Equation" r:id="rId19" imgW="3352680" imgH="507960" progId="Equation.DSMT4">
                  <p:embed/>
                </p:oleObj>
              </mc:Choice>
              <mc:Fallback>
                <p:oleObj name="Equation" r:id="rId19" imgW="3352680" imgH="5079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53819583-339C-4938-9BAE-359DBE3CC1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08070" y="3408144"/>
                        <a:ext cx="3352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DA5D74F-36FD-4F23-9E44-200946FA3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018846"/>
              </p:ext>
            </p:extLst>
          </p:nvPr>
        </p:nvGraphicFramePr>
        <p:xfrm>
          <a:off x="4902119" y="3957290"/>
          <a:ext cx="2501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00" name="Equation" r:id="rId21" imgW="2501640" imgH="774360" progId="Equation.DSMT4">
                  <p:embed/>
                </p:oleObj>
              </mc:Choice>
              <mc:Fallback>
                <p:oleObj name="Equation" r:id="rId21" imgW="2501640" imgH="7743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D90E28EE-FAF5-49F3-8DAE-27995AF79C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902119" y="3957290"/>
                        <a:ext cx="2501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9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C9645D7E-9707-4461-8449-8AC28A6CFF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55398"/>
              </p:ext>
            </p:extLst>
          </p:nvPr>
        </p:nvGraphicFramePr>
        <p:xfrm>
          <a:off x="2903538" y="774700"/>
          <a:ext cx="2057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35" name="Equation" r:id="rId3" imgW="2057400" imgH="507960" progId="Equation.DSMT4">
                  <p:embed/>
                </p:oleObj>
              </mc:Choice>
              <mc:Fallback>
                <p:oleObj name="Equation" r:id="rId3" imgW="2057400" imgH="50796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E7E75619-1DFF-45B8-B5FE-BC4334F46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774700"/>
                        <a:ext cx="2057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5">
            <a:extLst>
              <a:ext uri="{FF2B5EF4-FFF2-40B4-BE49-F238E27FC236}">
                <a16:creationId xmlns:a16="http://schemas.microsoft.com/office/drawing/2014/main" id="{F2EBCDF3-687B-4629-BD31-480B2D678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208" y="671462"/>
            <a:ext cx="3851920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 dirty="0">
                <a:latin typeface="+mn-ea"/>
              </a:rPr>
              <a:t>作变换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Text Box 23">
            <a:extLst>
              <a:ext uri="{FF2B5EF4-FFF2-40B4-BE49-F238E27FC236}">
                <a16:creationId xmlns:a16="http://schemas.microsoft.com/office/drawing/2014/main" id="{620578E0-2E09-4CB5-8FC7-EA9B0AB83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90773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lang="zh-CN" altLang="en-US" sz="2400" b="1" dirty="0">
                <a:latin typeface="+mn-ea"/>
              </a:rPr>
              <a:t>   对积分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B463CC6-0FF9-4CE4-84C3-C29074E5A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13200"/>
              </p:ext>
            </p:extLst>
          </p:nvPr>
        </p:nvGraphicFramePr>
        <p:xfrm>
          <a:off x="5072785" y="790773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36" name="Equation" r:id="rId5" imgW="1409400" imgH="406080" progId="Equation.DSMT4">
                  <p:embed/>
                </p:oleObj>
              </mc:Choice>
              <mc:Fallback>
                <p:oleObj name="Equation" r:id="rId5" imgW="1409400" imgH="40608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2BD645A5-22B4-48D7-B777-8EFE2E97FC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2785" y="790773"/>
                        <a:ext cx="140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0B65376-380D-42AB-BA43-CDA52B8A9A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670365"/>
              </p:ext>
            </p:extLst>
          </p:nvPr>
        </p:nvGraphicFramePr>
        <p:xfrm>
          <a:off x="7600768" y="869205"/>
          <a:ext cx="1155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37" name="Equation" r:id="rId7" imgW="1155600" imgH="304560" progId="Equation.DSMT4">
                  <p:embed/>
                </p:oleObj>
              </mc:Choice>
              <mc:Fallback>
                <p:oleObj name="Equation" r:id="rId7" imgW="11556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00768" y="869205"/>
                        <a:ext cx="11557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3">
            <a:extLst>
              <a:ext uri="{FF2B5EF4-FFF2-40B4-BE49-F238E27FC236}">
                <a16:creationId xmlns:a16="http://schemas.microsoft.com/office/drawing/2014/main" id="{E94EE81A-D474-4590-868F-9AD41EA29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00477" y="1491630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可求得不定积分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88682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E3B01E-A8F8-49CA-AFDB-C26AE67D9389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39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F849DA9-C00E-4F90-9F88-2A04B9FE73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67134"/>
              </p:ext>
            </p:extLst>
          </p:nvPr>
        </p:nvGraphicFramePr>
        <p:xfrm>
          <a:off x="2251075" y="512763"/>
          <a:ext cx="1917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2" name="Equation" r:id="rId3" imgW="1917360" imgH="507960" progId="Equation.DSMT4">
                  <p:embed/>
                </p:oleObj>
              </mc:Choice>
              <mc:Fallback>
                <p:oleObj name="Equation" r:id="rId3" imgW="19173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F0B49BB-FBCE-4717-8622-2B6ED4FC20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1075" y="512763"/>
                        <a:ext cx="1917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F257E95D-19AF-44B3-B723-81F5294ED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98" y="127560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A4E4C7E-3FB5-4505-AB58-4E0A53FC0B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279850"/>
              </p:ext>
            </p:extLst>
          </p:nvPr>
        </p:nvGraphicFramePr>
        <p:xfrm>
          <a:off x="1691680" y="1275606"/>
          <a:ext cx="4508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3" name="Equation" r:id="rId5" imgW="4508280" imgH="507960" progId="Equation.DSMT4">
                  <p:embed/>
                </p:oleObj>
              </mc:Choice>
              <mc:Fallback>
                <p:oleObj name="Equation" r:id="rId5" imgW="450828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849DA9-C00E-4F90-9F88-2A04B9FE7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275606"/>
                        <a:ext cx="4508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82D5F9-8538-4AFE-9CE2-F69B9DB28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92749"/>
              </p:ext>
            </p:extLst>
          </p:nvPr>
        </p:nvGraphicFramePr>
        <p:xfrm>
          <a:off x="3491880" y="1959682"/>
          <a:ext cx="3365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4" name="Equation" r:id="rId7" imgW="3365280" imgH="507960" progId="Equation.DSMT4">
                  <p:embed/>
                </p:oleObj>
              </mc:Choice>
              <mc:Fallback>
                <p:oleObj name="Equation" r:id="rId7" imgW="336528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A4E4C7E-3FB5-4505-AB58-4E0A53FC0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1880" y="1959682"/>
                        <a:ext cx="3365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57B3689-5A7F-4D6A-9D39-455CFA334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312006"/>
              </p:ext>
            </p:extLst>
          </p:nvPr>
        </p:nvGraphicFramePr>
        <p:xfrm>
          <a:off x="3488967" y="2677213"/>
          <a:ext cx="4419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5" name="Equation" r:id="rId9" imgW="4419360" imgH="507960" progId="Equation.DSMT4">
                  <p:embed/>
                </p:oleObj>
              </mc:Choice>
              <mc:Fallback>
                <p:oleObj name="Equation" r:id="rId9" imgW="44193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082D5F9-8538-4AFE-9CE2-F69B9DB28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88967" y="2677213"/>
                        <a:ext cx="4419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5F3EF44-9D2E-4DC4-B4A2-074BD3765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993100"/>
              </p:ext>
            </p:extLst>
          </p:nvPr>
        </p:nvGraphicFramePr>
        <p:xfrm>
          <a:off x="3516320" y="3394744"/>
          <a:ext cx="4216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6" name="Equation" r:id="rId11" imgW="4216320" imgH="507960" progId="Equation.DSMT4">
                  <p:embed/>
                </p:oleObj>
              </mc:Choice>
              <mc:Fallback>
                <p:oleObj name="Equation" r:id="rId11" imgW="421632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57B3689-5A7F-4D6A-9D39-455CFA334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16320" y="3394744"/>
                        <a:ext cx="4216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FD68AC0-A1AF-4306-8D25-CE7A51F0C9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3810350"/>
              </p:ext>
            </p:extLst>
          </p:nvPr>
        </p:nvGraphicFramePr>
        <p:xfrm>
          <a:off x="3461080" y="4078820"/>
          <a:ext cx="3746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037" name="Equation" r:id="rId13" imgW="3746160" imgH="774360" progId="Equation.DSMT4">
                  <p:embed/>
                </p:oleObj>
              </mc:Choice>
              <mc:Fallback>
                <p:oleObj name="Equation" r:id="rId13" imgW="3746160" imgH="774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5F3EF44-9D2E-4DC4-B4A2-074BD37657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61080" y="4078820"/>
                        <a:ext cx="3746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42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464BD348-178B-4B64-8D81-2CEC5D76EA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676032"/>
              </p:ext>
            </p:extLst>
          </p:nvPr>
        </p:nvGraphicFramePr>
        <p:xfrm>
          <a:off x="2827338" y="774700"/>
          <a:ext cx="220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78" name="Equation" r:id="rId3" imgW="2209680" imgH="507960" progId="Equation.DSMT4">
                  <p:embed/>
                </p:oleObj>
              </mc:Choice>
              <mc:Fallback>
                <p:oleObj name="Equation" r:id="rId3" imgW="2209680" imgH="507960" progId="Equation.DSMT4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C9645D7E-9707-4461-8449-8AC28A6CFF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774700"/>
                        <a:ext cx="2209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3">
            <a:extLst>
              <a:ext uri="{FF2B5EF4-FFF2-40B4-BE49-F238E27FC236}">
                <a16:creationId xmlns:a16="http://schemas.microsoft.com/office/drawing/2014/main" id="{2E8F4E1B-4F19-4276-A6E7-4A4F9076E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790773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结论</a:t>
            </a:r>
            <a:r>
              <a:rPr lang="zh-CN" altLang="en-US" sz="2400" b="1" dirty="0">
                <a:latin typeface="+mn-ea"/>
              </a:rPr>
              <a:t>   对积分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D9B1E6A-FB29-473E-8289-F9291DE36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72975"/>
              </p:ext>
            </p:extLst>
          </p:nvPr>
        </p:nvGraphicFramePr>
        <p:xfrm>
          <a:off x="5072785" y="790773"/>
          <a:ext cx="140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79" name="Equation" r:id="rId5" imgW="1409400" imgH="406080" progId="Equation.DSMT4">
                  <p:embed/>
                </p:oleObj>
              </mc:Choice>
              <mc:Fallback>
                <p:oleObj name="Equation" r:id="rId5" imgW="1409400" imgH="406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B463CC6-0FF9-4CE4-84C3-C29074E5A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2785" y="790773"/>
                        <a:ext cx="1409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D032746-405F-4961-850C-A8DACB8A53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672154"/>
              </p:ext>
            </p:extLst>
          </p:nvPr>
        </p:nvGraphicFramePr>
        <p:xfrm>
          <a:off x="7524328" y="909788"/>
          <a:ext cx="1143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80" name="Equation" r:id="rId7" imgW="1143000" imgH="266400" progId="Equation.DSMT4">
                  <p:embed/>
                </p:oleObj>
              </mc:Choice>
              <mc:Fallback>
                <p:oleObj name="Equation" r:id="rId7" imgW="1143000" imgH="266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0B65376-380D-42AB-BA43-CDA52B8A9A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24328" y="909788"/>
                        <a:ext cx="1143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3">
            <a:extLst>
              <a:ext uri="{FF2B5EF4-FFF2-40B4-BE49-F238E27FC236}">
                <a16:creationId xmlns:a16="http://schemas.microsoft.com/office/drawing/2014/main" id="{962D4B61-6042-4E17-91D8-DBF955779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00477" y="1491630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可求得不定积分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B3DD7250-BB46-407B-829D-7A7F8B1C7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763140"/>
            <a:ext cx="3304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作变换</a:t>
            </a:r>
          </a:p>
        </p:txBody>
      </p:sp>
    </p:spTree>
    <p:extLst>
      <p:ext uri="{BB962C8B-B14F-4D97-AF65-F5344CB8AC3E}">
        <p14:creationId xmlns:p14="http://schemas.microsoft.com/office/powerpoint/2010/main" val="1970312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3C0352F-052E-4824-9B07-94B6C8559D86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52CD874-5486-4877-A549-F3272DC2D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630137"/>
              </p:ext>
            </p:extLst>
          </p:nvPr>
        </p:nvGraphicFramePr>
        <p:xfrm>
          <a:off x="2267744" y="513110"/>
          <a:ext cx="1981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5" name="Equation" r:id="rId3" imgW="1981080" imgH="507960" progId="Equation.DSMT4">
                  <p:embed/>
                </p:oleObj>
              </mc:Choice>
              <mc:Fallback>
                <p:oleObj name="Equation" r:id="rId3" imgW="198108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F849DA9-C00E-4F90-9F88-2A04B9FE7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513110"/>
                        <a:ext cx="1981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50C900D8-F4E4-401F-941A-0DD99C983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098" y="1275606"/>
            <a:ext cx="7055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A11CD4E-9122-4138-93CA-EAC86E5DB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696" y="1276593"/>
            <a:ext cx="4392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积化和差公式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D9657C9-672F-4A5E-873E-B0B799547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953557"/>
              </p:ext>
            </p:extLst>
          </p:nvPr>
        </p:nvGraphicFramePr>
        <p:xfrm>
          <a:off x="1953189" y="1851670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6" name="Equation" r:id="rId5" imgW="1930320" imgH="507960" progId="Equation.DSMT4">
                  <p:embed/>
                </p:oleObj>
              </mc:Choice>
              <mc:Fallback>
                <p:oleObj name="Equation" r:id="rId5" imgW="193032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52CD874-5486-4877-A549-F3272DC2D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3189" y="1851670"/>
                        <a:ext cx="1930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DB16E56-78A2-4E17-9110-EA14A76EB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897163"/>
              </p:ext>
            </p:extLst>
          </p:nvPr>
        </p:nvGraphicFramePr>
        <p:xfrm>
          <a:off x="1547664" y="2473082"/>
          <a:ext cx="3962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7" name="Equation" r:id="rId7" imgW="3962160" imgH="723600" progId="Equation.DSMT4">
                  <p:embed/>
                </p:oleObj>
              </mc:Choice>
              <mc:Fallback>
                <p:oleObj name="Equation" r:id="rId7" imgW="3962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47664" y="2473082"/>
                        <a:ext cx="3962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4C2A0B0-E21F-44C5-8EAF-B42558DD1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880681"/>
              </p:ext>
            </p:extLst>
          </p:nvPr>
        </p:nvGraphicFramePr>
        <p:xfrm>
          <a:off x="1601772" y="3310394"/>
          <a:ext cx="283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8" name="Equation" r:id="rId9" imgW="2831760" imgH="723600" progId="Equation.DSMT4">
                  <p:embed/>
                </p:oleObj>
              </mc:Choice>
              <mc:Fallback>
                <p:oleObj name="Equation" r:id="rId9" imgW="283176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B16E56-78A2-4E17-9110-EA14A76EB4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01772" y="3310394"/>
                        <a:ext cx="283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E02E44E-1D70-4C83-983C-37B20B06B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709377"/>
              </p:ext>
            </p:extLst>
          </p:nvPr>
        </p:nvGraphicFramePr>
        <p:xfrm>
          <a:off x="1619672" y="4119381"/>
          <a:ext cx="336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3059" name="Equation" r:id="rId11" imgW="3365280" imgH="736560" progId="Equation.DSMT4">
                  <p:embed/>
                </p:oleObj>
              </mc:Choice>
              <mc:Fallback>
                <p:oleObj name="Equation" r:id="rId11" imgW="3365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19672" y="4119381"/>
                        <a:ext cx="3365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2F577DD-A176-42F0-A06D-0B6154883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317918"/>
              </p:ext>
            </p:extLst>
          </p:nvPr>
        </p:nvGraphicFramePr>
        <p:xfrm>
          <a:off x="1763688" y="987574"/>
          <a:ext cx="481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23" name="Equation" r:id="rId3" imgW="4813200" imgH="723600" progId="Equation.DSMT4">
                  <p:embed/>
                </p:oleObj>
              </mc:Choice>
              <mc:Fallback>
                <p:oleObj name="Equation" r:id="rId3" imgW="481320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A2A9262-AE46-451D-98FE-7D7758C4A6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987574"/>
                        <a:ext cx="481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44ED001-5F40-4223-98B2-7A2CD824F4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920895"/>
              </p:ext>
            </p:extLst>
          </p:nvPr>
        </p:nvGraphicFramePr>
        <p:xfrm>
          <a:off x="1763688" y="2209800"/>
          <a:ext cx="5067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24" name="Equation" r:id="rId5" imgW="5067000" imgH="723600" progId="Equation.DSMT4">
                  <p:embed/>
                </p:oleObj>
              </mc:Choice>
              <mc:Fallback>
                <p:oleObj name="Equation" r:id="rId5" imgW="506700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2F577DD-A176-42F0-A06D-0B6154883D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2209800"/>
                        <a:ext cx="5067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E532E8B-74B2-4029-934F-986F9DCC0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039466"/>
              </p:ext>
            </p:extLst>
          </p:nvPr>
        </p:nvGraphicFramePr>
        <p:xfrm>
          <a:off x="1797050" y="3219450"/>
          <a:ext cx="4953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4025" name="Equation" r:id="rId7" imgW="4952880" imgH="723600" progId="Equation.DSMT4">
                  <p:embed/>
                </p:oleObj>
              </mc:Choice>
              <mc:Fallback>
                <p:oleObj name="Equation" r:id="rId7" imgW="495288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44ED001-5F40-4223-98B2-7A2CD824F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7050" y="3219450"/>
                        <a:ext cx="4953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7978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2511E69-D211-497B-AE72-2AFB0A0B79AA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C0670AA-AE20-412A-AA0A-7616AF0D8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351256"/>
              </p:ext>
            </p:extLst>
          </p:nvPr>
        </p:nvGraphicFramePr>
        <p:xfrm>
          <a:off x="1746250" y="512763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13" name="Equation" r:id="rId3" imgW="2260440" imgH="507960" progId="Equation.DSMT4">
                  <p:embed/>
                </p:oleObj>
              </mc:Choice>
              <mc:Fallback>
                <p:oleObj name="Equation" r:id="rId3" imgW="226044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52CD874-5486-4877-A549-F3272DC2D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46250" y="512763"/>
                        <a:ext cx="2260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C99117-7969-41D0-B908-C04F67A2DD5F}"/>
              </a:ext>
            </a:extLst>
          </p:cNvPr>
          <p:cNvCxnSpPr/>
          <p:nvPr/>
        </p:nvCxnSpPr>
        <p:spPr>
          <a:xfrm>
            <a:off x="4211960" y="843558"/>
            <a:ext cx="12295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CAF1EA5-80E3-4729-BECD-A20E3E8F5AFE}"/>
              </a:ext>
            </a:extLst>
          </p:cNvPr>
          <p:cNvSpPr txBox="1"/>
          <p:nvPr/>
        </p:nvSpPr>
        <p:spPr>
          <a:xfrm>
            <a:off x="5525451" y="58209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06FD2DA8-B3BF-4242-817C-F02EE4761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347614"/>
            <a:ext cx="81369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E065CF-0F4D-4A8C-B4F6-83137CEBC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335942"/>
              </p:ext>
            </p:extLst>
          </p:nvPr>
        </p:nvGraphicFramePr>
        <p:xfrm>
          <a:off x="2339752" y="1275606"/>
          <a:ext cx="276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14" name="Equation" r:id="rId5" imgW="2768400" imgH="723600" progId="Equation.DSMT4">
                  <p:embed/>
                </p:oleObj>
              </mc:Choice>
              <mc:Fallback>
                <p:oleObj name="Equation" r:id="rId5" imgW="2768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9752" y="1275606"/>
                        <a:ext cx="2768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9D2A68D-2010-4014-8B73-C06F674AF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006025"/>
              </p:ext>
            </p:extLst>
          </p:nvPr>
        </p:nvGraphicFramePr>
        <p:xfrm>
          <a:off x="2339752" y="2487675"/>
          <a:ext cx="2463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15" name="Equation" r:id="rId7" imgW="2463480" imgH="723600" progId="Equation.DSMT4">
                  <p:embed/>
                </p:oleObj>
              </mc:Choice>
              <mc:Fallback>
                <p:oleObj name="Equation" r:id="rId7" imgW="246348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8E1EA62-0AC2-4A79-B26B-766166F527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2487675"/>
                        <a:ext cx="2463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DF408DD-38AD-49A1-861A-70D2A3E325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790527"/>
              </p:ext>
            </p:extLst>
          </p:nvPr>
        </p:nvGraphicFramePr>
        <p:xfrm>
          <a:off x="2339975" y="3684599"/>
          <a:ext cx="177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16" name="Equation" r:id="rId9" imgW="1777680" imgH="723600" progId="Equation.DSMT4">
                  <p:embed/>
                </p:oleObj>
              </mc:Choice>
              <mc:Fallback>
                <p:oleObj name="Equation" r:id="rId9" imgW="177768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9D2A68D-2010-4014-8B73-C06F674AF3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9975" y="3684599"/>
                        <a:ext cx="1778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13B755F-0B50-41C5-872B-5C0C82630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343796"/>
              </p:ext>
            </p:extLst>
          </p:nvPr>
        </p:nvGraphicFramePr>
        <p:xfrm>
          <a:off x="4327302" y="329345"/>
          <a:ext cx="1562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117" name="Equation" r:id="rId11" imgW="1562040" imgH="723600" progId="Equation.DSMT4">
                  <p:embed/>
                </p:oleObj>
              </mc:Choice>
              <mc:Fallback>
                <p:oleObj name="Equation" r:id="rId11" imgW="156204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DF408DD-38AD-49A1-861A-70D2A3E32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27302" y="329345"/>
                        <a:ext cx="1562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83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93EC8AF-463C-4CF1-A91B-DBBCD6745DCF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8229902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42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j-cs"/>
              </a:rPr>
              <a:t>已知             且        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37ABFD7-C409-4881-AD0E-595D3CD47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64290"/>
              </p:ext>
            </p:extLst>
          </p:nvPr>
        </p:nvGraphicFramePr>
        <p:xfrm>
          <a:off x="2627784" y="513110"/>
          <a:ext cx="1701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2" name="Equation" r:id="rId3" imgW="1701720" imgH="406080" progId="Equation.DSMT4">
                  <p:embed/>
                </p:oleObj>
              </mc:Choice>
              <mc:Fallback>
                <p:oleObj name="Equation" r:id="rId3" imgW="1701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513110"/>
                        <a:ext cx="1701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C0D8A63-860A-4B38-B813-03CB3336D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809339"/>
              </p:ext>
            </p:extLst>
          </p:nvPr>
        </p:nvGraphicFramePr>
        <p:xfrm>
          <a:off x="4932015" y="597490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3" name="Equation" r:id="rId5" imgW="1091880" imgH="342720" progId="Equation.DSMT4">
                  <p:embed/>
                </p:oleObj>
              </mc:Choice>
              <mc:Fallback>
                <p:oleObj name="Equation" r:id="rId5" imgW="1091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2015" y="597490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6726E14-1138-4EA9-9408-30D30CBCE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263824"/>
              </p:ext>
            </p:extLst>
          </p:nvPr>
        </p:nvGraphicFramePr>
        <p:xfrm>
          <a:off x="6401732" y="576610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4" name="Equation" r:id="rId7" imgW="685800" imgH="342720" progId="Equation.DSMT4">
                  <p:embed/>
                </p:oleObj>
              </mc:Choice>
              <mc:Fallback>
                <p:oleObj name="Equation" r:id="rId7" imgW="685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01732" y="576610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3">
            <a:extLst>
              <a:ext uri="{FF2B5EF4-FFF2-40B4-BE49-F238E27FC236}">
                <a16:creationId xmlns:a16="http://schemas.microsoft.com/office/drawing/2014/main" id="{66511877-1F4F-44BB-972D-CD4F4A93B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275606"/>
            <a:ext cx="11521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16BBD7-6F43-4012-A39C-503788CC816C}"/>
              </a:ext>
            </a:extLst>
          </p:cNvPr>
          <p:cNvGrpSpPr/>
          <p:nvPr/>
        </p:nvGrpSpPr>
        <p:grpSpPr>
          <a:xfrm>
            <a:off x="1763688" y="1314083"/>
            <a:ext cx="1342256" cy="461665"/>
            <a:chOff x="1763688" y="1314083"/>
            <a:chExt cx="1342256" cy="461665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A9DBC638-2552-4A4B-B795-54C20A8F1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3688" y="1314083"/>
              <a:ext cx="5760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194E570-316A-426A-B49E-0B4EA41472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9468037"/>
                </p:ext>
              </p:extLst>
            </p:nvPr>
          </p:nvGraphicFramePr>
          <p:xfrm>
            <a:off x="2267744" y="1343571"/>
            <a:ext cx="838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45" name="Equation" r:id="rId9" imgW="838080" imgH="393480" progId="Equation.DSMT4">
                    <p:embed/>
                  </p:oleObj>
                </mc:Choice>
                <mc:Fallback>
                  <p:oleObj name="Equation" r:id="rId9" imgW="838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67744" y="1343571"/>
                          <a:ext cx="838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5118DFC-B104-47B6-ADCD-475E55C780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693091"/>
              </p:ext>
            </p:extLst>
          </p:nvPr>
        </p:nvGraphicFramePr>
        <p:xfrm>
          <a:off x="1041400" y="2068513"/>
          <a:ext cx="331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6" name="Equation" r:id="rId11" imgW="3314520" imgH="736560" progId="Equation.DSMT4">
                  <p:embed/>
                </p:oleObj>
              </mc:Choice>
              <mc:Fallback>
                <p:oleObj name="Equation" r:id="rId11" imgW="3314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41400" y="2068513"/>
                        <a:ext cx="3314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8E5468A-90B7-456B-A54A-133C6F2F48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663978"/>
              </p:ext>
            </p:extLst>
          </p:nvPr>
        </p:nvGraphicFramePr>
        <p:xfrm>
          <a:off x="4386354" y="2142958"/>
          <a:ext cx="1701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7" name="Equation" r:id="rId13" imgW="1701720" imgH="507960" progId="Equation.DSMT4">
                  <p:embed/>
                </p:oleObj>
              </mc:Choice>
              <mc:Fallback>
                <p:oleObj name="Equation" r:id="rId13" imgW="1701720" imgH="5079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5118DFC-B104-47B6-ADCD-475E55C78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86354" y="2142958"/>
                        <a:ext cx="1701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5EB886D-6F77-47CC-B11B-28EB1BFF3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47720"/>
              </p:ext>
            </p:extLst>
          </p:nvPr>
        </p:nvGraphicFramePr>
        <p:xfrm>
          <a:off x="3650258" y="2967147"/>
          <a:ext cx="1612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248" name="Equation" r:id="rId15" imgW="1612800" imgH="723600" progId="Equation.DSMT4">
                  <p:embed/>
                </p:oleObj>
              </mc:Choice>
              <mc:Fallback>
                <p:oleObj name="Equation" r:id="rId15" imgW="1612800" imgH="723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D8E5468A-90B7-456B-A54A-133C6F2F48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50258" y="2967147"/>
                        <a:ext cx="1612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3452CCDD-59C4-49D4-9D4C-3B95DF88BD6A}"/>
              </a:ext>
            </a:extLst>
          </p:cNvPr>
          <p:cNvGrpSpPr/>
          <p:nvPr/>
        </p:nvGrpSpPr>
        <p:grpSpPr>
          <a:xfrm>
            <a:off x="3190652" y="1182024"/>
            <a:ext cx="2040756" cy="736600"/>
            <a:chOff x="3190652" y="1182024"/>
            <a:chExt cx="2040756" cy="736600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1BC1746-6C9E-483D-9C55-0C462F4FD6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275174"/>
                </p:ext>
              </p:extLst>
            </p:nvPr>
          </p:nvGraphicFramePr>
          <p:xfrm>
            <a:off x="3682008" y="1182024"/>
            <a:ext cx="1549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49" name="Equation" r:id="rId17" imgW="1549080" imgH="736560" progId="Equation.DSMT4">
                    <p:embed/>
                  </p:oleObj>
                </mc:Choice>
                <mc:Fallback>
                  <p:oleObj name="Equation" r:id="rId17" imgW="1549080" imgH="7365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637ABFD7-C409-4881-AD0E-595D3CD47D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682008" y="1182024"/>
                          <a:ext cx="1549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3">
              <a:extLst>
                <a:ext uri="{FF2B5EF4-FFF2-40B4-BE49-F238E27FC236}">
                  <a16:creationId xmlns:a16="http://schemas.microsoft.com/office/drawing/2014/main" id="{B3643F7A-8B15-4180-BAB4-587F39973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0652" y="1327897"/>
              <a:ext cx="5760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则</a:t>
              </a:r>
              <a:r>
                <a:rPr lang="en-US" altLang="zh-CN" sz="2400" b="1" dirty="0">
                  <a:latin typeface="+mn-ea"/>
                </a:rPr>
                <a:t> 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28DA3B9-F410-43D9-B4E1-89CE3BB7A10F}"/>
              </a:ext>
            </a:extLst>
          </p:cNvPr>
          <p:cNvGrpSpPr/>
          <p:nvPr/>
        </p:nvGrpSpPr>
        <p:grpSpPr>
          <a:xfrm>
            <a:off x="971600" y="3599526"/>
            <a:ext cx="6768752" cy="723900"/>
            <a:chOff x="971600" y="3599526"/>
            <a:chExt cx="6768752" cy="723900"/>
          </a:xfrm>
        </p:grpSpPr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FBE02817-D865-4B16-98CC-6B1F58329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3691047"/>
              <a:ext cx="676875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由         得        故</a:t>
              </a:r>
              <a:r>
                <a:rPr lang="en-US" altLang="zh-CN" sz="2400" b="1" dirty="0">
                  <a:latin typeface="+mn-ea"/>
                </a:rPr>
                <a:t> 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84EE6FE-DCDB-41BE-B40D-6496893288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398591"/>
                </p:ext>
              </p:extLst>
            </p:nvPr>
          </p:nvGraphicFramePr>
          <p:xfrm>
            <a:off x="1505620" y="3809812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0" name="Equation" r:id="rId19" imgW="1091880" imgH="342720" progId="Equation.DSMT4">
                    <p:embed/>
                  </p:oleObj>
                </mc:Choice>
                <mc:Fallback>
                  <p:oleObj name="Equation" r:id="rId19" imgW="10918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C0D8A63-860A-4B38-B813-03CB3336D1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05620" y="3809812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4AD25B2C-7D64-49BD-B13A-87415A2162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6129790"/>
                </p:ext>
              </p:extLst>
            </p:nvPr>
          </p:nvGraphicFramePr>
          <p:xfrm>
            <a:off x="3282082" y="3852932"/>
            <a:ext cx="774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1" name="Equation" r:id="rId20" imgW="774360" imgH="330120" progId="Equation.DSMT4">
                    <p:embed/>
                  </p:oleObj>
                </mc:Choice>
                <mc:Fallback>
                  <p:oleObj name="Equation" r:id="rId20" imgW="774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282082" y="3852932"/>
                          <a:ext cx="774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DFDDEB6-5DA6-4969-AE4A-8A2EB2103D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6341543"/>
                </p:ext>
              </p:extLst>
            </p:nvPr>
          </p:nvGraphicFramePr>
          <p:xfrm>
            <a:off x="4768182" y="3599526"/>
            <a:ext cx="1778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252" name="Equation" r:id="rId22" imgW="1777680" imgH="723600" progId="Equation.DSMT4">
                    <p:embed/>
                  </p:oleObj>
                </mc:Choice>
                <mc:Fallback>
                  <p:oleObj name="Equation" r:id="rId22" imgW="1777680" imgH="7236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15EB886D-6F77-47CC-B11B-28EB1BFF3D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768182" y="3599526"/>
                          <a:ext cx="17780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2228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F571736-E335-462E-8AC7-99C6F035A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361346"/>
              </p:ext>
            </p:extLst>
          </p:nvPr>
        </p:nvGraphicFramePr>
        <p:xfrm>
          <a:off x="611560" y="569415"/>
          <a:ext cx="2133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1" name="Equation" r:id="rId3" imgW="2133360" imgH="774360" progId="Equation.DSMT4">
                  <p:embed/>
                </p:oleObj>
              </mc:Choice>
              <mc:Fallback>
                <p:oleObj name="Equation" r:id="rId3" imgW="2133360" imgH="774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37ABFD7-C409-4881-AD0E-595D3CD47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569415"/>
                        <a:ext cx="2133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C541902-4DA2-405E-B480-8249937D7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299736"/>
              </p:ext>
            </p:extLst>
          </p:nvPr>
        </p:nvGraphicFramePr>
        <p:xfrm>
          <a:off x="1428750" y="4156075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2" name="Equation" r:id="rId5" imgW="850680" imgH="342720" progId="Equation.DSMT4">
                  <p:embed/>
                </p:oleObj>
              </mc:Choice>
              <mc:Fallback>
                <p:oleObj name="Equation" r:id="rId5" imgW="850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8750" y="4156075"/>
                        <a:ext cx="850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7386863-A7D6-419F-A30B-9CD53C8214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463305"/>
              </p:ext>
            </p:extLst>
          </p:nvPr>
        </p:nvGraphicFramePr>
        <p:xfrm>
          <a:off x="1467178" y="3061919"/>
          <a:ext cx="181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3" name="Equation" r:id="rId7" imgW="1815840" imgH="736560" progId="Equation.DSMT4">
                  <p:embed/>
                </p:oleObj>
              </mc:Choice>
              <mc:Fallback>
                <p:oleObj name="Equation" r:id="rId7" imgW="1815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7178" y="3061919"/>
                        <a:ext cx="181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6D69494-1207-4A27-B9D2-04AE3367A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058671"/>
              </p:ext>
            </p:extLst>
          </p:nvPr>
        </p:nvGraphicFramePr>
        <p:xfrm>
          <a:off x="1463675" y="1674813"/>
          <a:ext cx="1879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4" name="Equation" r:id="rId9" imgW="1879560" imgH="1168200" progId="Equation.DSMT4">
                  <p:embed/>
                </p:oleObj>
              </mc:Choice>
              <mc:Fallback>
                <p:oleObj name="Equation" r:id="rId9" imgW="1879560" imgH="1168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63675" y="1674813"/>
                        <a:ext cx="18796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0D284BC-E6FC-4249-8618-1BE39A7C2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27349"/>
              </p:ext>
            </p:extLst>
          </p:nvPr>
        </p:nvGraphicFramePr>
        <p:xfrm>
          <a:off x="4319158" y="503238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5" name="Equation" r:id="rId11" imgW="2527200" imgH="736560" progId="Equation.DSMT4">
                  <p:embed/>
                </p:oleObj>
              </mc:Choice>
              <mc:Fallback>
                <p:oleObj name="Equation" r:id="rId11" imgW="252720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F571736-E335-462E-8AC7-99C6F035A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19158" y="503238"/>
                        <a:ext cx="252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26EBF50-9D5E-4305-8704-DB3A18224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243775"/>
              </p:ext>
            </p:extLst>
          </p:nvPr>
        </p:nvGraphicFramePr>
        <p:xfrm>
          <a:off x="5116513" y="4011910"/>
          <a:ext cx="215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6" name="Equation" r:id="rId13" imgW="2158920" imgH="736560" progId="Equation.DSMT4">
                  <p:embed/>
                </p:oleObj>
              </mc:Choice>
              <mc:Fallback>
                <p:oleObj name="Equation" r:id="rId13" imgW="215892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C541902-4DA2-405E-B480-8249937D7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16513" y="4011910"/>
                        <a:ext cx="2159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6E567F8-3FEF-4210-842A-5EB24670C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204278"/>
              </p:ext>
            </p:extLst>
          </p:nvPr>
        </p:nvGraphicFramePr>
        <p:xfrm>
          <a:off x="5148263" y="3057162"/>
          <a:ext cx="209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7" name="Equation" r:id="rId15" imgW="2095200" imgH="736560" progId="Equation.DSMT4">
                  <p:embed/>
                </p:oleObj>
              </mc:Choice>
              <mc:Fallback>
                <p:oleObj name="Equation" r:id="rId15" imgW="209520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7386863-A7D6-419F-A30B-9CD53C8214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48263" y="3057162"/>
                        <a:ext cx="2095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01A9596-14AB-4E9C-AED7-537ACDAED8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98386"/>
              </p:ext>
            </p:extLst>
          </p:nvPr>
        </p:nvGraphicFramePr>
        <p:xfrm>
          <a:off x="5148263" y="1564300"/>
          <a:ext cx="2095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8" name="Equation" r:id="rId17" imgW="2095200" imgH="1168200" progId="Equation.DSMT4">
                  <p:embed/>
                </p:oleObj>
              </mc:Choice>
              <mc:Fallback>
                <p:oleObj name="Equation" r:id="rId17" imgW="2095200" imgH="1168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6D69494-1207-4A27-B9D2-04AE3367A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48263" y="1564300"/>
                        <a:ext cx="209550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55FE3D1-1C72-404C-B5F8-01D759111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315588"/>
              </p:ext>
            </p:extLst>
          </p:nvPr>
        </p:nvGraphicFramePr>
        <p:xfrm>
          <a:off x="7092280" y="503238"/>
          <a:ext cx="177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29" name="Equation" r:id="rId19" imgW="1777680" imgH="723600" progId="Equation.DSMT4">
                  <p:embed/>
                </p:oleObj>
              </mc:Choice>
              <mc:Fallback>
                <p:oleObj name="Equation" r:id="rId19" imgW="1777680" imgH="7236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3DFDDEB6-5DA6-4969-AE4A-8A2EB2103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92280" y="503238"/>
                        <a:ext cx="1778000" cy="723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000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7AC8E56-E018-45B3-9A7D-25594162E262}"/>
              </a:ext>
            </a:extLst>
          </p:cNvPr>
          <p:cNvSpPr txBox="1">
            <a:spLocks noChangeArrowheads="1"/>
          </p:cNvSpPr>
          <p:nvPr/>
        </p:nvSpPr>
        <p:spPr>
          <a:xfrm>
            <a:off x="914098" y="411510"/>
            <a:ext cx="2133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例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ea"/>
                <a:cs typeface="+mj-cs"/>
              </a:rPr>
              <a:t>43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j-cs"/>
              </a:rPr>
              <a:t>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j-cs"/>
              </a:rPr>
              <a:t>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B0F9517-E749-4C2F-8518-EF5FBF8978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535623"/>
              </p:ext>
            </p:extLst>
          </p:nvPr>
        </p:nvGraphicFramePr>
        <p:xfrm>
          <a:off x="2267744" y="348010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4" name="Equation" r:id="rId3" imgW="1942920" imgH="736560" progId="Equation.DSMT4">
                  <p:embed/>
                </p:oleObj>
              </mc:Choice>
              <mc:Fallback>
                <p:oleObj name="Equation" r:id="rId3" imgW="194292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C0670AA-AE20-412A-AA0A-7616AF0D8A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348010"/>
                        <a:ext cx="1943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4FEABDFD-447A-4997-BFE8-BE913BE86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347614"/>
            <a:ext cx="81369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  </a:t>
            </a:r>
            <a:r>
              <a:rPr lang="zh-CN" altLang="en-US" sz="2400" b="1" dirty="0">
                <a:latin typeface="+mn-ea"/>
              </a:rPr>
              <a:t>原式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8257D9B-DCDA-48B1-AC7F-F545AE2823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844080"/>
              </p:ext>
            </p:extLst>
          </p:nvPr>
        </p:nvGraphicFramePr>
        <p:xfrm>
          <a:off x="2365375" y="1276350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5" name="Equation" r:id="rId5" imgW="2082600" imgH="736560" progId="Equation.DSMT4">
                  <p:embed/>
                </p:oleObj>
              </mc:Choice>
              <mc:Fallback>
                <p:oleObj name="Equation" r:id="rId5" imgW="208260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B0F9517-E749-4C2F-8518-EF5FBF897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5375" y="1276350"/>
                        <a:ext cx="2082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722D890-ADC7-4208-BA4F-8B256C596F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624698"/>
              </p:ext>
            </p:extLst>
          </p:nvPr>
        </p:nvGraphicFramePr>
        <p:xfrm>
          <a:off x="2354296" y="2330617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6" name="Equation" r:id="rId7" imgW="1625400" imgH="736560" progId="Equation.DSMT4">
                  <p:embed/>
                </p:oleObj>
              </mc:Choice>
              <mc:Fallback>
                <p:oleObj name="Equation" r:id="rId7" imgW="16254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8257D9B-DCDA-48B1-AC7F-F545AE2823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4296" y="2330617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91D929A-F4E6-4BCB-8732-DDA22C91A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175549"/>
              </p:ext>
            </p:extLst>
          </p:nvPr>
        </p:nvGraphicFramePr>
        <p:xfrm>
          <a:off x="2383909" y="3384885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7" name="Equation" r:id="rId9" imgW="1549080" imgH="736560" progId="Equation.DSMT4">
                  <p:embed/>
                </p:oleObj>
              </mc:Choice>
              <mc:Fallback>
                <p:oleObj name="Equation" r:id="rId9" imgW="15490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722D890-ADC7-4208-BA4F-8B256C596F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83909" y="3384885"/>
                        <a:ext cx="154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1832A23-B2DC-4671-A2E5-F9D066885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484115"/>
              </p:ext>
            </p:extLst>
          </p:nvPr>
        </p:nvGraphicFramePr>
        <p:xfrm>
          <a:off x="2376768" y="4412120"/>
          <a:ext cx="1854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68" name="Equation" r:id="rId11" imgW="1854000" imgH="330120" progId="Equation.DSMT4">
                  <p:embed/>
                </p:oleObj>
              </mc:Choice>
              <mc:Fallback>
                <p:oleObj name="Equation" r:id="rId11" imgW="185400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91D929A-F4E6-4BCB-8732-DDA22C91AF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76768" y="4412120"/>
                        <a:ext cx="1854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887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A06C2D75-B610-4402-AF66-7CF603CEF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55526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8CA67F8-034F-45C5-A3F5-BC099C2BA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1347614"/>
            <a:ext cx="80648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第四章  第二节（第一类换元法）</a:t>
            </a:r>
            <a:endParaRPr kumimoji="1"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73E6A10-21F6-43DB-8B86-B06435EF1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2" y="2139702"/>
            <a:ext cx="30406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4-2.</a:t>
            </a:r>
            <a:endParaRPr kumimoji="1" lang="en-US" altLang="zh-CN" sz="2400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74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5004048" y="206769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3691</TotalTime>
  <Words>489</Words>
  <Application>Microsoft Office PowerPoint</Application>
  <PresentationFormat>全屏显示(16:9)</PresentationFormat>
  <Paragraphs>163</Paragraphs>
  <Slides>62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4" baseType="lpstr">
      <vt:lpstr>等线</vt:lpstr>
      <vt:lpstr>楷体</vt:lpstr>
      <vt:lpstr>楷体_GB2312</vt:lpstr>
      <vt:lpstr>隶书</vt:lpstr>
      <vt:lpstr>宋体</vt:lpstr>
      <vt:lpstr>微软雅黑</vt:lpstr>
      <vt:lpstr>Angsana New</vt:lpstr>
      <vt:lpstr>Arial</vt:lpstr>
      <vt:lpstr>Calibri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445</cp:revision>
  <dcterms:created xsi:type="dcterms:W3CDTF">2018-09-27T06:48:00Z</dcterms:created>
  <dcterms:modified xsi:type="dcterms:W3CDTF">2023-11-14T10:15:01Z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