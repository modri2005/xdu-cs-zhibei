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614" r:id="rId3"/>
    <p:sldId id="341" r:id="rId4"/>
    <p:sldId id="338" r:id="rId5"/>
    <p:sldId id="590" r:id="rId6"/>
    <p:sldId id="340" r:id="rId7"/>
    <p:sldId id="332" r:id="rId8"/>
    <p:sldId id="333" r:id="rId9"/>
    <p:sldId id="334" r:id="rId10"/>
    <p:sldId id="335" r:id="rId11"/>
    <p:sldId id="602" r:id="rId12"/>
    <p:sldId id="626" r:id="rId13"/>
    <p:sldId id="627" r:id="rId14"/>
    <p:sldId id="597" r:id="rId15"/>
    <p:sldId id="591" r:id="rId16"/>
    <p:sldId id="592" r:id="rId17"/>
    <p:sldId id="593" r:id="rId18"/>
    <p:sldId id="595" r:id="rId19"/>
    <p:sldId id="598" r:id="rId20"/>
    <p:sldId id="605" r:id="rId21"/>
    <p:sldId id="599" r:id="rId22"/>
    <p:sldId id="600" r:id="rId23"/>
    <p:sldId id="601" r:id="rId24"/>
    <p:sldId id="596" r:id="rId25"/>
    <p:sldId id="613" r:id="rId26"/>
    <p:sldId id="632" r:id="rId27"/>
    <p:sldId id="633" r:id="rId28"/>
    <p:sldId id="634" r:id="rId29"/>
    <p:sldId id="635" r:id="rId30"/>
    <p:sldId id="636" r:id="rId31"/>
    <p:sldId id="637" r:id="rId32"/>
    <p:sldId id="638" r:id="rId33"/>
    <p:sldId id="603" r:id="rId34"/>
    <p:sldId id="606" r:id="rId35"/>
    <p:sldId id="607" r:id="rId36"/>
    <p:sldId id="608" r:id="rId37"/>
    <p:sldId id="594" r:id="rId38"/>
    <p:sldId id="609" r:id="rId39"/>
    <p:sldId id="639" r:id="rId40"/>
    <p:sldId id="640" r:id="rId41"/>
    <p:sldId id="610" r:id="rId42"/>
    <p:sldId id="641" r:id="rId43"/>
    <p:sldId id="384" r:id="rId44"/>
    <p:sldId id="371" r:id="rId45"/>
    <p:sldId id="412" r:id="rId46"/>
    <p:sldId id="642" r:id="rId47"/>
    <p:sldId id="611" r:id="rId48"/>
    <p:sldId id="612" r:id="rId49"/>
    <p:sldId id="330" r:id="rId5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 userDrawn="1">
          <p15:clr>
            <a:srgbClr val="A4A3A4"/>
          </p15:clr>
        </p15:guide>
        <p15:guide id="2" pos="546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田阗" initials="田阗" lastIdx="2" clrIdx="0">
    <p:extLst>
      <p:ext uri="{19B8F6BF-5375-455C-9EA6-DF929625EA0E}">
        <p15:presenceInfo xmlns:p15="http://schemas.microsoft.com/office/powerpoint/2012/main" userId="田阗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FF6464"/>
    <a:srgbClr val="0000FF"/>
    <a:srgbClr val="FFC864"/>
    <a:srgbClr val="FF00FF"/>
    <a:srgbClr val="FFFFC8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45" autoAdjust="0"/>
    <p:restoredTop sz="95401" autoAdjust="0"/>
  </p:normalViewPr>
  <p:slideViewPr>
    <p:cSldViewPr>
      <p:cViewPr varScale="1">
        <p:scale>
          <a:sx n="146" d="100"/>
          <a:sy n="146" d="100"/>
        </p:scale>
        <p:origin x="126" y="108"/>
      </p:cViewPr>
      <p:guideLst>
        <p:guide orient="horz" pos="1030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9" Type="http://schemas.openxmlformats.org/officeDocument/2006/relationships/image" Target="../media/image10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image" Target="../media/image140.wmf"/><Relationship Id="rId3" Type="http://schemas.openxmlformats.org/officeDocument/2006/relationships/image" Target="../media/image130.wmf"/><Relationship Id="rId7" Type="http://schemas.openxmlformats.org/officeDocument/2006/relationships/image" Target="../media/image134.wmf"/><Relationship Id="rId12" Type="http://schemas.openxmlformats.org/officeDocument/2006/relationships/image" Target="../media/image139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11" Type="http://schemas.openxmlformats.org/officeDocument/2006/relationships/image" Target="../media/image138.wmf"/><Relationship Id="rId5" Type="http://schemas.openxmlformats.org/officeDocument/2006/relationships/image" Target="../media/image132.wmf"/><Relationship Id="rId10" Type="http://schemas.openxmlformats.org/officeDocument/2006/relationships/image" Target="../media/image137.wmf"/><Relationship Id="rId4" Type="http://schemas.openxmlformats.org/officeDocument/2006/relationships/image" Target="../media/image131.wmf"/><Relationship Id="rId9" Type="http://schemas.openxmlformats.org/officeDocument/2006/relationships/image" Target="../media/image136.wmf"/><Relationship Id="rId14" Type="http://schemas.openxmlformats.org/officeDocument/2006/relationships/image" Target="../media/image14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wmf"/><Relationship Id="rId1" Type="http://schemas.openxmlformats.org/officeDocument/2006/relationships/image" Target="../media/image15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4" Type="http://schemas.openxmlformats.org/officeDocument/2006/relationships/image" Target="../media/image16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12" Type="http://schemas.openxmlformats.org/officeDocument/2006/relationships/image" Target="../media/image185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11" Type="http://schemas.openxmlformats.org/officeDocument/2006/relationships/image" Target="../media/image184.wmf"/><Relationship Id="rId5" Type="http://schemas.openxmlformats.org/officeDocument/2006/relationships/image" Target="../media/image178.wmf"/><Relationship Id="rId10" Type="http://schemas.openxmlformats.org/officeDocument/2006/relationships/image" Target="../media/image183.wmf"/><Relationship Id="rId4" Type="http://schemas.openxmlformats.org/officeDocument/2006/relationships/image" Target="../media/image177.wmf"/><Relationship Id="rId9" Type="http://schemas.openxmlformats.org/officeDocument/2006/relationships/image" Target="../media/image18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image" Target="../media/image205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12" Type="http://schemas.openxmlformats.org/officeDocument/2006/relationships/image" Target="../media/image204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11" Type="http://schemas.openxmlformats.org/officeDocument/2006/relationships/image" Target="../media/image203.wmf"/><Relationship Id="rId5" Type="http://schemas.openxmlformats.org/officeDocument/2006/relationships/image" Target="../media/image197.wmf"/><Relationship Id="rId10" Type="http://schemas.openxmlformats.org/officeDocument/2006/relationships/image" Target="../media/image202.wmf"/><Relationship Id="rId4" Type="http://schemas.openxmlformats.org/officeDocument/2006/relationships/image" Target="../media/image196.wmf"/><Relationship Id="rId9" Type="http://schemas.openxmlformats.org/officeDocument/2006/relationships/image" Target="../media/image20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6" Type="http://schemas.openxmlformats.org/officeDocument/2006/relationships/image" Target="../media/image221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Relationship Id="rId9" Type="http://schemas.openxmlformats.org/officeDocument/2006/relationships/image" Target="../media/image22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30.wmf"/><Relationship Id="rId5" Type="http://schemas.openxmlformats.org/officeDocument/2006/relationships/image" Target="../media/image229.wmf"/><Relationship Id="rId4" Type="http://schemas.openxmlformats.org/officeDocument/2006/relationships/image" Target="../media/image22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10" Type="http://schemas.openxmlformats.org/officeDocument/2006/relationships/image" Target="../media/image240.wmf"/><Relationship Id="rId4" Type="http://schemas.openxmlformats.org/officeDocument/2006/relationships/image" Target="../media/image234.wmf"/><Relationship Id="rId9" Type="http://schemas.openxmlformats.org/officeDocument/2006/relationships/image" Target="../media/image23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3" Type="http://schemas.openxmlformats.org/officeDocument/2006/relationships/image" Target="../media/image243.wmf"/><Relationship Id="rId7" Type="http://schemas.openxmlformats.org/officeDocument/2006/relationships/image" Target="../media/image247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Relationship Id="rId6" Type="http://schemas.openxmlformats.org/officeDocument/2006/relationships/image" Target="../media/image246.wmf"/><Relationship Id="rId5" Type="http://schemas.openxmlformats.org/officeDocument/2006/relationships/image" Target="../media/image245.wmf"/><Relationship Id="rId4" Type="http://schemas.openxmlformats.org/officeDocument/2006/relationships/image" Target="../media/image244.wmf"/><Relationship Id="rId9" Type="http://schemas.openxmlformats.org/officeDocument/2006/relationships/image" Target="../media/image249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BD092-B330-49BD-80ED-08A478E3731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74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3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0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4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3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6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82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8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2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1.wmf"/><Relationship Id="rId20" Type="http://schemas.openxmlformats.org/officeDocument/2006/relationships/image" Target="../media/image10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0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0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24.bin"/><Relationship Id="rId18" Type="http://schemas.openxmlformats.org/officeDocument/2006/relationships/oleObject" Target="../embeddings/oleObject127.bin"/><Relationship Id="rId3" Type="http://schemas.openxmlformats.org/officeDocument/2006/relationships/oleObject" Target="../embeddings/oleObject119.bin"/><Relationship Id="rId21" Type="http://schemas.openxmlformats.org/officeDocument/2006/relationships/image" Target="../media/image119.wmf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15.wmf"/><Relationship Id="rId17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114.wmf"/><Relationship Id="rId19" Type="http://schemas.openxmlformats.org/officeDocument/2006/relationships/image" Target="../media/image118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1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2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42.bin"/><Relationship Id="rId18" Type="http://schemas.openxmlformats.org/officeDocument/2006/relationships/image" Target="../media/image135.wmf"/><Relationship Id="rId26" Type="http://schemas.openxmlformats.org/officeDocument/2006/relationships/image" Target="../media/image139.wmf"/><Relationship Id="rId3" Type="http://schemas.openxmlformats.org/officeDocument/2006/relationships/oleObject" Target="../embeddings/oleObject137.bin"/><Relationship Id="rId21" Type="http://schemas.openxmlformats.org/officeDocument/2006/relationships/oleObject" Target="../embeddings/oleObject146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44.bin"/><Relationship Id="rId25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29" Type="http://schemas.openxmlformats.org/officeDocument/2006/relationships/oleObject" Target="../embeddings/oleObject150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41.bin"/><Relationship Id="rId24" Type="http://schemas.openxmlformats.org/officeDocument/2006/relationships/image" Target="../media/image138.wmf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23" Type="http://schemas.openxmlformats.org/officeDocument/2006/relationships/oleObject" Target="../embeddings/oleObject147.bin"/><Relationship Id="rId28" Type="http://schemas.openxmlformats.org/officeDocument/2006/relationships/image" Target="../media/image140.wmf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145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33.wmf"/><Relationship Id="rId22" Type="http://schemas.openxmlformats.org/officeDocument/2006/relationships/image" Target="../media/image137.wmf"/><Relationship Id="rId27" Type="http://schemas.openxmlformats.org/officeDocument/2006/relationships/oleObject" Target="../embeddings/oleObject149.bin"/><Relationship Id="rId30" Type="http://schemas.openxmlformats.org/officeDocument/2006/relationships/image" Target="../media/image14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42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5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0" Type="http://schemas.openxmlformats.org/officeDocument/2006/relationships/image" Target="../media/image156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6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71.bin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6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10" Type="http://schemas.openxmlformats.org/officeDocument/2006/relationships/image" Target="../media/image161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6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5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76.bin"/><Relationship Id="rId10" Type="http://schemas.openxmlformats.org/officeDocument/2006/relationships/image" Target="../media/image169.wmf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7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8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17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81.wmf"/><Relationship Id="rId26" Type="http://schemas.openxmlformats.org/officeDocument/2006/relationships/image" Target="../media/image185.wmf"/><Relationship Id="rId3" Type="http://schemas.openxmlformats.org/officeDocument/2006/relationships/oleObject" Target="../embeddings/oleObject185.bin"/><Relationship Id="rId21" Type="http://schemas.openxmlformats.org/officeDocument/2006/relationships/oleObject" Target="../embeddings/oleObject194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84.wmf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193.bin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79.wmf"/><Relationship Id="rId22" Type="http://schemas.openxmlformats.org/officeDocument/2006/relationships/image" Target="../media/image18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oleObject" Target="../embeddings/oleObject202.bin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2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8.bin"/><Relationship Id="rId15" Type="http://schemas.openxmlformats.org/officeDocument/2006/relationships/oleObject" Target="../embeddings/oleObject203.bin"/><Relationship Id="rId10" Type="http://schemas.openxmlformats.org/officeDocument/2006/relationships/image" Target="../media/image189.wmf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191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209.bin"/><Relationship Id="rId18" Type="http://schemas.openxmlformats.org/officeDocument/2006/relationships/image" Target="../media/image200.wmf"/><Relationship Id="rId26" Type="http://schemas.openxmlformats.org/officeDocument/2006/relationships/image" Target="../media/image204.wmf"/><Relationship Id="rId3" Type="http://schemas.openxmlformats.org/officeDocument/2006/relationships/oleObject" Target="../embeddings/oleObject204.bin"/><Relationship Id="rId21" Type="http://schemas.openxmlformats.org/officeDocument/2006/relationships/oleObject" Target="../embeddings/oleObject213.bin"/><Relationship Id="rId7" Type="http://schemas.openxmlformats.org/officeDocument/2006/relationships/oleObject" Target="../embeddings/oleObject206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211.bin"/><Relationship Id="rId25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9.wmf"/><Relationship Id="rId20" Type="http://schemas.openxmlformats.org/officeDocument/2006/relationships/image" Target="../media/image201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208.bin"/><Relationship Id="rId24" Type="http://schemas.openxmlformats.org/officeDocument/2006/relationships/image" Target="../media/image203.wmf"/><Relationship Id="rId5" Type="http://schemas.openxmlformats.org/officeDocument/2006/relationships/oleObject" Target="../embeddings/oleObject205.bin"/><Relationship Id="rId15" Type="http://schemas.openxmlformats.org/officeDocument/2006/relationships/oleObject" Target="../embeddings/oleObject210.bin"/><Relationship Id="rId23" Type="http://schemas.openxmlformats.org/officeDocument/2006/relationships/oleObject" Target="../embeddings/oleObject214.bin"/><Relationship Id="rId28" Type="http://schemas.openxmlformats.org/officeDocument/2006/relationships/image" Target="../media/image205.wmf"/><Relationship Id="rId10" Type="http://schemas.openxmlformats.org/officeDocument/2006/relationships/image" Target="../media/image196.wmf"/><Relationship Id="rId19" Type="http://schemas.openxmlformats.org/officeDocument/2006/relationships/oleObject" Target="../embeddings/oleObject212.bin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198.wmf"/><Relationship Id="rId22" Type="http://schemas.openxmlformats.org/officeDocument/2006/relationships/image" Target="../media/image202.wmf"/><Relationship Id="rId27" Type="http://schemas.openxmlformats.org/officeDocument/2006/relationships/oleObject" Target="../embeddings/oleObject216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2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8.bin"/><Relationship Id="rId10" Type="http://schemas.openxmlformats.org/officeDocument/2006/relationships/image" Target="../media/image209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2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0" Type="http://schemas.openxmlformats.org/officeDocument/2006/relationships/image" Target="../media/image214.wmf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22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oleObject" Target="../embeddings/oleObject232.bin"/><Relationship Id="rId18" Type="http://schemas.openxmlformats.org/officeDocument/2006/relationships/image" Target="../media/image223.wmf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2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2.wmf"/><Relationship Id="rId20" Type="http://schemas.openxmlformats.org/officeDocument/2006/relationships/image" Target="../media/image224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31.bin"/><Relationship Id="rId5" Type="http://schemas.openxmlformats.org/officeDocument/2006/relationships/oleObject" Target="../embeddings/oleObject228.bin"/><Relationship Id="rId15" Type="http://schemas.openxmlformats.org/officeDocument/2006/relationships/oleObject" Target="../embeddings/oleObject233.bin"/><Relationship Id="rId10" Type="http://schemas.openxmlformats.org/officeDocument/2006/relationships/image" Target="../media/image219.wmf"/><Relationship Id="rId19" Type="http://schemas.openxmlformats.org/officeDocument/2006/relationships/oleObject" Target="../embeddings/oleObject235.bin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30.bin"/><Relationship Id="rId14" Type="http://schemas.openxmlformats.org/officeDocument/2006/relationships/image" Target="../media/image22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oleObject" Target="../embeddings/oleObject241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3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47.bin"/><Relationship Id="rId18" Type="http://schemas.openxmlformats.org/officeDocument/2006/relationships/image" Target="../media/image238.wmf"/><Relationship Id="rId3" Type="http://schemas.openxmlformats.org/officeDocument/2006/relationships/oleObject" Target="../embeddings/oleObject242.bin"/><Relationship Id="rId21" Type="http://schemas.openxmlformats.org/officeDocument/2006/relationships/oleObject" Target="../embeddings/oleObject251.bin"/><Relationship Id="rId7" Type="http://schemas.openxmlformats.org/officeDocument/2006/relationships/oleObject" Target="../embeddings/oleObject244.bin"/><Relationship Id="rId12" Type="http://schemas.openxmlformats.org/officeDocument/2006/relationships/image" Target="../media/image235.wmf"/><Relationship Id="rId17" Type="http://schemas.openxmlformats.org/officeDocument/2006/relationships/oleObject" Target="../embeddings/oleObject2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wmf"/><Relationship Id="rId20" Type="http://schemas.openxmlformats.org/officeDocument/2006/relationships/image" Target="../media/image239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46.bin"/><Relationship Id="rId5" Type="http://schemas.openxmlformats.org/officeDocument/2006/relationships/oleObject" Target="../embeddings/oleObject243.bin"/><Relationship Id="rId15" Type="http://schemas.openxmlformats.org/officeDocument/2006/relationships/oleObject" Target="../embeddings/oleObject248.bin"/><Relationship Id="rId10" Type="http://schemas.openxmlformats.org/officeDocument/2006/relationships/image" Target="../media/image234.wmf"/><Relationship Id="rId19" Type="http://schemas.openxmlformats.org/officeDocument/2006/relationships/oleObject" Target="../embeddings/oleObject250.bin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45.bin"/><Relationship Id="rId14" Type="http://schemas.openxmlformats.org/officeDocument/2006/relationships/image" Target="../media/image236.wmf"/><Relationship Id="rId22" Type="http://schemas.openxmlformats.org/officeDocument/2006/relationships/image" Target="../media/image240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oleObject" Target="../embeddings/oleObject257.bin"/><Relationship Id="rId18" Type="http://schemas.openxmlformats.org/officeDocument/2006/relationships/image" Target="../media/image248.wmf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45.wmf"/><Relationship Id="rId17" Type="http://schemas.openxmlformats.org/officeDocument/2006/relationships/oleObject" Target="../embeddings/oleObject2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7.wmf"/><Relationship Id="rId20" Type="http://schemas.openxmlformats.org/officeDocument/2006/relationships/image" Target="../media/image249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42.w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8.bin"/><Relationship Id="rId10" Type="http://schemas.openxmlformats.org/officeDocument/2006/relationships/image" Target="../media/image244.wmf"/><Relationship Id="rId19" Type="http://schemas.openxmlformats.org/officeDocument/2006/relationships/oleObject" Target="../embeddings/oleObject260.bin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4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250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13" Type="http://schemas.openxmlformats.org/officeDocument/2006/relationships/oleObject" Target="../embeddings/oleObject267.bin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2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52.wmf"/><Relationship Id="rId11" Type="http://schemas.openxmlformats.org/officeDocument/2006/relationships/oleObject" Target="../embeddings/oleObject266.bin"/><Relationship Id="rId5" Type="http://schemas.openxmlformats.org/officeDocument/2006/relationships/oleObject" Target="../embeddings/oleObject263.bin"/><Relationship Id="rId10" Type="http://schemas.openxmlformats.org/officeDocument/2006/relationships/image" Target="../media/image254.wmf"/><Relationship Id="rId4" Type="http://schemas.openxmlformats.org/officeDocument/2006/relationships/image" Target="../media/image251.wmf"/><Relationship Id="rId9" Type="http://schemas.openxmlformats.org/officeDocument/2006/relationships/oleObject" Target="../embeddings/oleObject265.bin"/><Relationship Id="rId14" Type="http://schemas.openxmlformats.org/officeDocument/2006/relationships/image" Target="../media/image256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E89D6-6020-4BBE-B26B-090587B5876F}"/>
              </a:ext>
            </a:extLst>
          </p:cNvPr>
          <p:cNvSpPr txBox="1">
            <a:spLocks/>
          </p:cNvSpPr>
          <p:nvPr/>
        </p:nvSpPr>
        <p:spPr>
          <a:xfrm>
            <a:off x="685800" y="843558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 不定积分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5081D4-65B0-41FD-B0E4-ABE50A911EB7}"/>
              </a:ext>
            </a:extLst>
          </p:cNvPr>
          <p:cNvSpPr txBox="1">
            <a:spLocks/>
          </p:cNvSpPr>
          <p:nvPr/>
        </p:nvSpPr>
        <p:spPr>
          <a:xfrm>
            <a:off x="1403648" y="221171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第五节  有理函数的不定积分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F75643-223D-45A6-B745-25D87E8CEBB4}"/>
              </a:ext>
            </a:extLst>
          </p:cNvPr>
          <p:cNvSpPr/>
          <p:nvPr/>
        </p:nvSpPr>
        <p:spPr>
          <a:xfrm>
            <a:off x="2771800" y="3198218"/>
            <a:ext cx="53285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动作按钮: 自定义 6758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9177253-2504-4C21-9282-34E1BFC57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824" y="4292625"/>
            <a:ext cx="5867400" cy="5334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b="1"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EB3F57-23DD-419B-972D-C6C4B8CAD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771550"/>
            <a:ext cx="4848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基本积分法 </a:t>
            </a:r>
            <a:r>
              <a:rPr lang="en-US" altLang="zh-CN" sz="2400" b="1" dirty="0">
                <a:latin typeface="+mj-ea"/>
                <a:ea typeface="+mj-ea"/>
              </a:rPr>
              <a:t>: </a:t>
            </a:r>
            <a:r>
              <a:rPr lang="zh-CN" altLang="en-US" sz="2400" b="1" dirty="0">
                <a:latin typeface="+mj-ea"/>
                <a:ea typeface="+mj-ea"/>
              </a:rPr>
              <a:t>直接积分法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571B94-C260-4E2D-BD94-4FEF11350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0137" y="771550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换元积分法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47A2BA-1A79-46EC-B465-7FF6A3F1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624" y="1244625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分部积分法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5684F0-9095-419D-A8D9-079BAB475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2097113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>
                <a:latin typeface="+mj-ea"/>
                <a:ea typeface="+mj-ea"/>
              </a:rPr>
              <a:t> </a:t>
            </a:r>
            <a:r>
              <a:rPr lang="zh-CN" altLang="en-US" sz="2400" b="1">
                <a:latin typeface="+mj-ea"/>
                <a:ea typeface="+mj-ea"/>
              </a:rPr>
              <a:t>初等函数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4F03BCD-2FEB-47D9-95E1-EA1110652DB7}"/>
              </a:ext>
            </a:extLst>
          </p:cNvPr>
          <p:cNvGrpSpPr>
            <a:grpSpLocks/>
          </p:cNvGrpSpPr>
          <p:nvPr/>
        </p:nvGrpSpPr>
        <p:grpSpPr bwMode="auto">
          <a:xfrm>
            <a:off x="3092624" y="1727225"/>
            <a:ext cx="1676400" cy="533400"/>
            <a:chOff x="1440" y="1632"/>
            <a:chExt cx="1056" cy="336"/>
          </a:xfrm>
        </p:grpSpPr>
        <p:sp>
          <p:nvSpPr>
            <p:cNvPr id="8" name="直接连接符 67592">
              <a:extLst>
                <a:ext uri="{FF2B5EF4-FFF2-40B4-BE49-F238E27FC236}">
                  <a16:creationId xmlns:a16="http://schemas.microsoft.com/office/drawing/2014/main" id="{DEE0E1C0-FE6A-420C-9CD7-077D5992A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68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9" name="文本框 67593">
              <a:extLst>
                <a:ext uri="{FF2B5EF4-FFF2-40B4-BE49-F238E27FC236}">
                  <a16:creationId xmlns:a16="http://schemas.microsoft.com/office/drawing/2014/main" id="{70984995-7E65-430B-B125-FE75430EE3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7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400" b="1">
                  <a:latin typeface="+mj-ea"/>
                  <a:ea typeface="+mj-ea"/>
                </a:rPr>
                <a:t>求导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9F5B21D-4A3B-4978-9169-FC7633D0D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224" y="2097113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初等函数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8E1534F-57BE-439D-BA2D-3002199C5758}"/>
              </a:ext>
            </a:extLst>
          </p:cNvPr>
          <p:cNvGrpSpPr>
            <a:grpSpLocks/>
          </p:cNvGrpSpPr>
          <p:nvPr/>
        </p:nvGrpSpPr>
        <p:grpSpPr bwMode="auto">
          <a:xfrm>
            <a:off x="3092624" y="2397152"/>
            <a:ext cx="1676400" cy="738188"/>
            <a:chOff x="1392" y="1728"/>
            <a:chExt cx="1056" cy="465"/>
          </a:xfrm>
        </p:grpSpPr>
        <p:sp>
          <p:nvSpPr>
            <p:cNvPr id="12" name="直接连接符 67596">
              <a:extLst>
                <a:ext uri="{FF2B5EF4-FFF2-40B4-BE49-F238E27FC236}">
                  <a16:creationId xmlns:a16="http://schemas.microsoft.com/office/drawing/2014/main" id="{11823DAB-620F-43C3-A15E-631637350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24"/>
              <a:ext cx="105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13" name="文本框 67597">
              <a:extLst>
                <a:ext uri="{FF2B5EF4-FFF2-40B4-BE49-F238E27FC236}">
                  <a16:creationId xmlns:a16="http://schemas.microsoft.com/office/drawing/2014/main" id="{8F0FB056-5620-4C1F-A9B5-88EE584DB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902"/>
              <a:ext cx="7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积分</a:t>
              </a:r>
            </a:p>
          </p:txBody>
        </p:sp>
        <p:sp>
          <p:nvSpPr>
            <p:cNvPr id="14" name="直接连接符 67598">
              <a:extLst>
                <a:ext uri="{FF2B5EF4-FFF2-40B4-BE49-F238E27FC236}">
                  <a16:creationId xmlns:a16="http://schemas.microsoft.com/office/drawing/2014/main" id="{9CC6AA7F-8F87-44FC-9E3F-56451D3EF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728"/>
              <a:ext cx="324" cy="177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DBA484C-E79C-465A-92D4-3B40D62D8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824" y="3530625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 dirty="0">
                <a:latin typeface="+mj-ea"/>
                <a:ea typeface="+mj-ea"/>
              </a:rPr>
              <a:t>一、有理函数的积分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871BA2-0CB4-4021-A6B1-6EEA5F8B8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949" y="4216425"/>
            <a:ext cx="4515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latin typeface="+mj-ea"/>
                <a:ea typeface="+mj-ea"/>
              </a:rPr>
              <a:t>二、可化为有理函数的积分举例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0987C4B-28A0-40F7-A31C-2750D87A8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974" y="2944838"/>
            <a:ext cx="17331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0066FF"/>
                </a:solidFill>
                <a:latin typeface="+mj-ea"/>
                <a:ea typeface="+mj-ea"/>
              </a:rPr>
              <a:t>本节内容</a:t>
            </a:r>
            <a:r>
              <a:rPr lang="en-US" altLang="zh-CN" sz="2400" b="1">
                <a:solidFill>
                  <a:srgbClr val="0066FF"/>
                </a:solidFill>
                <a:latin typeface="+mj-ea"/>
                <a:ea typeface="+mj-ea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66619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5" grpId="0" build="p"/>
      <p:bldP spid="16" grpId="0" build="p"/>
      <p:bldP spid="1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D673314E-C0BF-4C13-BF94-C73CED83C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699542"/>
            <a:ext cx="42096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初等函数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来说，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0353438-6508-47CE-B2F4-BCD28ADA6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888" y="699542"/>
            <a:ext cx="39992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在其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定义区间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上，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8A27C02-A6E5-430C-9A06-0C2A7189A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8" y="710280"/>
            <a:ext cx="2736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它的原函数一定存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167EC6-3A79-4CA3-B90F-BD6282BE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336638"/>
            <a:ext cx="648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在，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657389F-4908-4B25-9070-DFCED3236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018" y="1349586"/>
            <a:ext cx="4392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但原函数不一定都是初等函数，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376A6BB2-F1BE-404B-94DC-40127F633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832" y="1384176"/>
            <a:ext cx="669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FF7446C-7EB6-4D4C-BABD-E2B3AFAEC33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95700" y="2151726"/>
          <a:ext cx="1016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4" name="Equation" r:id="rId3" imgW="1015920" imgH="520560" progId="Equation.DSMT4">
                  <p:embed/>
                </p:oleObj>
              </mc:Choice>
              <mc:Fallback>
                <p:oleObj name="Equation" r:id="rId3" imgW="1015920" imgH="520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FF7446C-7EB6-4D4C-BABD-E2B3AFAEC3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700" y="2151726"/>
                        <a:ext cx="1016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7B0BBB4-1B1D-4FA0-AB49-6DEA2C328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278000"/>
              </p:ext>
            </p:extLst>
          </p:nvPr>
        </p:nvGraphicFramePr>
        <p:xfrm>
          <a:off x="3994150" y="2034220"/>
          <a:ext cx="115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5" name="Equation" r:id="rId5" imgW="1155600" imgH="736560" progId="Equation.DSMT4">
                  <p:embed/>
                </p:oleObj>
              </mc:Choice>
              <mc:Fallback>
                <p:oleObj name="Equation" r:id="rId5" imgW="115560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7B0BBB4-1B1D-4FA0-AB49-6DEA2C328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2034220"/>
                        <a:ext cx="1155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C4BA563-9612-45D8-8E00-5A726B1E378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91160" y="3053450"/>
          <a:ext cx="104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6" name="Equation" r:id="rId7" imgW="1041120" imgH="736560" progId="Equation.DSMT4">
                  <p:embed/>
                </p:oleObj>
              </mc:Choice>
              <mc:Fallback>
                <p:oleObj name="Equation" r:id="rId7" imgW="104112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C4BA563-9612-45D8-8E00-5A726B1E37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160" y="3053450"/>
                        <a:ext cx="1041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3ECDED4-B5DE-4849-8AE8-BF3342C61D1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95700" y="2915781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7" name="Equation" r:id="rId9" imgW="1422360" imgH="838080" progId="Equation.DSMT4">
                  <p:embed/>
                </p:oleObj>
              </mc:Choice>
              <mc:Fallback>
                <p:oleObj name="Equation" r:id="rId9" imgW="1422360" imgH="838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3ECDED4-B5DE-4849-8AE8-BF3342C61D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700" y="2915781"/>
                        <a:ext cx="142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>
            <a:extLst>
              <a:ext uri="{FF2B5EF4-FFF2-40B4-BE49-F238E27FC236}">
                <a16:creationId xmlns:a16="http://schemas.microsoft.com/office/drawing/2014/main" id="{2259F1AC-FBAC-4977-9813-30F854DBF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054301"/>
            <a:ext cx="11269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等等，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3691AC99-D524-4405-840E-70C618BE2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4054301"/>
            <a:ext cx="4392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它们的原函数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都不是初等函数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8FAF5F3-B8EF-4013-AC0F-CC36B3023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155872"/>
              </p:ext>
            </p:extLst>
          </p:nvPr>
        </p:nvGraphicFramePr>
        <p:xfrm>
          <a:off x="4105620" y="3239492"/>
          <a:ext cx="125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8" name="Equation" r:id="rId11" imgW="1257120" imgH="507960" progId="Equation.DSMT4">
                  <p:embed/>
                </p:oleObj>
              </mc:Choice>
              <mc:Fallback>
                <p:oleObj name="Equation" r:id="rId11" imgW="1257120" imgH="5079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8FAF5F3-B8EF-4013-AC0F-CC36B3023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620" y="3239492"/>
                        <a:ext cx="1257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43D71D6-BA00-4CE6-B4FB-1BCA83D5A9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233051"/>
              </p:ext>
            </p:extLst>
          </p:nvPr>
        </p:nvGraphicFramePr>
        <p:xfrm>
          <a:off x="2689286" y="1974850"/>
          <a:ext cx="850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9" name="Equation" r:id="rId13" imgW="850680" imgH="685800" progId="Equation.DSMT4">
                  <p:embed/>
                </p:oleObj>
              </mc:Choice>
              <mc:Fallback>
                <p:oleObj name="Equation" r:id="rId13" imgW="850680" imgH="685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943D71D6-BA00-4CE6-B4FB-1BCA83D5A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86" y="1974850"/>
                        <a:ext cx="850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72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48BDD993-7E53-4C83-A091-AAA441AE1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86" y="1049129"/>
            <a:ext cx="7560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定义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cs typeface="+mj-cs"/>
              </a:rPr>
              <a:t>1 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两个多项式的商称为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有理函数</a:t>
            </a:r>
            <a:r>
              <a:rPr lang="zh-CN" altLang="en-US" sz="2400" b="1" dirty="0">
                <a:latin typeface="+mn-ea"/>
              </a:rPr>
              <a:t>，又称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有理分式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AAE8DB1-9DBB-44AB-A84F-EA23E3777D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206464"/>
              </p:ext>
            </p:extLst>
          </p:nvPr>
        </p:nvGraphicFramePr>
        <p:xfrm>
          <a:off x="2151822" y="1630066"/>
          <a:ext cx="469872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99" name="Equation" r:id="rId3" imgW="4698720" imgH="888840" progId="Equation.DSMT4">
                  <p:embed/>
                </p:oleObj>
              </mc:Choice>
              <mc:Fallback>
                <p:oleObj name="Equation" r:id="rId3" imgW="4698720" imgH="88884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822" y="1630066"/>
                        <a:ext cx="4698720" cy="8888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004C5A65-5CBF-46F8-AAE1-6286700C9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39502"/>
            <a:ext cx="55007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一、有理函数的积分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D2EE386-FA75-4A4F-BF52-33B880E18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863992"/>
              </p:ext>
            </p:extLst>
          </p:nvPr>
        </p:nvGraphicFramePr>
        <p:xfrm>
          <a:off x="4384070" y="2702808"/>
          <a:ext cx="14208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00" name="Equation" r:id="rId5" imgW="1422360" imgH="380880" progId="Equation.DSMT4">
                  <p:embed/>
                </p:oleObj>
              </mc:Choice>
              <mc:Fallback>
                <p:oleObj name="Equation" r:id="rId5" imgW="1422360" imgH="3808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070" y="2702808"/>
                        <a:ext cx="14208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A0E08F5C-D9ED-43DD-BC01-F24E219FEEE6}"/>
              </a:ext>
            </a:extLst>
          </p:cNvPr>
          <p:cNvGrpSpPr/>
          <p:nvPr/>
        </p:nvGrpSpPr>
        <p:grpSpPr>
          <a:xfrm>
            <a:off x="279614" y="2662922"/>
            <a:ext cx="4104456" cy="461665"/>
            <a:chOff x="395536" y="3075806"/>
            <a:chExt cx="4104456" cy="461665"/>
          </a:xfrm>
        </p:grpSpPr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7DD2E62F-8A25-455E-8F5E-5DAF2BD23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3075806"/>
              <a:ext cx="41044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其中，  和  都是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非负整数</a:t>
              </a:r>
              <a:r>
                <a:rPr lang="zh-CN" altLang="en-US" sz="2400" b="1" dirty="0">
                  <a:latin typeface="+mn-ea"/>
                </a:rPr>
                <a:t>，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44E5F7E-4752-45E6-B8DD-7ED8990B00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3796453"/>
                </p:ext>
              </p:extLst>
            </p:nvPr>
          </p:nvGraphicFramePr>
          <p:xfrm>
            <a:off x="1403648" y="3232646"/>
            <a:ext cx="2667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01" name="Equation" r:id="rId7" imgW="266400" imgH="203040" progId="Equation.DSMT4">
                    <p:embed/>
                  </p:oleObj>
                </mc:Choice>
                <mc:Fallback>
                  <p:oleObj name="Equation" r:id="rId7" imgW="266400" imgH="203040" progId="Equation.DSMT4">
                    <p:embed/>
                    <p:pic>
                      <p:nvPicPr>
                        <p:cNvPr id="2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3232646"/>
                          <a:ext cx="2667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0D6CE849-431B-484F-B2D5-D6968C1987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6737990"/>
                </p:ext>
              </p:extLst>
            </p:nvPr>
          </p:nvGraphicFramePr>
          <p:xfrm>
            <a:off x="2077244" y="323264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02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77244" y="323264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5186BA0-2DA4-446A-9982-C0511D0BF8EE}"/>
              </a:ext>
            </a:extLst>
          </p:cNvPr>
          <p:cNvGrpSpPr/>
          <p:nvPr/>
        </p:nvGrpSpPr>
        <p:grpSpPr>
          <a:xfrm>
            <a:off x="5824230" y="2662922"/>
            <a:ext cx="1872208" cy="461665"/>
            <a:chOff x="5940152" y="3075806"/>
            <a:chExt cx="1872208" cy="461665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5B5E22E6-72D6-4426-AF45-44F895CAA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3075806"/>
              <a:ext cx="5760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及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B142300-83DB-45C9-81AB-EA97BD872F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8110239"/>
                </p:ext>
              </p:extLst>
            </p:nvPr>
          </p:nvGraphicFramePr>
          <p:xfrm>
            <a:off x="6467747" y="3147814"/>
            <a:ext cx="13446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03" name="Equation" r:id="rId11" imgW="1346040" imgH="380880" progId="Equation.DSMT4">
                    <p:embed/>
                  </p:oleObj>
                </mc:Choice>
                <mc:Fallback>
                  <p:oleObj name="Equation" r:id="rId11" imgW="1346040" imgH="38088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7747" y="3147814"/>
                          <a:ext cx="1344613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2">
            <a:extLst>
              <a:ext uri="{FF2B5EF4-FFF2-40B4-BE49-F238E27FC236}">
                <a16:creationId xmlns:a16="http://schemas.microsoft.com/office/drawing/2014/main" id="{010EE25B-5253-44A7-B865-E612925FE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8446" y="2662922"/>
            <a:ext cx="10801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都是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AAFC6C84-2F0D-4FAB-9EAF-C1EB33A02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614" y="3372549"/>
            <a:ext cx="10081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实数，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7C4F1D-E4CC-4137-AB5E-573D297035B1}"/>
              </a:ext>
            </a:extLst>
          </p:cNvPr>
          <p:cNvGrpSpPr/>
          <p:nvPr/>
        </p:nvGrpSpPr>
        <p:grpSpPr>
          <a:xfrm>
            <a:off x="1215718" y="3383002"/>
            <a:ext cx="4104456" cy="461665"/>
            <a:chOff x="1403648" y="3713425"/>
            <a:chExt cx="4104456" cy="461665"/>
          </a:xfrm>
        </p:grpSpPr>
        <p:sp>
          <p:nvSpPr>
            <p:cNvPr id="16" name="Text Box 2">
              <a:extLst>
                <a:ext uri="{FF2B5EF4-FFF2-40B4-BE49-F238E27FC236}">
                  <a16:creationId xmlns:a16="http://schemas.microsoft.com/office/drawing/2014/main" id="{9A0459B1-A79F-4AFE-ABBA-2F148ECEF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648" y="3713425"/>
              <a:ext cx="41044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并且            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716C61D-C3C5-4ECD-B6C4-56EF0F8EC4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1491444"/>
                </p:ext>
              </p:extLst>
            </p:nvPr>
          </p:nvGraphicFramePr>
          <p:xfrm>
            <a:off x="2254895" y="3753757"/>
            <a:ext cx="15970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04" name="Equation" r:id="rId13" imgW="1600200" imgH="380880" progId="Equation.DSMT4">
                    <p:embed/>
                  </p:oleObj>
                </mc:Choice>
                <mc:Fallback>
                  <p:oleObj name="Equation" r:id="rId13" imgW="1600200" imgH="380880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4895" y="3753757"/>
                          <a:ext cx="15970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2">
            <a:extLst>
              <a:ext uri="{FF2B5EF4-FFF2-40B4-BE49-F238E27FC236}">
                <a16:creationId xmlns:a16="http://schemas.microsoft.com/office/drawing/2014/main" id="{96D3D612-0430-4963-B105-DAF42D158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022" y="3353385"/>
            <a:ext cx="46445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假定分子与分母之间没有公因式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417A49D-2F30-49DE-A478-FF4D2792E882}"/>
              </a:ext>
            </a:extLst>
          </p:cNvPr>
          <p:cNvGrpSpPr/>
          <p:nvPr/>
        </p:nvGrpSpPr>
        <p:grpSpPr>
          <a:xfrm>
            <a:off x="279614" y="4001457"/>
            <a:ext cx="3600400" cy="461665"/>
            <a:chOff x="395536" y="4342333"/>
            <a:chExt cx="3600400" cy="461665"/>
          </a:xfrm>
        </p:grpSpPr>
        <p:sp>
          <p:nvSpPr>
            <p:cNvPr id="20" name="Text Box 2">
              <a:extLst>
                <a:ext uri="{FF2B5EF4-FFF2-40B4-BE49-F238E27FC236}">
                  <a16:creationId xmlns:a16="http://schemas.microsoft.com/office/drawing/2014/main" id="{63F7D7CF-C93A-44EF-B858-561A8C580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4342333"/>
              <a:ext cx="36004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时，称为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真分式</a:t>
              </a:r>
              <a:r>
                <a:rPr lang="zh-CN" altLang="en-US" sz="2400" b="1" dirty="0">
                  <a:latin typeface="+mn-ea"/>
                </a:rPr>
                <a:t>，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6F97857-F134-4513-8E66-F0297427AB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3250627"/>
                </p:ext>
              </p:extLst>
            </p:nvPr>
          </p:nvGraphicFramePr>
          <p:xfrm>
            <a:off x="827584" y="4492625"/>
            <a:ext cx="7239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05" name="Equation" r:id="rId15" imgW="723600" imgH="215640" progId="Equation.DSMT4">
                    <p:embed/>
                  </p:oleObj>
                </mc:Choice>
                <mc:Fallback>
                  <p:oleObj name="Equation" r:id="rId15" imgW="723600" imgH="21564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584" y="4492625"/>
                          <a:ext cx="7239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2">
            <a:extLst>
              <a:ext uri="{FF2B5EF4-FFF2-40B4-BE49-F238E27FC236}">
                <a16:creationId xmlns:a16="http://schemas.microsoft.com/office/drawing/2014/main" id="{8681D016-6460-4BD5-976E-710CC804C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006" y="4001456"/>
            <a:ext cx="2664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否则称为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假分式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539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18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755576" y="415618"/>
            <a:ext cx="2393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例如</a:t>
            </a:r>
            <a:r>
              <a:rPr lang="zh-CN" altLang="en-US" sz="2400" b="1" dirty="0"/>
              <a:t>，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55333"/>
              </p:ext>
            </p:extLst>
          </p:nvPr>
        </p:nvGraphicFramePr>
        <p:xfrm>
          <a:off x="1884440" y="199594"/>
          <a:ext cx="1168200" cy="79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747" name="Equation" r:id="rId4" imgW="1168200" imgH="799920" progId="Equation.DSMT4">
                  <p:embed/>
                </p:oleObj>
              </mc:Choice>
              <mc:Fallback>
                <p:oleObj name="Equation" r:id="rId4" imgW="1168200" imgH="79992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440" y="199594"/>
                        <a:ext cx="1168200" cy="799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755576" y="1135698"/>
            <a:ext cx="82444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注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cs typeface="+mj-cs"/>
              </a:rPr>
              <a:t> </a:t>
            </a:r>
            <a:r>
              <a:rPr lang="zh-CN" altLang="en-US" sz="2400" b="1" dirty="0"/>
              <a:t>利用</a:t>
            </a:r>
            <a:r>
              <a:rPr lang="zh-CN" altLang="en-US" sz="2400" b="1" dirty="0">
                <a:solidFill>
                  <a:srgbClr val="FF0000"/>
                </a:solidFill>
              </a:rPr>
              <a:t>多项式除法</a:t>
            </a:r>
            <a:r>
              <a:rPr lang="zh-CN" altLang="en-US" sz="2400" b="1" dirty="0"/>
              <a:t>，总可以将假分式可以化成一个</a:t>
            </a:r>
            <a:r>
              <a:rPr lang="zh-CN" altLang="en-US" sz="2400" b="1" dirty="0">
                <a:solidFill>
                  <a:srgbClr val="FF0000"/>
                </a:solidFill>
              </a:rPr>
              <a:t>多项式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951643"/>
              </p:ext>
            </p:extLst>
          </p:nvPr>
        </p:nvGraphicFramePr>
        <p:xfrm>
          <a:off x="3073400" y="267494"/>
          <a:ext cx="1498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748" name="Equation" r:id="rId6" imgW="1498320" imgH="749160" progId="Equation.DSMT4">
                  <p:embed/>
                </p:oleObj>
              </mc:Choice>
              <mc:Fallback>
                <p:oleObj name="Equation" r:id="rId6" imgW="1498320" imgH="74916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67494"/>
                        <a:ext cx="14986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07504" y="1754153"/>
            <a:ext cx="41764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和一个</a:t>
            </a:r>
            <a:r>
              <a:rPr lang="zh-CN" altLang="en-US" sz="2400" b="1" dirty="0">
                <a:solidFill>
                  <a:srgbClr val="FF0000"/>
                </a:solidFill>
              </a:rPr>
              <a:t>真分式</a:t>
            </a:r>
            <a:r>
              <a:rPr lang="zh-CN" altLang="en-US" sz="2400" b="1" dirty="0"/>
              <a:t>之和的形式</a:t>
            </a:r>
            <a:r>
              <a:rPr lang="en-US" altLang="zh-CN" sz="2400" b="1" dirty="0"/>
              <a:t>.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55576" y="2287826"/>
            <a:ext cx="3498752" cy="787400"/>
            <a:chOff x="929232" y="2499742"/>
            <a:chExt cx="3498752" cy="787400"/>
          </a:xfrm>
        </p:grpSpPr>
        <p:graphicFrame>
          <p:nvGraphicFramePr>
            <p:cNvPr id="19" name="Object 3"/>
            <p:cNvGraphicFramePr>
              <a:graphicFrameLocks noChangeAspect="1"/>
            </p:cNvGraphicFramePr>
            <p:nvPr>
              <p:extLst/>
            </p:nvPr>
          </p:nvGraphicFramePr>
          <p:xfrm>
            <a:off x="3322836" y="2499742"/>
            <a:ext cx="6731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749" name="Equation" r:id="rId8" imgW="672840" imgH="787320" progId="Equation.DSMT4">
                    <p:embed/>
                  </p:oleObj>
                </mc:Choice>
                <mc:Fallback>
                  <p:oleObj name="Equation" r:id="rId8" imgW="672840" imgH="787320" progId="Equation.DSMT4">
                    <p:embed/>
                    <p:pic>
                      <p:nvPicPr>
                        <p:cNvPr id="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2836" y="2499742"/>
                          <a:ext cx="6731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2"/>
            <p:cNvSpPr txBox="1">
              <a:spLocks noChangeArrowheads="1"/>
            </p:cNvSpPr>
            <p:nvPr/>
          </p:nvSpPr>
          <p:spPr bwMode="auto">
            <a:xfrm>
              <a:off x="929232" y="2643758"/>
              <a:ext cx="349875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cs typeface="+mj-cs"/>
                </a:rPr>
                <a:t>注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en-US" sz="2400" b="1" dirty="0">
                  <a:latin typeface="+mn-ea"/>
                </a:rPr>
                <a:t>对于真分式      ，</a:t>
              </a:r>
            </a:p>
          </p:txBody>
        </p:sp>
      </p:grp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4067944" y="2431842"/>
            <a:ext cx="49685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若</a:t>
            </a:r>
            <a:r>
              <a:rPr lang="zh-CN" altLang="en-US" sz="2400" b="1" dirty="0">
                <a:solidFill>
                  <a:srgbClr val="FF0000"/>
                </a:solidFill>
              </a:rPr>
              <a:t>分母</a:t>
            </a:r>
            <a:r>
              <a:rPr lang="zh-CN" altLang="en-US" sz="2400" b="1" dirty="0"/>
              <a:t>可以分解为两个多项式之积</a:t>
            </a:r>
            <a:endParaRPr lang="en-US" altLang="zh-CN" sz="24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279816"/>
              </p:ext>
            </p:extLst>
          </p:nvPr>
        </p:nvGraphicFramePr>
        <p:xfrm>
          <a:off x="213172" y="3224327"/>
          <a:ext cx="238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750" name="Equation" r:id="rId10" imgW="2387520" imgH="380880" progId="Equation.DSMT4">
                  <p:embed/>
                </p:oleObj>
              </mc:Choice>
              <mc:Fallback>
                <p:oleObj name="Equation" r:id="rId10" imgW="2387520" imgH="3808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72" y="3224327"/>
                        <a:ext cx="2387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2627784" y="3194313"/>
            <a:ext cx="4536505" cy="461665"/>
            <a:chOff x="395535" y="4443958"/>
            <a:chExt cx="4536505" cy="461665"/>
          </a:xfrm>
        </p:grpSpPr>
        <p:sp>
          <p:nvSpPr>
            <p:cNvPr id="22" name="Text Box 5"/>
            <p:cNvSpPr txBox="1">
              <a:spLocks noChangeArrowheads="1"/>
            </p:cNvSpPr>
            <p:nvPr/>
          </p:nvSpPr>
          <p:spPr bwMode="auto">
            <a:xfrm>
              <a:off x="395535" y="4443958"/>
              <a:ext cx="45365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且             和              没有公因式，</a:t>
              </a:r>
              <a:endParaRPr lang="en-US" altLang="zh-CN" sz="2400" b="1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/>
            </p:nvPr>
          </p:nvGraphicFramePr>
          <p:xfrm>
            <a:off x="904282" y="4484290"/>
            <a:ext cx="711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751" name="Equation" r:id="rId12" imgW="711000" imgH="380880" progId="Equation.DSMT4">
                    <p:embed/>
                  </p:oleObj>
                </mc:Choice>
                <mc:Fallback>
                  <p:oleObj name="Equation" r:id="rId12" imgW="711000" imgH="38088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4282" y="4484290"/>
                          <a:ext cx="711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2107208" y="4495006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752" name="Equation" r:id="rId14" imgW="736560" imgH="380880" progId="Equation.DSMT4">
                    <p:embed/>
                  </p:oleObj>
                </mc:Choice>
                <mc:Fallback>
                  <p:oleObj name="Equation" r:id="rId14" imgW="736560" imgH="38088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107208" y="4495006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6948265" y="3194312"/>
            <a:ext cx="5760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则</a:t>
            </a:r>
            <a:endParaRPr lang="en-US" altLang="zh-CN" sz="2400" b="1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880634"/>
              </p:ext>
            </p:extLst>
          </p:nvPr>
        </p:nvGraphicFramePr>
        <p:xfrm>
          <a:off x="3074144" y="3843452"/>
          <a:ext cx="2794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753" name="Equation" r:id="rId16" imgW="2793960" imgH="799920" progId="Equation.DSMT4">
                  <p:embed/>
                </p:oleObj>
              </mc:Choice>
              <mc:Fallback>
                <p:oleObj name="Equation" r:id="rId16" imgW="2793960" imgH="79992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144" y="3843452"/>
                        <a:ext cx="2794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83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 autoUpdateAnimBg="0"/>
      <p:bldP spid="16" grpId="0" autoUpdateAnimBg="0"/>
      <p:bldP spid="21" grpId="0"/>
      <p:bldP spid="2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21E4ED44-332F-4359-8DDB-F988E9E62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411510"/>
            <a:ext cx="51125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cs typeface="+mj-cs"/>
              </a:rPr>
              <a:t> 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实系数多项式的因式分解定理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C5E71EAD-ECA0-4E4F-9E3D-AA9916E62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42" y="1059582"/>
            <a:ext cx="82383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    任何实系数多项式总可以唯一地分解成一次因式与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二次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BBFED33E-8B07-4C50-BAE7-F44444443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42" y="1678037"/>
            <a:ext cx="41703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不可约因式（质因式）</a:t>
            </a:r>
            <a:r>
              <a:rPr lang="zh-CN" altLang="en-US" sz="2400" b="1" dirty="0">
                <a:latin typeface="+mn-ea"/>
              </a:rPr>
              <a:t>的乘积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7F92A0B-FECE-4BA9-A5DD-3B38C4562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586" y="1654423"/>
            <a:ext cx="41703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故真分式在实数范围内可分解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BC6F6581-6094-4555-B0A5-7420B48DE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355726"/>
            <a:ext cx="41703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为以下四种简单分式之和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E3A74FA-A210-4507-961B-972783784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571695"/>
              </p:ext>
            </p:extLst>
          </p:nvPr>
        </p:nvGraphicFramePr>
        <p:xfrm>
          <a:off x="899592" y="3258914"/>
          <a:ext cx="77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87" name="Equation" r:id="rId3" imgW="774360" imgH="736560" progId="Equation.DSMT4">
                  <p:embed/>
                </p:oleObj>
              </mc:Choice>
              <mc:Fallback>
                <p:oleObj name="Equation" r:id="rId3" imgW="774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3258914"/>
                        <a:ext cx="774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55A5CC5-9993-4572-9032-A56FB99AD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547972"/>
              </p:ext>
            </p:extLst>
          </p:nvPr>
        </p:nvGraphicFramePr>
        <p:xfrm>
          <a:off x="2123728" y="3261816"/>
          <a:ext cx="189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88" name="Equation" r:id="rId5" imgW="1892160" imgH="787320" progId="Equation.DSMT4">
                  <p:embed/>
                </p:oleObj>
              </mc:Choice>
              <mc:Fallback>
                <p:oleObj name="Equation" r:id="rId5" imgW="189216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3A74FA-A210-4507-961B-9727837842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3728" y="3261816"/>
                        <a:ext cx="1892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CDEEBC9-59D9-42C8-B0BE-1FA93859A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229191"/>
              </p:ext>
            </p:extLst>
          </p:nvPr>
        </p:nvGraphicFramePr>
        <p:xfrm>
          <a:off x="4283968" y="3185492"/>
          <a:ext cx="1511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89" name="Equation" r:id="rId7" imgW="1511280" imgH="787320" progId="Equation.DSMT4">
                  <p:embed/>
                </p:oleObj>
              </mc:Choice>
              <mc:Fallback>
                <p:oleObj name="Equation" r:id="rId7" imgW="151128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3A74FA-A210-4507-961B-9727837842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3968" y="3185492"/>
                        <a:ext cx="1511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AF75053-79DF-4E3C-A213-2A19FD2FFE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401538"/>
              </p:ext>
            </p:extLst>
          </p:nvPr>
        </p:nvGraphicFramePr>
        <p:xfrm>
          <a:off x="6012160" y="3175694"/>
          <a:ext cx="261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90" name="Equation" r:id="rId9" imgW="2616120" imgH="787320" progId="Equation.DSMT4">
                  <p:embed/>
                </p:oleObj>
              </mc:Choice>
              <mc:Fallback>
                <p:oleObj name="Equation" r:id="rId9" imgW="261612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CDEEBC9-59D9-42C8-B0BE-1FA93859A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12160" y="3175694"/>
                        <a:ext cx="2616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394D755-9407-4010-B068-92595B9FE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204721"/>
              </p:ext>
            </p:extLst>
          </p:nvPr>
        </p:nvGraphicFramePr>
        <p:xfrm>
          <a:off x="5039618" y="4082454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91" name="Equation" r:id="rId11" imgW="1460160" imgH="406080" progId="Equation.DSMT4">
                  <p:embed/>
                </p:oleObj>
              </mc:Choice>
              <mc:Fallback>
                <p:oleObj name="Equation" r:id="rId11" imgW="1460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39618" y="4082454"/>
                        <a:ext cx="1460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095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54B332F-FD39-4549-A441-FD5AB1634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35945"/>
              </p:ext>
            </p:extLst>
          </p:nvPr>
        </p:nvGraphicFramePr>
        <p:xfrm>
          <a:off x="544369" y="272388"/>
          <a:ext cx="77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73" name="Equation" r:id="rId3" imgW="774360" imgH="736560" progId="Equation.DSMT4">
                  <p:embed/>
                </p:oleObj>
              </mc:Choice>
              <mc:Fallback>
                <p:oleObj name="Equation" r:id="rId3" imgW="77436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3A74FA-A210-4507-961B-9727837842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369" y="272388"/>
                        <a:ext cx="774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2934037-26D1-4699-BAEE-A66299B43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747378"/>
              </p:ext>
            </p:extLst>
          </p:nvPr>
        </p:nvGraphicFramePr>
        <p:xfrm>
          <a:off x="1768505" y="275290"/>
          <a:ext cx="189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74" name="Equation" r:id="rId5" imgW="1892160" imgH="787320" progId="Equation.DSMT4">
                  <p:embed/>
                </p:oleObj>
              </mc:Choice>
              <mc:Fallback>
                <p:oleObj name="Equation" r:id="rId5" imgW="1892160" imgH="787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55A5CC5-9993-4572-9032-A56FB99AD6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8505" y="275290"/>
                        <a:ext cx="1892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21A319F-DEBC-4C04-A3B3-75F430C7BD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537316"/>
              </p:ext>
            </p:extLst>
          </p:nvPr>
        </p:nvGraphicFramePr>
        <p:xfrm>
          <a:off x="3928745" y="198966"/>
          <a:ext cx="1511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75" name="Equation" r:id="rId7" imgW="1511280" imgH="787320" progId="Equation.DSMT4">
                  <p:embed/>
                </p:oleObj>
              </mc:Choice>
              <mc:Fallback>
                <p:oleObj name="Equation" r:id="rId7" imgW="151128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CDEEBC9-59D9-42C8-B0BE-1FA93859A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8745" y="198966"/>
                        <a:ext cx="1511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4F1F105-EE6C-40BE-89A4-11D3936CCD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705036"/>
              </p:ext>
            </p:extLst>
          </p:nvPr>
        </p:nvGraphicFramePr>
        <p:xfrm>
          <a:off x="5656937" y="189168"/>
          <a:ext cx="261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76" name="Equation" r:id="rId9" imgW="2616120" imgH="787320" progId="Equation.DSMT4">
                  <p:embed/>
                </p:oleObj>
              </mc:Choice>
              <mc:Fallback>
                <p:oleObj name="Equation" r:id="rId9" imgW="261612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AF75053-79DF-4E3C-A213-2A19FD2FFE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56937" y="189168"/>
                        <a:ext cx="2616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3E42E5-C262-4517-ADA4-1DFC5832A9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591377"/>
              </p:ext>
            </p:extLst>
          </p:nvPr>
        </p:nvGraphicFramePr>
        <p:xfrm>
          <a:off x="7099384" y="832887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77" name="Equation" r:id="rId11" imgW="1460160" imgH="406080" progId="Equation.DSMT4">
                  <p:embed/>
                </p:oleObj>
              </mc:Choice>
              <mc:Fallback>
                <p:oleObj name="Equation" r:id="rId11" imgW="146016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394D755-9407-4010-B068-92595B9FEB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99384" y="832887"/>
                        <a:ext cx="1460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DA012D4-9FD7-43AC-AE64-DD05F1D2C2E4}"/>
              </a:ext>
            </a:extLst>
          </p:cNvPr>
          <p:cNvCxnSpPr>
            <a:cxnSpLocks/>
          </p:cNvCxnSpPr>
          <p:nvPr/>
        </p:nvCxnSpPr>
        <p:spPr>
          <a:xfrm>
            <a:off x="-84775" y="1275606"/>
            <a:ext cx="9144000" cy="0"/>
          </a:xfrm>
          <a:prstGeom prst="line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75166A6-B687-4DB1-A2E8-6022AB6BC05A}"/>
              </a:ext>
            </a:extLst>
          </p:cNvPr>
          <p:cNvGrpSpPr/>
          <p:nvPr/>
        </p:nvGrpSpPr>
        <p:grpSpPr>
          <a:xfrm>
            <a:off x="581220" y="1757164"/>
            <a:ext cx="4033339" cy="736600"/>
            <a:chOff x="527268" y="2046238"/>
            <a:chExt cx="4033339" cy="7366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F488F04-608C-4D98-B6BC-11041E58F2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778510"/>
                </p:ext>
              </p:extLst>
            </p:nvPr>
          </p:nvGraphicFramePr>
          <p:xfrm>
            <a:off x="1296706" y="2046238"/>
            <a:ext cx="3263901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878" name="Equation" r:id="rId13" imgW="3263760" imgH="736560" progId="Equation.DSMT4">
                    <p:embed/>
                  </p:oleObj>
                </mc:Choice>
                <mc:Fallback>
                  <p:oleObj name="Equation" r:id="rId13" imgW="3263760" imgH="73656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254B332F-FD39-4549-A441-FD5AB1634D3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96706" y="2046238"/>
                          <a:ext cx="3263901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id="{20FB65A8-77DE-490D-9C12-B63A7C558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68" y="2221531"/>
              <a:ext cx="67841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0FFD06B-745D-4B5C-9963-F0E1A8F8DA46}"/>
              </a:ext>
            </a:extLst>
          </p:cNvPr>
          <p:cNvGrpSpPr/>
          <p:nvPr/>
        </p:nvGrpSpPr>
        <p:grpSpPr>
          <a:xfrm>
            <a:off x="551659" y="3004837"/>
            <a:ext cx="6715074" cy="787400"/>
            <a:chOff x="551659" y="3004837"/>
            <a:chExt cx="6715074" cy="787400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157F2888-122F-41E8-A519-006ACF14E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659" y="3167705"/>
              <a:ext cx="67841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71D39CA-04E7-4CF9-8313-54184BEDBC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1547942"/>
                </p:ext>
              </p:extLst>
            </p:nvPr>
          </p:nvGraphicFramePr>
          <p:xfrm>
            <a:off x="1259632" y="3004837"/>
            <a:ext cx="6007101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879" name="Equation" r:id="rId15" imgW="6006960" imgH="787320" progId="Equation.DSMT4">
                    <p:embed/>
                  </p:oleObj>
                </mc:Choice>
                <mc:Fallback>
                  <p:oleObj name="Equation" r:id="rId15" imgW="6006960" imgH="787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8F488F04-608C-4D98-B6BC-11041E58F25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59632" y="3004837"/>
                          <a:ext cx="6007101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076162B-EB75-46F5-9853-32EC9DE59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763138"/>
              </p:ext>
            </p:extLst>
          </p:nvPr>
        </p:nvGraphicFramePr>
        <p:xfrm>
          <a:off x="1547664" y="4179207"/>
          <a:ext cx="81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80" name="Equation" r:id="rId17" imgW="812520" imgH="342720" progId="Equation.DSMT4">
                  <p:embed/>
                </p:oleObj>
              </mc:Choice>
              <mc:Fallback>
                <p:oleObj name="Equation" r:id="rId17" imgW="812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47664" y="4179207"/>
                        <a:ext cx="812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456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CF664930-4494-4ADB-9807-ADEA31274028}"/>
              </a:ext>
            </a:extLst>
          </p:cNvPr>
          <p:cNvGrpSpPr/>
          <p:nvPr/>
        </p:nvGrpSpPr>
        <p:grpSpPr>
          <a:xfrm>
            <a:off x="401634" y="267494"/>
            <a:ext cx="2378079" cy="660400"/>
            <a:chOff x="401634" y="736643"/>
            <a:chExt cx="2378079" cy="660400"/>
          </a:xfrm>
        </p:grpSpPr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15306C5E-78AF-42E1-9A72-075FF4F18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634" y="802156"/>
              <a:ext cx="6419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16C6B55-C0A2-42C2-B4EC-FEA4507C3E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2969845"/>
                </p:ext>
              </p:extLst>
            </p:nvPr>
          </p:nvGraphicFramePr>
          <p:xfrm>
            <a:off x="1179513" y="736643"/>
            <a:ext cx="1600200" cy="660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922" name="Equation" r:id="rId3" imgW="1600200" imgH="660240" progId="Equation.DSMT4">
                    <p:embed/>
                  </p:oleObj>
                </mc:Choice>
                <mc:Fallback>
                  <p:oleObj name="Equation" r:id="rId3" imgW="1600200" imgH="6602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9E927201-534A-4C98-B1D1-9BA07CDD1EA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79513" y="736643"/>
                          <a:ext cx="1600200" cy="660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CA3D52-F75A-4848-9FB0-C7986DCA95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288044"/>
              </p:ext>
            </p:extLst>
          </p:nvPr>
        </p:nvGraphicFramePr>
        <p:xfrm>
          <a:off x="5233987" y="437860"/>
          <a:ext cx="273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923" name="Equation" r:id="rId5" imgW="2730240" imgH="406080" progId="Equation.DSMT4">
                  <p:embed/>
                </p:oleObj>
              </mc:Choice>
              <mc:Fallback>
                <p:oleObj name="Equation" r:id="rId5" imgW="2730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33987" y="437860"/>
                        <a:ext cx="2730500" cy="4064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7280B8A-B0DD-42FC-B27E-DAC17B749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065128"/>
              </p:ext>
            </p:extLst>
          </p:nvPr>
        </p:nvGraphicFramePr>
        <p:xfrm>
          <a:off x="944563" y="1096169"/>
          <a:ext cx="2743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924" name="Equation" r:id="rId7" imgW="2743200" imgH="952200" progId="Equation.DSMT4">
                  <p:embed/>
                </p:oleObj>
              </mc:Choice>
              <mc:Fallback>
                <p:oleObj name="Equation" r:id="rId7" imgW="2743200" imgH="952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83379A4-71FF-47C1-9E19-F298B2E61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44563" y="1096169"/>
                        <a:ext cx="27432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E99B3DE-C0D1-4C3E-84CB-9CF2ED8573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92533"/>
              </p:ext>
            </p:extLst>
          </p:nvPr>
        </p:nvGraphicFramePr>
        <p:xfrm>
          <a:off x="3789360" y="1103380"/>
          <a:ext cx="3251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925" name="Equation" r:id="rId9" imgW="3251160" imgH="952200" progId="Equation.DSMT4">
                  <p:embed/>
                </p:oleObj>
              </mc:Choice>
              <mc:Fallback>
                <p:oleObj name="Equation" r:id="rId9" imgW="3251160" imgH="952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7280B8A-B0DD-42FC-B27E-DAC17B749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89360" y="1103380"/>
                        <a:ext cx="32512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5A1F56A-0FF5-4202-A0AE-A334A7BD45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977903"/>
              </p:ext>
            </p:extLst>
          </p:nvPr>
        </p:nvGraphicFramePr>
        <p:xfrm>
          <a:off x="969963" y="2489994"/>
          <a:ext cx="2019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926" name="Equation" r:id="rId11" imgW="2019240" imgH="609480" progId="Equation.DSMT4">
                  <p:embed/>
                </p:oleObj>
              </mc:Choice>
              <mc:Fallback>
                <p:oleObj name="Equation" r:id="rId11" imgW="201924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9963" y="2489994"/>
                        <a:ext cx="20193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4FA06EB-9F7B-4A74-8D82-F063021D4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907161"/>
              </p:ext>
            </p:extLst>
          </p:nvPr>
        </p:nvGraphicFramePr>
        <p:xfrm>
          <a:off x="2989263" y="2158498"/>
          <a:ext cx="34163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927" name="Equation" r:id="rId13" imgW="3416040" imgH="1434960" progId="Equation.DSMT4">
                  <p:embed/>
                </p:oleObj>
              </mc:Choice>
              <mc:Fallback>
                <p:oleObj name="Equation" r:id="rId13" imgW="3416040" imgH="1434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89263" y="2158498"/>
                        <a:ext cx="34163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BF81CA8-9DDD-4379-ACD6-9692A29C0E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16924"/>
              </p:ext>
            </p:extLst>
          </p:nvPr>
        </p:nvGraphicFramePr>
        <p:xfrm>
          <a:off x="858838" y="3781499"/>
          <a:ext cx="2019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928" name="Equation" r:id="rId15" imgW="2019240" imgH="609480" progId="Equation.DSMT4">
                  <p:embed/>
                </p:oleObj>
              </mc:Choice>
              <mc:Fallback>
                <p:oleObj name="Equation" r:id="rId15" imgW="2019240" imgH="609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5A1F56A-0FF5-4202-A0AE-A334A7BD45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58838" y="3781499"/>
                        <a:ext cx="20193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BB2B6A4-AE28-4914-B941-03639C222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598430"/>
              </p:ext>
            </p:extLst>
          </p:nvPr>
        </p:nvGraphicFramePr>
        <p:xfrm>
          <a:off x="2884488" y="3540919"/>
          <a:ext cx="31623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929" name="Equation" r:id="rId17" imgW="3162240" imgH="1333440" progId="Equation.DSMT4">
                  <p:embed/>
                </p:oleObj>
              </mc:Choice>
              <mc:Fallback>
                <p:oleObj name="Equation" r:id="rId17" imgW="3162240" imgH="13334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4FA06EB-9F7B-4A74-8D82-F063021D4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84488" y="3540919"/>
                        <a:ext cx="3162300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777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B1AB5A69-F053-4157-A5D8-9D5907014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098" y="566106"/>
            <a:ext cx="5222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51BE7AF-5B46-4F48-BCDF-4E3B934FF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361688"/>
              </p:ext>
            </p:extLst>
          </p:nvPr>
        </p:nvGraphicFramePr>
        <p:xfrm>
          <a:off x="1331640" y="483518"/>
          <a:ext cx="2540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93" name="Equation" r:id="rId3" imgW="2539800" imgH="660240" progId="Equation.DSMT4">
                  <p:embed/>
                </p:oleObj>
              </mc:Choice>
              <mc:Fallback>
                <p:oleObj name="Equation" r:id="rId3" imgW="2539800" imgH="6602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16C6B55-C0A2-42C2-B4EC-FEA4507C3E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483518"/>
                        <a:ext cx="2540000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115B790-CE65-4C8C-8650-78CD782ED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318259"/>
              </p:ext>
            </p:extLst>
          </p:nvPr>
        </p:nvGraphicFramePr>
        <p:xfrm>
          <a:off x="4000376" y="247354"/>
          <a:ext cx="3251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94" name="Equation" r:id="rId5" imgW="3251160" imgH="952200" progId="Equation.DSMT4">
                  <p:embed/>
                </p:oleObj>
              </mc:Choice>
              <mc:Fallback>
                <p:oleObj name="Equation" r:id="rId5" imgW="3251160" imgH="952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E99B3DE-C0D1-4C3E-84CB-9CF2ED857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0376" y="247354"/>
                        <a:ext cx="32512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EA090DC-E9E5-47FE-B0EF-97A601A52D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200052"/>
              </p:ext>
            </p:extLst>
          </p:nvPr>
        </p:nvGraphicFramePr>
        <p:xfrm>
          <a:off x="1060748" y="1661515"/>
          <a:ext cx="2603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95" name="Equation" r:id="rId7" imgW="2603160" imgH="609480" progId="Equation.DSMT4">
                  <p:embed/>
                </p:oleObj>
              </mc:Choice>
              <mc:Fallback>
                <p:oleObj name="Equation" r:id="rId7" imgW="2603160" imgH="609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115B790-CE65-4C8C-8650-78CD782ED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60748" y="1661515"/>
                        <a:ext cx="26035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D3AF538-8282-486F-9FD2-8BC52C4C5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369697"/>
              </p:ext>
            </p:extLst>
          </p:nvPr>
        </p:nvGraphicFramePr>
        <p:xfrm>
          <a:off x="3644702" y="1319705"/>
          <a:ext cx="38862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96" name="Equation" r:id="rId9" imgW="3886200" imgH="1549080" progId="Equation.DSMT4">
                  <p:embed/>
                </p:oleObj>
              </mc:Choice>
              <mc:Fallback>
                <p:oleObj name="Equation" r:id="rId9" imgW="3886200" imgH="1549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4702" y="1319705"/>
                        <a:ext cx="3886200" cy="154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053C05E-BAAE-40EA-A1DD-02C40D6C86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377640"/>
              </p:ext>
            </p:extLst>
          </p:nvPr>
        </p:nvGraphicFramePr>
        <p:xfrm>
          <a:off x="1066602" y="4039092"/>
          <a:ext cx="5168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97" name="Equation" r:id="rId11" imgW="5168880" imgH="660240" progId="Equation.DSMT4">
                  <p:embed/>
                </p:oleObj>
              </mc:Choice>
              <mc:Fallback>
                <p:oleObj name="Equation" r:id="rId11" imgW="5168880" imgH="6602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602" y="4039092"/>
                        <a:ext cx="5168900" cy="660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8EF141A-72F9-44D1-B55F-F8A0C20B00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782438"/>
              </p:ext>
            </p:extLst>
          </p:nvPr>
        </p:nvGraphicFramePr>
        <p:xfrm>
          <a:off x="1144389" y="2911967"/>
          <a:ext cx="3124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98" name="Equation" r:id="rId13" imgW="3124080" imgH="609480" progId="Equation.DSMT4">
                  <p:embed/>
                </p:oleObj>
              </mc:Choice>
              <mc:Fallback>
                <p:oleObj name="Equation" r:id="rId13" imgW="3124080" imgH="60948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389" y="2911967"/>
                        <a:ext cx="3124200" cy="609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485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802DCEF-F9EA-40C1-BF15-5E52F7F56F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223768"/>
              </p:ext>
            </p:extLst>
          </p:nvPr>
        </p:nvGraphicFramePr>
        <p:xfrm>
          <a:off x="1022350" y="822325"/>
          <a:ext cx="6883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86" name="Equation" r:id="rId3" imgW="6883200" imgH="406080" progId="Equation.DSMT4">
                  <p:embed/>
                </p:oleObj>
              </mc:Choice>
              <mc:Fallback>
                <p:oleObj name="Equation" r:id="rId3" imgW="6883200" imgH="4060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802DCEF-F9EA-40C1-BF15-5E52F7F56F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822325"/>
                        <a:ext cx="6883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69638">
            <a:extLst>
              <a:ext uri="{FF2B5EF4-FFF2-40B4-BE49-F238E27FC236}">
                <a16:creationId xmlns:a16="http://schemas.microsoft.com/office/drawing/2014/main" id="{88749BB3-34A7-48FC-9F10-22FB73F76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15" y="267494"/>
            <a:ext cx="3877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0066FF"/>
                </a:solidFill>
                <a:latin typeface="+mj-ea"/>
                <a:ea typeface="+mj-ea"/>
              </a:rPr>
              <a:t>有理真分式的分解定理：</a:t>
            </a:r>
            <a:r>
              <a:rPr lang="zh-CN" altLang="en-US" sz="2400" b="1">
                <a:latin typeface="+mj-ea"/>
                <a:ea typeface="+mj-ea"/>
              </a:rPr>
              <a:t>若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EF5B2D6-2074-4D84-979C-E4103239356B}"/>
              </a:ext>
            </a:extLst>
          </p:cNvPr>
          <p:cNvGrpSpPr>
            <a:grpSpLocks/>
          </p:cNvGrpSpPr>
          <p:nvPr/>
        </p:nvGrpSpPr>
        <p:grpSpPr bwMode="auto">
          <a:xfrm>
            <a:off x="184552" y="1319985"/>
            <a:ext cx="7200900" cy="787400"/>
            <a:chOff x="80" y="1008"/>
            <a:chExt cx="4536" cy="496"/>
          </a:xfrm>
        </p:grpSpPr>
        <p:graphicFrame>
          <p:nvGraphicFramePr>
            <p:cNvPr id="5" name="对象 69640">
              <a:extLst>
                <a:ext uri="{FF2B5EF4-FFF2-40B4-BE49-F238E27FC236}">
                  <a16:creationId xmlns:a16="http://schemas.microsoft.com/office/drawing/2014/main" id="{E28A6101-B65C-4A81-9404-7A47CE830DFC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392" y="1008"/>
            <a:ext cx="42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387" name="Equation" r:id="rId5" imgW="672840" imgH="787320" progId="Equation.DSMT4">
                    <p:embed/>
                  </p:oleObj>
                </mc:Choice>
                <mc:Fallback>
                  <p:oleObj name="Equation" r:id="rId5" imgW="672840" imgH="787320" progId="Equation.DSMT4">
                    <p:embed/>
                    <p:pic>
                      <p:nvPicPr>
                        <p:cNvPr id="5" name="对象 69640">
                          <a:extLst>
                            <a:ext uri="{FF2B5EF4-FFF2-40B4-BE49-F238E27FC236}">
                              <a16:creationId xmlns:a16="http://schemas.microsoft.com/office/drawing/2014/main" id="{E28A6101-B65C-4A81-9404-7A47CE830DF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" y="1008"/>
                          <a:ext cx="424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69641">
              <a:extLst>
                <a:ext uri="{FF2B5EF4-FFF2-40B4-BE49-F238E27FC236}">
                  <a16:creationId xmlns:a16="http://schemas.microsoft.com/office/drawing/2014/main" id="{AEF24473-A31E-431B-9C94-60C30EBA7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" y="1110"/>
              <a:ext cx="31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>
                  <a:latin typeface="+mj-ea"/>
                  <a:ea typeface="+mj-ea"/>
                </a:rPr>
                <a:t>则</a:t>
              </a:r>
            </a:p>
          </p:txBody>
        </p:sp>
        <p:sp>
          <p:nvSpPr>
            <p:cNvPr id="7" name="矩形 69642">
              <a:extLst>
                <a:ext uri="{FF2B5EF4-FFF2-40B4-BE49-F238E27FC236}">
                  <a16:creationId xmlns:a16="http://schemas.microsoft.com/office/drawing/2014/main" id="{2CE6D4A0-5EBF-4A07-8460-32E562F77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20"/>
              <a:ext cx="38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+mj-ea"/>
                  <a:ea typeface="+mj-ea"/>
                </a:rPr>
                <a:t>可以分解如下简单形式（部分分式）之和．</a:t>
              </a:r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31EBC28-E4D8-4B6B-A5A0-9D907A285B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494480"/>
              </p:ext>
            </p:extLst>
          </p:nvPr>
        </p:nvGraphicFramePr>
        <p:xfrm>
          <a:off x="375062" y="2237624"/>
          <a:ext cx="4089240" cy="672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88" name="Equation" r:id="rId7" imgW="4089240" imgH="672840" progId="Equation.DSMT4">
                  <p:embed/>
                </p:oleObj>
              </mc:Choice>
              <mc:Fallback>
                <p:oleObj name="Equation" r:id="rId7" imgW="4089240" imgH="6728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31EBC28-E4D8-4B6B-A5A0-9D907A285B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062" y="2237624"/>
                        <a:ext cx="4089240" cy="672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9E35EB5-DAF4-4B16-8946-1855BA5AB7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776063"/>
              </p:ext>
            </p:extLst>
          </p:nvPr>
        </p:nvGraphicFramePr>
        <p:xfrm>
          <a:off x="4505325" y="2224088"/>
          <a:ext cx="3860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89" name="Equation" r:id="rId9" imgW="3860640" imgH="698400" progId="Equation.DSMT4">
                  <p:embed/>
                </p:oleObj>
              </mc:Choice>
              <mc:Fallback>
                <p:oleObj name="Equation" r:id="rId9" imgW="3860640" imgH="698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9E35EB5-DAF4-4B16-8946-1855BA5AB7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325" y="2224088"/>
                        <a:ext cx="3860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8C2356D-B639-43F7-9143-EF885B2637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297137"/>
              </p:ext>
            </p:extLst>
          </p:nvPr>
        </p:nvGraphicFramePr>
        <p:xfrm>
          <a:off x="1306513" y="3040063"/>
          <a:ext cx="5943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90" name="Equation" r:id="rId11" imgW="5943600" imgH="672840" progId="Equation.DSMT4">
                  <p:embed/>
                </p:oleObj>
              </mc:Choice>
              <mc:Fallback>
                <p:oleObj name="Equation" r:id="rId11" imgW="5943600" imgH="6728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8C2356D-B639-43F7-9143-EF885B2637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3040063"/>
                        <a:ext cx="5943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84E7ACA-13B0-4F08-A674-0C8C477B16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51825"/>
              </p:ext>
            </p:extLst>
          </p:nvPr>
        </p:nvGraphicFramePr>
        <p:xfrm>
          <a:off x="1624712" y="3984592"/>
          <a:ext cx="5143320" cy="69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91" name="Equation" r:id="rId13" imgW="5143320" imgH="698400" progId="Equation.DSMT4">
                  <p:embed/>
                </p:oleObj>
              </mc:Choice>
              <mc:Fallback>
                <p:oleObj name="Equation" r:id="rId13" imgW="5143320" imgH="698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84E7ACA-13B0-4F08-A674-0C8C477B16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712" y="3984592"/>
                        <a:ext cx="5143320" cy="69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6E8CE3-DF50-4F83-AC27-4BF171BC20A2}"/>
              </a:ext>
            </a:extLst>
          </p:cNvPr>
          <p:cNvGrpSpPr/>
          <p:nvPr/>
        </p:nvGrpSpPr>
        <p:grpSpPr>
          <a:xfrm>
            <a:off x="4585543" y="1184275"/>
            <a:ext cx="2958257" cy="343912"/>
            <a:chOff x="4585543" y="1184275"/>
            <a:chExt cx="2958257" cy="343912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54BE00E-DC72-4370-B7A3-1075F471B2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9172165"/>
                </p:ext>
              </p:extLst>
            </p:nvPr>
          </p:nvGraphicFramePr>
          <p:xfrm>
            <a:off x="4585543" y="1185287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392" name="Equation" r:id="rId15" imgW="1180800" imgH="342720" progId="Equation.DSMT4">
                    <p:embed/>
                  </p:oleObj>
                </mc:Choice>
                <mc:Fallback>
                  <p:oleObj name="Equation" r:id="rId15" imgW="1180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85543" y="1185287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64140434-78D2-4861-A7BB-58776CF9B3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3124745"/>
                </p:ext>
              </p:extLst>
            </p:nvPr>
          </p:nvGraphicFramePr>
          <p:xfrm>
            <a:off x="6438900" y="1184275"/>
            <a:ext cx="1104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393" name="Equation" r:id="rId17" imgW="1104840" imgH="291960" progId="Equation.DSMT4">
                    <p:embed/>
                  </p:oleObj>
                </mc:Choice>
                <mc:Fallback>
                  <p:oleObj name="Equation" r:id="rId17" imgW="110484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438900" y="1184275"/>
                          <a:ext cx="1104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84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5CB8AB6-CD12-484E-8644-18400EC85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131590"/>
            <a:ext cx="77048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结论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cs typeface="+mj-cs"/>
              </a:rPr>
              <a:t>  </a:t>
            </a:r>
            <a:r>
              <a:rPr lang="zh-CN" altLang="en-US" sz="2400" b="1" dirty="0">
                <a:latin typeface="+mn-ea"/>
                <a:cs typeface="+mj-cs"/>
              </a:rPr>
              <a:t>任何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j-cs"/>
              </a:rPr>
              <a:t>有理函数</a:t>
            </a:r>
            <a:r>
              <a:rPr lang="zh-CN" altLang="en-US" sz="2400" b="1" dirty="0">
                <a:latin typeface="+mn-ea"/>
                <a:cs typeface="+mj-cs"/>
              </a:rPr>
              <a:t>均可求不定积分，且其原函数均为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2C908610-F5CB-41A0-AB65-1DB8898A1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923678"/>
            <a:ext cx="15841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j-cs"/>
              </a:rPr>
              <a:t>初等函数</a:t>
            </a:r>
            <a:r>
              <a:rPr lang="en-US" altLang="zh-CN" sz="2400" b="1" dirty="0">
                <a:latin typeface="+mn-ea"/>
                <a:cs typeface="+mj-cs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1050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6801">
            <a:extLst>
              <a:ext uri="{FF2B5EF4-FFF2-40B4-BE49-F238E27FC236}">
                <a16:creationId xmlns:a16="http://schemas.microsoft.com/office/drawing/2014/main" id="{1950832A-0600-46B9-8CC0-3510C6D6F76E}"/>
              </a:ext>
            </a:extLst>
          </p:cNvPr>
          <p:cNvSpPr txBox="1">
            <a:spLocks noChangeArrowheads="1"/>
          </p:cNvSpPr>
          <p:nvPr/>
        </p:nvSpPr>
        <p:spPr>
          <a:xfrm>
            <a:off x="1068983" y="771327"/>
            <a:ext cx="1600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800" b="1" dirty="0">
                <a:solidFill>
                  <a:srgbClr val="0066FF"/>
                </a:solidFill>
                <a:latin typeface="+mj-ea"/>
              </a:rPr>
              <a:t>1</a:t>
            </a:r>
            <a:r>
              <a:rPr lang="en-US" altLang="zh-CN" sz="2800" b="1" dirty="0">
                <a:latin typeface="+mj-ea"/>
              </a:rPr>
              <a:t> </a:t>
            </a:r>
            <a:r>
              <a:rPr lang="zh-CN" altLang="en-US" sz="28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A7860F-5381-49CC-B7F4-D2937BCF9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270655"/>
              </p:ext>
            </p:extLst>
          </p:nvPr>
        </p:nvGraphicFramePr>
        <p:xfrm>
          <a:off x="2274888" y="627063"/>
          <a:ext cx="118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2" name="Equation" r:id="rId3" imgW="1180800" imgH="736560" progId="Equation.DSMT4">
                  <p:embed/>
                </p:oleObj>
              </mc:Choice>
              <mc:Fallback>
                <p:oleObj name="Equation" r:id="rId3" imgW="1180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4888" y="627063"/>
                        <a:ext cx="1181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635F4E9-B1AC-434E-9F25-394A44C46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39" y="1779439"/>
            <a:ext cx="72008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5E37F31-00DF-460E-9D56-A1E05101C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487189"/>
              </p:ext>
            </p:extLst>
          </p:nvPr>
        </p:nvGraphicFramePr>
        <p:xfrm>
          <a:off x="2011363" y="1670050"/>
          <a:ext cx="113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3" name="Equation" r:id="rId5" imgW="1130040" imgH="736560" progId="Equation.DSMT4">
                  <p:embed/>
                </p:oleObj>
              </mc:Choice>
              <mc:Fallback>
                <p:oleObj name="Equation" r:id="rId5" imgW="113004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DA7860F-5381-49CC-B7F4-D2937BCF99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1363" y="1670050"/>
                        <a:ext cx="113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E6CB377-59D5-47EB-B0D2-C7796599BC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631881"/>
              </p:ext>
            </p:extLst>
          </p:nvPr>
        </p:nvGraphicFramePr>
        <p:xfrm>
          <a:off x="5076056" y="627534"/>
          <a:ext cx="32639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4" name="Equation" r:id="rId7" imgW="3263760" imgH="736560" progId="Equation.DSMT4">
                  <p:embed/>
                </p:oleObj>
              </mc:Choice>
              <mc:Fallback>
                <p:oleObj name="Equation" r:id="rId7" imgW="326376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F488F04-608C-4D98-B6BC-11041E58F2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76056" y="627534"/>
                        <a:ext cx="3263901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E2B0AE-CC8F-4AFC-8400-59BAD1DD4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424023"/>
              </p:ext>
            </p:extLst>
          </p:nvPr>
        </p:nvGraphicFramePr>
        <p:xfrm>
          <a:off x="1724025" y="2868613"/>
          <a:ext cx="2489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5" name="Equation" r:id="rId9" imgW="2489040" imgH="330120" progId="Equation.DSMT4">
                  <p:embed/>
                </p:oleObj>
              </mc:Choice>
              <mc:Fallback>
                <p:oleObj name="Equation" r:id="rId9" imgW="24890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24025" y="2868613"/>
                        <a:ext cx="2489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534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6801">
            <a:extLst>
              <a:ext uri="{FF2B5EF4-FFF2-40B4-BE49-F238E27FC236}">
                <a16:creationId xmlns:a16="http://schemas.microsoft.com/office/drawing/2014/main" id="{3D715EE8-5D4B-48D6-8D76-7997942CCDAF}"/>
              </a:ext>
            </a:extLst>
          </p:cNvPr>
          <p:cNvSpPr txBox="1">
            <a:spLocks noChangeArrowheads="1"/>
          </p:cNvSpPr>
          <p:nvPr/>
        </p:nvSpPr>
        <p:spPr>
          <a:xfrm>
            <a:off x="1140991" y="510291"/>
            <a:ext cx="1600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800" b="1" dirty="0">
                <a:solidFill>
                  <a:srgbClr val="0066FF"/>
                </a:solidFill>
                <a:latin typeface="+mj-ea"/>
              </a:rPr>
              <a:t>2</a:t>
            </a:r>
            <a:r>
              <a:rPr lang="en-US" altLang="zh-CN" sz="2800" b="1" dirty="0">
                <a:latin typeface="+mj-ea"/>
              </a:rPr>
              <a:t> </a:t>
            </a:r>
            <a:r>
              <a:rPr lang="zh-CN" altLang="en-US" sz="28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F000418-D558-43CE-B160-5E1455412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548597"/>
              </p:ext>
            </p:extLst>
          </p:nvPr>
        </p:nvGraphicFramePr>
        <p:xfrm>
          <a:off x="2339752" y="344190"/>
          <a:ext cx="148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4" name="Equation" r:id="rId3" imgW="1485720" imgH="787320" progId="Equation.DSMT4">
                  <p:embed/>
                </p:oleObj>
              </mc:Choice>
              <mc:Fallback>
                <p:oleObj name="Equation" r:id="rId3" imgW="1485720" imgH="787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DA7860F-5381-49CC-B7F4-D2937BCF99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344190"/>
                        <a:ext cx="148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5D7FC3A-8240-469A-90B1-FDEF3CF4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047" y="1518403"/>
            <a:ext cx="72008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148A4C8-1CC5-4890-A58A-E53184BD4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622064"/>
              </p:ext>
            </p:extLst>
          </p:nvPr>
        </p:nvGraphicFramePr>
        <p:xfrm>
          <a:off x="1930971" y="1383614"/>
          <a:ext cx="1435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5" name="Equation" r:id="rId5" imgW="1434960" imgH="787320" progId="Equation.DSMT4">
                  <p:embed/>
                </p:oleObj>
              </mc:Choice>
              <mc:Fallback>
                <p:oleObj name="Equation" r:id="rId5" imgW="1434960" imgH="787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5E37F31-00DF-460E-9D56-A1E05101CE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0971" y="1383614"/>
                        <a:ext cx="1435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BFC6496-6CB5-45E3-AFC5-F71AD4397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127359"/>
              </p:ext>
            </p:extLst>
          </p:nvPr>
        </p:nvGraphicFramePr>
        <p:xfrm>
          <a:off x="971600" y="4011910"/>
          <a:ext cx="6007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6" name="Equation" r:id="rId7" imgW="6006960" imgH="787320" progId="Equation.DSMT4">
                  <p:embed/>
                </p:oleObj>
              </mc:Choice>
              <mc:Fallback>
                <p:oleObj name="Equation" r:id="rId7" imgW="600696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E6CB377-59D5-47EB-B0D2-C7796599BC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600" y="4011910"/>
                        <a:ext cx="6007100" cy="787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A132B5A-7188-4BE5-A6E2-CC9DD3102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185076"/>
              </p:ext>
            </p:extLst>
          </p:nvPr>
        </p:nvGraphicFramePr>
        <p:xfrm>
          <a:off x="3408933" y="2476649"/>
          <a:ext cx="269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7" name="Equation" r:id="rId9" imgW="2692080" imgH="736560" progId="Equation.DSMT4">
                  <p:embed/>
                </p:oleObj>
              </mc:Choice>
              <mc:Fallback>
                <p:oleObj name="Equation" r:id="rId9" imgW="269208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8E2B0AE-CC8F-4AFC-8400-59BAD1DD4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08933" y="2476649"/>
                        <a:ext cx="2692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751DF82-BA7D-4440-843F-AE4C67610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072054"/>
              </p:ext>
            </p:extLst>
          </p:nvPr>
        </p:nvGraphicFramePr>
        <p:xfrm>
          <a:off x="3408933" y="1523314"/>
          <a:ext cx="234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8" name="Equation" r:id="rId11" imgW="2349360" imgH="507960" progId="Equation.DSMT4">
                  <p:embed/>
                </p:oleObj>
              </mc:Choice>
              <mc:Fallback>
                <p:oleObj name="Equation" r:id="rId11" imgW="23493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08933" y="1523314"/>
                        <a:ext cx="2349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222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6801">
            <a:extLst>
              <a:ext uri="{FF2B5EF4-FFF2-40B4-BE49-F238E27FC236}">
                <a16:creationId xmlns:a16="http://schemas.microsoft.com/office/drawing/2014/main" id="{9CF375AF-D131-4B4D-A86F-28B0163FE1EF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405930"/>
            <a:ext cx="1600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800" b="1" dirty="0">
                <a:solidFill>
                  <a:srgbClr val="0066FF"/>
                </a:solidFill>
                <a:latin typeface="+mj-ea"/>
              </a:rPr>
              <a:t>3</a:t>
            </a:r>
            <a:r>
              <a:rPr lang="en-US" altLang="zh-CN" sz="2800" b="1" dirty="0">
                <a:latin typeface="+mj-ea"/>
              </a:rPr>
              <a:t> </a:t>
            </a:r>
            <a:r>
              <a:rPr lang="zh-CN" altLang="en-US" sz="2800" b="1" dirty="0">
                <a:latin typeface="+mj-ea"/>
              </a:rPr>
              <a:t>求</a:t>
            </a:r>
          </a:p>
        </p:txBody>
      </p:sp>
      <p:graphicFrame>
        <p:nvGraphicFramePr>
          <p:cNvPr id="3" name="对象 76802">
            <a:extLst>
              <a:ext uri="{FF2B5EF4-FFF2-40B4-BE49-F238E27FC236}">
                <a16:creationId xmlns:a16="http://schemas.microsoft.com/office/drawing/2014/main" id="{923FFD71-8161-490C-8AE3-E482C91FEE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3384131"/>
              </p:ext>
            </p:extLst>
          </p:nvPr>
        </p:nvGraphicFramePr>
        <p:xfrm>
          <a:off x="1738516" y="348675"/>
          <a:ext cx="198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0" name="Equation" r:id="rId3" imgW="1981080" imgH="736560" progId="Equation.DSMT4">
                  <p:embed/>
                </p:oleObj>
              </mc:Choice>
              <mc:Fallback>
                <p:oleObj name="Equation" r:id="rId3" imgW="1981080" imgH="736560" progId="Equation.DSMT4">
                  <p:embed/>
                  <p:pic>
                    <p:nvPicPr>
                      <p:cNvPr id="3" name="对象 76802">
                        <a:extLst>
                          <a:ext uri="{FF2B5EF4-FFF2-40B4-BE49-F238E27FC236}">
                            <a16:creationId xmlns:a16="http://schemas.microsoft.com/office/drawing/2014/main" id="{923FFD71-8161-490C-8AE3-E482C91FEE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516" y="348675"/>
                        <a:ext cx="198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F505597-EC31-4D34-A144-265E92339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612315"/>
            <a:ext cx="189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800" b="1" dirty="0">
                <a:latin typeface="+mj-ea"/>
                <a:ea typeface="+mj-ea"/>
              </a:rPr>
              <a:t> </a:t>
            </a:r>
            <a:r>
              <a:rPr lang="zh-CN" altLang="en-US" sz="28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87F6DBA-46EC-4948-926E-16F2BD6457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0945063"/>
              </p:ext>
            </p:extLst>
          </p:nvPr>
        </p:nvGraphicFramePr>
        <p:xfrm>
          <a:off x="1683535" y="1501814"/>
          <a:ext cx="2717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1" name="Equation" r:id="rId5" imgW="2717640" imgH="799920" progId="Equation.DSMT4">
                  <p:embed/>
                </p:oleObj>
              </mc:Choice>
              <mc:Fallback>
                <p:oleObj name="Equation" r:id="rId5" imgW="2717640" imgH="7999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87F6DBA-46EC-4948-926E-16F2BD6457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535" y="1501814"/>
                        <a:ext cx="2717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8D2061-2669-45BF-B6D9-C1F145548A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0204363"/>
              </p:ext>
            </p:extLst>
          </p:nvPr>
        </p:nvGraphicFramePr>
        <p:xfrm>
          <a:off x="2286010" y="1270304"/>
          <a:ext cx="16271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2" name="Equation" r:id="rId7" imgW="1625400" imgH="609480" progId="Equation.DSMT4">
                  <p:embed/>
                </p:oleObj>
              </mc:Choice>
              <mc:Fallback>
                <p:oleObj name="Equation" r:id="rId7" imgW="1625400" imgH="609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E8D2061-2669-45BF-B6D9-C1F145548A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10" y="1270304"/>
                        <a:ext cx="16271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DD47F84-A06F-4649-A98B-B949BE5F74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6658267"/>
              </p:ext>
            </p:extLst>
          </p:nvPr>
        </p:nvGraphicFramePr>
        <p:xfrm>
          <a:off x="1650554" y="2766408"/>
          <a:ext cx="2374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3" name="Equation" r:id="rId9" imgW="2374560" imgH="774360" progId="Equation.DSMT4">
                  <p:embed/>
                </p:oleObj>
              </mc:Choice>
              <mc:Fallback>
                <p:oleObj name="Equation" r:id="rId9" imgW="237456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DD47F84-A06F-4649-A98B-B949BE5F74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554" y="2766408"/>
                        <a:ext cx="2374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2DBDCEA-A7EE-4F3A-A040-CBE4A90DEF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707622"/>
              </p:ext>
            </p:extLst>
          </p:nvPr>
        </p:nvGraphicFramePr>
        <p:xfrm>
          <a:off x="1687389" y="3895101"/>
          <a:ext cx="21859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4" name="Equation" r:id="rId11" imgW="2184120" imgH="723600" progId="Equation.DSMT4">
                  <p:embed/>
                </p:oleObj>
              </mc:Choice>
              <mc:Fallback>
                <p:oleObj name="Equation" r:id="rId11" imgW="218412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2DBDCEA-A7EE-4F3A-A040-CBE4A90DEF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389" y="3895101"/>
                        <a:ext cx="21859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3B7C554-5CFB-485A-BFCD-1DC639D7C2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274929"/>
              </p:ext>
            </p:extLst>
          </p:nvPr>
        </p:nvGraphicFramePr>
        <p:xfrm>
          <a:off x="4139952" y="2822499"/>
          <a:ext cx="2463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5" name="Equation" r:id="rId13" imgW="2463480" imgH="812520" progId="Equation.DSMT4">
                  <p:embed/>
                </p:oleObj>
              </mc:Choice>
              <mc:Fallback>
                <p:oleObj name="Equation" r:id="rId13" imgW="246348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3B7C554-5CFB-485A-BFCD-1DC639D7C2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2822499"/>
                        <a:ext cx="2463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B7E3A75-7AF1-4CC3-A256-B624A5E71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505508"/>
              </p:ext>
            </p:extLst>
          </p:nvPr>
        </p:nvGraphicFramePr>
        <p:xfrm>
          <a:off x="3913197" y="3858448"/>
          <a:ext cx="25923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6" name="Equation" r:id="rId15" imgW="2590560" imgH="774360" progId="Equation.DSMT4">
                  <p:embed/>
                </p:oleObj>
              </mc:Choice>
              <mc:Fallback>
                <p:oleObj name="Equation" r:id="rId15" imgW="2590560" imgH="774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B7E3A75-7AF1-4CC3-A256-B624A5E718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97" y="3858448"/>
                        <a:ext cx="259238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AF22F21-106B-4B20-8C95-9F1FDF5B0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160665"/>
              </p:ext>
            </p:extLst>
          </p:nvPr>
        </p:nvGraphicFramePr>
        <p:xfrm>
          <a:off x="4766237" y="347611"/>
          <a:ext cx="4165600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7" name="Equation" r:id="rId17" imgW="4165560" imgH="2476440" progId="Equation.DSMT4">
                  <p:embed/>
                </p:oleObj>
              </mc:Choice>
              <mc:Fallback>
                <p:oleObj name="Equation" r:id="rId17" imgW="4165560" imgH="24764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16C6B55-C0A2-42C2-B4EC-FEA4507C3E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66237" y="347611"/>
                        <a:ext cx="4165600" cy="24765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436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extLst>
              <a:ext uri="{FF2B5EF4-FFF2-40B4-BE49-F238E27FC236}">
                <a16:creationId xmlns:a16="http://schemas.microsoft.com/office/drawing/2014/main" id="{1D4189CD-79FE-4ACE-AAE9-37649173A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828" y="1613861"/>
            <a:ext cx="540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EF8A794-3D60-4980-A4EF-64A5552A5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694" y="649540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175B5E9-E49A-44A3-8170-E0760FE6599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45772" y="483518"/>
          <a:ext cx="1333440" cy="79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62" name="Equation" r:id="rId3" imgW="1333440" imgH="799920" progId="Equation.DSMT4">
                  <p:embed/>
                </p:oleObj>
              </mc:Choice>
              <mc:Fallback>
                <p:oleObj name="Equation" r:id="rId3" imgW="1333440" imgH="79992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175B5E9-E49A-44A3-8170-E0760FE659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772" y="483518"/>
                        <a:ext cx="1333440" cy="799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BD7F46A-E13C-461B-9020-2A4D40CAE83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47664" y="1427454"/>
          <a:ext cx="1333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63" name="Equation" r:id="rId5" imgW="1333440" imgH="799920" progId="Equation.DSMT4">
                  <p:embed/>
                </p:oleObj>
              </mc:Choice>
              <mc:Fallback>
                <p:oleObj name="Equation" r:id="rId5" imgW="1333440" imgH="7999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BD7F46A-E13C-461B-9020-2A4D40CAE8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427454"/>
                        <a:ext cx="1333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DE79697-C5B8-476F-A9EC-9605B651B8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16238" y="3623260"/>
          <a:ext cx="3683001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64" name="Equation" r:id="rId7" imgW="3682800" imgH="774360" progId="Equation.DSMT4">
                  <p:embed/>
                </p:oleObj>
              </mc:Choice>
              <mc:Fallback>
                <p:oleObj name="Equation" r:id="rId7" imgW="3682800" imgH="774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DE79697-C5B8-476F-A9EC-9605B651B8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623260"/>
                        <a:ext cx="3683001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14D4F71-910E-4654-8639-9326F9FAD65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12492" y="2732354"/>
          <a:ext cx="1993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65" name="Equation" r:id="rId9" imgW="1993680" imgH="507960" progId="Equation.DSMT4">
                  <p:embed/>
                </p:oleObj>
              </mc:Choice>
              <mc:Fallback>
                <p:oleObj name="Equation" r:id="rId9" imgW="1993680" imgH="507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14D4F71-910E-4654-8639-9326F9FAD6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492" y="2732354"/>
                        <a:ext cx="1993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9D0BEB4-62FF-424C-9445-AD14C9574CC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75063" y="2651945"/>
          <a:ext cx="2451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66" name="Equation" r:id="rId11" imgW="2450880" imgH="749160" progId="Equation.DSMT4">
                  <p:embed/>
                </p:oleObj>
              </mc:Choice>
              <mc:Fallback>
                <p:oleObj name="Equation" r:id="rId11" imgW="2450880" imgH="7491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9D0BEB4-62FF-424C-9445-AD14C9574C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063" y="2651945"/>
                        <a:ext cx="24511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F9FB3D49-2ECF-42B9-A711-DABE135855C4}"/>
              </a:ext>
            </a:extLst>
          </p:cNvPr>
          <p:cNvGrpSpPr/>
          <p:nvPr/>
        </p:nvGrpSpPr>
        <p:grpSpPr>
          <a:xfrm>
            <a:off x="2837157" y="1449460"/>
            <a:ext cx="3024336" cy="838200"/>
            <a:chOff x="2915816" y="2351088"/>
            <a:chExt cx="3024336" cy="8382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25F2A78-4CD1-4B7F-89AD-0E81CBA6113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15816" y="2351088"/>
            <a:ext cx="1320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67" name="Equation" r:id="rId13" imgW="1320480" imgH="838080" progId="Equation.DSMT4">
                    <p:embed/>
                  </p:oleObj>
                </mc:Choice>
                <mc:Fallback>
                  <p:oleObj name="Equation" r:id="rId13" imgW="1320480" imgH="8380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25F2A78-4CD1-4B7F-89AD-0E81CBA611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2351088"/>
                          <a:ext cx="1320800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0FA97BD3-1797-4D12-A755-8AF190A9AE5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52466" y="2660526"/>
            <a:ext cx="368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68" name="Equation" r:id="rId15" imgW="368280" imgH="203040" progId="Equation.DSMT4">
                    <p:embed/>
                  </p:oleObj>
                </mc:Choice>
                <mc:Fallback>
                  <p:oleObj name="Equation" r:id="rId15" imgW="368280" imgH="2030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0FA97BD3-1797-4D12-A755-8AF190A9AE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2466" y="2660526"/>
                          <a:ext cx="3683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6421FB5-8144-43C4-8771-294DDDE7BB9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517752" y="2355726"/>
            <a:ext cx="1422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69" name="Equation" r:id="rId17" imgW="1422360" imgH="812520" progId="Equation.DSMT4">
                    <p:embed/>
                  </p:oleObj>
                </mc:Choice>
                <mc:Fallback>
                  <p:oleObj name="Equation" r:id="rId17" imgW="1422360" imgH="8125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06421FB5-8144-43C4-8771-294DDDE7BB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7752" y="2355726"/>
                          <a:ext cx="1422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0650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extLst>
              <a:ext uri="{FF2B5EF4-FFF2-40B4-BE49-F238E27FC236}">
                <a16:creationId xmlns:a16="http://schemas.microsoft.com/office/drawing/2014/main" id="{C52A08DA-BE06-45AE-903E-416E3039D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00" y="1237309"/>
            <a:ext cx="540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3E40D956-9829-4936-B0D3-DDAD60B87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02" y="373538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7724C5E-9B83-4008-84AC-B39E2FA032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55956"/>
              </p:ext>
            </p:extLst>
          </p:nvPr>
        </p:nvGraphicFramePr>
        <p:xfrm>
          <a:off x="2123728" y="195486"/>
          <a:ext cx="1600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94" name="Equation" r:id="rId3" imgW="1600200" imgH="825480" progId="Equation.DSMT4">
                  <p:embed/>
                </p:oleObj>
              </mc:Choice>
              <mc:Fallback>
                <p:oleObj name="Equation" r:id="rId3" imgW="1600200" imgH="82548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77724C5E-9B83-4008-84AC-B39E2FA032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95486"/>
                        <a:ext cx="1600200" cy="82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0DCEDEA-797C-4E2A-812B-702ECE2CF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568885"/>
              </p:ext>
            </p:extLst>
          </p:nvPr>
        </p:nvGraphicFramePr>
        <p:xfrm>
          <a:off x="2129903" y="1059582"/>
          <a:ext cx="4978401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95" name="Equation" r:id="rId5" imgW="4978080" imgH="825480" progId="Equation.DSMT4">
                  <p:embed/>
                </p:oleObj>
              </mc:Choice>
              <mc:Fallback>
                <p:oleObj name="Equation" r:id="rId5" imgW="4978080" imgH="825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0DCEDEA-797C-4E2A-812B-702ECE2CF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903" y="1059582"/>
                        <a:ext cx="4978401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FE7B677-7571-4819-8D0E-074E98C7C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973044"/>
              </p:ext>
            </p:extLst>
          </p:nvPr>
        </p:nvGraphicFramePr>
        <p:xfrm>
          <a:off x="771600" y="2067694"/>
          <a:ext cx="551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96" name="Equation" r:id="rId7" imgW="5511600" imgH="406080" progId="Equation.DSMT4">
                  <p:embed/>
                </p:oleObj>
              </mc:Choice>
              <mc:Fallback>
                <p:oleObj name="Equation" r:id="rId7" imgW="551160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FE7B677-7571-4819-8D0E-074E98C7C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00" y="2067694"/>
                        <a:ext cx="5511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878C86B-03AE-4483-BCEB-37DBA042D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368787"/>
              </p:ext>
            </p:extLst>
          </p:nvPr>
        </p:nvGraphicFramePr>
        <p:xfrm>
          <a:off x="1499716" y="2643758"/>
          <a:ext cx="661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97" name="Equation" r:id="rId9" imgW="6616440" imgH="419040" progId="Equation.DSMT4">
                  <p:embed/>
                </p:oleObj>
              </mc:Choice>
              <mc:Fallback>
                <p:oleObj name="Equation" r:id="rId9" imgW="661644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878C86B-03AE-4483-BCEB-37DBA042DB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716" y="2643758"/>
                        <a:ext cx="6616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>
            <a:extLst>
              <a:ext uri="{FF2B5EF4-FFF2-40B4-BE49-F238E27FC236}">
                <a16:creationId xmlns:a16="http://schemas.microsoft.com/office/drawing/2014/main" id="{97E8C4E5-DD41-4A9B-A9F3-137A2DF7B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1680" y="1237011"/>
            <a:ext cx="576064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设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208091FD-B1F2-4600-BD2D-75D89C2B0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2320" y="1237010"/>
            <a:ext cx="576064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B2FC4F06-D978-4720-A00F-DB133D3F5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18" y="3219822"/>
            <a:ext cx="3723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比较同次幂的系数，得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0A232863-F3C3-4653-A931-C48A31F81D70}"/>
              </a:ext>
            </a:extLst>
          </p:cNvPr>
          <p:cNvSpPr txBox="1"/>
          <p:nvPr/>
        </p:nvSpPr>
        <p:spPr>
          <a:xfrm>
            <a:off x="8311534" y="1707654"/>
            <a:ext cx="553998" cy="17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待定系数法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ABE4ED4-223D-4225-9BE5-BB596C992FE4}"/>
              </a:ext>
            </a:extLst>
          </p:cNvPr>
          <p:cNvGrpSpPr/>
          <p:nvPr/>
        </p:nvGrpSpPr>
        <p:grpSpPr>
          <a:xfrm>
            <a:off x="3507904" y="3279179"/>
            <a:ext cx="2654424" cy="1610596"/>
            <a:chOff x="3635896" y="3423195"/>
            <a:chExt cx="2654424" cy="1610596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077FB4F-406D-47A1-8268-6B3B7616617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51920" y="3423195"/>
            <a:ext cx="1193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98" name="Equation" r:id="rId11" imgW="1193760" imgH="279360" progId="Equation.DSMT4">
                    <p:embed/>
                  </p:oleObj>
                </mc:Choice>
                <mc:Fallback>
                  <p:oleObj name="Equation" r:id="rId11" imgW="1193760" imgH="2793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5077FB4F-406D-47A1-8268-6B3B761661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920" y="3423195"/>
                          <a:ext cx="11938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5D80FFB6-1B7B-43C8-AB9C-A8DA20EEE69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51920" y="3794100"/>
            <a:ext cx="2082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99" name="Equation" r:id="rId13" imgW="2082600" imgH="342720" progId="Equation.DSMT4">
                    <p:embed/>
                  </p:oleObj>
                </mc:Choice>
                <mc:Fallback>
                  <p:oleObj name="Equation" r:id="rId13" imgW="208260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5D80FFB6-1B7B-43C8-AB9C-A8DA20EEE6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920" y="3794100"/>
                          <a:ext cx="2082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D8B308F-00CE-4856-9C59-7CD3B779751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51920" y="4243712"/>
            <a:ext cx="243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600" name="Equation" r:id="rId15" imgW="2438280" imgH="342720" progId="Equation.DSMT4">
                    <p:embed/>
                  </p:oleObj>
                </mc:Choice>
                <mc:Fallback>
                  <p:oleObj name="Equation" r:id="rId15" imgW="24382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ED8B308F-00CE-4856-9C59-7CD3B77975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920" y="4243712"/>
                          <a:ext cx="2438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6B83D98-F44F-47A0-8D81-09AB4F2ED36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71053" y="4690891"/>
            <a:ext cx="927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601" name="Equation" r:id="rId17" imgW="927000" imgH="342720" progId="Equation.DSMT4">
                    <p:embed/>
                  </p:oleObj>
                </mc:Choice>
                <mc:Fallback>
                  <p:oleObj name="Equation" r:id="rId17" imgW="92700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16B83D98-F44F-47A0-8D81-09AB4F2ED3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1053" y="4690891"/>
                          <a:ext cx="927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9254BAF2-453D-46D6-8619-E4B2AD2B5288}"/>
                </a:ext>
              </a:extLst>
            </p:cNvPr>
            <p:cNvSpPr/>
            <p:nvPr/>
          </p:nvSpPr>
          <p:spPr>
            <a:xfrm>
              <a:off x="3635896" y="3507854"/>
              <a:ext cx="144016" cy="1368152"/>
            </a:xfrm>
            <a:prstGeom prst="leftBrac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037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870F0D4-0CA3-4663-A743-1832606D40EA}"/>
              </a:ext>
            </a:extLst>
          </p:cNvPr>
          <p:cNvGrpSpPr/>
          <p:nvPr/>
        </p:nvGrpSpPr>
        <p:grpSpPr>
          <a:xfrm>
            <a:off x="755576" y="483518"/>
            <a:ext cx="4510608" cy="471214"/>
            <a:chOff x="251520" y="4560838"/>
            <a:chExt cx="4510608" cy="471214"/>
          </a:xfrm>
        </p:grpSpPr>
        <p:sp>
          <p:nvSpPr>
            <p:cNvPr id="3" name="Text Box 16">
              <a:extLst>
                <a:ext uri="{FF2B5EF4-FFF2-40B4-BE49-F238E27FC236}">
                  <a16:creationId xmlns:a16="http://schemas.microsoft.com/office/drawing/2014/main" id="{533BFA2B-3F3C-4259-BAB6-6001B51D7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4560838"/>
              <a:ext cx="93610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解得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58F3AEA-2DE7-4B25-AB48-0B85D11492E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23728" y="4689152"/>
            <a:ext cx="83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87" name="Equation" r:id="rId3" imgW="838080" imgH="342720" progId="Equation.DSMT4">
                    <p:embed/>
                  </p:oleObj>
                </mc:Choice>
                <mc:Fallback>
                  <p:oleObj name="Equation" r:id="rId3" imgW="838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458F3AEA-2DE7-4B25-AB48-0B85D11492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4689152"/>
                          <a:ext cx="838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6921475-FD17-4797-9378-C55DF587136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059832" y="4671441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88" name="Equation" r:id="rId5" imgW="787320" imgH="342720" progId="Equation.DSMT4">
                    <p:embed/>
                  </p:oleObj>
                </mc:Choice>
                <mc:Fallback>
                  <p:oleObj name="Equation" r:id="rId5" imgW="78732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26921475-FD17-4797-9378-C55DF58713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832" y="4671441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5C79D3A-E6D7-45AE-91F7-81FE1723B65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923928" y="4671441"/>
            <a:ext cx="83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89" name="Equation" r:id="rId7" imgW="838080" imgH="342720" progId="Equation.DSMT4">
                    <p:embed/>
                  </p:oleObj>
                </mc:Choice>
                <mc:Fallback>
                  <p:oleObj name="Equation" r:id="rId7" imgW="8380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B5C79D3A-E6D7-45AE-91F7-81FE1723B6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928" y="4671441"/>
                          <a:ext cx="838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8043702-C6A5-4F86-BCD3-15FE542DE83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15616" y="4688581"/>
            <a:ext cx="977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90" name="Equation" r:id="rId9" imgW="977760" imgH="342720" progId="Equation.DSMT4">
                    <p:embed/>
                  </p:oleObj>
                </mc:Choice>
                <mc:Fallback>
                  <p:oleObj name="Equation" r:id="rId9" imgW="97776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8043702-C6A5-4F86-BCD3-15FE542DE8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4688581"/>
                          <a:ext cx="977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4">
            <a:extLst>
              <a:ext uri="{FF2B5EF4-FFF2-40B4-BE49-F238E27FC236}">
                <a16:creationId xmlns:a16="http://schemas.microsoft.com/office/drawing/2014/main" id="{2BC42B10-225C-4886-B2B5-B84B40DF6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756" y="1275606"/>
            <a:ext cx="14049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所以，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EC461F6-4B92-43FC-A705-E7A6D3F26C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86471" y="1978125"/>
          <a:ext cx="160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1" name="Equation" r:id="rId11" imgW="1600200" imgH="850680" progId="Equation.DSMT4">
                  <p:embed/>
                </p:oleObj>
              </mc:Choice>
              <mc:Fallback>
                <p:oleObj name="Equation" r:id="rId11" imgW="1600200" imgH="8506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EC461F6-4B92-43FC-A705-E7A6D3F26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471" y="1978125"/>
                        <a:ext cx="160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A068E36-947F-4DF8-B2D6-DFA4D146846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31840" y="1978125"/>
          <a:ext cx="480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2" name="Equation" r:id="rId13" imgW="4800600" imgH="888840" progId="Equation.DSMT4">
                  <p:embed/>
                </p:oleObj>
              </mc:Choice>
              <mc:Fallback>
                <p:oleObj name="Equation" r:id="rId13" imgW="4800600" imgH="8888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A068E36-947F-4DF8-B2D6-DFA4D14684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1978125"/>
                        <a:ext cx="4800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D8AE112-1227-44BD-B119-1CB92ACFE8D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31840" y="3254127"/>
          <a:ext cx="4965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3" name="Equation" r:id="rId15" imgW="4965480" imgH="787320" progId="Equation.DSMT4">
                  <p:embed/>
                </p:oleObj>
              </mc:Choice>
              <mc:Fallback>
                <p:oleObj name="Equation" r:id="rId15" imgW="4965480" imgH="787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D8AE112-1227-44BD-B119-1CB92ACFE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254127"/>
                        <a:ext cx="4965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00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2">
            <a:extLst>
              <a:ext uri="{FF2B5EF4-FFF2-40B4-BE49-F238E27FC236}">
                <a16:creationId xmlns:a16="http://schemas.microsoft.com/office/drawing/2014/main" id="{159745E0-3D7C-453B-BEF9-651900EEE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528" y="351211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E74865D7-66D5-4595-9F07-4E72257EF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18931"/>
              </p:ext>
            </p:extLst>
          </p:nvPr>
        </p:nvGraphicFramePr>
        <p:xfrm>
          <a:off x="2123728" y="195486"/>
          <a:ext cx="23114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06" name="Equation" r:id="rId3" imgW="2311200" imgH="774360" progId="Equation.DSMT4">
                  <p:embed/>
                </p:oleObj>
              </mc:Choice>
              <mc:Fallback>
                <p:oleObj name="Equation" r:id="rId3" imgW="2311200" imgH="774360" progId="Equation.DSMT4">
                  <p:embed/>
                  <p:pic>
                    <p:nvPicPr>
                      <p:cNvPr id="19" name="Object 4">
                        <a:extLst>
                          <a:ext uri="{FF2B5EF4-FFF2-40B4-BE49-F238E27FC236}">
                            <a16:creationId xmlns:a16="http://schemas.microsoft.com/office/drawing/2014/main" id="{E74865D7-66D5-4595-9F07-4E72257EF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95486"/>
                        <a:ext cx="23114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4">
            <a:extLst>
              <a:ext uri="{FF2B5EF4-FFF2-40B4-BE49-F238E27FC236}">
                <a16:creationId xmlns:a16="http://schemas.microsoft.com/office/drawing/2014/main" id="{0C88E191-11DC-4712-839F-CF5980FC1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426" y="1214982"/>
            <a:ext cx="540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 Box 14">
            <a:extLst>
              <a:ext uri="{FF2B5EF4-FFF2-40B4-BE49-F238E27FC236}">
                <a16:creationId xmlns:a16="http://schemas.microsoft.com/office/drawing/2014/main" id="{ADCD193A-0F75-423C-B90D-3386145B3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792" y="1214982"/>
            <a:ext cx="13861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334E804E-07CE-4B19-8EFA-08100BEB3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884311"/>
              </p:ext>
            </p:extLst>
          </p:nvPr>
        </p:nvGraphicFramePr>
        <p:xfrm>
          <a:off x="2333278" y="1279002"/>
          <a:ext cx="42037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07" name="Equation" r:id="rId5" imgW="4203360" imgH="406080" progId="Equation.DSMT4">
                  <p:embed/>
                </p:oleObj>
              </mc:Choice>
              <mc:Fallback>
                <p:oleObj name="Equation" r:id="rId5" imgW="4203360" imgH="406080" progId="Equation.DSMT4">
                  <p:embed/>
                  <p:pic>
                    <p:nvPicPr>
                      <p:cNvPr id="22" name="Object 4">
                        <a:extLst>
                          <a:ext uri="{FF2B5EF4-FFF2-40B4-BE49-F238E27FC236}">
                            <a16:creationId xmlns:a16="http://schemas.microsoft.com/office/drawing/2014/main" id="{334E804E-07CE-4B19-8EFA-08100BEB36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278" y="1279002"/>
                        <a:ext cx="42037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5E9685C8-F73E-41D0-83AC-45BB20558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468305"/>
              </p:ext>
            </p:extLst>
          </p:nvPr>
        </p:nvGraphicFramePr>
        <p:xfrm>
          <a:off x="2123728" y="1826516"/>
          <a:ext cx="1930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08" name="Equation" r:id="rId7" imgW="1930320" imgH="406080" progId="Equation.DSMT4">
                  <p:embed/>
                </p:oleObj>
              </mc:Choice>
              <mc:Fallback>
                <p:oleObj name="Equation" r:id="rId7" imgW="1930320" imgH="406080" progId="Equation.DSMT4">
                  <p:embed/>
                  <p:pic>
                    <p:nvPicPr>
                      <p:cNvPr id="23" name="Object 4">
                        <a:extLst>
                          <a:ext uri="{FF2B5EF4-FFF2-40B4-BE49-F238E27FC236}">
                            <a16:creationId xmlns:a16="http://schemas.microsoft.com/office/drawing/2014/main" id="{5E9685C8-F73E-41D0-83AC-45BB20558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826516"/>
                        <a:ext cx="19304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652DC7F6-785A-4B7D-99E6-C17D26F7E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541727"/>
              </p:ext>
            </p:extLst>
          </p:nvPr>
        </p:nvGraphicFramePr>
        <p:xfrm>
          <a:off x="4088408" y="1917269"/>
          <a:ext cx="25908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09" name="Equation" r:id="rId9" imgW="2590560" imgH="342720" progId="Equation.DSMT4">
                  <p:embed/>
                </p:oleObj>
              </mc:Choice>
              <mc:Fallback>
                <p:oleObj name="Equation" r:id="rId9" imgW="2590560" imgH="342720" progId="Equation.DSMT4">
                  <p:embed/>
                  <p:pic>
                    <p:nvPicPr>
                      <p:cNvPr id="24" name="Object 4">
                        <a:extLst>
                          <a:ext uri="{FF2B5EF4-FFF2-40B4-BE49-F238E27FC236}">
                            <a16:creationId xmlns:a16="http://schemas.microsoft.com/office/drawing/2014/main" id="{652DC7F6-785A-4B7D-99E6-C17D26F7E9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8408" y="1917269"/>
                        <a:ext cx="25908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4">
            <a:extLst>
              <a:ext uri="{FF2B5EF4-FFF2-40B4-BE49-F238E27FC236}">
                <a16:creationId xmlns:a16="http://schemas.microsoft.com/office/drawing/2014/main" id="{BD0E78AD-2B73-498A-B7A5-E64110CF6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109" y="2579486"/>
            <a:ext cx="11694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6" name="Object 4">
            <a:extLst>
              <a:ext uri="{FF2B5EF4-FFF2-40B4-BE49-F238E27FC236}">
                <a16:creationId xmlns:a16="http://schemas.microsoft.com/office/drawing/2014/main" id="{E85C7C05-E73C-4530-8F01-8473810B1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394699"/>
              </p:ext>
            </p:extLst>
          </p:nvPr>
        </p:nvGraphicFramePr>
        <p:xfrm>
          <a:off x="1623506" y="2376571"/>
          <a:ext cx="45212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10" name="Equation" r:id="rId11" imgW="4520880" imgH="774360" progId="Equation.DSMT4">
                  <p:embed/>
                </p:oleObj>
              </mc:Choice>
              <mc:Fallback>
                <p:oleObj name="Equation" r:id="rId11" imgW="4520880" imgH="774360" progId="Equation.DSMT4">
                  <p:embed/>
                  <p:pic>
                    <p:nvPicPr>
                      <p:cNvPr id="26" name="Object 4">
                        <a:extLst>
                          <a:ext uri="{FF2B5EF4-FFF2-40B4-BE49-F238E27FC236}">
                            <a16:creationId xmlns:a16="http://schemas.microsoft.com/office/drawing/2014/main" id="{E85C7C05-E73C-4530-8F01-8473810B1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506" y="2376571"/>
                        <a:ext cx="45212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4">
            <a:extLst>
              <a:ext uri="{FF2B5EF4-FFF2-40B4-BE49-F238E27FC236}">
                <a16:creationId xmlns:a16="http://schemas.microsoft.com/office/drawing/2014/main" id="{5A050D24-9EF8-4549-8A20-96A65C37B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10" y="3444795"/>
            <a:ext cx="11694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去分母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48AAE86C-BFAF-4CDE-A4C6-BFCDD949D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725893"/>
              </p:ext>
            </p:extLst>
          </p:nvPr>
        </p:nvGraphicFramePr>
        <p:xfrm>
          <a:off x="543386" y="4106904"/>
          <a:ext cx="737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11" name="Equation" r:id="rId13" imgW="7378560" imgH="406080" progId="Equation.DSMT4">
                  <p:embed/>
                </p:oleObj>
              </mc:Choice>
              <mc:Fallback>
                <p:oleObj name="Equation" r:id="rId13" imgW="7378560" imgH="4060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48AAE86C-BFAF-4CDE-A4C6-BFCDD949D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3386" y="4106904"/>
                        <a:ext cx="7378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917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5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A0F22D8-B87B-41CA-8DDC-6C761ED7EC7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9552" y="627534"/>
          <a:ext cx="737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81" name="Equation" r:id="rId3" imgW="7378560" imgH="406080" progId="Equation.DSMT4">
                  <p:embed/>
                </p:oleObj>
              </mc:Choice>
              <mc:Fallback>
                <p:oleObj name="Equation" r:id="rId3" imgW="7378560" imgH="4060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EA0F22D8-B87B-41CA-8DDC-6C761ED7EC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627534"/>
                        <a:ext cx="7378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09C45F74-C555-420B-A6C3-7FCE537661A0}"/>
              </a:ext>
            </a:extLst>
          </p:cNvPr>
          <p:cNvGrpSpPr/>
          <p:nvPr/>
        </p:nvGrpSpPr>
        <p:grpSpPr>
          <a:xfrm>
            <a:off x="683568" y="1419622"/>
            <a:ext cx="2667645" cy="494939"/>
            <a:chOff x="683568" y="1419622"/>
            <a:chExt cx="2667645" cy="494939"/>
          </a:xfrm>
        </p:grpSpPr>
        <p:sp>
          <p:nvSpPr>
            <p:cNvPr id="4" name="Text Box 14">
              <a:extLst>
                <a:ext uri="{FF2B5EF4-FFF2-40B4-BE49-F238E27FC236}">
                  <a16:creationId xmlns:a16="http://schemas.microsoft.com/office/drawing/2014/main" id="{BE8E831A-FBD2-4275-BE06-560E3F9FF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1419622"/>
              <a:ext cx="11694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令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6C22365-B919-4374-A428-244FE6680D1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268291" y="1551087"/>
            <a:ext cx="673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682" name="Equation" r:id="rId5" imgW="672840" imgH="330120" progId="Equation.DSMT4">
                    <p:embed/>
                  </p:oleObj>
                </mc:Choice>
                <mc:Fallback>
                  <p:oleObj name="Equation" r:id="rId5" imgW="67284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46C22365-B919-4374-A428-244FE6680D1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68291" y="1551087"/>
                          <a:ext cx="673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14">
              <a:extLst>
                <a:ext uri="{FF2B5EF4-FFF2-40B4-BE49-F238E27FC236}">
                  <a16:creationId xmlns:a16="http://schemas.microsoft.com/office/drawing/2014/main" id="{C722DBF1-27A0-4F48-A86F-5E3BCF067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720" y="1452896"/>
              <a:ext cx="11694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13D1A26-F575-4920-8E68-30261CBDAED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40013" y="1574800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683" name="Equation" r:id="rId7" imgW="711000" imgH="330120" progId="Equation.DSMT4">
                    <p:embed/>
                  </p:oleObj>
                </mc:Choice>
                <mc:Fallback>
                  <p:oleObj name="Equation" r:id="rId7" imgW="71100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713D1A26-F575-4920-8E68-30261CBDAE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40013" y="1574800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5D3B66-1086-496B-BCEA-129F24D86A2C}"/>
              </a:ext>
            </a:extLst>
          </p:cNvPr>
          <p:cNvGrpSpPr/>
          <p:nvPr/>
        </p:nvGrpSpPr>
        <p:grpSpPr>
          <a:xfrm>
            <a:off x="3563888" y="1468717"/>
            <a:ext cx="2768650" cy="494939"/>
            <a:chOff x="683568" y="1419622"/>
            <a:chExt cx="2768650" cy="494939"/>
          </a:xfrm>
        </p:grpSpPr>
        <p:sp>
          <p:nvSpPr>
            <p:cNvPr id="10" name="Text Box 14">
              <a:extLst>
                <a:ext uri="{FF2B5EF4-FFF2-40B4-BE49-F238E27FC236}">
                  <a16:creationId xmlns:a16="http://schemas.microsoft.com/office/drawing/2014/main" id="{08129889-C6BE-40CA-9F2B-64FB72159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1419622"/>
              <a:ext cx="11694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令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01E16D47-B5C3-4C05-8B8F-C232C28F8AB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72568" y="1551105"/>
            <a:ext cx="863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684" name="Equation" r:id="rId9" imgW="863280" imgH="330120" progId="Equation.DSMT4">
                    <p:embed/>
                  </p:oleObj>
                </mc:Choice>
                <mc:Fallback>
                  <p:oleObj name="Equation" r:id="rId9" imgW="863280" imgH="3301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01E16D47-B5C3-4C05-8B8F-C232C28F8A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72568" y="1551105"/>
                          <a:ext cx="863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A93CCB50-5685-4DCC-8EF3-B4EB9803A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720" y="1452896"/>
              <a:ext cx="11694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C777E4A-100E-4FF9-ABE1-864EAEE3888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537818" y="1574918"/>
            <a:ext cx="914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685" name="Equation" r:id="rId11" imgW="914400" imgH="330120" progId="Equation.DSMT4">
                    <p:embed/>
                  </p:oleObj>
                </mc:Choice>
                <mc:Fallback>
                  <p:oleObj name="Equation" r:id="rId11" imgW="914400" imgH="3301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DC777E4A-100E-4FF9-ABE1-864EAEE388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37818" y="1574918"/>
                          <a:ext cx="914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247FAC1-D066-41DC-816E-9157470F2CED}"/>
              </a:ext>
            </a:extLst>
          </p:cNvPr>
          <p:cNvGrpSpPr/>
          <p:nvPr/>
        </p:nvGrpSpPr>
        <p:grpSpPr>
          <a:xfrm>
            <a:off x="667395" y="2207957"/>
            <a:ext cx="2679055" cy="494939"/>
            <a:chOff x="683568" y="1419622"/>
            <a:chExt cx="2679055" cy="494939"/>
          </a:xfrm>
        </p:grpSpPr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B1F8C91F-D2BB-44D8-831D-559EA2021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1419622"/>
              <a:ext cx="11694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令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9D509DF5-074C-4E22-8F9E-7E895AF3979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59173" y="1551640"/>
            <a:ext cx="889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686" name="Equation" r:id="rId13" imgW="888840" imgH="330120" progId="Equation.DSMT4">
                    <p:embed/>
                  </p:oleObj>
                </mc:Choice>
                <mc:Fallback>
                  <p:oleObj name="Equation" r:id="rId13" imgW="88884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9D509DF5-074C-4E22-8F9E-7E895AF397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59173" y="1551640"/>
                          <a:ext cx="889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141E7974-160A-4552-BE1D-8C64B2698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720" y="1452896"/>
              <a:ext cx="11694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E232BEF-E35F-459F-A9DD-C15D2462AFB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26023" y="1600853"/>
            <a:ext cx="736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687" name="Equation" r:id="rId15" imgW="736560" imgH="279360" progId="Equation.DSMT4">
                    <p:embed/>
                  </p:oleObj>
                </mc:Choice>
                <mc:Fallback>
                  <p:oleObj name="Equation" r:id="rId15" imgW="736560" imgH="27936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CE232BEF-E35F-459F-A9DD-C15D2462AF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26023" y="1600853"/>
                          <a:ext cx="736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14">
            <a:extLst>
              <a:ext uri="{FF2B5EF4-FFF2-40B4-BE49-F238E27FC236}">
                <a16:creationId xmlns:a16="http://schemas.microsoft.com/office/drawing/2014/main" id="{EEB3F401-9D20-4772-AD24-51425811F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5564" y="1624881"/>
            <a:ext cx="515436" cy="156966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赋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法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0269EDAD-3845-4B9B-A869-CBFF6C35FC3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43789" y="2838909"/>
          <a:ext cx="5537201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88" name="Equation" r:id="rId17" imgW="5537160" imgH="774360" progId="Equation.DSMT4">
                  <p:embed/>
                </p:oleObj>
              </mc:Choice>
              <mc:Fallback>
                <p:oleObj name="Equation" r:id="rId17" imgW="5537160" imgH="774360" progId="Equation.DSMT4">
                  <p:embed/>
                  <p:pic>
                    <p:nvPicPr>
                      <p:cNvPr id="20" name="Object 4">
                        <a:extLst>
                          <a:ext uri="{FF2B5EF4-FFF2-40B4-BE49-F238E27FC236}">
                            <a16:creationId xmlns:a16="http://schemas.microsoft.com/office/drawing/2014/main" id="{0269EDAD-3845-4B9B-A869-CBFF6C35F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789" y="2838909"/>
                        <a:ext cx="5537201" cy="773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AA73FCD5-EA9E-42AA-9301-D5D8D727B4A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7063" y="3656986"/>
          <a:ext cx="7048501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89" name="Equation" r:id="rId19" imgW="7048440" imgH="863280" progId="Equation.DSMT4">
                  <p:embed/>
                </p:oleObj>
              </mc:Choice>
              <mc:Fallback>
                <p:oleObj name="Equation" r:id="rId19" imgW="7048440" imgH="863280" progId="Equation.DSMT4">
                  <p:embed/>
                  <p:pic>
                    <p:nvPicPr>
                      <p:cNvPr id="21" name="Object 4">
                        <a:extLst>
                          <a:ext uri="{FF2B5EF4-FFF2-40B4-BE49-F238E27FC236}">
                            <a16:creationId xmlns:a16="http://schemas.microsoft.com/office/drawing/2014/main" id="{AA73FCD5-EA9E-42AA-9301-D5D8D727B4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63" y="3656986"/>
                        <a:ext cx="7048501" cy="858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156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23453FE-9783-447B-891B-FA10EC6A4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404292"/>
            <a:ext cx="5040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注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E1E0DC4-E028-435C-946B-4E9A1FC9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1404292"/>
            <a:ext cx="720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上述方法为有理函数求不定积分的一般方法，但在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C6F32A6E-3B22-46F2-B92F-C208D40A3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196380"/>
            <a:ext cx="720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解题时要考虑是否有其他简便方法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7527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extLst>
              <a:ext uri="{FF2B5EF4-FFF2-40B4-BE49-F238E27FC236}">
                <a16:creationId xmlns:a16="http://schemas.microsoft.com/office/drawing/2014/main" id="{C092EAB5-604D-4095-90AB-4EFE66B49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470" y="1150368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D3D28C6A-0B48-4D82-A9CD-3AC5A07DF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572" y="256187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334E989-74BE-4F72-A12A-B28084582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274465"/>
              </p:ext>
            </p:extLst>
          </p:nvPr>
        </p:nvGraphicFramePr>
        <p:xfrm>
          <a:off x="2123728" y="123478"/>
          <a:ext cx="12954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77" name="Equation" r:id="rId3" imgW="1295280" imgH="736560" progId="Equation.DSMT4">
                  <p:embed/>
                </p:oleObj>
              </mc:Choice>
              <mc:Fallback>
                <p:oleObj name="Equation" r:id="rId3" imgW="1295280" imgH="736560" progId="Equation.DSMT4">
                  <p:embed/>
                  <p:pic>
                    <p:nvPicPr>
                      <p:cNvPr id="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23478"/>
                        <a:ext cx="1295400" cy="73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2B0DAF9-910B-4322-8DAE-6D37014B1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603666"/>
              </p:ext>
            </p:extLst>
          </p:nvPr>
        </p:nvGraphicFramePr>
        <p:xfrm>
          <a:off x="1658566" y="1013694"/>
          <a:ext cx="12954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78" name="Equation" r:id="rId5" imgW="1295280" imgH="736560" progId="Equation.DSMT4">
                  <p:embed/>
                </p:oleObj>
              </mc:Choice>
              <mc:Fallback>
                <p:oleObj name="Equation" r:id="rId5" imgW="1295280" imgH="7365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566" y="1013694"/>
                        <a:ext cx="12954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F9B6238-85CD-4346-8FCB-72C1F7E9D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204054"/>
              </p:ext>
            </p:extLst>
          </p:nvPr>
        </p:nvGraphicFramePr>
        <p:xfrm>
          <a:off x="3015134" y="969243"/>
          <a:ext cx="1955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79" name="Equation" r:id="rId7" imgW="1955520" imgH="825480" progId="Equation.DSMT4">
                  <p:embed/>
                </p:oleObj>
              </mc:Choice>
              <mc:Fallback>
                <p:oleObj name="Equation" r:id="rId7" imgW="1955520" imgH="82548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134" y="969243"/>
                        <a:ext cx="19558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06B60B9-F214-473F-9B39-0B34C442D4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523978"/>
              </p:ext>
            </p:extLst>
          </p:nvPr>
        </p:nvGraphicFramePr>
        <p:xfrm>
          <a:off x="5035922" y="1039787"/>
          <a:ext cx="25273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80" name="Equation" r:id="rId9" imgW="2527200" imgH="787320" progId="Equation.DSMT4">
                  <p:embed/>
                </p:oleObj>
              </mc:Choice>
              <mc:Fallback>
                <p:oleObj name="Equation" r:id="rId9" imgW="2527200" imgH="78732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922" y="1039787"/>
                        <a:ext cx="25273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8DF692E-39F2-4BFD-88C3-EB67B673B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374637"/>
              </p:ext>
            </p:extLst>
          </p:nvPr>
        </p:nvGraphicFramePr>
        <p:xfrm>
          <a:off x="2975174" y="2047899"/>
          <a:ext cx="19558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81" name="Equation" r:id="rId11" imgW="1955520" imgH="787320" progId="Equation.DSMT4">
                  <p:embed/>
                </p:oleObj>
              </mc:Choice>
              <mc:Fallback>
                <p:oleObj name="Equation" r:id="rId11" imgW="1955520" imgH="78732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174" y="2047899"/>
                        <a:ext cx="19558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6AD6E30-ACA5-4E21-AD87-7D5A53908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504770"/>
              </p:ext>
            </p:extLst>
          </p:nvPr>
        </p:nvGraphicFramePr>
        <p:xfrm>
          <a:off x="4997698" y="2047899"/>
          <a:ext cx="23495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82" name="Equation" r:id="rId13" imgW="2349360" imgH="787320" progId="Equation.DSMT4">
                  <p:embed/>
                </p:oleObj>
              </mc:Choice>
              <mc:Fallback>
                <p:oleObj name="Equation" r:id="rId13" imgW="2349360" imgH="78732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698" y="2047899"/>
                        <a:ext cx="234950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C9B1BD6-DCEF-4035-B010-CC16607E8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011779"/>
              </p:ext>
            </p:extLst>
          </p:nvPr>
        </p:nvGraphicFramePr>
        <p:xfrm>
          <a:off x="2967410" y="2977728"/>
          <a:ext cx="31877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83" name="Equation" r:id="rId15" imgW="3187440" imgH="736560" progId="Equation.DSMT4">
                  <p:embed/>
                </p:oleObj>
              </mc:Choice>
              <mc:Fallback>
                <p:oleObj name="Equation" r:id="rId15" imgW="3187440" imgH="73656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410" y="2977728"/>
                        <a:ext cx="31877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EBEB176-74E8-4895-BA1D-5C1A735760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509382"/>
              </p:ext>
            </p:extLst>
          </p:nvPr>
        </p:nvGraphicFramePr>
        <p:xfrm>
          <a:off x="2954710" y="3826891"/>
          <a:ext cx="32004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84" name="Equation" r:id="rId17" imgW="3200400" imgH="736560" progId="Equation.DSMT4">
                  <p:embed/>
                </p:oleObj>
              </mc:Choice>
              <mc:Fallback>
                <p:oleObj name="Equation" r:id="rId17" imgW="3200400" imgH="73656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710" y="3826891"/>
                        <a:ext cx="32004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87A33C-5C4C-49BD-8F85-9D6165443CD3}"/>
              </a:ext>
            </a:extLst>
          </p:cNvPr>
          <p:cNvGrpSpPr/>
          <p:nvPr/>
        </p:nvGrpSpPr>
        <p:grpSpPr>
          <a:xfrm>
            <a:off x="1370534" y="2155725"/>
            <a:ext cx="1278756" cy="461963"/>
            <a:chOff x="1547664" y="2541835"/>
            <a:chExt cx="1278756" cy="461963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C1E5FF9-22D5-4BB1-923D-B00D8B9D8D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556245"/>
                </p:ext>
              </p:extLst>
            </p:nvPr>
          </p:nvGraphicFramePr>
          <p:xfrm>
            <a:off x="2051720" y="2569293"/>
            <a:ext cx="774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85" name="Equation" r:id="rId19" imgW="774360" imgH="342720" progId="Equation.DSMT4">
                    <p:embed/>
                  </p:oleObj>
                </mc:Choice>
                <mc:Fallback>
                  <p:oleObj name="Equation" r:id="rId19" imgW="774360" imgH="342720" progId="Equation.DSMT4">
                    <p:embed/>
                    <p:pic>
                      <p:nvPicPr>
                        <p:cNvPr id="27" name="对象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2569293"/>
                          <a:ext cx="774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599292EA-A016-4464-ACCA-79512314A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664" y="2541835"/>
              <a:ext cx="57606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424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extLst>
              <a:ext uri="{FF2B5EF4-FFF2-40B4-BE49-F238E27FC236}">
                <a16:creationId xmlns:a16="http://schemas.microsoft.com/office/drawing/2014/main" id="{25CA3A76-C95F-4097-B97D-04EF1E041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478" y="1294384"/>
            <a:ext cx="648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142FBA6-251D-4ABC-9091-07A3EC68D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80" y="400203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859119B0-587E-48CB-A0E5-DDEA8F98C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43567"/>
              </p:ext>
            </p:extLst>
          </p:nvPr>
        </p:nvGraphicFramePr>
        <p:xfrm>
          <a:off x="2195736" y="267494"/>
          <a:ext cx="12954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48" name="Equation" r:id="rId3" imgW="1295280" imgH="736560" progId="Equation.DSMT4">
                  <p:embed/>
                </p:oleObj>
              </mc:Choice>
              <mc:Fallback>
                <p:oleObj name="Equation" r:id="rId3" imgW="1295280" imgH="736560" progId="Equation.DSMT4">
                  <p:embed/>
                  <p:pic>
                    <p:nvPicPr>
                      <p:cNvPr id="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67494"/>
                        <a:ext cx="1295400" cy="73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FA4E0CC-FE40-4312-BDF4-549569CAC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246613"/>
              </p:ext>
            </p:extLst>
          </p:nvPr>
        </p:nvGraphicFramePr>
        <p:xfrm>
          <a:off x="1706910" y="1189535"/>
          <a:ext cx="12954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49" name="Equation" r:id="rId5" imgW="1295280" imgH="736560" progId="Equation.DSMT4">
                  <p:embed/>
                </p:oleObj>
              </mc:Choice>
              <mc:Fallback>
                <p:oleObj name="Equation" r:id="rId5" imgW="1295280" imgH="7365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910" y="1189535"/>
                        <a:ext cx="12954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99D270E-B8B1-4FF8-BDCA-71DD468BF6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456381"/>
              </p:ext>
            </p:extLst>
          </p:nvPr>
        </p:nvGraphicFramePr>
        <p:xfrm>
          <a:off x="3057426" y="1183803"/>
          <a:ext cx="18415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0" name="Equation" r:id="rId7" imgW="1841400" imgH="787320" progId="Equation.DSMT4">
                  <p:embed/>
                </p:oleObj>
              </mc:Choice>
              <mc:Fallback>
                <p:oleObj name="Equation" r:id="rId7" imgW="1841400" imgH="78732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426" y="1183803"/>
                        <a:ext cx="18415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475F3B3-F1B0-40E9-9624-56E654950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580684"/>
              </p:ext>
            </p:extLst>
          </p:nvPr>
        </p:nvGraphicFramePr>
        <p:xfrm>
          <a:off x="4908674" y="1145703"/>
          <a:ext cx="22225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1" name="Equation" r:id="rId9" imgW="2222280" imgH="825480" progId="Equation.DSMT4">
                  <p:embed/>
                </p:oleObj>
              </mc:Choice>
              <mc:Fallback>
                <p:oleObj name="Equation" r:id="rId9" imgW="2222280" imgH="82548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674" y="1145703"/>
                        <a:ext cx="22225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C85DFF0-BD12-4019-840A-294EA9391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367904"/>
              </p:ext>
            </p:extLst>
          </p:nvPr>
        </p:nvGraphicFramePr>
        <p:xfrm>
          <a:off x="3026718" y="2113632"/>
          <a:ext cx="22352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2" name="Equation" r:id="rId11" imgW="2234880" imgH="863280" progId="Equation.DSMT4">
                  <p:embed/>
                </p:oleObj>
              </mc:Choice>
              <mc:Fallback>
                <p:oleObj name="Equation" r:id="rId11" imgW="2234880" imgH="86328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6718" y="2113632"/>
                        <a:ext cx="22352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766AEC5-A196-44DE-9B44-9BE836875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954398"/>
              </p:ext>
            </p:extLst>
          </p:nvPr>
        </p:nvGraphicFramePr>
        <p:xfrm>
          <a:off x="5258966" y="2170708"/>
          <a:ext cx="30861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3" name="Equation" r:id="rId13" imgW="3085920" imgH="736560" progId="Equation.DSMT4">
                  <p:embed/>
                </p:oleObj>
              </mc:Choice>
              <mc:Fallback>
                <p:oleObj name="Equation" r:id="rId13" imgW="3085920" imgH="73656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8966" y="2170708"/>
                        <a:ext cx="30861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4">
            <a:extLst>
              <a:ext uri="{FF2B5EF4-FFF2-40B4-BE49-F238E27FC236}">
                <a16:creationId xmlns:a16="http://schemas.microsoft.com/office/drawing/2014/main" id="{4A173B74-ABC6-4FEA-89AF-0C711A40F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478" y="3139653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8FB6935-9C0C-4C7C-A2DA-AFA2807C4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066112"/>
              </p:ext>
            </p:extLst>
          </p:nvPr>
        </p:nvGraphicFramePr>
        <p:xfrm>
          <a:off x="1706910" y="3034804"/>
          <a:ext cx="12954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4" name="Equation" r:id="rId15" imgW="1295280" imgH="736560" progId="Equation.DSMT4">
                  <p:embed/>
                </p:oleObj>
              </mc:Choice>
              <mc:Fallback>
                <p:oleObj name="Equation" r:id="rId15" imgW="1295280" imgH="73656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910" y="3034804"/>
                        <a:ext cx="12954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E165B40-8BA5-4B90-B4E8-EC91EC4A1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930154"/>
              </p:ext>
            </p:extLst>
          </p:nvPr>
        </p:nvGraphicFramePr>
        <p:xfrm>
          <a:off x="3026718" y="3049736"/>
          <a:ext cx="20701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5" name="Equation" r:id="rId16" imgW="2070000" imgH="787320" progId="Equation.DSMT4">
                  <p:embed/>
                </p:oleObj>
              </mc:Choice>
              <mc:Fallback>
                <p:oleObj name="Equation" r:id="rId16" imgW="2070000" imgH="78732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6718" y="3049736"/>
                        <a:ext cx="20701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FBA0AB6-D0D8-4641-A980-6F4AA89B6C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547547"/>
              </p:ext>
            </p:extLst>
          </p:nvPr>
        </p:nvGraphicFramePr>
        <p:xfrm>
          <a:off x="5121226" y="3070808"/>
          <a:ext cx="24130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6" name="Equation" r:id="rId18" imgW="2412720" imgH="736560" progId="Equation.DSMT4">
                  <p:embed/>
                </p:oleObj>
              </mc:Choice>
              <mc:Fallback>
                <p:oleObj name="Equation" r:id="rId18" imgW="2412720" imgH="73656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226" y="3070808"/>
                        <a:ext cx="24130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04F934D-7D57-4BA4-BA47-AF92A2797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021285"/>
              </p:ext>
            </p:extLst>
          </p:nvPr>
        </p:nvGraphicFramePr>
        <p:xfrm>
          <a:off x="3026718" y="3970908"/>
          <a:ext cx="24257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57" name="Equation" r:id="rId20" imgW="2425680" imgH="736560" progId="Equation.DSMT4">
                  <p:embed/>
                </p:oleObj>
              </mc:Choice>
              <mc:Fallback>
                <p:oleObj name="Equation" r:id="rId20" imgW="2425680" imgH="73656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6718" y="3970908"/>
                        <a:ext cx="24257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259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773887C0-D58D-4202-98D5-17D373282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750" y="423218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C6EAE43A-353A-43B9-91BE-733D702FA2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903948"/>
              </p:ext>
            </p:extLst>
          </p:nvPr>
        </p:nvGraphicFramePr>
        <p:xfrm>
          <a:off x="2123728" y="267494"/>
          <a:ext cx="19812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0" name="Equation" r:id="rId3" imgW="1981080" imgH="774360" progId="Equation.DSMT4">
                  <p:embed/>
                </p:oleObj>
              </mc:Choice>
              <mc:Fallback>
                <p:oleObj name="Equation" r:id="rId3" imgW="1981080" imgH="77436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859119B0-587E-48CB-A0E5-DDEA8F98C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67494"/>
                        <a:ext cx="1981200" cy="773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>
            <a:extLst>
              <a:ext uri="{FF2B5EF4-FFF2-40B4-BE49-F238E27FC236}">
                <a16:creationId xmlns:a16="http://schemas.microsoft.com/office/drawing/2014/main" id="{0799A8DF-501B-4D22-AAA8-EF6847623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445" y="1200543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02D2A5A3-13C4-486A-8856-A34EFDABA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720" y="1200852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1A2B4FD-DF98-4533-B205-2A1CA2503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747422"/>
              </p:ext>
            </p:extLst>
          </p:nvPr>
        </p:nvGraphicFramePr>
        <p:xfrm>
          <a:off x="2094091" y="1234525"/>
          <a:ext cx="86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1" name="Equation" r:id="rId5" imgW="863280" imgH="393480" progId="Equation.DSMT4">
                  <p:embed/>
                </p:oleObj>
              </mc:Choice>
              <mc:Fallback>
                <p:oleObj name="Equation" r:id="rId5" imgW="8632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94091" y="1234525"/>
                        <a:ext cx="863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E624A89B-4ED6-4B9E-9C80-122733A0A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322476"/>
              </p:ext>
            </p:extLst>
          </p:nvPr>
        </p:nvGraphicFramePr>
        <p:xfrm>
          <a:off x="805510" y="1695881"/>
          <a:ext cx="22225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2" name="Equation" r:id="rId7" imgW="2222280" imgH="774360" progId="Equation.DSMT4">
                  <p:embed/>
                </p:oleObj>
              </mc:Choice>
              <mc:Fallback>
                <p:oleObj name="Equation" r:id="rId7" imgW="2222280" imgH="77436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C6EAE43A-353A-43B9-91BE-733D702FA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510" y="1695881"/>
                        <a:ext cx="22225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D738EF8-1CB5-4FDD-9CC8-EA17377C28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045397"/>
              </p:ext>
            </p:extLst>
          </p:nvPr>
        </p:nvGraphicFramePr>
        <p:xfrm>
          <a:off x="3159486" y="1695881"/>
          <a:ext cx="2070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3" name="Equation" r:id="rId9" imgW="2070000" imgH="774360" progId="Equation.DSMT4">
                  <p:embed/>
                </p:oleObj>
              </mc:Choice>
              <mc:Fallback>
                <p:oleObj name="Equation" r:id="rId9" imgW="2070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59486" y="1695881"/>
                        <a:ext cx="2070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9B2EDA1-2C01-43EA-9049-1A94088876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110955"/>
              </p:ext>
            </p:extLst>
          </p:nvPr>
        </p:nvGraphicFramePr>
        <p:xfrm>
          <a:off x="3124748" y="1268409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4" name="Equation" r:id="rId11" imgW="1168200" imgH="393480" progId="Equation.DSMT4">
                  <p:embed/>
                </p:oleObj>
              </mc:Choice>
              <mc:Fallback>
                <p:oleObj name="Equation" r:id="rId11" imgW="116820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1A2B4FD-DF98-4533-B205-2A1CA2503F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24748" y="1268409"/>
                        <a:ext cx="1168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1CE94D7-72E1-45F4-B805-01D16306C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961655"/>
              </p:ext>
            </p:extLst>
          </p:nvPr>
        </p:nvGraphicFramePr>
        <p:xfrm>
          <a:off x="5264245" y="1723554"/>
          <a:ext cx="3111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5" name="Equation" r:id="rId13" imgW="3111480" imgH="812520" progId="Equation.DSMT4">
                  <p:embed/>
                </p:oleObj>
              </mc:Choice>
              <mc:Fallback>
                <p:oleObj name="Equation" r:id="rId13" imgW="3111480" imgH="8125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D738EF8-1CB5-4FDD-9CC8-EA17377C28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64245" y="1723554"/>
                        <a:ext cx="3111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7BE4D7A-4AC0-40AA-91FF-E4B408E61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677636"/>
              </p:ext>
            </p:extLst>
          </p:nvPr>
        </p:nvGraphicFramePr>
        <p:xfrm>
          <a:off x="620616" y="2681284"/>
          <a:ext cx="4025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6" name="Equation" r:id="rId15" imgW="4025880" imgH="723600" progId="Equation.DSMT4">
                  <p:embed/>
                </p:oleObj>
              </mc:Choice>
              <mc:Fallback>
                <p:oleObj name="Equation" r:id="rId15" imgW="4025880" imgH="723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1CE94D7-72E1-45F4-B805-01D16306C1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0616" y="2681284"/>
                        <a:ext cx="4025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B23DA95-A629-429A-A607-A1E64A6E71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928172"/>
              </p:ext>
            </p:extLst>
          </p:nvPr>
        </p:nvGraphicFramePr>
        <p:xfrm>
          <a:off x="690741" y="3615887"/>
          <a:ext cx="280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7" name="Equation" r:id="rId17" imgW="2806560" imgH="838080" progId="Equation.DSMT4">
                  <p:embed/>
                </p:oleObj>
              </mc:Choice>
              <mc:Fallback>
                <p:oleObj name="Equation" r:id="rId17" imgW="2806560" imgH="838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7BE4D7A-4AC0-40AA-91FF-E4B408E61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0741" y="3615887"/>
                        <a:ext cx="28067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745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9873">
            <a:extLst>
              <a:ext uri="{FF2B5EF4-FFF2-40B4-BE49-F238E27FC236}">
                <a16:creationId xmlns:a16="http://schemas.microsoft.com/office/drawing/2014/main" id="{C6DDB1F1-6A14-4C1C-A16A-7756BD0480D8}"/>
              </a:ext>
            </a:extLst>
          </p:cNvPr>
          <p:cNvSpPr txBox="1">
            <a:spLocks noChangeArrowheads="1"/>
          </p:cNvSpPr>
          <p:nvPr/>
        </p:nvSpPr>
        <p:spPr>
          <a:xfrm>
            <a:off x="826629" y="181791"/>
            <a:ext cx="1752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9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70B978-E7DA-451D-9E76-B70CE3D04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786" y="969638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18CAEE7-C2E8-4922-8362-5ADB78122B71}"/>
              </a:ext>
            </a:extLst>
          </p:cNvPr>
          <p:cNvGrpSpPr/>
          <p:nvPr/>
        </p:nvGrpSpPr>
        <p:grpSpPr>
          <a:xfrm>
            <a:off x="2203886" y="840358"/>
            <a:ext cx="3263900" cy="836935"/>
            <a:chOff x="2241550" y="1054101"/>
            <a:chExt cx="3263900" cy="836935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BD6B8F6-C3F8-460C-9719-8B895DEB563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79346352"/>
                </p:ext>
              </p:extLst>
            </p:nvPr>
          </p:nvGraphicFramePr>
          <p:xfrm>
            <a:off x="2241550" y="1090936"/>
            <a:ext cx="32639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63" name="Equation" r:id="rId3" imgW="3263760" imgH="799920" progId="Equation.DSMT4">
                    <p:embed/>
                  </p:oleObj>
                </mc:Choice>
                <mc:Fallback>
                  <p:oleObj name="Equation" r:id="rId3" imgW="3263760" imgH="799920" progId="Equation.DSMT4">
                    <p:embed/>
                    <p:pic>
                      <p:nvPicPr>
                        <p:cNvPr id="79876" name="对象 79875">
                          <a:extLst>
                            <a:ext uri="{FF2B5EF4-FFF2-40B4-BE49-F238E27FC236}">
                              <a16:creationId xmlns:a16="http://schemas.microsoft.com/office/drawing/2014/main" id="{E295BB58-EADA-4BA3-89EA-644EDEBB18E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1550" y="1090936"/>
                          <a:ext cx="3263900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36937F1-D5C1-4443-B2B8-29B5EDF938E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31683717"/>
                </p:ext>
              </p:extLst>
            </p:nvPr>
          </p:nvGraphicFramePr>
          <p:xfrm>
            <a:off x="3037041" y="1054101"/>
            <a:ext cx="901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64" name="Equation" r:id="rId5" imgW="901440" imgH="406080" progId="Equation.DSMT4">
                    <p:embed/>
                  </p:oleObj>
                </mc:Choice>
                <mc:Fallback>
                  <p:oleObj name="Equation" r:id="rId5" imgW="901440" imgH="406080" progId="Equation.DSMT4">
                    <p:embed/>
                    <p:pic>
                      <p:nvPicPr>
                        <p:cNvPr id="79877" name="对象 79876">
                          <a:extLst>
                            <a:ext uri="{FF2B5EF4-FFF2-40B4-BE49-F238E27FC236}">
                              <a16:creationId xmlns:a16="http://schemas.microsoft.com/office/drawing/2014/main" id="{A6D5AD26-F47B-4FCD-855D-A9C818CBC2D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7041" y="1054101"/>
                          <a:ext cx="9017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8853639-8574-49A5-B539-54F8DB497B6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99394101"/>
                </p:ext>
              </p:extLst>
            </p:nvPr>
          </p:nvGraphicFramePr>
          <p:xfrm>
            <a:off x="3938741" y="1072901"/>
            <a:ext cx="1079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65" name="Equation" r:id="rId7" imgW="1079280" imgH="406080" progId="Equation.DSMT4">
                    <p:embed/>
                  </p:oleObj>
                </mc:Choice>
                <mc:Fallback>
                  <p:oleObj name="Equation" r:id="rId7" imgW="1079280" imgH="406080" progId="Equation.DSMT4">
                    <p:embed/>
                    <p:pic>
                      <p:nvPicPr>
                        <p:cNvPr id="79878" name="对象 79877">
                          <a:extLst>
                            <a:ext uri="{FF2B5EF4-FFF2-40B4-BE49-F238E27FC236}">
                              <a16:creationId xmlns:a16="http://schemas.microsoft.com/office/drawing/2014/main" id="{0C20E5E1-FAAD-4945-8530-D9CB06CC6DD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8741" y="1072901"/>
                          <a:ext cx="10795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14FE5E0-008C-49B5-857C-F7DA21E77E7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96623341"/>
                </p:ext>
              </p:extLst>
            </p:nvPr>
          </p:nvGraphicFramePr>
          <p:xfrm>
            <a:off x="2476500" y="1069898"/>
            <a:ext cx="241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66" name="Equation" r:id="rId9" imgW="241200" imgH="723600" progId="Equation.DSMT4">
                    <p:embed/>
                  </p:oleObj>
                </mc:Choice>
                <mc:Fallback>
                  <p:oleObj name="Equation" r:id="rId9" imgW="241200" imgH="723600" progId="Equation.DSMT4">
                    <p:embed/>
                    <p:pic>
                      <p:nvPicPr>
                        <p:cNvPr id="79879" name="对象 79878">
                          <a:extLst>
                            <a:ext uri="{FF2B5EF4-FFF2-40B4-BE49-F238E27FC236}">
                              <a16:creationId xmlns:a16="http://schemas.microsoft.com/office/drawing/2014/main" id="{B4A556DE-AB2C-40F2-92D8-2D1453E21D7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6500" y="1069898"/>
                          <a:ext cx="2413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9879">
            <a:extLst>
              <a:ext uri="{FF2B5EF4-FFF2-40B4-BE49-F238E27FC236}">
                <a16:creationId xmlns:a16="http://schemas.microsoft.com/office/drawing/2014/main" id="{954E2F37-F9D7-472C-BBC3-77BBC16676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8404856"/>
              </p:ext>
            </p:extLst>
          </p:nvPr>
        </p:nvGraphicFramePr>
        <p:xfrm>
          <a:off x="1924486" y="51470"/>
          <a:ext cx="96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67" name="Equation" r:id="rId11" imgW="965160" imgH="736560" progId="Equation.DSMT4">
                  <p:embed/>
                </p:oleObj>
              </mc:Choice>
              <mc:Fallback>
                <p:oleObj name="Equation" r:id="rId11" imgW="965160" imgH="736560" progId="Equation.DSMT4">
                  <p:embed/>
                  <p:pic>
                    <p:nvPicPr>
                      <p:cNvPr id="16391" name="对象 79879">
                        <a:extLst>
                          <a:ext uri="{FF2B5EF4-FFF2-40B4-BE49-F238E27FC236}">
                            <a16:creationId xmlns:a16="http://schemas.microsoft.com/office/drawing/2014/main" id="{156221BD-A2EC-4371-BDD2-8370698298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486" y="51470"/>
                        <a:ext cx="965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3E8C12D-680C-4437-8E29-9AE519A4AB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3568139"/>
              </p:ext>
            </p:extLst>
          </p:nvPr>
        </p:nvGraphicFramePr>
        <p:xfrm>
          <a:off x="279401" y="1828198"/>
          <a:ext cx="19558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68" name="Equation" r:id="rId13" imgW="1955520" imgH="1447560" progId="Equation.DSMT4">
                  <p:embed/>
                </p:oleObj>
              </mc:Choice>
              <mc:Fallback>
                <p:oleObj name="Equation" r:id="rId13" imgW="1955520" imgH="1447560" progId="Equation.DSMT4">
                  <p:embed/>
                  <p:pic>
                    <p:nvPicPr>
                      <p:cNvPr id="79889" name="对象 79888">
                        <a:extLst>
                          <a:ext uri="{FF2B5EF4-FFF2-40B4-BE49-F238E27FC236}">
                            <a16:creationId xmlns:a16="http://schemas.microsoft.com/office/drawing/2014/main" id="{E7FBA17A-F0D9-4304-AEB6-8DE3276CA6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1" y="1828198"/>
                        <a:ext cx="19558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D32D09F-7D25-4F5E-9B4F-5B5001D49B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0792962"/>
              </p:ext>
            </p:extLst>
          </p:nvPr>
        </p:nvGraphicFramePr>
        <p:xfrm>
          <a:off x="2340284" y="1828198"/>
          <a:ext cx="19177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69" name="Equation" r:id="rId15" imgW="1917360" imgH="1447560" progId="Equation.DSMT4">
                  <p:embed/>
                </p:oleObj>
              </mc:Choice>
              <mc:Fallback>
                <p:oleObj name="Equation" r:id="rId15" imgW="1917360" imgH="1447560" progId="Equation.DSMT4">
                  <p:embed/>
                  <p:pic>
                    <p:nvPicPr>
                      <p:cNvPr id="79890" name="对象 79889">
                        <a:extLst>
                          <a:ext uri="{FF2B5EF4-FFF2-40B4-BE49-F238E27FC236}">
                            <a16:creationId xmlns:a16="http://schemas.microsoft.com/office/drawing/2014/main" id="{9614CD64-3AB0-4456-B732-837A8BED48B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0284" y="1828198"/>
                        <a:ext cx="19177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CA0AB8D3-1297-4E05-94D0-71EC0B82A1AA}"/>
              </a:ext>
            </a:extLst>
          </p:cNvPr>
          <p:cNvGrpSpPr/>
          <p:nvPr/>
        </p:nvGrpSpPr>
        <p:grpSpPr>
          <a:xfrm>
            <a:off x="4362356" y="1824146"/>
            <a:ext cx="2122488" cy="1494900"/>
            <a:chOff x="4758876" y="3198561"/>
            <a:chExt cx="2122488" cy="1494900"/>
          </a:xfrm>
        </p:grpSpPr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6BEAE2A9-4538-42E9-A938-DBC56700E24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28620415"/>
                </p:ext>
              </p:extLst>
            </p:nvPr>
          </p:nvGraphicFramePr>
          <p:xfrm>
            <a:off x="4758876" y="3588561"/>
            <a:ext cx="2122488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70" name="Equation" r:id="rId17" imgW="2120760" imgH="1104840" progId="Equation.DSMT4">
                    <p:embed/>
                  </p:oleObj>
                </mc:Choice>
                <mc:Fallback>
                  <p:oleObj name="Equation" r:id="rId17" imgW="2120760" imgH="110484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D95F5307-986D-4436-81C9-9B5A27DAA88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8876" y="3588561"/>
                          <a:ext cx="2122488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DB8B39A5-7301-4304-9057-EB6382418A3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44387269"/>
                </p:ext>
              </p:extLst>
            </p:nvPr>
          </p:nvGraphicFramePr>
          <p:xfrm>
            <a:off x="5500457" y="3198561"/>
            <a:ext cx="1028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71" name="Equation" r:id="rId19" imgW="1028520" imgH="736560" progId="Equation.DSMT4">
                    <p:embed/>
                  </p:oleObj>
                </mc:Choice>
                <mc:Fallback>
                  <p:oleObj name="Equation" r:id="rId19" imgW="1028520" imgH="7365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52418758-6826-49EF-A0EB-EA3F1B4E321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0457" y="3198561"/>
                          <a:ext cx="10287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0E5AF6D-CA64-4627-91AD-44644CE7D597}"/>
              </a:ext>
            </a:extLst>
          </p:cNvPr>
          <p:cNvGrpSpPr/>
          <p:nvPr/>
        </p:nvGrpSpPr>
        <p:grpSpPr>
          <a:xfrm>
            <a:off x="6550560" y="1845846"/>
            <a:ext cx="2097088" cy="1464668"/>
            <a:chOff x="6896421" y="3512183"/>
            <a:chExt cx="2097088" cy="1464668"/>
          </a:xfrm>
        </p:grpSpPr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363E9A7F-9D78-4AD3-A045-C07D4DA27E8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15862157"/>
                </p:ext>
              </p:extLst>
            </p:nvPr>
          </p:nvGraphicFramePr>
          <p:xfrm>
            <a:off x="6896421" y="3871951"/>
            <a:ext cx="2097088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72" name="Equation" r:id="rId21" imgW="2095200" imgH="1104840" progId="Equation.DSMT4">
                    <p:embed/>
                  </p:oleObj>
                </mc:Choice>
                <mc:Fallback>
                  <p:oleObj name="Equation" r:id="rId21" imgW="2095200" imgH="11048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5E4721CB-4ACA-4BCB-8436-F028928D1BD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6421" y="3871951"/>
                          <a:ext cx="2097088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67771CE6-A8C3-4249-9727-F2D16EE3896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45083977"/>
                </p:ext>
              </p:extLst>
            </p:nvPr>
          </p:nvGraphicFramePr>
          <p:xfrm>
            <a:off x="7651404" y="3512183"/>
            <a:ext cx="1028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73" name="Equation" r:id="rId23" imgW="1028520" imgH="736560" progId="Equation.DSMT4">
                    <p:embed/>
                  </p:oleObj>
                </mc:Choice>
                <mc:Fallback>
                  <p:oleObj name="Equation" r:id="rId23" imgW="1028520" imgH="736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14CA627-E057-4E2B-A280-A39AA72C569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1404" y="3512183"/>
                          <a:ext cx="10287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6367293C-64BC-4A59-99FB-284C4DB984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0615254"/>
              </p:ext>
            </p:extLst>
          </p:nvPr>
        </p:nvGraphicFramePr>
        <p:xfrm>
          <a:off x="279401" y="3697776"/>
          <a:ext cx="2374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74" name="Equation" r:id="rId25" imgW="2374560" imgH="863280" progId="Equation.DSMT4">
                  <p:embed/>
                </p:oleObj>
              </mc:Choice>
              <mc:Fallback>
                <p:oleObj name="Equation" r:id="rId25" imgW="2374560" imgH="8632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70BEE86-9E7F-4355-8AB0-8A4F27942C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1" y="3697776"/>
                        <a:ext cx="2374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68639A59-3E51-4279-9C6B-C43A3959AD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3193618"/>
              </p:ext>
            </p:extLst>
          </p:nvPr>
        </p:nvGraphicFramePr>
        <p:xfrm>
          <a:off x="2686181" y="3626822"/>
          <a:ext cx="3263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75" name="Equation" r:id="rId27" imgW="3263760" imgH="939600" progId="Equation.DSMT4">
                  <p:embed/>
                </p:oleObj>
              </mc:Choice>
              <mc:Fallback>
                <p:oleObj name="Equation" r:id="rId27" imgW="326376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3EACC0C-F450-411F-81C5-B80FE25F1C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181" y="3626822"/>
                        <a:ext cx="3263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70DD696C-567F-4DAC-B080-98D4DD2982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50508"/>
              </p:ext>
            </p:extLst>
          </p:nvPr>
        </p:nvGraphicFramePr>
        <p:xfrm>
          <a:off x="6225578" y="3925272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76" name="Equation" r:id="rId29" imgW="914400" imgH="342720" progId="Equation.DSMT4">
                  <p:embed/>
                </p:oleObj>
              </mc:Choice>
              <mc:Fallback>
                <p:oleObj name="Equation" r:id="rId29" imgW="9144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4EBACDD-0B74-44E4-8F77-55D852D0DD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225578" y="3925272"/>
                        <a:ext cx="914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731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57CECB6-E5EE-4A56-8B83-47CB32BB5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542744"/>
              </p:ext>
            </p:extLst>
          </p:nvPr>
        </p:nvGraphicFramePr>
        <p:xfrm>
          <a:off x="1115616" y="1893568"/>
          <a:ext cx="267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5" name="Equation" r:id="rId3" imgW="2679480" imgH="406080" progId="Equation.DSMT4">
                  <p:embed/>
                </p:oleObj>
              </mc:Choice>
              <mc:Fallback>
                <p:oleObj name="Equation" r:id="rId3" imgW="2679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1893568"/>
                        <a:ext cx="2679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E8BA511-33D2-4201-B4DC-CD2CEAC75B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573615"/>
              </p:ext>
            </p:extLst>
          </p:nvPr>
        </p:nvGraphicFramePr>
        <p:xfrm>
          <a:off x="1862540" y="2684510"/>
          <a:ext cx="358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6" name="Equation" r:id="rId5" imgW="3581280" imgH="431640" progId="Equation.DSMT4">
                  <p:embed/>
                </p:oleObj>
              </mc:Choice>
              <mc:Fallback>
                <p:oleObj name="Equation" r:id="rId5" imgW="3581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2540" y="2684510"/>
                        <a:ext cx="3581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37DB264-80FA-47F9-A6B9-85BFF62095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673079"/>
              </p:ext>
            </p:extLst>
          </p:nvPr>
        </p:nvGraphicFramePr>
        <p:xfrm>
          <a:off x="1907704" y="3579862"/>
          <a:ext cx="358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7" name="Equation" r:id="rId7" imgW="3581280" imgH="431640" progId="Equation.DSMT4">
                  <p:embed/>
                </p:oleObj>
              </mc:Choice>
              <mc:Fallback>
                <p:oleObj name="Equation" r:id="rId7" imgW="3581280" imgH="4316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E8BA511-33D2-4201-B4DC-CD2CEAC75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7704" y="3579862"/>
                        <a:ext cx="3581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C3DC1C80-EFEB-4B84-82ED-43F068F6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589729"/>
            <a:ext cx="2508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注意本题的技巧</a:t>
            </a:r>
          </a:p>
        </p:txBody>
      </p:sp>
      <p:sp>
        <p:nvSpPr>
          <p:cNvPr id="16" name="文本框 15">
            <a:hlinkClick r:id="" action="ppaction://noaction"/>
            <a:extLst>
              <a:ext uri="{FF2B5EF4-FFF2-40B4-BE49-F238E27FC236}">
                <a16:creationId xmlns:a16="http://schemas.microsoft.com/office/drawing/2014/main" id="{5F593497-20B7-4644-A159-F7C72B51E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689" y="1110380"/>
            <a:ext cx="2535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按常规方法较繁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31913C-417E-4EB2-B736-50D789A78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952" y="536029"/>
            <a:ext cx="2652713" cy="1143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endParaRPr lang="zh-CN" altLang="zh-CN" sz="2400" b="1">
              <a:solidFill>
                <a:srgbClr val="0066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4037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C6D1668-1AC5-4F07-97FB-7B23A44ED983}"/>
              </a:ext>
            </a:extLst>
          </p:cNvPr>
          <p:cNvGrpSpPr/>
          <p:nvPr/>
        </p:nvGrpSpPr>
        <p:grpSpPr>
          <a:xfrm>
            <a:off x="395536" y="699542"/>
            <a:ext cx="6192688" cy="609600"/>
            <a:chOff x="1187624" y="915566"/>
            <a:chExt cx="6192688" cy="609600"/>
          </a:xfrm>
        </p:grpSpPr>
        <p:sp>
          <p:nvSpPr>
            <p:cNvPr id="2" name="标题 79873">
              <a:extLst>
                <a:ext uri="{FF2B5EF4-FFF2-40B4-BE49-F238E27FC236}">
                  <a16:creationId xmlns:a16="http://schemas.microsoft.com/office/drawing/2014/main" id="{C3E10BC1-BBEC-4186-B041-B985438E96B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87624" y="915566"/>
              <a:ext cx="6192688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知识延展     </a:t>
              </a:r>
              <a:r>
                <a:rPr lang="zh-CN" altLang="en-US" sz="2400" b="1" dirty="0">
                  <a:solidFill>
                    <a:srgbClr val="0064FF"/>
                  </a:solidFill>
                  <a:latin typeface="+mj-ea"/>
                </a:rPr>
                <a:t>奥斯特洛格拉德斯基</a:t>
              </a:r>
              <a:r>
                <a:rPr lang="zh-CN" altLang="en-US" sz="2400" b="1" dirty="0">
                  <a:latin typeface="+mj-ea"/>
                </a:rPr>
                <a:t>方法</a:t>
              </a: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8BA4FFF-74C1-48B3-B1D8-248496741B65}"/>
                </a:ext>
              </a:extLst>
            </p:cNvPr>
            <p:cNvCxnSpPr/>
            <p:nvPr/>
          </p:nvCxnSpPr>
          <p:spPr>
            <a:xfrm>
              <a:off x="2627784" y="1203598"/>
              <a:ext cx="5760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5E1F1F7E-51DC-495B-923E-1F5AEFD15516}"/>
              </a:ext>
            </a:extLst>
          </p:cNvPr>
          <p:cNvSpPr/>
          <p:nvPr/>
        </p:nvSpPr>
        <p:spPr>
          <a:xfrm>
            <a:off x="78257" y="2973528"/>
            <a:ext cx="83791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俄国数学家</a:t>
            </a:r>
            <a:r>
              <a:rPr lang="en-US" altLang="zh-CN" sz="2200" b="1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200" b="1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他的工作包括变分学、代数函数的积分、数学物理、</a:t>
            </a:r>
            <a:endParaRPr lang="zh-CN" altLang="en-US" sz="2200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3F91D-668D-47F5-A385-96D99CCA1DCB}"/>
              </a:ext>
            </a:extLst>
          </p:cNvPr>
          <p:cNvSpPr/>
          <p:nvPr/>
        </p:nvSpPr>
        <p:spPr>
          <a:xfrm>
            <a:off x="87585" y="3695374"/>
            <a:ext cx="56723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古典力学，是当时俄国数学界的重要人物</a:t>
            </a:r>
            <a:r>
              <a:rPr lang="en-US" altLang="zh-CN" sz="2200" b="1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79873">
            <a:extLst>
              <a:ext uri="{FF2B5EF4-FFF2-40B4-BE49-F238E27FC236}">
                <a16:creationId xmlns:a16="http://schemas.microsoft.com/office/drawing/2014/main" id="{41F0ECAC-F448-4E02-9F90-F88FB25C8EF6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234514"/>
            <a:ext cx="8208912" cy="470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米哈伊尔</a:t>
            </a:r>
            <a:r>
              <a:rPr lang="en-US" altLang="zh-CN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奥斯特洛格拉德斯基</a:t>
            </a:r>
            <a:r>
              <a:rPr lang="en-US" altLang="zh-CN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(1801</a:t>
            </a:r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24</a:t>
            </a:r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</a:t>
            </a:r>
            <a:r>
              <a:rPr lang="en-US" altLang="zh-CN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-1862</a:t>
            </a:r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日），</a:t>
            </a:r>
            <a:endParaRPr lang="zh-CN" altLang="en-US" sz="2200" b="1" dirty="0">
              <a:latin typeface="+mj-ea"/>
            </a:endParaRPr>
          </a:p>
        </p:txBody>
      </p:sp>
      <p:pic>
        <p:nvPicPr>
          <p:cNvPr id="235522" name="Picture 2" descr="https://img0.baidu.com/it/u=3824720922,2620178483&amp;fm=253&amp;fmt=auto&amp;app=138&amp;f=JPEG?w=153&amp;h=174">
            <a:extLst>
              <a:ext uri="{FF2B5EF4-FFF2-40B4-BE49-F238E27FC236}">
                <a16:creationId xmlns:a16="http://schemas.microsoft.com/office/drawing/2014/main" id="{A455A4B6-02B5-40DC-918C-25B94F368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80467"/>
            <a:ext cx="14573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533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C77020E9-95A3-40FB-9503-664B71CEBE69}"/>
              </a:ext>
            </a:extLst>
          </p:cNvPr>
          <p:cNvGrpSpPr/>
          <p:nvPr/>
        </p:nvGrpSpPr>
        <p:grpSpPr>
          <a:xfrm>
            <a:off x="827584" y="267494"/>
            <a:ext cx="4392488" cy="812800"/>
            <a:chOff x="467544" y="483518"/>
            <a:chExt cx="4392488" cy="81280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9D5C4C9-0E2E-4F40-B173-1315CCFE1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659085"/>
              <a:ext cx="43924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设       为真分式，分母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866A9236-D106-4BD1-B163-FC0804CE9A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4453298"/>
                </p:ext>
              </p:extLst>
            </p:nvPr>
          </p:nvGraphicFramePr>
          <p:xfrm>
            <a:off x="971600" y="483518"/>
            <a:ext cx="8255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756" name="Equation" r:id="rId3" imgW="825480" imgH="812520" progId="Equation.DSMT4">
                    <p:embed/>
                  </p:oleObj>
                </mc:Choice>
                <mc:Fallback>
                  <p:oleObj name="Equation" r:id="rId3" imgW="82548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1600" y="483518"/>
                          <a:ext cx="8255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A7FF308-20B4-44FB-AFA7-918F15C8F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922008"/>
              </p:ext>
            </p:extLst>
          </p:nvPr>
        </p:nvGraphicFramePr>
        <p:xfrm>
          <a:off x="899592" y="1209551"/>
          <a:ext cx="6972301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7" name="Equation" r:id="rId5" imgW="6972120" imgH="419040" progId="Equation.DSMT4">
                  <p:embed/>
                </p:oleObj>
              </mc:Choice>
              <mc:Fallback>
                <p:oleObj name="Equation" r:id="rId5" imgW="6972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592" y="1209551"/>
                        <a:ext cx="6972301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90EDD4F4-A4F1-468F-B7A6-E2FDC116237B}"/>
              </a:ext>
            </a:extLst>
          </p:cNvPr>
          <p:cNvGrpSpPr/>
          <p:nvPr/>
        </p:nvGrpSpPr>
        <p:grpSpPr>
          <a:xfrm>
            <a:off x="755576" y="2124893"/>
            <a:ext cx="6788388" cy="461665"/>
            <a:chOff x="447908" y="2126893"/>
            <a:chExt cx="6788388" cy="46166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E2235CD-2009-4DAD-A572-3AD449F8C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908" y="2126893"/>
              <a:ext cx="67883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其一个因式        对应的  个部分分式之和为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1156533-6630-4394-B55A-CD70794A8C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9701860"/>
                </p:ext>
              </p:extLst>
            </p:nvPr>
          </p:nvGraphicFramePr>
          <p:xfrm>
            <a:off x="2181188" y="2154525"/>
            <a:ext cx="965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758" name="Equation" r:id="rId7" imgW="965160" imgH="406080" progId="Equation.DSMT4">
                    <p:embed/>
                  </p:oleObj>
                </mc:Choice>
                <mc:Fallback>
                  <p:oleObj name="Equation" r:id="rId7" imgW="9651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81188" y="2154525"/>
                          <a:ext cx="9652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F9A08B9-3233-4B9F-BA27-EF971136C1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8946739"/>
                </p:ext>
              </p:extLst>
            </p:nvPr>
          </p:nvGraphicFramePr>
          <p:xfrm>
            <a:off x="4284878" y="2268443"/>
            <a:ext cx="241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759" name="Equation" r:id="rId9" imgW="241200" imgH="215640" progId="Equation.DSMT4">
                    <p:embed/>
                  </p:oleObj>
                </mc:Choice>
                <mc:Fallback>
                  <p:oleObj name="Equation" r:id="rId9" imgW="24120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4878" y="2268443"/>
                          <a:ext cx="2413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490E3BA-48D9-48E3-851F-C1B24898B7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550357"/>
              </p:ext>
            </p:extLst>
          </p:nvPr>
        </p:nvGraphicFramePr>
        <p:xfrm>
          <a:off x="2827246" y="2709440"/>
          <a:ext cx="3771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0" name="Equation" r:id="rId11" imgW="3771720" imgH="787320" progId="Equation.DSMT4">
                  <p:embed/>
                </p:oleObj>
              </mc:Choice>
              <mc:Fallback>
                <p:oleObj name="Equation" r:id="rId11" imgW="37717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27246" y="2709440"/>
                        <a:ext cx="3771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F6821899-BF71-43B7-AF51-0C84242F2CDC}"/>
              </a:ext>
            </a:extLst>
          </p:cNvPr>
          <p:cNvSpPr/>
          <p:nvPr/>
        </p:nvSpPr>
        <p:spPr>
          <a:xfrm>
            <a:off x="739208" y="3865894"/>
            <a:ext cx="22322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积分结果为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BDB651A-E60D-49CF-B7DD-ADCE8B5527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42959"/>
              </p:ext>
            </p:extLst>
          </p:nvPr>
        </p:nvGraphicFramePr>
        <p:xfrm>
          <a:off x="2965371" y="3703026"/>
          <a:ext cx="2628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1" name="Equation" r:id="rId13" imgW="2628720" imgH="787320" progId="Equation.DSMT4">
                  <p:embed/>
                </p:oleObj>
              </mc:Choice>
              <mc:Fallback>
                <p:oleObj name="Equation" r:id="rId13" imgW="26287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65371" y="3703026"/>
                        <a:ext cx="2628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2F92526D-FFD5-4C85-8362-3FEE973B3B08}"/>
              </a:ext>
            </a:extLst>
          </p:cNvPr>
          <p:cNvGrpSpPr/>
          <p:nvPr/>
        </p:nvGrpSpPr>
        <p:grpSpPr>
          <a:xfrm>
            <a:off x="4283968" y="1628651"/>
            <a:ext cx="3384376" cy="345886"/>
            <a:chOff x="4355976" y="1844675"/>
            <a:chExt cx="3384376" cy="345886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9A9B705-A473-40CA-9E17-3F88292782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8200403"/>
                </p:ext>
              </p:extLst>
            </p:nvPr>
          </p:nvGraphicFramePr>
          <p:xfrm>
            <a:off x="5508104" y="1911161"/>
            <a:ext cx="685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762" name="Equation" r:id="rId15" imgW="685800" imgH="279360" progId="Equation.DSMT4">
                    <p:embed/>
                  </p:oleObj>
                </mc:Choice>
                <mc:Fallback>
                  <p:oleObj name="Equation" r:id="rId15" imgW="6858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508104" y="1911161"/>
                          <a:ext cx="685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9862912-93B2-4E58-825D-FA8D112F5A93}"/>
                </a:ext>
              </a:extLst>
            </p:cNvPr>
            <p:cNvCxnSpPr>
              <a:cxnSpLocks/>
            </p:cNvCxnSpPr>
            <p:nvPr/>
          </p:nvCxnSpPr>
          <p:spPr>
            <a:xfrm>
              <a:off x="4355976" y="1844675"/>
              <a:ext cx="338437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776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9503DE61-C98F-4086-916C-979C7A27DC36}"/>
              </a:ext>
            </a:extLst>
          </p:cNvPr>
          <p:cNvGrpSpPr/>
          <p:nvPr/>
        </p:nvGrpSpPr>
        <p:grpSpPr>
          <a:xfrm>
            <a:off x="539552" y="339502"/>
            <a:ext cx="8352928" cy="461665"/>
            <a:chOff x="539552" y="627534"/>
            <a:chExt cx="8352928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952EEC-643C-4275-8373-43FDA5487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627534"/>
              <a:ext cx="83529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其一个因式            对应的  个部分分式之和为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DC2905A-310D-4892-877E-F55A401D52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9904737"/>
                </p:ext>
              </p:extLst>
            </p:nvPr>
          </p:nvGraphicFramePr>
          <p:xfrm>
            <a:off x="2195736" y="682799"/>
            <a:ext cx="1689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18" name="Equation" r:id="rId3" imgW="1688760" imgH="406080" progId="Equation.DSMT4">
                    <p:embed/>
                  </p:oleObj>
                </mc:Choice>
                <mc:Fallback>
                  <p:oleObj name="Equation" r:id="rId3" imgW="16887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95736" y="682799"/>
                          <a:ext cx="1689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C01D708-96E8-40DC-AF30-CADED460C1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1978749"/>
                </p:ext>
              </p:extLst>
            </p:nvPr>
          </p:nvGraphicFramePr>
          <p:xfrm>
            <a:off x="5030566" y="746299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19" name="Equation" r:id="rId5" imgW="228600" imgH="279360" progId="Equation.DSMT4">
                    <p:embed/>
                  </p:oleObj>
                </mc:Choice>
                <mc:Fallback>
                  <p:oleObj name="Equation" r:id="rId5" imgW="2286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30566" y="746299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E39F4E5-F240-4DBB-BC6E-93789F99F6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087897"/>
              </p:ext>
            </p:extLst>
          </p:nvPr>
        </p:nvGraphicFramePr>
        <p:xfrm>
          <a:off x="1115616" y="953393"/>
          <a:ext cx="6210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20" name="Equation" r:id="rId7" imgW="6210000" imgH="787320" progId="Equation.DSMT4">
                  <p:embed/>
                </p:oleObj>
              </mc:Choice>
              <mc:Fallback>
                <p:oleObj name="Equation" r:id="rId7" imgW="62100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5616" y="953393"/>
                        <a:ext cx="6210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B2101DC-0BC7-4F36-AC83-5E57740A17D9}"/>
              </a:ext>
            </a:extLst>
          </p:cNvPr>
          <p:cNvSpPr/>
          <p:nvPr/>
        </p:nvSpPr>
        <p:spPr>
          <a:xfrm>
            <a:off x="658030" y="2908091"/>
            <a:ext cx="43725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所有部分分式积分结果加起来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AD5A3EB-ADAE-4F75-AA5F-7B25244A9A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28063"/>
              </p:ext>
            </p:extLst>
          </p:nvPr>
        </p:nvGraphicFramePr>
        <p:xfrm>
          <a:off x="2411760" y="1912288"/>
          <a:ext cx="4076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21" name="Equation" r:id="rId9" imgW="4076640" imgH="787320" progId="Equation.DSMT4">
                  <p:embed/>
                </p:oleObj>
              </mc:Choice>
              <mc:Fallback>
                <p:oleObj name="Equation" r:id="rId9" imgW="40766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11760" y="1912288"/>
                        <a:ext cx="4076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D6833BC-28D1-41E1-A2D6-2A1BA40963B2}"/>
              </a:ext>
            </a:extLst>
          </p:cNvPr>
          <p:cNvSpPr/>
          <p:nvPr/>
        </p:nvSpPr>
        <p:spPr>
          <a:xfrm>
            <a:off x="655379" y="2157599"/>
            <a:ext cx="22322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积分结果为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6C54002-B3CB-48CA-A29A-4D4157C0F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98328"/>
              </p:ext>
            </p:extLst>
          </p:nvPr>
        </p:nvGraphicFramePr>
        <p:xfrm>
          <a:off x="1979836" y="3578159"/>
          <a:ext cx="3810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22" name="Equation" r:id="rId11" imgW="3809880" imgH="812520" progId="Equation.DSMT4">
                  <p:embed/>
                </p:oleObj>
              </mc:Choice>
              <mc:Fallback>
                <p:oleObj name="Equation" r:id="rId11" imgW="38098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9836" y="3578159"/>
                        <a:ext cx="3810000" cy="812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30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8155D16-40CB-4C59-830A-36AD1E24B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1579"/>
              </p:ext>
            </p:extLst>
          </p:nvPr>
        </p:nvGraphicFramePr>
        <p:xfrm>
          <a:off x="1259632" y="555526"/>
          <a:ext cx="3810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91" name="Equation" r:id="rId3" imgW="3809880" imgH="812520" progId="Equation.DSMT4">
                  <p:embed/>
                </p:oleObj>
              </mc:Choice>
              <mc:Fallback>
                <p:oleObj name="Equation" r:id="rId3" imgW="3809880" imgH="8125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6C54002-B3CB-48CA-A29A-4D4157C0F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555526"/>
                        <a:ext cx="3810000" cy="812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023DADC-5886-4F52-9237-DB0526F907C5}"/>
              </a:ext>
            </a:extLst>
          </p:cNvPr>
          <p:cNvSpPr/>
          <p:nvPr/>
        </p:nvSpPr>
        <p:spPr>
          <a:xfrm>
            <a:off x="1953256" y="4298052"/>
            <a:ext cx="37757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奥斯特洛格拉德斯基公式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1BC9195-A17C-4CC2-AB36-62062BD1B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899728"/>
              </p:ext>
            </p:extLst>
          </p:nvPr>
        </p:nvGraphicFramePr>
        <p:xfrm>
          <a:off x="251520" y="1779662"/>
          <a:ext cx="755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92" name="Equation" r:id="rId5" imgW="7556400" imgH="419040" progId="Equation.DSMT4">
                  <p:embed/>
                </p:oleObj>
              </mc:Choice>
              <mc:Fallback>
                <p:oleObj name="Equation" r:id="rId5" imgW="7556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779662"/>
                        <a:ext cx="7556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1F5D1A1-DFA6-40D3-9571-A8639C1ED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731705"/>
              </p:ext>
            </p:extLst>
          </p:nvPr>
        </p:nvGraphicFramePr>
        <p:xfrm>
          <a:off x="231775" y="2470150"/>
          <a:ext cx="6235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93" name="Equation" r:id="rId7" imgW="6235560" imgH="419040" progId="Equation.DSMT4">
                  <p:embed/>
                </p:oleObj>
              </mc:Choice>
              <mc:Fallback>
                <p:oleObj name="Equation" r:id="rId7" imgW="6235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1775" y="2470150"/>
                        <a:ext cx="6235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33EF8E05-2322-47E0-B82D-EBDD17326560}"/>
              </a:ext>
            </a:extLst>
          </p:cNvPr>
          <p:cNvGrpSpPr/>
          <p:nvPr/>
        </p:nvGrpSpPr>
        <p:grpSpPr>
          <a:xfrm>
            <a:off x="323528" y="3132991"/>
            <a:ext cx="7992888" cy="1020852"/>
            <a:chOff x="323528" y="3132991"/>
            <a:chExt cx="7992888" cy="102085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261A2D7-3295-4F97-85E9-B15E83866141}"/>
                </a:ext>
              </a:extLst>
            </p:cNvPr>
            <p:cNvSpPr/>
            <p:nvPr/>
          </p:nvSpPr>
          <p:spPr>
            <a:xfrm>
              <a:off x="323528" y="3132991"/>
              <a:ext cx="79928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其中，    为次数低于     的多项式；    为次数低于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4FF35B0-616F-4CCE-B30F-D80B729F3F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8636849"/>
                </p:ext>
              </p:extLst>
            </p:nvPr>
          </p:nvGraphicFramePr>
          <p:xfrm>
            <a:off x="1243568" y="3213656"/>
            <a:ext cx="647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94" name="Equation" r:id="rId9" imgW="647640" imgH="380880" progId="Equation.DSMT4">
                    <p:embed/>
                  </p:oleObj>
                </mc:Choice>
                <mc:Fallback>
                  <p:oleObj name="Equation" r:id="rId9" imgW="6476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43568" y="3213656"/>
                          <a:ext cx="647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17B4B2C-DB6A-408D-9B32-8702647A5E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1658496"/>
                </p:ext>
              </p:extLst>
            </p:nvPr>
          </p:nvGraphicFramePr>
          <p:xfrm>
            <a:off x="3491880" y="3186428"/>
            <a:ext cx="69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95" name="Equation" r:id="rId11" imgW="698400" imgH="380880" progId="Equation.DSMT4">
                    <p:embed/>
                  </p:oleObj>
                </mc:Choice>
                <mc:Fallback>
                  <p:oleObj name="Equation" r:id="rId11" imgW="6984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91880" y="3186428"/>
                          <a:ext cx="698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6C0C866-C747-40A6-AAC7-B282267996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0271987"/>
                </p:ext>
              </p:extLst>
            </p:nvPr>
          </p:nvGraphicFramePr>
          <p:xfrm>
            <a:off x="5705475" y="3221038"/>
            <a:ext cx="685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96" name="Equation" r:id="rId13" imgW="685800" imgH="380880" progId="Equation.DSMT4">
                    <p:embed/>
                  </p:oleObj>
                </mc:Choice>
                <mc:Fallback>
                  <p:oleObj name="Equation" r:id="rId13" imgW="68580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4FF35B0-616F-4CCE-B30F-D80B729F3F2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705475" y="3221038"/>
                          <a:ext cx="685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0206726-3E0C-4618-89BC-3C93BC0BABD8}"/>
                </a:ext>
              </a:extLst>
            </p:cNvPr>
            <p:cNvSpPr/>
            <p:nvPr/>
          </p:nvSpPr>
          <p:spPr>
            <a:xfrm>
              <a:off x="356499" y="3692178"/>
              <a:ext cx="30633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低于     的多项式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B771D42-1ACC-43DE-BAB1-F314A926F9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6328379"/>
                </p:ext>
              </p:extLst>
            </p:nvPr>
          </p:nvGraphicFramePr>
          <p:xfrm>
            <a:off x="1143812" y="3756799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97" name="Equation" r:id="rId15" imgW="736560" imgH="380880" progId="Equation.DSMT4">
                    <p:embed/>
                  </p:oleObj>
                </mc:Choice>
                <mc:Fallback>
                  <p:oleObj name="Equation" r:id="rId15" imgW="7365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43812" y="3756799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8422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0A74C16-5C3B-4777-9D75-1FE1611F0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415438"/>
              </p:ext>
            </p:extLst>
          </p:nvPr>
        </p:nvGraphicFramePr>
        <p:xfrm>
          <a:off x="1259632" y="555526"/>
          <a:ext cx="3810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83" name="Equation" r:id="rId3" imgW="3809880" imgH="812520" progId="Equation.DSMT4">
                  <p:embed/>
                </p:oleObj>
              </mc:Choice>
              <mc:Fallback>
                <p:oleObj name="Equation" r:id="rId3" imgW="3809880" imgH="812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8155D16-40CB-4C59-830A-36AD1E24BD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555526"/>
                        <a:ext cx="3810000" cy="812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9A16080-6236-4C27-8075-685DCFED832B}"/>
              </a:ext>
            </a:extLst>
          </p:cNvPr>
          <p:cNvSpPr/>
          <p:nvPr/>
        </p:nvSpPr>
        <p:spPr>
          <a:xfrm>
            <a:off x="395536" y="2164594"/>
            <a:ext cx="1944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两边求导得</a:t>
            </a:r>
            <a:endParaRPr lang="zh-CN" altLang="en-US" sz="2400" dirty="0">
              <a:latin typeface="+mj-ea"/>
              <a:ea typeface="+mj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E5E62E-4693-4192-AE28-881919DBD4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613774"/>
              </p:ext>
            </p:extLst>
          </p:nvPr>
        </p:nvGraphicFramePr>
        <p:xfrm>
          <a:off x="2483768" y="1881077"/>
          <a:ext cx="33147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84" name="Equation" r:id="rId5" imgW="3314520" imgH="1028520" progId="Equation.DSMT4">
                  <p:embed/>
                </p:oleObj>
              </mc:Choice>
              <mc:Fallback>
                <p:oleObj name="Equation" r:id="rId5" imgW="3314520" imgH="1028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3768" y="1881077"/>
                        <a:ext cx="33147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27F02EC-3B26-4E2C-BA4C-CDD2CB638A38}"/>
              </a:ext>
            </a:extLst>
          </p:cNvPr>
          <p:cNvSpPr/>
          <p:nvPr/>
        </p:nvSpPr>
        <p:spPr>
          <a:xfrm>
            <a:off x="287524" y="3422527"/>
            <a:ext cx="687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比较分子同次数项系数，确定出系数，求出积分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2004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9873">
            <a:extLst>
              <a:ext uri="{FF2B5EF4-FFF2-40B4-BE49-F238E27FC236}">
                <a16:creationId xmlns:a16="http://schemas.microsoft.com/office/drawing/2014/main" id="{B21DBE9D-4301-4D3E-A9C2-A89142A84F0B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555526"/>
            <a:ext cx="1752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10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227942C-247E-4823-AF97-25C558B0CC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234938"/>
              </p:ext>
            </p:extLst>
          </p:nvPr>
        </p:nvGraphicFramePr>
        <p:xfrm>
          <a:off x="1547664" y="466626"/>
          <a:ext cx="229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69" name="Equation" r:id="rId3" imgW="2298600" imgH="787320" progId="Equation.DSMT4">
                  <p:embed/>
                </p:oleObj>
              </mc:Choice>
              <mc:Fallback>
                <p:oleObj name="Equation" r:id="rId3" imgW="22986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466626"/>
                        <a:ext cx="2298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A1F143E-DCCF-4C11-9541-A564EEB46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04290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F71844-D493-4060-A36E-279C2BC16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400109"/>
            <a:ext cx="25202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由奥斯特公式得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8CDC140-5AED-464B-B9FA-2B6A4B5C9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365498"/>
              </p:ext>
            </p:extLst>
          </p:nvPr>
        </p:nvGraphicFramePr>
        <p:xfrm>
          <a:off x="971600" y="1894301"/>
          <a:ext cx="6502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70" name="Equation" r:id="rId5" imgW="6502320" imgH="825480" progId="Equation.DSMT4">
                  <p:embed/>
                </p:oleObj>
              </mc:Choice>
              <mc:Fallback>
                <p:oleObj name="Equation" r:id="rId5" imgW="6502320" imgH="825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227942C-247E-4823-AF97-25C558B0CC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600" y="1894301"/>
                        <a:ext cx="6502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3EE38CE-BAD6-413A-964B-3175A42C9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815881"/>
            <a:ext cx="20162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两边求导得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0183FEF-3AB7-4B29-878D-88809DC80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035997"/>
              </p:ext>
            </p:extLst>
          </p:nvPr>
        </p:nvGraphicFramePr>
        <p:xfrm>
          <a:off x="568325" y="3367088"/>
          <a:ext cx="1524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71" name="Equation" r:id="rId7" imgW="1523880" imgH="660240" progId="Equation.DSMT4">
                  <p:embed/>
                </p:oleObj>
              </mc:Choice>
              <mc:Fallback>
                <p:oleObj name="Equation" r:id="rId7" imgW="152388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325" y="3367088"/>
                        <a:ext cx="1524000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84852DB-18B3-4F26-84ED-2B8EFE4B9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953550"/>
              </p:ext>
            </p:extLst>
          </p:nvPr>
        </p:nvGraphicFramePr>
        <p:xfrm>
          <a:off x="2092325" y="3328988"/>
          <a:ext cx="6654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72" name="Equation" r:id="rId9" imgW="6654600" imgH="698400" progId="Equation.DSMT4">
                  <p:embed/>
                </p:oleObj>
              </mc:Choice>
              <mc:Fallback>
                <p:oleObj name="Equation" r:id="rId9" imgW="665460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92325" y="3328988"/>
                        <a:ext cx="66548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52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ADCEF37-2EE2-4D48-9345-C7B563E8F6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919402"/>
              </p:ext>
            </p:extLst>
          </p:nvPr>
        </p:nvGraphicFramePr>
        <p:xfrm>
          <a:off x="671736" y="665634"/>
          <a:ext cx="1524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97" name="Equation" r:id="rId3" imgW="1523880" imgH="660240" progId="Equation.DSMT4">
                  <p:embed/>
                </p:oleObj>
              </mc:Choice>
              <mc:Fallback>
                <p:oleObj name="Equation" r:id="rId3" imgW="1523880" imgH="6602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0183FEF-3AB7-4B29-878D-88809DC809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1736" y="665634"/>
                        <a:ext cx="1524000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50D6AF8-B0FF-4410-8D87-D08C567A9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833493"/>
              </p:ext>
            </p:extLst>
          </p:nvPr>
        </p:nvGraphicFramePr>
        <p:xfrm>
          <a:off x="2195736" y="627534"/>
          <a:ext cx="6654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98" name="Equation" r:id="rId5" imgW="6654600" imgH="698400" progId="Equation.DSMT4">
                  <p:embed/>
                </p:oleObj>
              </mc:Choice>
              <mc:Fallback>
                <p:oleObj name="Equation" r:id="rId5" imgW="6654600" imgH="698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84852DB-18B3-4F26-84ED-2B8EFE4B9A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5736" y="627534"/>
                        <a:ext cx="66548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843E550-DBB6-42B0-A2CF-FC6B12494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04" y="1635125"/>
            <a:ext cx="64925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等号右边通分后比较两边分子同次数项系数得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474325D-291E-4B8A-98EA-43FF7F629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328150"/>
              </p:ext>
            </p:extLst>
          </p:nvPr>
        </p:nvGraphicFramePr>
        <p:xfrm>
          <a:off x="2195736" y="2266950"/>
          <a:ext cx="3581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99" name="Equation" r:id="rId7" imgW="3581280" imgH="609480" progId="Equation.DSMT4">
                  <p:embed/>
                </p:oleObj>
              </mc:Choice>
              <mc:Fallback>
                <p:oleObj name="Equation" r:id="rId7" imgW="35812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5736" y="2266950"/>
                        <a:ext cx="3581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C7AE354-E572-4EAE-AA8B-6A565AA1C8E3}"/>
              </a:ext>
            </a:extLst>
          </p:cNvPr>
          <p:cNvSpPr/>
          <p:nvPr/>
        </p:nvSpPr>
        <p:spPr>
          <a:xfrm>
            <a:off x="383704" y="3083233"/>
            <a:ext cx="1163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F105DE6-65E5-47FE-9E0C-719202DB6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11535"/>
              </p:ext>
            </p:extLst>
          </p:nvPr>
        </p:nvGraphicFramePr>
        <p:xfrm>
          <a:off x="1458031" y="2964816"/>
          <a:ext cx="5676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00" name="Equation" r:id="rId9" imgW="5676840" imgH="698400" progId="Equation.DSMT4">
                  <p:embed/>
                </p:oleObj>
              </mc:Choice>
              <mc:Fallback>
                <p:oleObj name="Equation" r:id="rId9" imgW="567684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8031" y="2964816"/>
                        <a:ext cx="56769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0938D5C-BF08-4D23-B5B6-58B1632B16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987015"/>
              </p:ext>
            </p:extLst>
          </p:nvPr>
        </p:nvGraphicFramePr>
        <p:xfrm>
          <a:off x="3347864" y="3939902"/>
          <a:ext cx="3492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01" name="Equation" r:id="rId11" imgW="3492360" imgH="698400" progId="Equation.DSMT4">
                  <p:embed/>
                </p:oleObj>
              </mc:Choice>
              <mc:Fallback>
                <p:oleObj name="Equation" r:id="rId11" imgW="34923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47864" y="3939902"/>
                        <a:ext cx="34925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276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5DFC2585-509E-4B69-91AF-2F7B4D713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506" y="608370"/>
            <a:ext cx="55007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二、三角函数有理式的积分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073046-002F-4189-B356-152E7BB1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797" y="1437388"/>
            <a:ext cx="24144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三角函数有理式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49BD78-B3ED-4D04-980F-4225A6CA6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424244"/>
            <a:ext cx="56886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三角函数经过四则混合运算所得式子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9B189B-4F9C-49FF-B350-2EBDB8F60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254347"/>
            <a:ext cx="1008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记作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41BFDF-5BFF-41CB-A378-5F5193A71F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081025"/>
              </p:ext>
            </p:extLst>
          </p:nvPr>
        </p:nvGraphicFramePr>
        <p:xfrm>
          <a:off x="2960688" y="2890838"/>
          <a:ext cx="204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6" name="Equation" r:id="rId3" imgW="2044440" imgH="342720" progId="Equation.DSMT4">
                  <p:embed/>
                </p:oleObj>
              </mc:Choice>
              <mc:Fallback>
                <p:oleObj name="Equation" r:id="rId3" imgW="2044440" imgH="34272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2890838"/>
                        <a:ext cx="2044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1787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1427366-9ACD-4CB8-AFB4-CF22F2A8B1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070030"/>
              </p:ext>
            </p:extLst>
          </p:nvPr>
        </p:nvGraphicFramePr>
        <p:xfrm>
          <a:off x="1914922" y="337159"/>
          <a:ext cx="256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29" name="Equation" r:id="rId3" imgW="2565360" imgH="507960" progId="Equation.DSMT4">
                  <p:embed/>
                </p:oleObj>
              </mc:Choice>
              <mc:Fallback>
                <p:oleObj name="Equation" r:id="rId3" imgW="256536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C41BFDF-5BFF-41CB-A378-5F5193A71F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922" y="337159"/>
                        <a:ext cx="2565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F4DE5E1E-4FB0-4FDB-9F3E-3BFE9100B36D}"/>
              </a:ext>
            </a:extLst>
          </p:cNvPr>
          <p:cNvGrpSpPr/>
          <p:nvPr/>
        </p:nvGrpSpPr>
        <p:grpSpPr>
          <a:xfrm>
            <a:off x="798798" y="970267"/>
            <a:ext cx="2232248" cy="723900"/>
            <a:chOff x="6732240" y="1165995"/>
            <a:chExt cx="2232248" cy="723900"/>
          </a:xfrm>
        </p:grpSpPr>
        <p:sp>
          <p:nvSpPr>
            <p:cNvPr id="4" name="Text Box 16">
              <a:extLst>
                <a:ext uri="{FF2B5EF4-FFF2-40B4-BE49-F238E27FC236}">
                  <a16:creationId xmlns:a16="http://schemas.microsoft.com/office/drawing/2014/main" id="{65A6DCB7-43F1-4BCD-922A-CD575863F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240" y="1297237"/>
              <a:ext cx="2232248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令         有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1453D48B-3587-41CA-9F0D-B59549FD32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4164086"/>
                </p:ext>
              </p:extLst>
            </p:nvPr>
          </p:nvGraphicFramePr>
          <p:xfrm>
            <a:off x="7229078" y="1165995"/>
            <a:ext cx="1257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30" name="Equation" r:id="rId5" imgW="1257120" imgH="723600" progId="Equation.DSMT4">
                    <p:embed/>
                  </p:oleObj>
                </mc:Choice>
                <mc:Fallback>
                  <p:oleObj name="Equation" r:id="rId5" imgW="1257120" imgH="7236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9078" y="1165995"/>
                          <a:ext cx="12573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9D3E3C2-0906-4191-BED3-44CC6C146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053184"/>
              </p:ext>
            </p:extLst>
          </p:nvPr>
        </p:nvGraphicFramePr>
        <p:xfrm>
          <a:off x="971600" y="2027127"/>
          <a:ext cx="236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1" name="Equation" r:id="rId7" imgW="2361960" imgH="723600" progId="Equation.DSMT4">
                  <p:embed/>
                </p:oleObj>
              </mc:Choice>
              <mc:Fallback>
                <p:oleObj name="Equation" r:id="rId7" imgW="2361960" imgH="7236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027127"/>
                        <a:ext cx="2362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A63473F-FF0C-4B09-A3D9-4029CBC7B1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982955"/>
              </p:ext>
            </p:extLst>
          </p:nvPr>
        </p:nvGraphicFramePr>
        <p:xfrm>
          <a:off x="3419872" y="1665177"/>
          <a:ext cx="21209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2" name="Equation" r:id="rId9" imgW="2120760" imgH="1447560" progId="Equation.DSMT4">
                  <p:embed/>
                </p:oleObj>
              </mc:Choice>
              <mc:Fallback>
                <p:oleObj name="Equation" r:id="rId9" imgW="2120760" imgH="144756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665177"/>
                        <a:ext cx="21209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967D99A-DFCF-4068-8032-13947EA8C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732895"/>
              </p:ext>
            </p:extLst>
          </p:nvPr>
        </p:nvGraphicFramePr>
        <p:xfrm>
          <a:off x="5626844" y="1665177"/>
          <a:ext cx="14605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3" name="Equation" r:id="rId11" imgW="1460160" imgH="1447560" progId="Equation.DSMT4">
                  <p:embed/>
                </p:oleObj>
              </mc:Choice>
              <mc:Fallback>
                <p:oleObj name="Equation" r:id="rId11" imgW="1460160" imgH="144756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844" y="1665177"/>
                        <a:ext cx="14605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413C79F-B1F7-4ABA-9B01-5FA6EB8733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012692"/>
              </p:ext>
            </p:extLst>
          </p:nvPr>
        </p:nvGraphicFramePr>
        <p:xfrm>
          <a:off x="7124700" y="2014538"/>
          <a:ext cx="1079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4" name="Equation" r:id="rId13" imgW="1079280" imgH="736560" progId="Equation.DSMT4">
                  <p:embed/>
                </p:oleObj>
              </mc:Choice>
              <mc:Fallback>
                <p:oleObj name="Equation" r:id="rId13" imgW="1079280" imgH="73656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24700" y="2014538"/>
                        <a:ext cx="1079500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F8D4988-4D8F-4FF5-8ECA-B82F40CCF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956708"/>
              </p:ext>
            </p:extLst>
          </p:nvPr>
        </p:nvGraphicFramePr>
        <p:xfrm>
          <a:off x="963712" y="3725143"/>
          <a:ext cx="2730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5" name="Equation" r:id="rId15" imgW="2730240" imgH="723600" progId="Equation.DSMT4">
                  <p:embed/>
                </p:oleObj>
              </mc:Choice>
              <mc:Fallback>
                <p:oleObj name="Equation" r:id="rId15" imgW="2730240" imgH="723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712" y="3725143"/>
                        <a:ext cx="2730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2A440E8-E39C-4918-9F64-E43C7D27F6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505388"/>
              </p:ext>
            </p:extLst>
          </p:nvPr>
        </p:nvGraphicFramePr>
        <p:xfrm>
          <a:off x="3786190" y="3435846"/>
          <a:ext cx="21209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6" name="Equation" r:id="rId17" imgW="2120760" imgH="1447560" progId="Equation.DSMT4">
                  <p:embed/>
                </p:oleObj>
              </mc:Choice>
              <mc:Fallback>
                <p:oleObj name="Equation" r:id="rId17" imgW="2120760" imgH="144756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90" y="3435846"/>
                        <a:ext cx="21209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CD6DEF0-5ABC-4357-9E6F-70105FA3D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437079"/>
              </p:ext>
            </p:extLst>
          </p:nvPr>
        </p:nvGraphicFramePr>
        <p:xfrm>
          <a:off x="5946430" y="3435846"/>
          <a:ext cx="14605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7" name="Equation" r:id="rId19" imgW="1460160" imgH="1447560" progId="Equation.DSMT4">
                  <p:embed/>
                </p:oleObj>
              </mc:Choice>
              <mc:Fallback>
                <p:oleObj name="Equation" r:id="rId19" imgW="1460160" imgH="14475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430" y="3435846"/>
                        <a:ext cx="14605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EEC16CF-2BA8-41AA-B89D-B0888E1B2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42523"/>
              </p:ext>
            </p:extLst>
          </p:nvPr>
        </p:nvGraphicFramePr>
        <p:xfrm>
          <a:off x="7432675" y="3732213"/>
          <a:ext cx="1079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8" name="Equation" r:id="rId21" imgW="1079280" imgH="774360" progId="Equation.DSMT4">
                  <p:embed/>
                </p:oleObj>
              </mc:Choice>
              <mc:Fallback>
                <p:oleObj name="Equation" r:id="rId21" imgW="1079280" imgH="7743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32675" y="3732213"/>
                        <a:ext cx="1079500" cy="7747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765CF10-6089-4DBA-8777-A05C6B648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367263"/>
              </p:ext>
            </p:extLst>
          </p:nvPr>
        </p:nvGraphicFramePr>
        <p:xfrm>
          <a:off x="5164910" y="959301"/>
          <a:ext cx="181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9" name="Equation" r:id="rId23" imgW="1815840" imgH="736560" progId="Equation.DSMT4">
                  <p:embed/>
                </p:oleObj>
              </mc:Choice>
              <mc:Fallback>
                <p:oleObj name="Equation" r:id="rId23" imgW="181584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453D48B-3587-41CA-9F0D-B59549FD3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910" y="959301"/>
                        <a:ext cx="1816100" cy="736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F3333E9-86BD-4B61-BB0A-9629E5ADF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492917"/>
              </p:ext>
            </p:extLst>
          </p:nvPr>
        </p:nvGraphicFramePr>
        <p:xfrm>
          <a:off x="3046123" y="959133"/>
          <a:ext cx="162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40" name="Equation" r:id="rId25" imgW="1625400" imgH="723600" progId="Equation.DSMT4">
                  <p:embed/>
                </p:oleObj>
              </mc:Choice>
              <mc:Fallback>
                <p:oleObj name="Equation" r:id="rId25" imgW="1625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046123" y="959133"/>
                        <a:ext cx="1625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103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5880267-0D2E-4D33-B72F-EFCBD54AB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13530"/>
              </p:ext>
            </p:extLst>
          </p:nvPr>
        </p:nvGraphicFramePr>
        <p:xfrm>
          <a:off x="1552186" y="1940893"/>
          <a:ext cx="1701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44" name="Equation" r:id="rId3" imgW="1701720" imgH="749160" progId="Equation.DSMT4">
                  <p:embed/>
                </p:oleObj>
              </mc:Choice>
              <mc:Fallback>
                <p:oleObj name="Equation" r:id="rId3" imgW="1701720" imgH="74916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186" y="1940893"/>
                        <a:ext cx="1701800" cy="7493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8CB3CD-11E1-43FD-A329-E44704203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437261"/>
              </p:ext>
            </p:extLst>
          </p:nvPr>
        </p:nvGraphicFramePr>
        <p:xfrm>
          <a:off x="3642891" y="1893682"/>
          <a:ext cx="1752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45" name="Equation" r:id="rId5" imgW="1752480" imgH="799920" progId="Equation.DSMT4">
                  <p:embed/>
                </p:oleObj>
              </mc:Choice>
              <mc:Fallback>
                <p:oleObj name="Equation" r:id="rId5" imgW="1752480" imgH="79992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891" y="1893682"/>
                        <a:ext cx="1752600" cy="8001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C70818-8C2B-4805-AC54-89EB916C273C}"/>
              </a:ext>
            </a:extLst>
          </p:cNvPr>
          <p:cNvGrpSpPr/>
          <p:nvPr/>
        </p:nvGrpSpPr>
        <p:grpSpPr>
          <a:xfrm>
            <a:off x="476568" y="1138032"/>
            <a:ext cx="2232248" cy="723900"/>
            <a:chOff x="6732240" y="1288608"/>
            <a:chExt cx="2232248" cy="723900"/>
          </a:xfrm>
        </p:grpSpPr>
        <p:sp>
          <p:nvSpPr>
            <p:cNvPr id="5" name="Text Box 16">
              <a:extLst>
                <a:ext uri="{FF2B5EF4-FFF2-40B4-BE49-F238E27FC236}">
                  <a16:creationId xmlns:a16="http://schemas.microsoft.com/office/drawing/2014/main" id="{C8CC87E0-396A-4DAE-9481-0803FD438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240" y="1419622"/>
              <a:ext cx="2232248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令         有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8B2A8DF-DA1B-47A8-AAE6-DE5F25E348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5727211"/>
                </p:ext>
              </p:extLst>
            </p:nvPr>
          </p:nvGraphicFramePr>
          <p:xfrm>
            <a:off x="7228388" y="1288608"/>
            <a:ext cx="1257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46" name="Equation" r:id="rId7" imgW="1257120" imgH="723600" progId="Equation.DSMT4">
                    <p:embed/>
                  </p:oleObj>
                </mc:Choice>
                <mc:Fallback>
                  <p:oleObj name="Equation" r:id="rId7" imgW="1257120" imgH="72360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8388" y="1288608"/>
                          <a:ext cx="12573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BEE85F9-CA6E-4F6E-8C44-53E3138C9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566050"/>
              </p:ext>
            </p:extLst>
          </p:nvPr>
        </p:nvGraphicFramePr>
        <p:xfrm>
          <a:off x="2411760" y="483518"/>
          <a:ext cx="25272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47" name="Equation" r:id="rId9" imgW="2527200" imgH="507960" progId="Equation.DSMT4">
                  <p:embed/>
                </p:oleObj>
              </mc:Choice>
              <mc:Fallback>
                <p:oleObj name="Equation" r:id="rId9" imgW="2527200" imgH="50796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83518"/>
                        <a:ext cx="252720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DAEBA30-5359-412A-9F6A-42B6180E35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483022"/>
              </p:ext>
            </p:extLst>
          </p:nvPr>
        </p:nvGraphicFramePr>
        <p:xfrm>
          <a:off x="5762204" y="1934957"/>
          <a:ext cx="1765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48" name="Equation" r:id="rId11" imgW="1765080" imgH="749160" progId="Equation.DSMT4">
                  <p:embed/>
                </p:oleObj>
              </mc:Choice>
              <mc:Fallback>
                <p:oleObj name="Equation" r:id="rId11" imgW="1765080" imgH="7491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204" y="1934957"/>
                        <a:ext cx="1765300" cy="7493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6">
            <a:extLst>
              <a:ext uri="{FF2B5EF4-FFF2-40B4-BE49-F238E27FC236}">
                <a16:creationId xmlns:a16="http://schemas.microsoft.com/office/drawing/2014/main" id="{97BE3EDD-5E17-4CB5-B580-053B3210B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28" y="2957679"/>
            <a:ext cx="64807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006397B-2FEE-40FA-ACD5-FFD1E63AE2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787438"/>
              </p:ext>
            </p:extLst>
          </p:nvPr>
        </p:nvGraphicFramePr>
        <p:xfrm>
          <a:off x="1552186" y="3564475"/>
          <a:ext cx="245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49" name="Equation" r:id="rId13" imgW="2450880" imgH="507960" progId="Equation.DSMT4">
                  <p:embed/>
                </p:oleObj>
              </mc:Choice>
              <mc:Fallback>
                <p:oleObj name="Equation" r:id="rId13" imgW="2450880" imgH="50796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186" y="3564475"/>
                        <a:ext cx="245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9A922F7-9C18-4625-B7F3-CC274AA56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789853"/>
              </p:ext>
            </p:extLst>
          </p:nvPr>
        </p:nvGraphicFramePr>
        <p:xfrm>
          <a:off x="4041354" y="3360532"/>
          <a:ext cx="3441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50" name="Equation" r:id="rId15" imgW="3441600" imgH="914400" progId="Equation.DSMT4">
                  <p:embed/>
                </p:oleObj>
              </mc:Choice>
              <mc:Fallback>
                <p:oleObj name="Equation" r:id="rId15" imgW="3441600" imgH="9144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354" y="3360532"/>
                        <a:ext cx="3441700" cy="914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04546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5DD40FF4-8165-46FC-B9AB-55D8AFD43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1851670"/>
            <a:ext cx="77048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结论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cs typeface="+mj-cs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j-cs"/>
              </a:rPr>
              <a:t>三角有理函数</a:t>
            </a:r>
            <a:r>
              <a:rPr lang="zh-CN" altLang="en-US" sz="2400" b="1" dirty="0">
                <a:latin typeface="+mn-ea"/>
                <a:cs typeface="+mj-cs"/>
              </a:rPr>
              <a:t>积分总可求</a:t>
            </a:r>
            <a:r>
              <a:rPr lang="en-US" altLang="zh-CN" sz="2400" b="1" dirty="0">
                <a:latin typeface="+mn-ea"/>
                <a:cs typeface="+mj-cs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7907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CADC0536-EFE8-4E97-94AD-772E58ADA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66" y="195486"/>
            <a:ext cx="1296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3E20DFC-D251-49BB-8EFC-A43B6535D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614614"/>
              </p:ext>
            </p:extLst>
          </p:nvPr>
        </p:nvGraphicFramePr>
        <p:xfrm>
          <a:off x="1558509" y="51470"/>
          <a:ext cx="24127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0" name="Equation" r:id="rId3" imgW="2412720" imgH="736560" progId="Equation.DSMT4">
                  <p:embed/>
                </p:oleObj>
              </mc:Choice>
              <mc:Fallback>
                <p:oleObj name="Equation" r:id="rId3" imgW="2412720" imgH="736560" progId="Equation.DSMT4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509" y="51470"/>
                        <a:ext cx="241272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7B15CAB5-BA53-49CA-8557-7113EDB0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65" y="1120237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3B87755-2305-48DD-8CF0-13CB8E4AC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035148"/>
              </p:ext>
            </p:extLst>
          </p:nvPr>
        </p:nvGraphicFramePr>
        <p:xfrm>
          <a:off x="1486203" y="989335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1" name="Equation" r:id="rId5" imgW="1206360" imgH="723600" progId="Equation.DSMT4">
                  <p:embed/>
                </p:oleObj>
              </mc:Choice>
              <mc:Fallback>
                <p:oleObj name="Equation" r:id="rId5" imgW="1206360" imgH="723600" progId="Equation.DSMT4">
                  <p:embed/>
                  <p:pic>
                    <p:nvPicPr>
                      <p:cNvPr id="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203" y="989335"/>
                        <a:ext cx="1206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39CD27E0-3A84-4B16-A8E1-2440302B1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43616"/>
              </p:ext>
            </p:extLst>
          </p:nvPr>
        </p:nvGraphicFramePr>
        <p:xfrm>
          <a:off x="3488196" y="1892920"/>
          <a:ext cx="28956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2" name="Equation" r:id="rId7" imgW="2895480" imgH="812520" progId="Equation.DSMT4">
                  <p:embed/>
                </p:oleObj>
              </mc:Choice>
              <mc:Fallback>
                <p:oleObj name="Equation" r:id="rId7" imgW="2895480" imgH="812520" progId="Equation.DSMT4">
                  <p:embed/>
                  <p:pic>
                    <p:nvPicPr>
                      <p:cNvPr id="1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196" y="1892920"/>
                        <a:ext cx="2895600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8973BDAD-7E24-4E42-A0AD-9F7E7730D0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430414"/>
              </p:ext>
            </p:extLst>
          </p:nvPr>
        </p:nvGraphicFramePr>
        <p:xfrm>
          <a:off x="905178" y="1924373"/>
          <a:ext cx="24892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3" name="Equation" r:id="rId9" imgW="2489040" imgH="799920" progId="Equation.DSMT4">
                  <p:embed/>
                </p:oleObj>
              </mc:Choice>
              <mc:Fallback>
                <p:oleObj name="Equation" r:id="rId9" imgW="2489040" imgH="799920" progId="Equation.DSMT4">
                  <p:embed/>
                  <p:pic>
                    <p:nvPicPr>
                      <p:cNvPr id="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178" y="1924373"/>
                        <a:ext cx="2489200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6">
            <a:extLst>
              <a:ext uri="{FF2B5EF4-FFF2-40B4-BE49-F238E27FC236}">
                <a16:creationId xmlns:a16="http://schemas.microsoft.com/office/drawing/2014/main" id="{FD63A4A8-30B9-430A-A81B-BCD0D295D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506" y="1120237"/>
            <a:ext cx="68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令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144889F2-F5A8-4AE0-B1E8-DD0C1382C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629" y="1120535"/>
            <a:ext cx="5760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2BA7E74-7DA9-4B68-B9C1-72BAB99EDF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506965"/>
              </p:ext>
            </p:extLst>
          </p:nvPr>
        </p:nvGraphicFramePr>
        <p:xfrm>
          <a:off x="3086403" y="1030610"/>
          <a:ext cx="1701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4" name="Equation" r:id="rId11" imgW="1701720" imgH="749160" progId="Equation.DSMT4">
                  <p:embed/>
                </p:oleObj>
              </mc:Choice>
              <mc:Fallback>
                <p:oleObj name="Equation" r:id="rId11" imgW="1701720" imgH="74916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403" y="1030610"/>
                        <a:ext cx="17018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5FBABEF-F1F1-4F8C-A6DD-ED35C3821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714397"/>
              </p:ext>
            </p:extLst>
          </p:nvPr>
        </p:nvGraphicFramePr>
        <p:xfrm>
          <a:off x="4807253" y="975048"/>
          <a:ext cx="1752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5" name="Equation" r:id="rId13" imgW="1752480" imgH="799920" progId="Equation.DSMT4">
                  <p:embed/>
                </p:oleObj>
              </mc:Choice>
              <mc:Fallback>
                <p:oleObj name="Equation" r:id="rId13" imgW="1752480" imgH="799920" progId="Equation.DSMT4">
                  <p:embed/>
                  <p:pic>
                    <p:nvPicPr>
                      <p:cNvPr id="31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253" y="975048"/>
                        <a:ext cx="1752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EA1E42B-B1E0-4C46-9CC3-B539D6CDC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056311"/>
              </p:ext>
            </p:extLst>
          </p:nvPr>
        </p:nvGraphicFramePr>
        <p:xfrm>
          <a:off x="6504291" y="1029023"/>
          <a:ext cx="1765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6" name="Equation" r:id="rId15" imgW="1765080" imgH="749160" progId="Equation.DSMT4">
                  <p:embed/>
                </p:oleObj>
              </mc:Choice>
              <mc:Fallback>
                <p:oleObj name="Equation" r:id="rId15" imgW="1765080" imgH="74916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4291" y="1029023"/>
                        <a:ext cx="17653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>
            <a:extLst>
              <a:ext uri="{FF2B5EF4-FFF2-40B4-BE49-F238E27FC236}">
                <a16:creationId xmlns:a16="http://schemas.microsoft.com/office/drawing/2014/main" id="{CC6CF220-BDB2-4B10-8214-FE43556D1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00" y="1132285"/>
            <a:ext cx="8955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于是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E8DE94A5-5ED2-49F8-B842-A8C1C6E07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31" y="2067694"/>
            <a:ext cx="8955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4349CE7-C4EB-46BF-BE99-62973254B8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40107"/>
              </p:ext>
            </p:extLst>
          </p:nvPr>
        </p:nvGraphicFramePr>
        <p:xfrm>
          <a:off x="990903" y="2968948"/>
          <a:ext cx="11938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7" name="Equation" r:id="rId17" imgW="1193760" imgH="736560" progId="Equation.DSMT4">
                  <p:embed/>
                </p:oleObj>
              </mc:Choice>
              <mc:Fallback>
                <p:oleObj name="Equation" r:id="rId17" imgW="1193760" imgH="73656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903" y="2968948"/>
                        <a:ext cx="11938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340B2D2-A209-463A-A8E0-E4164F642E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754398"/>
              </p:ext>
            </p:extLst>
          </p:nvPr>
        </p:nvGraphicFramePr>
        <p:xfrm>
          <a:off x="4415871" y="3219773"/>
          <a:ext cx="1511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8" name="Equation" r:id="rId19" imgW="1511280" imgH="330120" progId="Equation.DSMT4">
                  <p:embed/>
                </p:oleObj>
              </mc:Choice>
              <mc:Fallback>
                <p:oleObj name="Equation" r:id="rId19" imgW="1511280" imgH="33012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871" y="3219773"/>
                        <a:ext cx="1511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A65031D-5A37-463E-A400-38CA4204A9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258450"/>
              </p:ext>
            </p:extLst>
          </p:nvPr>
        </p:nvGraphicFramePr>
        <p:xfrm>
          <a:off x="7070167" y="2981647"/>
          <a:ext cx="20701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79" name="Equation" r:id="rId21" imgW="2070000" imgH="723600" progId="Equation.DSMT4">
                  <p:embed/>
                </p:oleObj>
              </mc:Choice>
              <mc:Fallback>
                <p:oleObj name="Equation" r:id="rId21" imgW="2070000" imgH="72360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167" y="2981647"/>
                        <a:ext cx="20701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DD85DA3-C3A9-4B65-870C-7E8FCE2886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600921"/>
              </p:ext>
            </p:extLst>
          </p:nvPr>
        </p:nvGraphicFramePr>
        <p:xfrm>
          <a:off x="2168828" y="2989585"/>
          <a:ext cx="22479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80" name="Equation" r:id="rId23" imgW="2247840" imgH="736560" progId="Equation.DSMT4">
                  <p:embed/>
                </p:oleObj>
              </mc:Choice>
              <mc:Fallback>
                <p:oleObj name="Equation" r:id="rId23" imgW="2247840" imgH="73656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828" y="2989585"/>
                        <a:ext cx="22479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35477EE-552C-4FF8-B251-2E21AF2AB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288917"/>
              </p:ext>
            </p:extLst>
          </p:nvPr>
        </p:nvGraphicFramePr>
        <p:xfrm>
          <a:off x="5913741" y="3218596"/>
          <a:ext cx="1181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81" name="Equation" r:id="rId25" imgW="1180800" imgH="253800" progId="Equation.DSMT4">
                  <p:embed/>
                </p:oleObj>
              </mc:Choice>
              <mc:Fallback>
                <p:oleObj name="Equation" r:id="rId25" imgW="1180800" imgH="25380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741" y="3218596"/>
                        <a:ext cx="1181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368D23B-E148-478A-B30F-621331267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647030"/>
              </p:ext>
            </p:extLst>
          </p:nvPr>
        </p:nvGraphicFramePr>
        <p:xfrm>
          <a:off x="1000460" y="3873823"/>
          <a:ext cx="42291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82" name="Equation" r:id="rId27" imgW="4228920" imgH="787320" progId="Equation.DSMT4">
                  <p:embed/>
                </p:oleObj>
              </mc:Choice>
              <mc:Fallback>
                <p:oleObj name="Equation" r:id="rId27" imgW="4228920" imgH="787320" progId="Equation.DSMT4">
                  <p:embed/>
                  <p:pic>
                    <p:nvPicPr>
                      <p:cNvPr id="4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460" y="3873823"/>
                        <a:ext cx="422910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725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BB62A0C8-D400-43BC-98F9-EEF904BFF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100" y="915566"/>
            <a:ext cx="8100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注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cs typeface="+mj-cs"/>
              </a:rPr>
              <a:t>  </a:t>
            </a:r>
            <a:r>
              <a:rPr lang="zh-CN" altLang="en-US" sz="2400" b="1" dirty="0">
                <a:latin typeface="+mn-ea"/>
                <a:cs typeface="+mj-cs"/>
              </a:rPr>
              <a:t>这种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j-cs"/>
              </a:rPr>
              <a:t>“半角代换”</a:t>
            </a:r>
            <a:r>
              <a:rPr lang="zh-CN" altLang="en-US" sz="2400" b="1" dirty="0">
                <a:latin typeface="+mn-ea"/>
                <a:cs typeface="+mj-cs"/>
              </a:rPr>
              <a:t>也称为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j-cs"/>
              </a:rPr>
              <a:t>“万能代换”</a:t>
            </a:r>
            <a:r>
              <a:rPr lang="zh-CN" altLang="en-US" sz="2400" b="1" dirty="0">
                <a:latin typeface="+mn-ea"/>
                <a:cs typeface="+mj-cs"/>
              </a:rPr>
              <a:t>，适合于一切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F744E91-02EB-4967-BBCE-C151D1383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779662"/>
            <a:ext cx="77048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三角有理函数，但并非最简方法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052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90D39F3-408C-46B3-B0C9-DD0D71DB95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312357"/>
              </p:ext>
            </p:extLst>
          </p:nvPr>
        </p:nvGraphicFramePr>
        <p:xfrm>
          <a:off x="1823418" y="369639"/>
          <a:ext cx="139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21" name="Equation" r:id="rId3" imgW="1396800" imgH="736560" progId="Equation.DSMT4">
                  <p:embed/>
                </p:oleObj>
              </mc:Choice>
              <mc:Fallback>
                <p:oleObj name="Equation" r:id="rId3" imgW="1396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3418" y="369639"/>
                        <a:ext cx="1397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25695386-3D38-4EFF-A6D7-A278A4F36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372" y="555522"/>
            <a:ext cx="1296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4B49B92-AA6A-4F95-94CE-74B31E048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51143"/>
              </p:ext>
            </p:extLst>
          </p:nvPr>
        </p:nvGraphicFramePr>
        <p:xfrm>
          <a:off x="2333613" y="1017189"/>
          <a:ext cx="26416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22" name="Equation" r:id="rId5" imgW="2641320" imgH="1485720" progId="Equation.DSMT4">
                  <p:embed/>
                </p:oleObj>
              </mc:Choice>
              <mc:Fallback>
                <p:oleObj name="Equation" r:id="rId5" imgW="2641320" imgH="1485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3613" y="1017189"/>
                        <a:ext cx="2641600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12E41EA-7852-48EC-A5C2-C3859A8A9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828955"/>
              </p:ext>
            </p:extLst>
          </p:nvPr>
        </p:nvGraphicFramePr>
        <p:xfrm>
          <a:off x="2333613" y="3150639"/>
          <a:ext cx="203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23" name="Equation" r:id="rId7" imgW="2031840" imgH="736560" progId="Equation.DSMT4">
                  <p:embed/>
                </p:oleObj>
              </mc:Choice>
              <mc:Fallback>
                <p:oleObj name="Equation" r:id="rId7" imgW="2031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3613" y="3150639"/>
                        <a:ext cx="2032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61C1C5B-205A-4FD5-8DB3-33E85438F380}"/>
              </a:ext>
            </a:extLst>
          </p:cNvPr>
          <p:cNvSpPr/>
          <p:nvPr/>
        </p:nvSpPr>
        <p:spPr>
          <a:xfrm>
            <a:off x="803883" y="152930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747909-E6D5-4AD9-883A-474316BAB8C6}"/>
              </a:ext>
            </a:extLst>
          </p:cNvPr>
          <p:cNvSpPr/>
          <p:nvPr/>
        </p:nvSpPr>
        <p:spPr>
          <a:xfrm>
            <a:off x="1559808" y="1529306"/>
            <a:ext cx="11111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原式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33B0455-FB34-40F9-9277-17AE794F76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092823"/>
              </p:ext>
            </p:extLst>
          </p:nvPr>
        </p:nvGraphicFramePr>
        <p:xfrm>
          <a:off x="5004926" y="1354162"/>
          <a:ext cx="2349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24" name="Equation" r:id="rId9" imgW="2349360" imgH="736560" progId="Equation.DSMT4">
                  <p:embed/>
                </p:oleObj>
              </mc:Choice>
              <mc:Fallback>
                <p:oleObj name="Equation" r:id="rId9" imgW="2349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4926" y="1354162"/>
                        <a:ext cx="2349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22CA409-8C69-4370-8CEC-51AAFBD1DF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416084"/>
              </p:ext>
            </p:extLst>
          </p:nvPr>
        </p:nvGraphicFramePr>
        <p:xfrm>
          <a:off x="4399036" y="3087139"/>
          <a:ext cx="3149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25" name="Equation" r:id="rId11" imgW="3149280" imgH="863280" progId="Equation.DSMT4">
                  <p:embed/>
                </p:oleObj>
              </mc:Choice>
              <mc:Fallback>
                <p:oleObj name="Equation" r:id="rId11" imgW="31492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99036" y="3087139"/>
                        <a:ext cx="3149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719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96E2374-5401-464A-B93E-8CEEA16A82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21747"/>
              </p:ext>
            </p:extLst>
          </p:nvPr>
        </p:nvGraphicFramePr>
        <p:xfrm>
          <a:off x="1835696" y="483798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83" name="Equation" r:id="rId3" imgW="1257120" imgH="736560" progId="Equation.DSMT4">
                  <p:embed/>
                </p:oleObj>
              </mc:Choice>
              <mc:Fallback>
                <p:oleObj name="Equation" r:id="rId3" imgW="1257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483798"/>
                        <a:ext cx="1257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2BCC7322-1EEA-478F-B9B3-5AB3FEFE8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298" y="621266"/>
            <a:ext cx="1296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13A21F-6238-4FBD-B61B-25AE57DBFC1D}"/>
              </a:ext>
            </a:extLst>
          </p:cNvPr>
          <p:cNvSpPr/>
          <p:nvPr/>
        </p:nvSpPr>
        <p:spPr>
          <a:xfrm>
            <a:off x="773174" y="14916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C4F931-5737-49A4-AD9E-1D3C2424FF17}"/>
              </a:ext>
            </a:extLst>
          </p:cNvPr>
          <p:cNvSpPr/>
          <p:nvPr/>
        </p:nvSpPr>
        <p:spPr>
          <a:xfrm>
            <a:off x="1353227" y="1491630"/>
            <a:ext cx="11111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原式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64E8B4E-82CE-4DBA-926F-8B2F0D617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99025"/>
              </p:ext>
            </p:extLst>
          </p:nvPr>
        </p:nvGraphicFramePr>
        <p:xfrm>
          <a:off x="2039442" y="1335112"/>
          <a:ext cx="2743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84" name="Equation" r:id="rId5" imgW="2743200" imgH="774360" progId="Equation.DSMT4">
                  <p:embed/>
                </p:oleObj>
              </mc:Choice>
              <mc:Fallback>
                <p:oleObj name="Equation" r:id="rId5" imgW="27432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39442" y="1335112"/>
                        <a:ext cx="2743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19A9A98-78A5-4B68-87F3-FA122D322A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093144"/>
              </p:ext>
            </p:extLst>
          </p:nvPr>
        </p:nvGraphicFramePr>
        <p:xfrm>
          <a:off x="4786110" y="1220398"/>
          <a:ext cx="4064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85" name="Equation" r:id="rId7" imgW="4063680" imgH="863280" progId="Equation.DSMT4">
                  <p:embed/>
                </p:oleObj>
              </mc:Choice>
              <mc:Fallback>
                <p:oleObj name="Equation" r:id="rId7" imgW="40636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6110" y="1220398"/>
                        <a:ext cx="4064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3B316D4-E07B-4245-99A5-9A2518AE5E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551987"/>
              </p:ext>
            </p:extLst>
          </p:nvPr>
        </p:nvGraphicFramePr>
        <p:xfrm>
          <a:off x="2075166" y="2407435"/>
          <a:ext cx="474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86" name="Equation" r:id="rId9" imgW="4749480" imgH="736560" progId="Equation.DSMT4">
                  <p:embed/>
                </p:oleObj>
              </mc:Choice>
              <mc:Fallback>
                <p:oleObj name="Equation" r:id="rId9" imgW="47494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75166" y="2407435"/>
                        <a:ext cx="4749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449F00A-2A26-4E36-9497-D8D0D97B3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691649"/>
              </p:ext>
            </p:extLst>
          </p:nvPr>
        </p:nvGraphicFramePr>
        <p:xfrm>
          <a:off x="2007692" y="3430563"/>
          <a:ext cx="554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87" name="Equation" r:id="rId11" imgW="5549760" imgH="736560" progId="Equation.DSMT4">
                  <p:embed/>
                </p:oleObj>
              </mc:Choice>
              <mc:Fallback>
                <p:oleObj name="Equation" r:id="rId11" imgW="5549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07692" y="3430563"/>
                        <a:ext cx="554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E940528C-9DDB-4450-823D-93D1CFBD6E40}"/>
              </a:ext>
            </a:extLst>
          </p:cNvPr>
          <p:cNvSpPr/>
          <p:nvPr/>
        </p:nvSpPr>
        <p:spPr>
          <a:xfrm>
            <a:off x="859181" y="356803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故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0554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6017">
            <a:extLst>
              <a:ext uri="{FF2B5EF4-FFF2-40B4-BE49-F238E27FC236}">
                <a16:creationId xmlns:a16="http://schemas.microsoft.com/office/drawing/2014/main" id="{8630FF69-AFC3-46DB-ADE0-1B1428EDB453}"/>
              </a:ext>
            </a:extLst>
          </p:cNvPr>
          <p:cNvSpPr txBox="1">
            <a:spLocks noChangeArrowheads="1"/>
          </p:cNvSpPr>
          <p:nvPr/>
        </p:nvSpPr>
        <p:spPr>
          <a:xfrm>
            <a:off x="529407" y="309786"/>
            <a:ext cx="1600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4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86018">
            <a:extLst>
              <a:ext uri="{FF2B5EF4-FFF2-40B4-BE49-F238E27FC236}">
                <a16:creationId xmlns:a16="http://schemas.microsoft.com/office/drawing/2014/main" id="{F1578EC7-BD15-46ED-9382-4343815EC6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4520775"/>
              </p:ext>
            </p:extLst>
          </p:nvPr>
        </p:nvGraphicFramePr>
        <p:xfrm>
          <a:off x="1763688" y="195486"/>
          <a:ext cx="39068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2" name="Equation" r:id="rId3" imgW="3911400" imgH="736560" progId="Equation.DSMT4">
                  <p:embed/>
                </p:oleObj>
              </mc:Choice>
              <mc:Fallback>
                <p:oleObj name="Equation" r:id="rId3" imgW="3911400" imgH="736560" progId="Equation.DSMT4">
                  <p:embed/>
                  <p:pic>
                    <p:nvPicPr>
                      <p:cNvPr id="22530" name="对象 86018">
                        <a:extLst>
                          <a:ext uri="{FF2B5EF4-FFF2-40B4-BE49-F238E27FC236}">
                            <a16:creationId xmlns:a16="http://schemas.microsoft.com/office/drawing/2014/main" id="{48FC8F02-304C-4DAC-B7D6-FE2C286E825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95486"/>
                        <a:ext cx="390683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BD2069A5-D1BC-4307-8ECA-B82EAD035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357" y="1828674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058C1F5-6AAF-4809-9F27-C8859425CA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1076406"/>
              </p:ext>
            </p:extLst>
          </p:nvPr>
        </p:nvGraphicFramePr>
        <p:xfrm>
          <a:off x="1662882" y="1692499"/>
          <a:ext cx="294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3" name="Equation" r:id="rId5" imgW="2946240" imgH="723600" progId="Equation.DSMT4">
                  <p:embed/>
                </p:oleObj>
              </mc:Choice>
              <mc:Fallback>
                <p:oleObj name="Equation" r:id="rId5" imgW="2946240" imgH="723600" progId="Equation.DSMT4">
                  <p:embed/>
                  <p:pic>
                    <p:nvPicPr>
                      <p:cNvPr id="86021" name="对象 86020">
                        <a:extLst>
                          <a:ext uri="{FF2B5EF4-FFF2-40B4-BE49-F238E27FC236}">
                            <a16:creationId xmlns:a16="http://schemas.microsoft.com/office/drawing/2014/main" id="{EEC81EE6-D8F0-43E1-A457-E66D73E1201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882" y="1692499"/>
                        <a:ext cx="294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2440ADA-1405-4CF6-9D92-DD837D189C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71617"/>
              </p:ext>
            </p:extLst>
          </p:nvPr>
        </p:nvGraphicFramePr>
        <p:xfrm>
          <a:off x="3018608" y="1187573"/>
          <a:ext cx="119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4" name="Equation" r:id="rId7" imgW="1193760" imgH="838080" progId="Equation.DSMT4">
                  <p:embed/>
                </p:oleObj>
              </mc:Choice>
              <mc:Fallback>
                <p:oleObj name="Equation" r:id="rId7" imgW="1193760" imgH="838080" progId="Equation.DSMT4">
                  <p:embed/>
                  <p:pic>
                    <p:nvPicPr>
                      <p:cNvPr id="86022" name="对象 86021">
                        <a:extLst>
                          <a:ext uri="{FF2B5EF4-FFF2-40B4-BE49-F238E27FC236}">
                            <a16:creationId xmlns:a16="http://schemas.microsoft.com/office/drawing/2014/main" id="{E24C7998-9E24-4B71-8A45-80B16DEEFB4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608" y="1187573"/>
                        <a:ext cx="1193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B2A660F-3382-4B24-8C78-685C307ADB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954321"/>
              </p:ext>
            </p:extLst>
          </p:nvPr>
        </p:nvGraphicFramePr>
        <p:xfrm>
          <a:off x="2909070" y="2208436"/>
          <a:ext cx="16017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5" name="Equation" r:id="rId9" imgW="1600200" imgH="342720" progId="Equation.DSMT4">
                  <p:embed/>
                </p:oleObj>
              </mc:Choice>
              <mc:Fallback>
                <p:oleObj name="Equation" r:id="rId9" imgW="1600200" imgH="342720" progId="Equation.DSMT4">
                  <p:embed/>
                  <p:pic>
                    <p:nvPicPr>
                      <p:cNvPr id="86023" name="对象 86022">
                        <a:extLst>
                          <a:ext uri="{FF2B5EF4-FFF2-40B4-BE49-F238E27FC236}">
                            <a16:creationId xmlns:a16="http://schemas.microsoft.com/office/drawing/2014/main" id="{A74DDC0B-072D-49B2-B7C0-0499D4AC06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070" y="2208436"/>
                        <a:ext cx="16017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91746A0-8A46-4352-A527-FAE9F68272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475988"/>
              </p:ext>
            </p:extLst>
          </p:nvPr>
        </p:nvGraphicFramePr>
        <p:xfrm>
          <a:off x="4764857" y="1635349"/>
          <a:ext cx="2400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6" name="Equation" r:id="rId11" imgW="2400120" imgH="990360" progId="Equation.DSMT4">
                  <p:embed/>
                </p:oleObj>
              </mc:Choice>
              <mc:Fallback>
                <p:oleObj name="Equation" r:id="rId11" imgW="2400120" imgH="990360" progId="Equation.DSMT4">
                  <p:embed/>
                  <p:pic>
                    <p:nvPicPr>
                      <p:cNvPr id="86024" name="对象 86023">
                        <a:extLst>
                          <a:ext uri="{FF2B5EF4-FFF2-40B4-BE49-F238E27FC236}">
                            <a16:creationId xmlns:a16="http://schemas.microsoft.com/office/drawing/2014/main" id="{9197773E-DCA2-41C1-9240-6FDE03D83D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857" y="1635349"/>
                        <a:ext cx="2400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B676DC7-E872-4285-9F42-3E3A50060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278787"/>
              </p:ext>
            </p:extLst>
          </p:nvPr>
        </p:nvGraphicFramePr>
        <p:xfrm>
          <a:off x="2445520" y="2870424"/>
          <a:ext cx="2527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7" name="Equation" r:id="rId13" imgW="2527200" imgH="799920" progId="Equation.DSMT4">
                  <p:embed/>
                </p:oleObj>
              </mc:Choice>
              <mc:Fallback>
                <p:oleObj name="Equation" r:id="rId13" imgW="2527200" imgH="799920" progId="Equation.DSMT4">
                  <p:embed/>
                  <p:pic>
                    <p:nvPicPr>
                      <p:cNvPr id="86025" name="对象 86024">
                        <a:extLst>
                          <a:ext uri="{FF2B5EF4-FFF2-40B4-BE49-F238E27FC236}">
                            <a16:creationId xmlns:a16="http://schemas.microsoft.com/office/drawing/2014/main" id="{B5E2EB4E-A159-4988-886C-A6DAC69514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520" y="2870424"/>
                        <a:ext cx="25273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D8B29DB-6484-4ACE-8D98-585434986E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6741850"/>
              </p:ext>
            </p:extLst>
          </p:nvPr>
        </p:nvGraphicFramePr>
        <p:xfrm>
          <a:off x="5055514" y="3068813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8" name="Equation" r:id="rId15" imgW="482400" imgH="279360" progId="Equation.DSMT4">
                  <p:embed/>
                </p:oleObj>
              </mc:Choice>
              <mc:Fallback>
                <p:oleObj name="Equation" r:id="rId15" imgW="482400" imgH="279360" progId="Equation.DSMT4">
                  <p:embed/>
                  <p:pic>
                    <p:nvPicPr>
                      <p:cNvPr id="86026" name="对象 86025">
                        <a:extLst>
                          <a:ext uri="{FF2B5EF4-FFF2-40B4-BE49-F238E27FC236}">
                            <a16:creationId xmlns:a16="http://schemas.microsoft.com/office/drawing/2014/main" id="{D734E48C-2089-4F2A-9E1B-824EFF5A218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5514" y="3068813"/>
                        <a:ext cx="482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0F5E7FC7-C7CA-4822-927E-023EDCF72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486" y="3787352"/>
            <a:ext cx="2813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说明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通常求含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D891377-FDA7-487C-9B3A-A0355644E5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0015331"/>
              </p:ext>
            </p:extLst>
          </p:nvPr>
        </p:nvGraphicFramePr>
        <p:xfrm>
          <a:off x="2545433" y="3795887"/>
          <a:ext cx="32019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9" name="Equation" r:id="rId17" imgW="3200400" imgH="406080" progId="Equation.DSMT4">
                  <p:embed/>
                </p:oleObj>
              </mc:Choice>
              <mc:Fallback>
                <p:oleObj name="Equation" r:id="rId17" imgW="3200400" imgH="406080" progId="Equation.DSMT4">
                  <p:embed/>
                  <p:pic>
                    <p:nvPicPr>
                      <p:cNvPr id="86028" name="对象 86027">
                        <a:extLst>
                          <a:ext uri="{FF2B5EF4-FFF2-40B4-BE49-F238E27FC236}">
                            <a16:creationId xmlns:a16="http://schemas.microsoft.com/office/drawing/2014/main" id="{020E10C8-FA6A-4164-B2B8-84015A139C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433" y="3795887"/>
                        <a:ext cx="32019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48A33FB-73B4-4B0D-BEA2-E478A57D8A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083109"/>
              </p:ext>
            </p:extLst>
          </p:nvPr>
        </p:nvGraphicFramePr>
        <p:xfrm>
          <a:off x="408757" y="4373786"/>
          <a:ext cx="1016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10" name="Equation" r:id="rId19" imgW="1015920" imgH="253800" progId="Equation.DSMT4">
                  <p:embed/>
                </p:oleObj>
              </mc:Choice>
              <mc:Fallback>
                <p:oleObj name="Equation" r:id="rId19" imgW="1015920" imgH="253800" progId="Equation.DSMT4">
                  <p:embed/>
                  <p:pic>
                    <p:nvPicPr>
                      <p:cNvPr id="86030" name="对象 86029">
                        <a:extLst>
                          <a:ext uri="{FF2B5EF4-FFF2-40B4-BE49-F238E27FC236}">
                            <a16:creationId xmlns:a16="http://schemas.microsoft.com/office/drawing/2014/main" id="{CCAA9A29-E63E-49EB-8151-DFC8DA0AF5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57" y="4373786"/>
                        <a:ext cx="10160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1A3C416B-21C7-4154-8DE9-6EF09C489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490" y="4259937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往往更方便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01D9FC-30E3-4774-BAB0-9B6AB8FDE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525" y="3706936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的有理式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AFD338-9A66-413F-B2CB-F83AB7572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5953" y="3733122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用代换</a:t>
            </a:r>
          </a:p>
        </p:txBody>
      </p:sp>
    </p:spTree>
    <p:extLst>
      <p:ext uri="{BB962C8B-B14F-4D97-AF65-F5344CB8AC3E}">
        <p14:creationId xmlns:p14="http://schemas.microsoft.com/office/powerpoint/2010/main" val="55111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4" grpId="0"/>
      <p:bldP spid="15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6017">
            <a:extLst>
              <a:ext uri="{FF2B5EF4-FFF2-40B4-BE49-F238E27FC236}">
                <a16:creationId xmlns:a16="http://schemas.microsoft.com/office/drawing/2014/main" id="{F97D453C-49F7-459E-B1B9-E3096DAE3FB7}"/>
              </a:ext>
            </a:extLst>
          </p:cNvPr>
          <p:cNvSpPr txBox="1">
            <a:spLocks noChangeArrowheads="1"/>
          </p:cNvSpPr>
          <p:nvPr/>
        </p:nvSpPr>
        <p:spPr>
          <a:xfrm>
            <a:off x="503548" y="483518"/>
            <a:ext cx="6480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注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8353A45-32B3-43A7-9242-8E6817214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389614"/>
              </p:ext>
            </p:extLst>
          </p:nvPr>
        </p:nvGraphicFramePr>
        <p:xfrm>
          <a:off x="971600" y="1563638"/>
          <a:ext cx="471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7" name="Equation" r:id="rId3" imgW="4711680" imgH="342720" progId="Equation.DSMT4">
                  <p:embed/>
                </p:oleObj>
              </mc:Choice>
              <mc:Fallback>
                <p:oleObj name="Equation" r:id="rId3" imgW="47116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BEE85F9-CA6E-4F6E-8C44-53E3138C9D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563638"/>
                        <a:ext cx="4711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86017">
            <a:extLst>
              <a:ext uri="{FF2B5EF4-FFF2-40B4-BE49-F238E27FC236}">
                <a16:creationId xmlns:a16="http://schemas.microsoft.com/office/drawing/2014/main" id="{0135C3D4-301D-4ACB-A9EB-F8259B23FBEC}"/>
              </a:ext>
            </a:extLst>
          </p:cNvPr>
          <p:cNvSpPr txBox="1">
            <a:spLocks noChangeArrowheads="1"/>
          </p:cNvSpPr>
          <p:nvPr/>
        </p:nvSpPr>
        <p:spPr>
          <a:xfrm>
            <a:off x="491351" y="1430288"/>
            <a:ext cx="6480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若</a:t>
            </a:r>
          </a:p>
        </p:txBody>
      </p:sp>
      <p:sp>
        <p:nvSpPr>
          <p:cNvPr id="5" name="标题 86017">
            <a:extLst>
              <a:ext uri="{FF2B5EF4-FFF2-40B4-BE49-F238E27FC236}">
                <a16:creationId xmlns:a16="http://schemas.microsoft.com/office/drawing/2014/main" id="{B813A630-6204-4F06-B6A0-4BEF1EACBD04}"/>
              </a:ext>
            </a:extLst>
          </p:cNvPr>
          <p:cNvSpPr txBox="1">
            <a:spLocks noChangeArrowheads="1"/>
          </p:cNvSpPr>
          <p:nvPr/>
        </p:nvSpPr>
        <p:spPr>
          <a:xfrm>
            <a:off x="5715427" y="1452105"/>
            <a:ext cx="6480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令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122E725-2E57-4959-989D-76A51B859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210075"/>
              </p:ext>
            </p:extLst>
          </p:nvPr>
        </p:nvGraphicFramePr>
        <p:xfrm>
          <a:off x="6246813" y="1595438"/>
          <a:ext cx="1104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8" name="Equation" r:id="rId5" imgW="1104840" imgH="279360" progId="Equation.DSMT4">
                  <p:embed/>
                </p:oleObj>
              </mc:Choice>
              <mc:Fallback>
                <p:oleObj name="Equation" r:id="rId5" imgW="1104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6813" y="1595438"/>
                        <a:ext cx="1104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48FA902-CD16-48D4-96C3-710DB8C1C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848572"/>
              </p:ext>
            </p:extLst>
          </p:nvPr>
        </p:nvGraphicFramePr>
        <p:xfrm>
          <a:off x="998538" y="2343150"/>
          <a:ext cx="467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9" name="Equation" r:id="rId7" imgW="4673520" imgH="342720" progId="Equation.DSMT4">
                  <p:embed/>
                </p:oleObj>
              </mc:Choice>
              <mc:Fallback>
                <p:oleObj name="Equation" r:id="rId7" imgW="467352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8353A45-32B3-43A7-9242-8E68172142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2343150"/>
                        <a:ext cx="4673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86017">
            <a:extLst>
              <a:ext uri="{FF2B5EF4-FFF2-40B4-BE49-F238E27FC236}">
                <a16:creationId xmlns:a16="http://schemas.microsoft.com/office/drawing/2014/main" id="{BF0A9EF1-7D3E-4D94-A17A-52B7D629DECD}"/>
              </a:ext>
            </a:extLst>
          </p:cNvPr>
          <p:cNvSpPr txBox="1">
            <a:spLocks noChangeArrowheads="1"/>
          </p:cNvSpPr>
          <p:nvPr/>
        </p:nvSpPr>
        <p:spPr>
          <a:xfrm>
            <a:off x="499144" y="2209394"/>
            <a:ext cx="6480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若</a:t>
            </a:r>
          </a:p>
        </p:txBody>
      </p:sp>
      <p:sp>
        <p:nvSpPr>
          <p:cNvPr id="9" name="标题 86017">
            <a:extLst>
              <a:ext uri="{FF2B5EF4-FFF2-40B4-BE49-F238E27FC236}">
                <a16:creationId xmlns:a16="http://schemas.microsoft.com/office/drawing/2014/main" id="{7417879A-AE79-4F41-8472-24120DE11815}"/>
              </a:ext>
            </a:extLst>
          </p:cNvPr>
          <p:cNvSpPr txBox="1">
            <a:spLocks noChangeArrowheads="1"/>
          </p:cNvSpPr>
          <p:nvPr/>
        </p:nvSpPr>
        <p:spPr>
          <a:xfrm>
            <a:off x="5723220" y="2231211"/>
            <a:ext cx="6480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令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98011FB-0344-4DCA-8363-796289322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29674"/>
              </p:ext>
            </p:extLst>
          </p:nvPr>
        </p:nvGraphicFramePr>
        <p:xfrm>
          <a:off x="6235977" y="2406244"/>
          <a:ext cx="1143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0" name="Equation" r:id="rId9" imgW="1143000" imgH="215640" progId="Equation.DSMT4">
                  <p:embed/>
                </p:oleObj>
              </mc:Choice>
              <mc:Fallback>
                <p:oleObj name="Equation" r:id="rId9" imgW="1143000" imgH="215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122E725-2E57-4959-989D-76A51B859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35977" y="2406244"/>
                        <a:ext cx="1143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A276D4-65DA-4089-AB73-313461856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121925"/>
              </p:ext>
            </p:extLst>
          </p:nvPr>
        </p:nvGraphicFramePr>
        <p:xfrm>
          <a:off x="974725" y="3217863"/>
          <a:ext cx="471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1" name="Equation" r:id="rId11" imgW="4711680" imgH="342720" progId="Equation.DSMT4">
                  <p:embed/>
                </p:oleObj>
              </mc:Choice>
              <mc:Fallback>
                <p:oleObj name="Equation" r:id="rId11" imgW="47116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48FA902-CD16-48D4-96C3-710DB8C1C1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3217863"/>
                        <a:ext cx="4711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标题 86017">
            <a:extLst>
              <a:ext uri="{FF2B5EF4-FFF2-40B4-BE49-F238E27FC236}">
                <a16:creationId xmlns:a16="http://schemas.microsoft.com/office/drawing/2014/main" id="{A333DF55-0A0B-4D2A-BFED-9A98FFA85D54}"/>
              </a:ext>
            </a:extLst>
          </p:cNvPr>
          <p:cNvSpPr txBox="1">
            <a:spLocks noChangeArrowheads="1"/>
          </p:cNvSpPr>
          <p:nvPr/>
        </p:nvSpPr>
        <p:spPr>
          <a:xfrm>
            <a:off x="494421" y="3083700"/>
            <a:ext cx="6480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若</a:t>
            </a:r>
          </a:p>
        </p:txBody>
      </p:sp>
      <p:sp>
        <p:nvSpPr>
          <p:cNvPr id="13" name="标题 86017">
            <a:extLst>
              <a:ext uri="{FF2B5EF4-FFF2-40B4-BE49-F238E27FC236}">
                <a16:creationId xmlns:a16="http://schemas.microsoft.com/office/drawing/2014/main" id="{7186F731-E5F7-40D1-9C78-CD540B28A8A9}"/>
              </a:ext>
            </a:extLst>
          </p:cNvPr>
          <p:cNvSpPr txBox="1">
            <a:spLocks noChangeArrowheads="1"/>
          </p:cNvSpPr>
          <p:nvPr/>
        </p:nvSpPr>
        <p:spPr>
          <a:xfrm>
            <a:off x="5718497" y="3105517"/>
            <a:ext cx="6480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令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D7FD62F-B481-432B-B5E2-0AD95E3437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950949"/>
              </p:ext>
            </p:extLst>
          </p:nvPr>
        </p:nvGraphicFramePr>
        <p:xfrm>
          <a:off x="6237288" y="3260725"/>
          <a:ext cx="1130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2" name="Equation" r:id="rId13" imgW="1130040" imgH="253800" progId="Equation.DSMT4">
                  <p:embed/>
                </p:oleObj>
              </mc:Choice>
              <mc:Fallback>
                <p:oleObj name="Equation" r:id="rId13" imgW="1130040" imgH="253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98011FB-0344-4DCA-8363-796289322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37288" y="3260725"/>
                        <a:ext cx="1130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16308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10F9CE93-C062-4AA3-87FE-0D48288B714B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481013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5 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451C833-D43D-4D64-9DB1-AFB5FDEECB5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95736" y="327610"/>
          <a:ext cx="260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4" name="Equation" r:id="rId3" imgW="2603160" imgH="787320" progId="Equation.DSMT4">
                  <p:embed/>
                </p:oleObj>
              </mc:Choice>
              <mc:Fallback>
                <p:oleObj name="Equation" r:id="rId3" imgW="2603160" imgH="787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451C833-D43D-4D64-9DB1-AFB5FDEEC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327610"/>
                        <a:ext cx="2603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DBB142B-0C36-419B-B64E-F61472CFC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80" y="121983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81896FD-3D1E-4869-BD9C-528CBE90937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87624" y="1330207"/>
          <a:ext cx="421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5" name="Equation" r:id="rId5" imgW="4216320" imgH="342720" progId="Equation.DSMT4">
                  <p:embed/>
                </p:oleObj>
              </mc:Choice>
              <mc:Fallback>
                <p:oleObj name="Equation" r:id="rId5" imgW="421632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81896FD-3D1E-4869-BD9C-528CBE9093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624" y="1330207"/>
                        <a:ext cx="421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567A314-5117-4CF1-AA42-BD699AA5E80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657850" y="1316038"/>
          <a:ext cx="1460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6" name="Equation" r:id="rId7" imgW="1460160" imgH="342720" progId="Equation.DSMT4">
                  <p:embed/>
                </p:oleObj>
              </mc:Choice>
              <mc:Fallback>
                <p:oleObj name="Equation" r:id="rId7" imgW="14601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567A314-5117-4CF1-AA42-BD699AA5E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57850" y="1316038"/>
                        <a:ext cx="1460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012EBFE-81F4-407D-B357-75D06FE1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76" y="1888304"/>
            <a:ext cx="888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9390FB3-33A7-4BCE-B205-749C31F742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05338" y="1844675"/>
          <a:ext cx="275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7" name="Equation" r:id="rId9" imgW="2755800" imgH="787320" progId="Equation.DSMT4">
                  <p:embed/>
                </p:oleObj>
              </mc:Choice>
              <mc:Fallback>
                <p:oleObj name="Equation" r:id="rId9" imgW="2755800" imgH="787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9390FB3-33A7-4BCE-B205-749C31F742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05338" y="1844675"/>
                        <a:ext cx="275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ADFD93C-2EB0-4677-AA6A-194B20F53CB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01775" y="1811338"/>
          <a:ext cx="2971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8" name="Equation" r:id="rId11" imgW="2971800" imgH="787320" progId="Equation.DSMT4">
                  <p:embed/>
                </p:oleObj>
              </mc:Choice>
              <mc:Fallback>
                <p:oleObj name="Equation" r:id="rId11" imgW="297180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ADFD93C-2EB0-4677-AA6A-194B20F53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01775" y="1811338"/>
                        <a:ext cx="2971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DEBAE70-C19E-4C60-8EC0-DC3808712FE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145633" y="1316038"/>
          <a:ext cx="175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9" name="Equation" r:id="rId13" imgW="1752480" imgH="279360" progId="Equation.DSMT4">
                  <p:embed/>
                </p:oleObj>
              </mc:Choice>
              <mc:Fallback>
                <p:oleObj name="Equation" r:id="rId13" imgW="1752480" imgH="279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DEBAE70-C19E-4C60-8EC0-DC3808712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45633" y="1316038"/>
                        <a:ext cx="175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4D01817-CCAF-49AE-8269-934102C6FC6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39875" y="2859088"/>
          <a:ext cx="2959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30" name="Equation" r:id="rId15" imgW="2958840" imgH="825480" progId="Equation.DSMT4">
                  <p:embed/>
                </p:oleObj>
              </mc:Choice>
              <mc:Fallback>
                <p:oleObj name="Equation" r:id="rId15" imgW="2958840" imgH="825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4D01817-CCAF-49AE-8269-934102C6FC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39875" y="2859088"/>
                        <a:ext cx="29591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970960D-78B3-4F59-B01A-12953E587C9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84700" y="2932113"/>
          <a:ext cx="3340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31" name="Equation" r:id="rId17" imgW="3340080" imgH="787320" progId="Equation.DSMT4">
                  <p:embed/>
                </p:oleObj>
              </mc:Choice>
              <mc:Fallback>
                <p:oleObj name="Equation" r:id="rId17" imgW="3340080" imgH="787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970960D-78B3-4F59-B01A-12953E587C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84700" y="2932113"/>
                        <a:ext cx="3340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77A98B2-CC62-4E6F-89BB-EE2E47C9BD3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29050" y="4059157"/>
          <a:ext cx="284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32" name="Equation" r:id="rId19" imgW="2844720" imgH="812520" progId="Equation.DSMT4">
                  <p:embed/>
                </p:oleObj>
              </mc:Choice>
              <mc:Fallback>
                <p:oleObj name="Equation" r:id="rId19" imgW="2844720" imgH="8125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77A98B2-CC62-4E6F-89BB-EE2E47C9B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29050" y="4059157"/>
                        <a:ext cx="2844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C3265D5-A076-42F6-B5A4-1F2AFD42DAF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73850" y="4059157"/>
          <a:ext cx="3771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33" name="Equation" r:id="rId21" imgW="3771720" imgH="812520" progId="Equation.DSMT4">
                  <p:embed/>
                </p:oleObj>
              </mc:Choice>
              <mc:Fallback>
                <p:oleObj name="Equation" r:id="rId21" imgW="3771720" imgH="8125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C3265D5-A076-42F6-B5A4-1F2AFD42DA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73850" y="4059157"/>
                        <a:ext cx="3771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37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1681">
            <a:extLst>
              <a:ext uri="{FF2B5EF4-FFF2-40B4-BE49-F238E27FC236}">
                <a16:creationId xmlns:a16="http://schemas.microsoft.com/office/drawing/2014/main" id="{03A05ED4-29BD-4244-93BF-A8934E2857BA}"/>
              </a:ext>
            </a:extLst>
          </p:cNvPr>
          <p:cNvSpPr txBox="1">
            <a:spLocks noChangeArrowheads="1"/>
          </p:cNvSpPr>
          <p:nvPr/>
        </p:nvSpPr>
        <p:spPr>
          <a:xfrm>
            <a:off x="466602" y="311022"/>
            <a:ext cx="122507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6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EE4455-6280-4917-A1BB-9005FC320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02" y="1011938"/>
            <a:ext cx="10810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B91845-9F96-416B-8B8E-595C42064B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470239"/>
              </p:ext>
            </p:extLst>
          </p:nvPr>
        </p:nvGraphicFramePr>
        <p:xfrm>
          <a:off x="1439715" y="1126700"/>
          <a:ext cx="161448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3" name="Equation" r:id="rId3" imgW="1612800" imgH="279360" progId="Equation.DSMT4">
                  <p:embed/>
                </p:oleObj>
              </mc:Choice>
              <mc:Fallback>
                <p:oleObj name="Equation" r:id="rId3" imgW="161280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B91845-9F96-416B-8B8E-595C42064B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715" y="1126700"/>
                        <a:ext cx="1614487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AF9584D-9372-4A09-83F1-475F9D00ED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7083291"/>
              </p:ext>
            </p:extLst>
          </p:nvPr>
        </p:nvGraphicFramePr>
        <p:xfrm>
          <a:off x="3178821" y="1125177"/>
          <a:ext cx="4276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4" name="Equation" r:id="rId5" imgW="4279680" imgH="355320" progId="Equation.DSMT4">
                  <p:embed/>
                </p:oleObj>
              </mc:Choice>
              <mc:Fallback>
                <p:oleObj name="Equation" r:id="rId5" imgW="427968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AF9584D-9372-4A09-83F1-475F9D00ED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821" y="1125177"/>
                        <a:ext cx="42767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871679E-4B2A-4028-86C2-9E363685E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65200"/>
              </p:ext>
            </p:extLst>
          </p:nvPr>
        </p:nvGraphicFramePr>
        <p:xfrm>
          <a:off x="1547664" y="195486"/>
          <a:ext cx="227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5" name="Equation" r:id="rId7" imgW="2273040" imgH="736560" progId="Equation.DSMT4">
                  <p:embed/>
                </p:oleObj>
              </mc:Choice>
              <mc:Fallback>
                <p:oleObj name="Equation" r:id="rId7" imgW="227304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871679E-4B2A-4028-86C2-9E363685E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195486"/>
                        <a:ext cx="2273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EE516D8-0011-4A1F-A08D-4EB47BE267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2752562"/>
              </p:ext>
            </p:extLst>
          </p:nvPr>
        </p:nvGraphicFramePr>
        <p:xfrm>
          <a:off x="3178821" y="1588727"/>
          <a:ext cx="36099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6" name="Equation" r:id="rId9" imgW="3606480" imgH="342720" progId="Equation.DSMT4">
                  <p:embed/>
                </p:oleObj>
              </mc:Choice>
              <mc:Fallback>
                <p:oleObj name="Equation" r:id="rId9" imgW="36064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EE516D8-0011-4A1F-A08D-4EB47BE2678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821" y="1588727"/>
                        <a:ext cx="36099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01C763D-6AAF-474E-BB70-8A01C145A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960" y="2121309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比较同类项系数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837C0F0-ACBD-45C1-9061-4515CDE1B7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2216656"/>
              </p:ext>
            </p:extLst>
          </p:nvPr>
        </p:nvGraphicFramePr>
        <p:xfrm>
          <a:off x="2652564" y="2008510"/>
          <a:ext cx="15509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7" name="Equation" r:id="rId11" imgW="1549080" imgH="863280" progId="Equation.DSMT4">
                  <p:embed/>
                </p:oleObj>
              </mc:Choice>
              <mc:Fallback>
                <p:oleObj name="Equation" r:id="rId11" imgW="1549080" imgH="863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837C0F0-ACBD-45C1-9061-4515CDE1B7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564" y="2008510"/>
                        <a:ext cx="15509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B6EF5B6-6C3F-444E-9A72-10AE0EE89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026" y="2129303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674BF26-7285-4C4B-AA11-54969FE779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1917691"/>
              </p:ext>
            </p:extLst>
          </p:nvPr>
        </p:nvGraphicFramePr>
        <p:xfrm>
          <a:off x="4796483" y="2245246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8" name="Equation" r:id="rId13" imgW="1587240" imgH="342720" progId="Equation.DSMT4">
                  <p:embed/>
                </p:oleObj>
              </mc:Choice>
              <mc:Fallback>
                <p:oleObj name="Equation" r:id="rId13" imgW="158724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674BF26-7285-4C4B-AA11-54969FE779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483" y="2245246"/>
                        <a:ext cx="1587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15C0AEB-4443-4B24-90A0-C42BEB2F6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02" y="3116030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084D760-4B00-42DF-BC26-E238901A5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365840"/>
              </p:ext>
            </p:extLst>
          </p:nvPr>
        </p:nvGraphicFramePr>
        <p:xfrm>
          <a:off x="1381002" y="3031543"/>
          <a:ext cx="466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9" name="Equation" r:id="rId15" imgW="4660560" imgH="736560" progId="Equation.DSMT4">
                  <p:embed/>
                </p:oleObj>
              </mc:Choice>
              <mc:Fallback>
                <p:oleObj name="Equation" r:id="rId15" imgW="466056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084D760-4B00-42DF-BC26-E238901A5B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81002" y="3031543"/>
                        <a:ext cx="4660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91DB3C5-E731-43C6-B80F-30874251E9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2660376"/>
              </p:ext>
            </p:extLst>
          </p:nvPr>
        </p:nvGraphicFramePr>
        <p:xfrm>
          <a:off x="1354808" y="3927576"/>
          <a:ext cx="31765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10" name="Equation" r:id="rId17" imgW="3174840" imgH="736560" progId="Equation.DSMT4">
                  <p:embed/>
                </p:oleObj>
              </mc:Choice>
              <mc:Fallback>
                <p:oleObj name="Equation" r:id="rId17" imgW="317484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91DB3C5-E731-43C6-B80F-30874251E9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808" y="3927576"/>
                        <a:ext cx="31765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934978D-B6A5-4296-B376-E671487C79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987904"/>
              </p:ext>
            </p:extLst>
          </p:nvPr>
        </p:nvGraphicFramePr>
        <p:xfrm>
          <a:off x="4580682" y="4079976"/>
          <a:ext cx="332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11" name="Equation" r:id="rId19" imgW="3327120" imgH="431640" progId="Equation.DSMT4">
                  <p:embed/>
                </p:oleObj>
              </mc:Choice>
              <mc:Fallback>
                <p:oleObj name="Equation" r:id="rId19" imgW="3327120" imgH="4316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934978D-B6A5-4296-B376-E671487C79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682" y="4079976"/>
                        <a:ext cx="332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40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C3BC57-5C10-41A2-B7A7-B09A4B060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987574"/>
            <a:ext cx="4108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说明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此技巧适用于形为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FF58071-2108-4186-82FA-48DF7F2B8EB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211960" y="771550"/>
          <a:ext cx="23875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19" name="Equation" r:id="rId3" imgW="2387520" imgH="736560" progId="Equation.DSMT4">
                  <p:embed/>
                </p:oleObj>
              </mc:Choice>
              <mc:Fallback>
                <p:oleObj name="Equation" r:id="rId3" imgW="23875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FF58071-2108-4186-82FA-48DF7F2B8E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771550"/>
                        <a:ext cx="23875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C09C6E4-79A2-4A7E-B03F-3B318AE3F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589" y="843558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的积分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354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1681">
            <a:extLst>
              <a:ext uri="{FF2B5EF4-FFF2-40B4-BE49-F238E27FC236}">
                <a16:creationId xmlns:a16="http://schemas.microsoft.com/office/drawing/2014/main" id="{5BB4288B-4695-4500-B9B9-14F4B35CAE4A}"/>
              </a:ext>
            </a:extLst>
          </p:cNvPr>
          <p:cNvSpPr txBox="1">
            <a:spLocks noChangeArrowheads="1"/>
          </p:cNvSpPr>
          <p:nvPr/>
        </p:nvSpPr>
        <p:spPr>
          <a:xfrm>
            <a:off x="466602" y="311022"/>
            <a:ext cx="122507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7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734EF7E-8C79-419E-94C7-2E8ADCF922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802675"/>
              </p:ext>
            </p:extLst>
          </p:nvPr>
        </p:nvGraphicFramePr>
        <p:xfrm>
          <a:off x="1475656" y="209422"/>
          <a:ext cx="99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01" name="Equation" r:id="rId3" imgW="990360" imgH="736560" progId="Equation.DSMT4">
                  <p:embed/>
                </p:oleObj>
              </mc:Choice>
              <mc:Fallback>
                <p:oleObj name="Equation" r:id="rId3" imgW="990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209422"/>
                        <a:ext cx="990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B785B68-B14C-4444-ABE0-7825B9C867C2}"/>
              </a:ext>
            </a:extLst>
          </p:cNvPr>
          <p:cNvSpPr/>
          <p:nvPr/>
        </p:nvSpPr>
        <p:spPr>
          <a:xfrm>
            <a:off x="395536" y="117346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AAED295-F325-4628-8599-39F402C680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673289"/>
              </p:ext>
            </p:extLst>
          </p:nvPr>
        </p:nvGraphicFramePr>
        <p:xfrm>
          <a:off x="971600" y="1016942"/>
          <a:ext cx="3416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02" name="Equation" r:id="rId5" imgW="3416040" imgH="774360" progId="Equation.DSMT4">
                  <p:embed/>
                </p:oleObj>
              </mc:Choice>
              <mc:Fallback>
                <p:oleObj name="Equation" r:id="rId5" imgW="341604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734EF7E-8C79-419E-94C7-2E8ADCF922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600" y="1016942"/>
                        <a:ext cx="3416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AB3CC74-3D97-475C-8C98-F2BA5C850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027615"/>
              </p:ext>
            </p:extLst>
          </p:nvPr>
        </p:nvGraphicFramePr>
        <p:xfrm>
          <a:off x="4409224" y="1031235"/>
          <a:ext cx="2921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03" name="Equation" r:id="rId7" imgW="2920680" imgH="774360" progId="Equation.DSMT4">
                  <p:embed/>
                </p:oleObj>
              </mc:Choice>
              <mc:Fallback>
                <p:oleObj name="Equation" r:id="rId7" imgW="29206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09224" y="1031235"/>
                        <a:ext cx="2921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13F8662-16B7-45DB-B4C7-4813685D3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081458"/>
              </p:ext>
            </p:extLst>
          </p:nvPr>
        </p:nvGraphicFramePr>
        <p:xfrm>
          <a:off x="675556" y="2063750"/>
          <a:ext cx="358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04" name="Equation" r:id="rId9" imgW="3581280" imgH="507960" progId="Equation.DSMT4">
                  <p:embed/>
                </p:oleObj>
              </mc:Choice>
              <mc:Fallback>
                <p:oleObj name="Equation" r:id="rId9" imgW="35812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5556" y="2063750"/>
                        <a:ext cx="3581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09FB1AE-A795-4E2D-A5BA-9B956FE0B8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542217"/>
              </p:ext>
            </p:extLst>
          </p:nvPr>
        </p:nvGraphicFramePr>
        <p:xfrm>
          <a:off x="642559" y="2886826"/>
          <a:ext cx="3136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05" name="Equation" r:id="rId11" imgW="3136680" imgH="507960" progId="Equation.DSMT4">
                  <p:embed/>
                </p:oleObj>
              </mc:Choice>
              <mc:Fallback>
                <p:oleObj name="Equation" r:id="rId11" imgW="31366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2559" y="2886826"/>
                        <a:ext cx="3136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F98C217-9E75-4FC8-8336-F716A8F75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232328"/>
              </p:ext>
            </p:extLst>
          </p:nvPr>
        </p:nvGraphicFramePr>
        <p:xfrm>
          <a:off x="642559" y="3709902"/>
          <a:ext cx="275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06" name="Equation" r:id="rId13" imgW="2755800" imgH="736560" progId="Equation.DSMT4">
                  <p:embed/>
                </p:oleObj>
              </mc:Choice>
              <mc:Fallback>
                <p:oleObj name="Equation" r:id="rId13" imgW="2755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2559" y="3709902"/>
                        <a:ext cx="275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955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94209">
            <a:extLst>
              <a:ext uri="{FF2B5EF4-FFF2-40B4-BE49-F238E27FC236}">
                <a16:creationId xmlns:a16="http://schemas.microsoft.com/office/drawing/2014/main" id="{A44A6448-BC0C-4DF6-BF2E-504DEE933CDB}"/>
              </a:ext>
            </a:extLst>
          </p:cNvPr>
          <p:cNvSpPr txBox="1">
            <a:spLocks noChangeArrowheads="1"/>
          </p:cNvSpPr>
          <p:nvPr/>
        </p:nvSpPr>
        <p:spPr>
          <a:xfrm>
            <a:off x="455476" y="409384"/>
            <a:ext cx="1981200" cy="6096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内容小结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E0BCA0-95C9-4C08-8467-71798FB51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45016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1. </a:t>
            </a:r>
            <a:r>
              <a:rPr lang="zh-CN" altLang="en-US" sz="2400" b="1" dirty="0">
                <a:latin typeface="+mj-ea"/>
                <a:ea typeface="+mj-ea"/>
              </a:rPr>
              <a:t>可积函数的特殊类型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F74D07-44B0-437A-934F-1FF27FCD2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75" y="1561454"/>
            <a:ext cx="20574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有理函数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D2E7CCB-F0F9-4CC7-8A79-30B490577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5656" y="2040767"/>
            <a:ext cx="33389" cy="861092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20E4C3-35E3-432F-8E07-2687C2EBB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51927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C15BC6-9429-4FC0-935E-034CABA60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76" y="2920210"/>
            <a:ext cx="38862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多项式及部分分式之和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414771-C1E3-46F3-992D-F45AD7E99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514741"/>
            <a:ext cx="27432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三角函数有理式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8427FA3E-6741-488D-B2C4-6DD46B9CD6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9373" y="1797386"/>
            <a:ext cx="2677026" cy="2862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21CA24-0297-4CD4-8732-FA3F69EB5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7706" y="1346701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万能代换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EE0DFF-B55C-4305-8B9B-F4589143D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291" y="2973346"/>
            <a:ext cx="25146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简单无理函数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19A550BB-4D98-4482-9884-6155E35929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60232" y="1976406"/>
            <a:ext cx="0" cy="99694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08F8AC-2DA0-446C-8ECC-46F537299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323" y="2207238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三角代换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9CB3BBEA-D162-47AD-8A43-8A1FE7044D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32291" y="2040767"/>
            <a:ext cx="3607860" cy="1149621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51B3BD-870C-4868-A162-CD1FAC923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258" y="2207238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根式代换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965115-2692-45B3-8301-B14189731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176" y="3772580"/>
            <a:ext cx="723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2. </a:t>
            </a:r>
            <a:r>
              <a:rPr lang="zh-CN" altLang="en-US" sz="2400" b="1" dirty="0">
                <a:latin typeface="+mj-ea"/>
                <a:ea typeface="+mj-ea"/>
              </a:rPr>
              <a:t>特殊类型的积分按上述方法虽然可以积出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7CFB21-6E69-4C33-BF41-0A7735D05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412" y="3785838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但不一定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885991-EC5A-4FE0-860C-44A30DF4E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691" y="4503141"/>
            <a:ext cx="48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要注意综合使用基本积分法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B338C2-3605-4003-8D9A-E6CED3D53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725" y="4520791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简便计算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A6F32C-3DC0-4936-ABBB-CA34AA958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75" y="4520791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简便 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29150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/>
      <p:bldP spid="7" grpId="0" animBg="1"/>
      <p:bldP spid="8" grpId="0" animBg="1"/>
      <p:bldP spid="10" grpId="0"/>
      <p:bldP spid="11" grpId="0" animBg="1"/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CA79EBF8-533C-4FD0-B931-4EB46A96E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55526"/>
            <a:ext cx="1512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23C00BB-65F1-4855-8652-22E3A0D49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1" y="1347614"/>
            <a:ext cx="15121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</a:t>
            </a:r>
            <a:endParaRPr kumimoji="1"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86ADC5F-C7A4-43F4-8523-CF8E7166B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2" y="2139702"/>
            <a:ext cx="54169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4-5</a:t>
            </a:r>
            <a:endParaRPr kumimoji="1"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8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10085</TotalTime>
  <Words>735</Words>
  <Application>Microsoft Office PowerPoint</Application>
  <PresentationFormat>全屏显示(16:9)</PresentationFormat>
  <Paragraphs>187</Paragraphs>
  <Slides>49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楷体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622</cp:revision>
  <dcterms:created xsi:type="dcterms:W3CDTF">2018-09-27T06:48:14Z</dcterms:created>
  <dcterms:modified xsi:type="dcterms:W3CDTF">2023-11-21T16:02:50Z</dcterms:modified>
</cp:coreProperties>
</file>