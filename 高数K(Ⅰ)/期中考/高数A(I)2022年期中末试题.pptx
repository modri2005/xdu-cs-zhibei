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373" r:id="rId2"/>
    <p:sldId id="664" r:id="rId3"/>
    <p:sldId id="665" r:id="rId4"/>
    <p:sldId id="666" r:id="rId5"/>
    <p:sldId id="667" r:id="rId6"/>
    <p:sldId id="668" r:id="rId7"/>
    <p:sldId id="669" r:id="rId8"/>
    <p:sldId id="670" r:id="rId9"/>
    <p:sldId id="675" r:id="rId10"/>
    <p:sldId id="676" r:id="rId11"/>
    <p:sldId id="677" r:id="rId12"/>
    <p:sldId id="671" r:id="rId13"/>
    <p:sldId id="672" r:id="rId14"/>
    <p:sldId id="673" r:id="rId15"/>
    <p:sldId id="674" r:id="rId16"/>
    <p:sldId id="678" r:id="rId17"/>
    <p:sldId id="679" r:id="rId18"/>
    <p:sldId id="681" r:id="rId19"/>
    <p:sldId id="682" r:id="rId20"/>
    <p:sldId id="683" r:id="rId21"/>
    <p:sldId id="685" r:id="rId22"/>
    <p:sldId id="686" r:id="rId23"/>
    <p:sldId id="687" r:id="rId24"/>
    <p:sldId id="688" r:id="rId25"/>
    <p:sldId id="689" r:id="rId26"/>
    <p:sldId id="684" r:id="rId2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1" userDrawn="1">
          <p15:clr>
            <a:srgbClr val="A4A3A4"/>
          </p15:clr>
        </p15:guide>
        <p15:guide id="2" pos="9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00FF"/>
    <a:srgbClr val="031DDB"/>
    <a:srgbClr val="1304DA"/>
    <a:srgbClr val="2D04DA"/>
    <a:srgbClr val="19F31E"/>
    <a:srgbClr val="FF0066"/>
    <a:srgbClr val="FF0000"/>
    <a:srgbClr val="579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1" autoAdjust="0"/>
    <p:restoredTop sz="94660"/>
  </p:normalViewPr>
  <p:slideViewPr>
    <p:cSldViewPr>
      <p:cViewPr varScale="1">
        <p:scale>
          <a:sx n="132" d="100"/>
          <a:sy n="132" d="100"/>
        </p:scale>
        <p:origin x="144" y="348"/>
      </p:cViewPr>
      <p:guideLst>
        <p:guide orient="horz" pos="441"/>
        <p:guide pos="93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692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12" Type="http://schemas.openxmlformats.org/officeDocument/2006/relationships/image" Target="../media/image21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11" Type="http://schemas.openxmlformats.org/officeDocument/2006/relationships/image" Target="../media/image20.wmf"/><Relationship Id="rId5" Type="http://schemas.openxmlformats.org/officeDocument/2006/relationships/image" Target="../media/image14.wmf"/><Relationship Id="rId10" Type="http://schemas.openxmlformats.org/officeDocument/2006/relationships/image" Target="../media/image19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image" Target="../media/image34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12" Type="http://schemas.openxmlformats.org/officeDocument/2006/relationships/image" Target="../media/image33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11" Type="http://schemas.openxmlformats.org/officeDocument/2006/relationships/image" Target="../media/image32.wmf"/><Relationship Id="rId5" Type="http://schemas.openxmlformats.org/officeDocument/2006/relationships/image" Target="../media/image26.wmf"/><Relationship Id="rId10" Type="http://schemas.openxmlformats.org/officeDocument/2006/relationships/image" Target="../media/image31.wmf"/><Relationship Id="rId4" Type="http://schemas.openxmlformats.org/officeDocument/2006/relationships/image" Target="../media/image25.wmf"/><Relationship Id="rId9" Type="http://schemas.openxmlformats.org/officeDocument/2006/relationships/image" Target="../media/image30.wmf"/><Relationship Id="rId14" Type="http://schemas.openxmlformats.org/officeDocument/2006/relationships/image" Target="../media/image3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29.wmf"/><Relationship Id="rId1" Type="http://schemas.openxmlformats.org/officeDocument/2006/relationships/image" Target="../media/image36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image" Target="../media/image49.wmf"/><Relationship Id="rId3" Type="http://schemas.openxmlformats.org/officeDocument/2006/relationships/image" Target="../media/image40.wmf"/><Relationship Id="rId7" Type="http://schemas.openxmlformats.org/officeDocument/2006/relationships/image" Target="../media/image44.wmf"/><Relationship Id="rId12" Type="http://schemas.openxmlformats.org/officeDocument/2006/relationships/image" Target="../media/image48.wmf"/><Relationship Id="rId2" Type="http://schemas.openxmlformats.org/officeDocument/2006/relationships/image" Target="../media/image39.wmf"/><Relationship Id="rId16" Type="http://schemas.openxmlformats.org/officeDocument/2006/relationships/image" Target="../media/image52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11" Type="http://schemas.openxmlformats.org/officeDocument/2006/relationships/image" Target="../media/image47.wmf"/><Relationship Id="rId5" Type="http://schemas.openxmlformats.org/officeDocument/2006/relationships/image" Target="../media/image42.wmf"/><Relationship Id="rId15" Type="http://schemas.openxmlformats.org/officeDocument/2006/relationships/image" Target="../media/image51.wmf"/><Relationship Id="rId10" Type="http://schemas.openxmlformats.org/officeDocument/2006/relationships/image" Target="../media/image46.wmf"/><Relationship Id="rId4" Type="http://schemas.openxmlformats.org/officeDocument/2006/relationships/image" Target="../media/image41.wmf"/><Relationship Id="rId9" Type="http://schemas.openxmlformats.org/officeDocument/2006/relationships/image" Target="../media/image45.wmf"/><Relationship Id="rId14" Type="http://schemas.openxmlformats.org/officeDocument/2006/relationships/image" Target="../media/image5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55.wmf"/><Relationship Id="rId7" Type="http://schemas.openxmlformats.org/officeDocument/2006/relationships/image" Target="../media/image59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10" Type="http://schemas.openxmlformats.org/officeDocument/2006/relationships/image" Target="../media/image62.wmf"/><Relationship Id="rId4" Type="http://schemas.openxmlformats.org/officeDocument/2006/relationships/image" Target="../media/image56.wmf"/><Relationship Id="rId9" Type="http://schemas.openxmlformats.org/officeDocument/2006/relationships/image" Target="../media/image61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image" Target="../media/image65.wmf"/><Relationship Id="rId7" Type="http://schemas.openxmlformats.org/officeDocument/2006/relationships/image" Target="../media/image69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10" Type="http://schemas.openxmlformats.org/officeDocument/2006/relationships/image" Target="../media/image72.wmf"/><Relationship Id="rId4" Type="http://schemas.openxmlformats.org/officeDocument/2006/relationships/image" Target="../media/image66.wmf"/><Relationship Id="rId9" Type="http://schemas.openxmlformats.org/officeDocument/2006/relationships/image" Target="../media/image7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4" Type="http://schemas.openxmlformats.org/officeDocument/2006/relationships/image" Target="../media/image9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13" Type="http://schemas.openxmlformats.org/officeDocument/2006/relationships/image" Target="../media/image137.wmf"/><Relationship Id="rId3" Type="http://schemas.openxmlformats.org/officeDocument/2006/relationships/image" Target="../media/image127.wmf"/><Relationship Id="rId7" Type="http://schemas.openxmlformats.org/officeDocument/2006/relationships/image" Target="../media/image131.wmf"/><Relationship Id="rId12" Type="http://schemas.openxmlformats.org/officeDocument/2006/relationships/image" Target="../media/image136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6" Type="http://schemas.openxmlformats.org/officeDocument/2006/relationships/image" Target="../media/image130.wmf"/><Relationship Id="rId11" Type="http://schemas.openxmlformats.org/officeDocument/2006/relationships/image" Target="../media/image135.wmf"/><Relationship Id="rId5" Type="http://schemas.openxmlformats.org/officeDocument/2006/relationships/image" Target="../media/image129.wmf"/><Relationship Id="rId10" Type="http://schemas.openxmlformats.org/officeDocument/2006/relationships/image" Target="../media/image134.wmf"/><Relationship Id="rId4" Type="http://schemas.openxmlformats.org/officeDocument/2006/relationships/image" Target="../media/image128.wmf"/><Relationship Id="rId9" Type="http://schemas.openxmlformats.org/officeDocument/2006/relationships/image" Target="../media/image133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image" Target="../media/image150.wmf"/><Relationship Id="rId3" Type="http://schemas.openxmlformats.org/officeDocument/2006/relationships/image" Target="../media/image140.wmf"/><Relationship Id="rId7" Type="http://schemas.openxmlformats.org/officeDocument/2006/relationships/image" Target="../media/image144.wmf"/><Relationship Id="rId12" Type="http://schemas.openxmlformats.org/officeDocument/2006/relationships/image" Target="../media/image149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Relationship Id="rId6" Type="http://schemas.openxmlformats.org/officeDocument/2006/relationships/image" Target="../media/image143.wmf"/><Relationship Id="rId11" Type="http://schemas.openxmlformats.org/officeDocument/2006/relationships/image" Target="../media/image148.wmf"/><Relationship Id="rId5" Type="http://schemas.openxmlformats.org/officeDocument/2006/relationships/image" Target="../media/image142.wmf"/><Relationship Id="rId10" Type="http://schemas.openxmlformats.org/officeDocument/2006/relationships/image" Target="../media/image147.wmf"/><Relationship Id="rId4" Type="http://schemas.openxmlformats.org/officeDocument/2006/relationships/image" Target="../media/image141.wmf"/><Relationship Id="rId9" Type="http://schemas.openxmlformats.org/officeDocument/2006/relationships/image" Target="../media/image146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13" Type="http://schemas.openxmlformats.org/officeDocument/2006/relationships/image" Target="../media/image163.wmf"/><Relationship Id="rId3" Type="http://schemas.openxmlformats.org/officeDocument/2006/relationships/image" Target="../media/image153.wmf"/><Relationship Id="rId7" Type="http://schemas.openxmlformats.org/officeDocument/2006/relationships/image" Target="../media/image157.wmf"/><Relationship Id="rId12" Type="http://schemas.openxmlformats.org/officeDocument/2006/relationships/image" Target="../media/image162.wmf"/><Relationship Id="rId2" Type="http://schemas.openxmlformats.org/officeDocument/2006/relationships/image" Target="../media/image152.wmf"/><Relationship Id="rId16" Type="http://schemas.openxmlformats.org/officeDocument/2006/relationships/image" Target="../media/image166.wmf"/><Relationship Id="rId1" Type="http://schemas.openxmlformats.org/officeDocument/2006/relationships/image" Target="../media/image151.wmf"/><Relationship Id="rId6" Type="http://schemas.openxmlformats.org/officeDocument/2006/relationships/image" Target="../media/image156.wmf"/><Relationship Id="rId11" Type="http://schemas.openxmlformats.org/officeDocument/2006/relationships/image" Target="../media/image161.wmf"/><Relationship Id="rId5" Type="http://schemas.openxmlformats.org/officeDocument/2006/relationships/image" Target="../media/image155.wmf"/><Relationship Id="rId15" Type="http://schemas.openxmlformats.org/officeDocument/2006/relationships/image" Target="../media/image165.wmf"/><Relationship Id="rId10" Type="http://schemas.openxmlformats.org/officeDocument/2006/relationships/image" Target="../media/image160.wmf"/><Relationship Id="rId4" Type="http://schemas.openxmlformats.org/officeDocument/2006/relationships/image" Target="../media/image154.wmf"/><Relationship Id="rId9" Type="http://schemas.openxmlformats.org/officeDocument/2006/relationships/image" Target="../media/image159.wmf"/><Relationship Id="rId14" Type="http://schemas.openxmlformats.org/officeDocument/2006/relationships/image" Target="../media/image164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5" Type="http://schemas.openxmlformats.org/officeDocument/2006/relationships/image" Target="../media/image171.wmf"/><Relationship Id="rId4" Type="http://schemas.openxmlformats.org/officeDocument/2006/relationships/image" Target="../media/image170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3" Type="http://schemas.openxmlformats.org/officeDocument/2006/relationships/image" Target="../media/image174.wmf"/><Relationship Id="rId7" Type="http://schemas.openxmlformats.org/officeDocument/2006/relationships/image" Target="../media/image178.wmf"/><Relationship Id="rId12" Type="http://schemas.openxmlformats.org/officeDocument/2006/relationships/image" Target="../media/image183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Relationship Id="rId6" Type="http://schemas.openxmlformats.org/officeDocument/2006/relationships/image" Target="../media/image177.wmf"/><Relationship Id="rId11" Type="http://schemas.openxmlformats.org/officeDocument/2006/relationships/image" Target="../media/image182.wmf"/><Relationship Id="rId5" Type="http://schemas.openxmlformats.org/officeDocument/2006/relationships/image" Target="../media/image176.wmf"/><Relationship Id="rId10" Type="http://schemas.openxmlformats.org/officeDocument/2006/relationships/image" Target="../media/image181.wmf"/><Relationship Id="rId4" Type="http://schemas.openxmlformats.org/officeDocument/2006/relationships/image" Target="../media/image175.wmf"/><Relationship Id="rId9" Type="http://schemas.openxmlformats.org/officeDocument/2006/relationships/image" Target="../media/image180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3" Type="http://schemas.openxmlformats.org/officeDocument/2006/relationships/image" Target="../media/image186.wmf"/><Relationship Id="rId7" Type="http://schemas.openxmlformats.org/officeDocument/2006/relationships/image" Target="../media/image189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6" Type="http://schemas.openxmlformats.org/officeDocument/2006/relationships/image" Target="../media/image188.wmf"/><Relationship Id="rId5" Type="http://schemas.openxmlformats.org/officeDocument/2006/relationships/image" Target="../media/image187.wmf"/><Relationship Id="rId4" Type="http://schemas.openxmlformats.org/officeDocument/2006/relationships/image" Target="../media/image175.wmf"/><Relationship Id="rId9" Type="http://schemas.openxmlformats.org/officeDocument/2006/relationships/image" Target="../media/image191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13" Type="http://schemas.openxmlformats.org/officeDocument/2006/relationships/image" Target="../media/image204.wmf"/><Relationship Id="rId18" Type="http://schemas.openxmlformats.org/officeDocument/2006/relationships/image" Target="../media/image209.wmf"/><Relationship Id="rId3" Type="http://schemas.openxmlformats.org/officeDocument/2006/relationships/image" Target="../media/image194.wmf"/><Relationship Id="rId7" Type="http://schemas.openxmlformats.org/officeDocument/2006/relationships/image" Target="../media/image198.wmf"/><Relationship Id="rId12" Type="http://schemas.openxmlformats.org/officeDocument/2006/relationships/image" Target="../media/image203.wmf"/><Relationship Id="rId17" Type="http://schemas.openxmlformats.org/officeDocument/2006/relationships/image" Target="../media/image208.wmf"/><Relationship Id="rId2" Type="http://schemas.openxmlformats.org/officeDocument/2006/relationships/image" Target="../media/image193.wmf"/><Relationship Id="rId16" Type="http://schemas.openxmlformats.org/officeDocument/2006/relationships/image" Target="../media/image207.wmf"/><Relationship Id="rId1" Type="http://schemas.openxmlformats.org/officeDocument/2006/relationships/image" Target="../media/image192.wmf"/><Relationship Id="rId6" Type="http://schemas.openxmlformats.org/officeDocument/2006/relationships/image" Target="../media/image197.wmf"/><Relationship Id="rId11" Type="http://schemas.openxmlformats.org/officeDocument/2006/relationships/image" Target="../media/image202.wmf"/><Relationship Id="rId5" Type="http://schemas.openxmlformats.org/officeDocument/2006/relationships/image" Target="../media/image196.wmf"/><Relationship Id="rId15" Type="http://schemas.openxmlformats.org/officeDocument/2006/relationships/image" Target="../media/image206.wmf"/><Relationship Id="rId10" Type="http://schemas.openxmlformats.org/officeDocument/2006/relationships/image" Target="../media/image201.wmf"/><Relationship Id="rId4" Type="http://schemas.openxmlformats.org/officeDocument/2006/relationships/image" Target="../media/image195.wmf"/><Relationship Id="rId9" Type="http://schemas.openxmlformats.org/officeDocument/2006/relationships/image" Target="../media/image200.wmf"/><Relationship Id="rId14" Type="http://schemas.openxmlformats.org/officeDocument/2006/relationships/image" Target="../media/image205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wmf"/><Relationship Id="rId3" Type="http://schemas.openxmlformats.org/officeDocument/2006/relationships/image" Target="../media/image212.wmf"/><Relationship Id="rId7" Type="http://schemas.openxmlformats.org/officeDocument/2006/relationships/image" Target="../media/image216.wmf"/><Relationship Id="rId12" Type="http://schemas.openxmlformats.org/officeDocument/2006/relationships/image" Target="../media/image221.wmf"/><Relationship Id="rId2" Type="http://schemas.openxmlformats.org/officeDocument/2006/relationships/image" Target="../media/image211.wmf"/><Relationship Id="rId1" Type="http://schemas.openxmlformats.org/officeDocument/2006/relationships/image" Target="../media/image210.wmf"/><Relationship Id="rId6" Type="http://schemas.openxmlformats.org/officeDocument/2006/relationships/image" Target="../media/image215.wmf"/><Relationship Id="rId11" Type="http://schemas.openxmlformats.org/officeDocument/2006/relationships/image" Target="../media/image220.wmf"/><Relationship Id="rId5" Type="http://schemas.openxmlformats.org/officeDocument/2006/relationships/image" Target="../media/image214.wmf"/><Relationship Id="rId10" Type="http://schemas.openxmlformats.org/officeDocument/2006/relationships/image" Target="../media/image219.wmf"/><Relationship Id="rId4" Type="http://schemas.openxmlformats.org/officeDocument/2006/relationships/image" Target="../media/image213.wmf"/><Relationship Id="rId9" Type="http://schemas.openxmlformats.org/officeDocument/2006/relationships/image" Target="../media/image2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E8132-2EE5-474B-9AF7-26CFBCDBB031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CDC56-2C6A-45E0-890F-80645A6E3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364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CDC56-2C6A-45E0-890F-80645A6E33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142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17.wmf"/><Relationship Id="rId26" Type="http://schemas.openxmlformats.org/officeDocument/2006/relationships/image" Target="../media/image21.wmf"/><Relationship Id="rId3" Type="http://schemas.openxmlformats.org/officeDocument/2006/relationships/oleObject" Target="../embeddings/oleObject10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17.bin"/><Relationship Id="rId25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.wmf"/><Relationship Id="rId20" Type="http://schemas.openxmlformats.org/officeDocument/2006/relationships/image" Target="../media/image18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4.bin"/><Relationship Id="rId24" Type="http://schemas.openxmlformats.org/officeDocument/2006/relationships/image" Target="../media/image20.wmf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23" Type="http://schemas.openxmlformats.org/officeDocument/2006/relationships/oleObject" Target="../embeddings/oleObject20.bin"/><Relationship Id="rId10" Type="http://schemas.openxmlformats.org/officeDocument/2006/relationships/image" Target="../media/image13.w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5.wmf"/><Relationship Id="rId22" Type="http://schemas.openxmlformats.org/officeDocument/2006/relationships/image" Target="../media/image1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29.wmf"/><Relationship Id="rId26" Type="http://schemas.openxmlformats.org/officeDocument/2006/relationships/image" Target="../media/image33.wmf"/><Relationship Id="rId3" Type="http://schemas.openxmlformats.org/officeDocument/2006/relationships/oleObject" Target="../embeddings/oleObject22.bin"/><Relationship Id="rId21" Type="http://schemas.openxmlformats.org/officeDocument/2006/relationships/oleObject" Target="../embeddings/oleObject31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9.bin"/><Relationship Id="rId25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.wmf"/><Relationship Id="rId20" Type="http://schemas.openxmlformats.org/officeDocument/2006/relationships/image" Target="../media/image30.wmf"/><Relationship Id="rId29" Type="http://schemas.openxmlformats.org/officeDocument/2006/relationships/oleObject" Target="../embeddings/oleObject35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6.bin"/><Relationship Id="rId24" Type="http://schemas.openxmlformats.org/officeDocument/2006/relationships/image" Target="../media/image32.wmf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23" Type="http://schemas.openxmlformats.org/officeDocument/2006/relationships/oleObject" Target="../embeddings/oleObject32.bin"/><Relationship Id="rId28" Type="http://schemas.openxmlformats.org/officeDocument/2006/relationships/image" Target="../media/image34.wmf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30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7.wmf"/><Relationship Id="rId22" Type="http://schemas.openxmlformats.org/officeDocument/2006/relationships/image" Target="../media/image31.wmf"/><Relationship Id="rId27" Type="http://schemas.openxmlformats.org/officeDocument/2006/relationships/oleObject" Target="../embeddings/oleObject34.bin"/><Relationship Id="rId30" Type="http://schemas.openxmlformats.org/officeDocument/2006/relationships/image" Target="../media/image3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6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4.bin"/><Relationship Id="rId18" Type="http://schemas.openxmlformats.org/officeDocument/2006/relationships/oleObject" Target="../embeddings/oleObject47.bin"/><Relationship Id="rId26" Type="http://schemas.openxmlformats.org/officeDocument/2006/relationships/oleObject" Target="../embeddings/oleObject51.bin"/><Relationship Id="rId3" Type="http://schemas.openxmlformats.org/officeDocument/2006/relationships/oleObject" Target="../embeddings/oleObject39.bin"/><Relationship Id="rId21" Type="http://schemas.openxmlformats.org/officeDocument/2006/relationships/image" Target="../media/image45.wmf"/><Relationship Id="rId34" Type="http://schemas.openxmlformats.org/officeDocument/2006/relationships/oleObject" Target="../embeddings/oleObject55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2.wmf"/><Relationship Id="rId17" Type="http://schemas.openxmlformats.org/officeDocument/2006/relationships/oleObject" Target="../embeddings/oleObject46.bin"/><Relationship Id="rId25" Type="http://schemas.openxmlformats.org/officeDocument/2006/relationships/image" Target="../media/image47.wmf"/><Relationship Id="rId33" Type="http://schemas.openxmlformats.org/officeDocument/2006/relationships/image" Target="../media/image5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.wmf"/><Relationship Id="rId20" Type="http://schemas.openxmlformats.org/officeDocument/2006/relationships/oleObject" Target="../embeddings/oleObject48.bin"/><Relationship Id="rId29" Type="http://schemas.openxmlformats.org/officeDocument/2006/relationships/image" Target="../media/image49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3.bin"/><Relationship Id="rId24" Type="http://schemas.openxmlformats.org/officeDocument/2006/relationships/oleObject" Target="../embeddings/oleObject50.bin"/><Relationship Id="rId32" Type="http://schemas.openxmlformats.org/officeDocument/2006/relationships/oleObject" Target="../embeddings/oleObject54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23" Type="http://schemas.openxmlformats.org/officeDocument/2006/relationships/image" Target="../media/image46.wmf"/><Relationship Id="rId28" Type="http://schemas.openxmlformats.org/officeDocument/2006/relationships/oleObject" Target="../embeddings/oleObject52.bin"/><Relationship Id="rId36" Type="http://schemas.openxmlformats.org/officeDocument/2006/relationships/image" Target="../media/image53.png"/><Relationship Id="rId10" Type="http://schemas.openxmlformats.org/officeDocument/2006/relationships/image" Target="../media/image41.wmf"/><Relationship Id="rId19" Type="http://schemas.openxmlformats.org/officeDocument/2006/relationships/image" Target="../media/image24.wmf"/><Relationship Id="rId31" Type="http://schemas.openxmlformats.org/officeDocument/2006/relationships/image" Target="../media/image50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3.wmf"/><Relationship Id="rId22" Type="http://schemas.openxmlformats.org/officeDocument/2006/relationships/oleObject" Target="../embeddings/oleObject49.bin"/><Relationship Id="rId27" Type="http://schemas.openxmlformats.org/officeDocument/2006/relationships/image" Target="../media/image48.wmf"/><Relationship Id="rId30" Type="http://schemas.openxmlformats.org/officeDocument/2006/relationships/oleObject" Target="../embeddings/oleObject53.bin"/><Relationship Id="rId35" Type="http://schemas.openxmlformats.org/officeDocument/2006/relationships/image" Target="../media/image52.wmf"/><Relationship Id="rId8" Type="http://schemas.openxmlformats.org/officeDocument/2006/relationships/image" Target="../media/image4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60.wmf"/><Relationship Id="rId3" Type="http://schemas.openxmlformats.org/officeDocument/2006/relationships/oleObject" Target="../embeddings/oleObject56.bin"/><Relationship Id="rId21" Type="http://schemas.openxmlformats.org/officeDocument/2006/relationships/oleObject" Target="../embeddings/oleObject65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57.wmf"/><Relationship Id="rId17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9.wmf"/><Relationship Id="rId20" Type="http://schemas.openxmlformats.org/officeDocument/2006/relationships/image" Target="../media/image61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56.wmf"/><Relationship Id="rId19" Type="http://schemas.openxmlformats.org/officeDocument/2006/relationships/oleObject" Target="../embeddings/oleObject64.bin"/><Relationship Id="rId4" Type="http://schemas.openxmlformats.org/officeDocument/2006/relationships/image" Target="../media/image53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58.wmf"/><Relationship Id="rId22" Type="http://schemas.openxmlformats.org/officeDocument/2006/relationships/image" Target="../media/image6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70.wmf"/><Relationship Id="rId3" Type="http://schemas.openxmlformats.org/officeDocument/2006/relationships/oleObject" Target="../embeddings/oleObject66.bin"/><Relationship Id="rId21" Type="http://schemas.openxmlformats.org/officeDocument/2006/relationships/oleObject" Target="../embeddings/oleObject75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67.wmf"/><Relationship Id="rId17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9.wmf"/><Relationship Id="rId20" Type="http://schemas.openxmlformats.org/officeDocument/2006/relationships/image" Target="../media/image71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10" Type="http://schemas.openxmlformats.org/officeDocument/2006/relationships/image" Target="../media/image66.wmf"/><Relationship Id="rId19" Type="http://schemas.openxmlformats.org/officeDocument/2006/relationships/oleObject" Target="../embeddings/oleObject74.bin"/><Relationship Id="rId4" Type="http://schemas.openxmlformats.org/officeDocument/2006/relationships/image" Target="../media/image63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68.wmf"/><Relationship Id="rId22" Type="http://schemas.openxmlformats.org/officeDocument/2006/relationships/image" Target="../media/image7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81.bin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7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9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7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8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87.bin"/><Relationship Id="rId5" Type="http://schemas.openxmlformats.org/officeDocument/2006/relationships/oleObject" Target="../embeddings/oleObject84.bin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8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8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0" Type="http://schemas.openxmlformats.org/officeDocument/2006/relationships/image" Target="../media/image88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9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94.bin"/><Relationship Id="rId10" Type="http://schemas.openxmlformats.org/officeDocument/2006/relationships/image" Target="../media/image93.wmf"/><Relationship Id="rId4" Type="http://schemas.openxmlformats.org/officeDocument/2006/relationships/image" Target="../media/image90.wmf"/><Relationship Id="rId9" Type="http://schemas.openxmlformats.org/officeDocument/2006/relationships/oleObject" Target="../embeddings/oleObject9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9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0" Type="http://schemas.openxmlformats.org/officeDocument/2006/relationships/image" Target="../media/image97.wmf"/><Relationship Id="rId4" Type="http://schemas.openxmlformats.org/officeDocument/2006/relationships/image" Target="../media/image94.wmf"/><Relationship Id="rId9" Type="http://schemas.openxmlformats.org/officeDocument/2006/relationships/oleObject" Target="../embeddings/oleObject10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9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0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105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0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115.bin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1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3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10" Type="http://schemas.openxmlformats.org/officeDocument/2006/relationships/image" Target="../media/image110.wmf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1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22.bin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12" Type="http://schemas.openxmlformats.org/officeDocument/2006/relationships/image" Target="../media/image1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21.bin"/><Relationship Id="rId5" Type="http://schemas.openxmlformats.org/officeDocument/2006/relationships/oleObject" Target="../embeddings/oleObject118.bin"/><Relationship Id="rId10" Type="http://schemas.openxmlformats.org/officeDocument/2006/relationships/image" Target="../media/image117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20.bin"/><Relationship Id="rId14" Type="http://schemas.openxmlformats.org/officeDocument/2006/relationships/image" Target="../media/image11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2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27.bin"/><Relationship Id="rId5" Type="http://schemas.openxmlformats.org/officeDocument/2006/relationships/oleObject" Target="../embeddings/oleObject124.bin"/><Relationship Id="rId10" Type="http://schemas.openxmlformats.org/officeDocument/2006/relationships/image" Target="../media/image123.wmf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2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33.bin"/><Relationship Id="rId18" Type="http://schemas.openxmlformats.org/officeDocument/2006/relationships/image" Target="../media/image132.wmf"/><Relationship Id="rId26" Type="http://schemas.openxmlformats.org/officeDocument/2006/relationships/image" Target="../media/image136.wmf"/><Relationship Id="rId3" Type="http://schemas.openxmlformats.org/officeDocument/2006/relationships/oleObject" Target="../embeddings/oleObject128.bin"/><Relationship Id="rId21" Type="http://schemas.openxmlformats.org/officeDocument/2006/relationships/oleObject" Target="../embeddings/oleObject137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29.wmf"/><Relationship Id="rId17" Type="http://schemas.openxmlformats.org/officeDocument/2006/relationships/oleObject" Target="../embeddings/oleObject135.bin"/><Relationship Id="rId25" Type="http://schemas.openxmlformats.org/officeDocument/2006/relationships/oleObject" Target="../embeddings/oleObject1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1.wmf"/><Relationship Id="rId20" Type="http://schemas.openxmlformats.org/officeDocument/2006/relationships/image" Target="../media/image133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32.bin"/><Relationship Id="rId24" Type="http://schemas.openxmlformats.org/officeDocument/2006/relationships/image" Target="../media/image135.wmf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34.bin"/><Relationship Id="rId23" Type="http://schemas.openxmlformats.org/officeDocument/2006/relationships/oleObject" Target="../embeddings/oleObject138.bin"/><Relationship Id="rId28" Type="http://schemas.openxmlformats.org/officeDocument/2006/relationships/image" Target="../media/image137.wmf"/><Relationship Id="rId10" Type="http://schemas.openxmlformats.org/officeDocument/2006/relationships/image" Target="../media/image128.wmf"/><Relationship Id="rId19" Type="http://schemas.openxmlformats.org/officeDocument/2006/relationships/oleObject" Target="../embeddings/oleObject136.bin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130.wmf"/><Relationship Id="rId22" Type="http://schemas.openxmlformats.org/officeDocument/2006/relationships/image" Target="../media/image134.wmf"/><Relationship Id="rId27" Type="http://schemas.openxmlformats.org/officeDocument/2006/relationships/oleObject" Target="../embeddings/oleObject14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oleObject" Target="../embeddings/oleObject146.bin"/><Relationship Id="rId18" Type="http://schemas.openxmlformats.org/officeDocument/2006/relationships/oleObject" Target="../embeddings/oleObject149.bin"/><Relationship Id="rId26" Type="http://schemas.openxmlformats.org/officeDocument/2006/relationships/oleObject" Target="../embeddings/oleObject153.bin"/><Relationship Id="rId3" Type="http://schemas.openxmlformats.org/officeDocument/2006/relationships/oleObject" Target="../embeddings/oleObject141.bin"/><Relationship Id="rId21" Type="http://schemas.openxmlformats.org/officeDocument/2006/relationships/image" Target="../media/image146.wmf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42.wmf"/><Relationship Id="rId17" Type="http://schemas.openxmlformats.org/officeDocument/2006/relationships/oleObject" Target="../embeddings/oleObject148.bin"/><Relationship Id="rId25" Type="http://schemas.openxmlformats.org/officeDocument/2006/relationships/image" Target="../media/image14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4.wmf"/><Relationship Id="rId20" Type="http://schemas.openxmlformats.org/officeDocument/2006/relationships/oleObject" Target="../embeddings/oleObject150.bin"/><Relationship Id="rId29" Type="http://schemas.openxmlformats.org/officeDocument/2006/relationships/image" Target="../media/image150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145.bin"/><Relationship Id="rId24" Type="http://schemas.openxmlformats.org/officeDocument/2006/relationships/oleObject" Target="../embeddings/oleObject152.bin"/><Relationship Id="rId5" Type="http://schemas.openxmlformats.org/officeDocument/2006/relationships/oleObject" Target="../embeddings/oleObject142.bin"/><Relationship Id="rId15" Type="http://schemas.openxmlformats.org/officeDocument/2006/relationships/oleObject" Target="../embeddings/oleObject147.bin"/><Relationship Id="rId23" Type="http://schemas.openxmlformats.org/officeDocument/2006/relationships/image" Target="../media/image147.wmf"/><Relationship Id="rId28" Type="http://schemas.openxmlformats.org/officeDocument/2006/relationships/oleObject" Target="../embeddings/oleObject154.bin"/><Relationship Id="rId10" Type="http://schemas.openxmlformats.org/officeDocument/2006/relationships/image" Target="../media/image141.wmf"/><Relationship Id="rId19" Type="http://schemas.openxmlformats.org/officeDocument/2006/relationships/image" Target="../media/image145.wmf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43.wmf"/><Relationship Id="rId22" Type="http://schemas.openxmlformats.org/officeDocument/2006/relationships/oleObject" Target="../embeddings/oleObject151.bin"/><Relationship Id="rId27" Type="http://schemas.openxmlformats.org/officeDocument/2006/relationships/image" Target="../media/image149.wmf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0.bin"/><Relationship Id="rId18" Type="http://schemas.openxmlformats.org/officeDocument/2006/relationships/image" Target="../media/image158.wmf"/><Relationship Id="rId26" Type="http://schemas.openxmlformats.org/officeDocument/2006/relationships/oleObject" Target="../embeddings/oleObject167.bin"/><Relationship Id="rId3" Type="http://schemas.openxmlformats.org/officeDocument/2006/relationships/oleObject" Target="../embeddings/oleObject155.bin"/><Relationship Id="rId21" Type="http://schemas.openxmlformats.org/officeDocument/2006/relationships/oleObject" Target="../embeddings/oleObject164.bin"/><Relationship Id="rId34" Type="http://schemas.openxmlformats.org/officeDocument/2006/relationships/image" Target="../media/image165.wmf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55.wmf"/><Relationship Id="rId17" Type="http://schemas.openxmlformats.org/officeDocument/2006/relationships/oleObject" Target="../embeddings/oleObject162.bin"/><Relationship Id="rId25" Type="http://schemas.openxmlformats.org/officeDocument/2006/relationships/image" Target="../media/image161.wmf"/><Relationship Id="rId33" Type="http://schemas.openxmlformats.org/officeDocument/2006/relationships/oleObject" Target="../embeddings/oleObject1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7.wmf"/><Relationship Id="rId20" Type="http://schemas.openxmlformats.org/officeDocument/2006/relationships/image" Target="../media/image159.wmf"/><Relationship Id="rId29" Type="http://schemas.openxmlformats.org/officeDocument/2006/relationships/oleObject" Target="../embeddings/oleObject169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159.bin"/><Relationship Id="rId24" Type="http://schemas.openxmlformats.org/officeDocument/2006/relationships/oleObject" Target="../embeddings/oleObject166.bin"/><Relationship Id="rId32" Type="http://schemas.openxmlformats.org/officeDocument/2006/relationships/image" Target="../media/image164.wmf"/><Relationship Id="rId5" Type="http://schemas.openxmlformats.org/officeDocument/2006/relationships/oleObject" Target="../embeddings/oleObject156.bin"/><Relationship Id="rId15" Type="http://schemas.openxmlformats.org/officeDocument/2006/relationships/oleObject" Target="../embeddings/oleObject161.bin"/><Relationship Id="rId23" Type="http://schemas.openxmlformats.org/officeDocument/2006/relationships/oleObject" Target="../embeddings/oleObject165.bin"/><Relationship Id="rId28" Type="http://schemas.openxmlformats.org/officeDocument/2006/relationships/oleObject" Target="../embeddings/oleObject168.bin"/><Relationship Id="rId36" Type="http://schemas.openxmlformats.org/officeDocument/2006/relationships/image" Target="../media/image166.wmf"/><Relationship Id="rId10" Type="http://schemas.openxmlformats.org/officeDocument/2006/relationships/image" Target="../media/image154.wmf"/><Relationship Id="rId19" Type="http://schemas.openxmlformats.org/officeDocument/2006/relationships/oleObject" Target="../embeddings/oleObject163.bin"/><Relationship Id="rId31" Type="http://schemas.openxmlformats.org/officeDocument/2006/relationships/oleObject" Target="../embeddings/oleObject170.bin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158.bin"/><Relationship Id="rId14" Type="http://schemas.openxmlformats.org/officeDocument/2006/relationships/image" Target="../media/image156.wmf"/><Relationship Id="rId22" Type="http://schemas.openxmlformats.org/officeDocument/2006/relationships/image" Target="../media/image160.wmf"/><Relationship Id="rId27" Type="http://schemas.openxmlformats.org/officeDocument/2006/relationships/image" Target="../media/image162.wmf"/><Relationship Id="rId30" Type="http://schemas.openxmlformats.org/officeDocument/2006/relationships/image" Target="../media/image163.wmf"/><Relationship Id="rId35" Type="http://schemas.openxmlformats.org/officeDocument/2006/relationships/oleObject" Target="../embeddings/oleObject172.bin"/><Relationship Id="rId8" Type="http://schemas.openxmlformats.org/officeDocument/2006/relationships/image" Target="../media/image15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17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68.wmf"/><Relationship Id="rId11" Type="http://schemas.openxmlformats.org/officeDocument/2006/relationships/oleObject" Target="../embeddings/oleObject177.bin"/><Relationship Id="rId5" Type="http://schemas.openxmlformats.org/officeDocument/2006/relationships/oleObject" Target="../embeddings/oleObject174.bin"/><Relationship Id="rId10" Type="http://schemas.openxmlformats.org/officeDocument/2006/relationships/image" Target="../media/image170.wmf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17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13" Type="http://schemas.openxmlformats.org/officeDocument/2006/relationships/oleObject" Target="../embeddings/oleObject183.bin"/><Relationship Id="rId18" Type="http://schemas.openxmlformats.org/officeDocument/2006/relationships/image" Target="../media/image179.wmf"/><Relationship Id="rId26" Type="http://schemas.openxmlformats.org/officeDocument/2006/relationships/image" Target="../media/image183.wmf"/><Relationship Id="rId3" Type="http://schemas.openxmlformats.org/officeDocument/2006/relationships/oleObject" Target="../embeddings/oleObject178.bin"/><Relationship Id="rId21" Type="http://schemas.openxmlformats.org/officeDocument/2006/relationships/oleObject" Target="../embeddings/oleObject187.bin"/><Relationship Id="rId7" Type="http://schemas.openxmlformats.org/officeDocument/2006/relationships/oleObject" Target="../embeddings/oleObject180.bin"/><Relationship Id="rId12" Type="http://schemas.openxmlformats.org/officeDocument/2006/relationships/image" Target="../media/image176.wmf"/><Relationship Id="rId17" Type="http://schemas.openxmlformats.org/officeDocument/2006/relationships/oleObject" Target="../embeddings/oleObject185.bin"/><Relationship Id="rId25" Type="http://schemas.openxmlformats.org/officeDocument/2006/relationships/oleObject" Target="../embeddings/oleObject1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8.wmf"/><Relationship Id="rId20" Type="http://schemas.openxmlformats.org/officeDocument/2006/relationships/image" Target="../media/image180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73.wmf"/><Relationship Id="rId11" Type="http://schemas.openxmlformats.org/officeDocument/2006/relationships/oleObject" Target="../embeddings/oleObject182.bin"/><Relationship Id="rId24" Type="http://schemas.openxmlformats.org/officeDocument/2006/relationships/image" Target="../media/image182.wmf"/><Relationship Id="rId5" Type="http://schemas.openxmlformats.org/officeDocument/2006/relationships/oleObject" Target="../embeddings/oleObject179.bin"/><Relationship Id="rId15" Type="http://schemas.openxmlformats.org/officeDocument/2006/relationships/oleObject" Target="../embeddings/oleObject184.bin"/><Relationship Id="rId23" Type="http://schemas.openxmlformats.org/officeDocument/2006/relationships/oleObject" Target="../embeddings/oleObject188.bin"/><Relationship Id="rId10" Type="http://schemas.openxmlformats.org/officeDocument/2006/relationships/image" Target="../media/image175.wmf"/><Relationship Id="rId19" Type="http://schemas.openxmlformats.org/officeDocument/2006/relationships/oleObject" Target="../embeddings/oleObject186.bin"/><Relationship Id="rId4" Type="http://schemas.openxmlformats.org/officeDocument/2006/relationships/image" Target="../media/image172.wmf"/><Relationship Id="rId9" Type="http://schemas.openxmlformats.org/officeDocument/2006/relationships/oleObject" Target="../embeddings/oleObject181.bin"/><Relationship Id="rId14" Type="http://schemas.openxmlformats.org/officeDocument/2006/relationships/image" Target="../media/image177.wmf"/><Relationship Id="rId22" Type="http://schemas.openxmlformats.org/officeDocument/2006/relationships/image" Target="../media/image181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13" Type="http://schemas.openxmlformats.org/officeDocument/2006/relationships/oleObject" Target="../embeddings/oleObject195.bin"/><Relationship Id="rId18" Type="http://schemas.openxmlformats.org/officeDocument/2006/relationships/image" Target="../media/image190.wmf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2.bin"/><Relationship Id="rId12" Type="http://schemas.openxmlformats.org/officeDocument/2006/relationships/image" Target="../media/image187.wmf"/><Relationship Id="rId17" Type="http://schemas.openxmlformats.org/officeDocument/2006/relationships/oleObject" Target="../embeddings/oleObject19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9.wmf"/><Relationship Id="rId20" Type="http://schemas.openxmlformats.org/officeDocument/2006/relationships/image" Target="../media/image191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85.wmf"/><Relationship Id="rId11" Type="http://schemas.openxmlformats.org/officeDocument/2006/relationships/oleObject" Target="../embeddings/oleObject194.bin"/><Relationship Id="rId5" Type="http://schemas.openxmlformats.org/officeDocument/2006/relationships/oleObject" Target="../embeddings/oleObject191.bin"/><Relationship Id="rId15" Type="http://schemas.openxmlformats.org/officeDocument/2006/relationships/oleObject" Target="../embeddings/oleObject196.bin"/><Relationship Id="rId10" Type="http://schemas.openxmlformats.org/officeDocument/2006/relationships/image" Target="../media/image175.wmf"/><Relationship Id="rId19" Type="http://schemas.openxmlformats.org/officeDocument/2006/relationships/oleObject" Target="../embeddings/oleObject198.bin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193.bin"/><Relationship Id="rId14" Type="http://schemas.openxmlformats.org/officeDocument/2006/relationships/image" Target="../media/image188.w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4.bin"/><Relationship Id="rId18" Type="http://schemas.openxmlformats.org/officeDocument/2006/relationships/image" Target="../media/image199.wmf"/><Relationship Id="rId26" Type="http://schemas.openxmlformats.org/officeDocument/2006/relationships/image" Target="../media/image203.wmf"/><Relationship Id="rId39" Type="http://schemas.openxmlformats.org/officeDocument/2006/relationships/image" Target="../media/image209.wmf"/><Relationship Id="rId21" Type="http://schemas.openxmlformats.org/officeDocument/2006/relationships/oleObject" Target="../embeddings/oleObject208.bin"/><Relationship Id="rId34" Type="http://schemas.openxmlformats.org/officeDocument/2006/relationships/oleObject" Target="../embeddings/oleObject215.bin"/><Relationship Id="rId7" Type="http://schemas.openxmlformats.org/officeDocument/2006/relationships/oleObject" Target="../embeddings/oleObject201.bin"/><Relationship Id="rId12" Type="http://schemas.openxmlformats.org/officeDocument/2006/relationships/image" Target="../media/image196.wmf"/><Relationship Id="rId17" Type="http://schemas.openxmlformats.org/officeDocument/2006/relationships/oleObject" Target="../embeddings/oleObject206.bin"/><Relationship Id="rId25" Type="http://schemas.openxmlformats.org/officeDocument/2006/relationships/oleObject" Target="../embeddings/oleObject210.bin"/><Relationship Id="rId33" Type="http://schemas.openxmlformats.org/officeDocument/2006/relationships/image" Target="../media/image206.wmf"/><Relationship Id="rId38" Type="http://schemas.openxmlformats.org/officeDocument/2006/relationships/oleObject" Target="../embeddings/oleObject2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8.wmf"/><Relationship Id="rId20" Type="http://schemas.openxmlformats.org/officeDocument/2006/relationships/image" Target="../media/image200.wmf"/><Relationship Id="rId29" Type="http://schemas.openxmlformats.org/officeDocument/2006/relationships/oleObject" Target="../embeddings/oleObject212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93.wmf"/><Relationship Id="rId11" Type="http://schemas.openxmlformats.org/officeDocument/2006/relationships/oleObject" Target="../embeddings/oleObject203.bin"/><Relationship Id="rId24" Type="http://schemas.openxmlformats.org/officeDocument/2006/relationships/image" Target="../media/image202.wmf"/><Relationship Id="rId32" Type="http://schemas.openxmlformats.org/officeDocument/2006/relationships/oleObject" Target="../embeddings/oleObject214.bin"/><Relationship Id="rId37" Type="http://schemas.openxmlformats.org/officeDocument/2006/relationships/image" Target="../media/image208.wmf"/><Relationship Id="rId5" Type="http://schemas.openxmlformats.org/officeDocument/2006/relationships/oleObject" Target="../embeddings/oleObject200.bin"/><Relationship Id="rId15" Type="http://schemas.openxmlformats.org/officeDocument/2006/relationships/oleObject" Target="../embeddings/oleObject205.bin"/><Relationship Id="rId23" Type="http://schemas.openxmlformats.org/officeDocument/2006/relationships/oleObject" Target="../embeddings/oleObject209.bin"/><Relationship Id="rId28" Type="http://schemas.openxmlformats.org/officeDocument/2006/relationships/image" Target="../media/image204.wmf"/><Relationship Id="rId36" Type="http://schemas.openxmlformats.org/officeDocument/2006/relationships/oleObject" Target="../embeddings/oleObject216.bin"/><Relationship Id="rId10" Type="http://schemas.openxmlformats.org/officeDocument/2006/relationships/image" Target="../media/image195.wmf"/><Relationship Id="rId19" Type="http://schemas.openxmlformats.org/officeDocument/2006/relationships/oleObject" Target="../embeddings/oleObject207.bin"/><Relationship Id="rId31" Type="http://schemas.openxmlformats.org/officeDocument/2006/relationships/oleObject" Target="../embeddings/oleObject213.bin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202.bin"/><Relationship Id="rId14" Type="http://schemas.openxmlformats.org/officeDocument/2006/relationships/image" Target="../media/image197.wmf"/><Relationship Id="rId22" Type="http://schemas.openxmlformats.org/officeDocument/2006/relationships/image" Target="../media/image201.wmf"/><Relationship Id="rId27" Type="http://schemas.openxmlformats.org/officeDocument/2006/relationships/oleObject" Target="../embeddings/oleObject211.bin"/><Relationship Id="rId30" Type="http://schemas.openxmlformats.org/officeDocument/2006/relationships/image" Target="../media/image205.wmf"/><Relationship Id="rId35" Type="http://schemas.openxmlformats.org/officeDocument/2006/relationships/image" Target="../media/image207.wmf"/><Relationship Id="rId8" Type="http://schemas.openxmlformats.org/officeDocument/2006/relationships/image" Target="../media/image194.wmf"/><Relationship Id="rId3" Type="http://schemas.openxmlformats.org/officeDocument/2006/relationships/oleObject" Target="../embeddings/oleObject19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13" Type="http://schemas.openxmlformats.org/officeDocument/2006/relationships/oleObject" Target="../embeddings/oleObject223.bin"/><Relationship Id="rId18" Type="http://schemas.openxmlformats.org/officeDocument/2006/relationships/image" Target="../media/image217.wmf"/><Relationship Id="rId26" Type="http://schemas.openxmlformats.org/officeDocument/2006/relationships/image" Target="../media/image221.wmf"/><Relationship Id="rId3" Type="http://schemas.openxmlformats.org/officeDocument/2006/relationships/oleObject" Target="../embeddings/oleObject218.bin"/><Relationship Id="rId21" Type="http://schemas.openxmlformats.org/officeDocument/2006/relationships/oleObject" Target="../embeddings/oleObject227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214.wmf"/><Relationship Id="rId17" Type="http://schemas.openxmlformats.org/officeDocument/2006/relationships/oleObject" Target="../embeddings/oleObject225.bin"/><Relationship Id="rId25" Type="http://schemas.openxmlformats.org/officeDocument/2006/relationships/oleObject" Target="../embeddings/oleObject2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6.wmf"/><Relationship Id="rId20" Type="http://schemas.openxmlformats.org/officeDocument/2006/relationships/image" Target="../media/image218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11.wmf"/><Relationship Id="rId11" Type="http://schemas.openxmlformats.org/officeDocument/2006/relationships/oleObject" Target="../embeddings/oleObject222.bin"/><Relationship Id="rId24" Type="http://schemas.openxmlformats.org/officeDocument/2006/relationships/image" Target="../media/image220.wmf"/><Relationship Id="rId5" Type="http://schemas.openxmlformats.org/officeDocument/2006/relationships/oleObject" Target="../embeddings/oleObject219.bin"/><Relationship Id="rId15" Type="http://schemas.openxmlformats.org/officeDocument/2006/relationships/oleObject" Target="../embeddings/oleObject224.bin"/><Relationship Id="rId23" Type="http://schemas.openxmlformats.org/officeDocument/2006/relationships/oleObject" Target="../embeddings/oleObject228.bin"/><Relationship Id="rId10" Type="http://schemas.openxmlformats.org/officeDocument/2006/relationships/image" Target="../media/image213.wmf"/><Relationship Id="rId19" Type="http://schemas.openxmlformats.org/officeDocument/2006/relationships/oleObject" Target="../embeddings/oleObject226.bin"/><Relationship Id="rId4" Type="http://schemas.openxmlformats.org/officeDocument/2006/relationships/image" Target="../media/image210.w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215.wmf"/><Relationship Id="rId22" Type="http://schemas.openxmlformats.org/officeDocument/2006/relationships/image" Target="../media/image21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153A746F-4996-4F7F-821A-117E6113C9B7}"/>
              </a:ext>
            </a:extLst>
          </p:cNvPr>
          <p:cNvSpPr txBox="1">
            <a:spLocks/>
          </p:cNvSpPr>
          <p:nvPr/>
        </p:nvSpPr>
        <p:spPr>
          <a:xfrm>
            <a:off x="685800" y="1606813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2022</a:t>
            </a:r>
            <a:r>
              <a:rPr lang="zh-CN" altLang="en-US" sz="36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36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11</a:t>
            </a:r>
            <a:r>
              <a:rPr lang="zh-CN" altLang="en-US" sz="36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月高数</a:t>
            </a:r>
            <a:r>
              <a:rPr lang="en-US" altLang="zh-CN" sz="36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A(I)</a:t>
            </a:r>
            <a:r>
              <a:rPr lang="zh-CN" altLang="en-US" sz="36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期中试题解析</a:t>
            </a:r>
          </a:p>
        </p:txBody>
      </p:sp>
    </p:spTree>
    <p:extLst>
      <p:ext uri="{BB962C8B-B14F-4D97-AF65-F5344CB8AC3E}">
        <p14:creationId xmlns:p14="http://schemas.microsoft.com/office/powerpoint/2010/main" val="298202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B2C15B61-C173-4416-BFA1-3D16770A5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75" y="195486"/>
            <a:ext cx="23661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accent1"/>
                </a:solidFill>
                <a:latin typeface="Verdana" pitchFamily="34" charset="0"/>
                <a:ea typeface="宋体" charset="-122"/>
              </a:defRPr>
            </a:lvl1pPr>
            <a:lvl2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一、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选择题</a:t>
            </a:r>
          </a:p>
        </p:txBody>
      </p:sp>
      <p:sp>
        <p:nvSpPr>
          <p:cNvPr id="3" name="文本框 3">
            <a:extLst>
              <a:ext uri="{FF2B5EF4-FFF2-40B4-BE49-F238E27FC236}">
                <a16:creationId xmlns:a16="http://schemas.microsoft.com/office/drawing/2014/main" id="{E02D9543-B277-4DFC-8ACB-8A6223B85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24" y="771550"/>
            <a:ext cx="10754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accent1"/>
                </a:solidFill>
                <a:latin typeface="Verdana" pitchFamily="34" charset="0"/>
                <a:ea typeface="宋体" charset="-122"/>
              </a:defRPr>
            </a:lvl1pPr>
            <a:lvl2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1.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设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F58A739-620E-41CF-AA80-6C40005776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872510"/>
              </p:ext>
            </p:extLst>
          </p:nvPr>
        </p:nvGraphicFramePr>
        <p:xfrm>
          <a:off x="1476375" y="792832"/>
          <a:ext cx="4114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85" name="Equation" r:id="rId3" imgW="4114800" imgH="419040" progId="Equation.DSMT4">
                  <p:embed/>
                </p:oleObj>
              </mc:Choice>
              <mc:Fallback>
                <p:oleObj name="Equation" r:id="rId3" imgW="41148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6375" y="792832"/>
                        <a:ext cx="41148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FD251F9-2D20-43FF-92E8-62C0041163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183865"/>
              </p:ext>
            </p:extLst>
          </p:nvPr>
        </p:nvGraphicFramePr>
        <p:xfrm>
          <a:off x="1476375" y="1419622"/>
          <a:ext cx="4762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86" name="Equation" r:id="rId5" imgW="4762440" imgH="469800" progId="Equation.DSMT4">
                  <p:embed/>
                </p:oleObj>
              </mc:Choice>
              <mc:Fallback>
                <p:oleObj name="Equation" r:id="rId5" imgW="4762440" imgH="4698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F58A739-620E-41CF-AA80-6C40005776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6375" y="1419622"/>
                        <a:ext cx="47625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3">
            <a:extLst>
              <a:ext uri="{FF2B5EF4-FFF2-40B4-BE49-F238E27FC236}">
                <a16:creationId xmlns:a16="http://schemas.microsoft.com/office/drawing/2014/main" id="{80A5FB20-737C-4740-AD2B-33A0D6571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24" y="1995686"/>
            <a:ext cx="84202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accent1"/>
                </a:solidFill>
                <a:latin typeface="Verdana" pitchFamily="34" charset="0"/>
                <a:ea typeface="宋体" charset="-122"/>
              </a:defRPr>
            </a:lvl1pPr>
            <a:lvl2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则关于函数     和     是否相同的结论中，正确的是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    ).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AACA3C5-2368-411D-8FB4-96CBCEBFE5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285540"/>
              </p:ext>
            </p:extLst>
          </p:nvPr>
        </p:nvGraphicFramePr>
        <p:xfrm>
          <a:off x="2263373" y="2097212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87" name="Equation" r:id="rId7" imgW="622080" imgH="342720" progId="Equation.DSMT4">
                  <p:embed/>
                </p:oleObj>
              </mc:Choice>
              <mc:Fallback>
                <p:oleObj name="Equation" r:id="rId7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63373" y="2097212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C9EA3AB-CD77-41DF-84C8-26F1DDF00E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645320"/>
              </p:ext>
            </p:extLst>
          </p:nvPr>
        </p:nvGraphicFramePr>
        <p:xfrm>
          <a:off x="3401368" y="2055068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88" name="Equation" r:id="rId9" imgW="596880" imgH="342720" progId="Equation.DSMT4">
                  <p:embed/>
                </p:oleObj>
              </mc:Choice>
              <mc:Fallback>
                <p:oleObj name="Equation" r:id="rId9" imgW="596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01368" y="2055068"/>
                        <a:ext cx="59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4EE2E10-A884-4657-AF3A-FF94BA8C1F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792041"/>
              </p:ext>
            </p:extLst>
          </p:nvPr>
        </p:nvGraphicFramePr>
        <p:xfrm>
          <a:off x="765175" y="2686050"/>
          <a:ext cx="482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89" name="Equation" r:id="rId11" imgW="482400" imgH="342720" progId="Equation.DSMT4">
                  <p:embed/>
                </p:oleObj>
              </mc:Choice>
              <mc:Fallback>
                <p:oleObj name="Equation" r:id="rId11" imgW="4824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65175" y="2686050"/>
                        <a:ext cx="482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0ED6B5A9-ADFF-47FF-9ED3-B728DE18AD55}"/>
              </a:ext>
            </a:extLst>
          </p:cNvPr>
          <p:cNvSpPr/>
          <p:nvPr/>
        </p:nvSpPr>
        <p:spPr>
          <a:xfrm>
            <a:off x="1248274" y="2571750"/>
            <a:ext cx="29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相同，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不相同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8FA492F-A6E6-4E72-9E0B-32CD4FDF16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933872"/>
              </p:ext>
            </p:extLst>
          </p:nvPr>
        </p:nvGraphicFramePr>
        <p:xfrm>
          <a:off x="4468813" y="2644775"/>
          <a:ext cx="44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90" name="Equation" r:id="rId13" imgW="444240" imgH="342720" progId="Equation.DSMT4">
                  <p:embed/>
                </p:oleObj>
              </mc:Choice>
              <mc:Fallback>
                <p:oleObj name="Equation" r:id="rId13" imgW="44424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4EE2E10-A884-4657-AF3A-FF94BA8C1F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68813" y="2644775"/>
                        <a:ext cx="444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B5F27C96-D82C-4038-80E1-A013C656AF84}"/>
              </a:ext>
            </a:extLst>
          </p:cNvPr>
          <p:cNvSpPr/>
          <p:nvPr/>
        </p:nvSpPr>
        <p:spPr>
          <a:xfrm>
            <a:off x="4932042" y="2529929"/>
            <a:ext cx="29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不相同，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相同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AFE1DF9-5213-47DF-8B94-F074A321CA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843324"/>
              </p:ext>
            </p:extLst>
          </p:nvPr>
        </p:nvGraphicFramePr>
        <p:xfrm>
          <a:off x="868363" y="3371850"/>
          <a:ext cx="44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91" name="Equation" r:id="rId15" imgW="444240" imgH="342720" progId="Equation.DSMT4">
                  <p:embed/>
                </p:oleObj>
              </mc:Choice>
              <mc:Fallback>
                <p:oleObj name="Equation" r:id="rId15" imgW="44424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4EE2E10-A884-4657-AF3A-FF94BA8C1F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68363" y="3371850"/>
                        <a:ext cx="444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2FB3C4C6-B09E-4726-8582-44B459780E2F}"/>
              </a:ext>
            </a:extLst>
          </p:cNvPr>
          <p:cNvSpPr/>
          <p:nvPr/>
        </p:nvSpPr>
        <p:spPr>
          <a:xfrm>
            <a:off x="1331640" y="3257849"/>
            <a:ext cx="29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相同，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相同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EB9F1EA-D490-42BB-A0DD-3B8D83DD80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3462763"/>
              </p:ext>
            </p:extLst>
          </p:nvPr>
        </p:nvGraphicFramePr>
        <p:xfrm>
          <a:off x="4456113" y="3333750"/>
          <a:ext cx="46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92" name="Equation" r:id="rId17" imgW="469800" imgH="342720" progId="Equation.DSMT4">
                  <p:embed/>
                </p:oleObj>
              </mc:Choice>
              <mc:Fallback>
                <p:oleObj name="Equation" r:id="rId17" imgW="46980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4EE2E10-A884-4657-AF3A-FF94BA8C1F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56113" y="3333750"/>
                        <a:ext cx="469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CD3CA31C-F7AB-4123-B3F9-49017321BD14}"/>
              </a:ext>
            </a:extLst>
          </p:cNvPr>
          <p:cNvSpPr/>
          <p:nvPr/>
        </p:nvSpPr>
        <p:spPr>
          <a:xfrm>
            <a:off x="4932041" y="3219822"/>
            <a:ext cx="33435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不相同，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不相同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52CA55-38B8-4C16-BDB1-D7D39C55C445}"/>
              </a:ext>
            </a:extLst>
          </p:cNvPr>
          <p:cNvSpPr/>
          <p:nvPr/>
        </p:nvSpPr>
        <p:spPr>
          <a:xfrm>
            <a:off x="778093" y="3923319"/>
            <a:ext cx="913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解析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89A3B1E-DCAB-4BEF-AE6E-7D49C8C6B08C}"/>
              </a:ext>
            </a:extLst>
          </p:cNvPr>
          <p:cNvSpPr/>
          <p:nvPr/>
        </p:nvSpPr>
        <p:spPr>
          <a:xfrm>
            <a:off x="1564676" y="3943948"/>
            <a:ext cx="36553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两函数定义域不相同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b="1" dirty="0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8E5A607F-3885-4DA0-A609-2E2F1AE87B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6810164"/>
              </p:ext>
            </p:extLst>
          </p:nvPr>
        </p:nvGraphicFramePr>
        <p:xfrm>
          <a:off x="8286476" y="2114501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93" name="Equation" r:id="rId19" imgW="241200" imgH="266400" progId="Equation.DSMT4">
                  <p:embed/>
                </p:oleObj>
              </mc:Choice>
              <mc:Fallback>
                <p:oleObj name="Equation" r:id="rId19" imgW="2412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286476" y="2114501"/>
                        <a:ext cx="2413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3308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9A0A158F-182E-4DE3-A7BF-67CF2186E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39502"/>
            <a:ext cx="79928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accent1"/>
                </a:solidFill>
                <a:latin typeface="Verdana" pitchFamily="34" charset="0"/>
                <a:ea typeface="宋体" charset="-122"/>
              </a:defRPr>
            </a:lvl1pPr>
            <a:lvl2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2.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当      时，若        与   是同阶无穷小，则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E26C270-57A8-40D2-88FF-7B9D013707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65261"/>
              </p:ext>
            </p:extLst>
          </p:nvPr>
        </p:nvGraphicFramePr>
        <p:xfrm>
          <a:off x="1691680" y="430634"/>
          <a:ext cx="774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37" name="Equation" r:id="rId3" imgW="774360" imgH="279360" progId="Equation.DSMT4">
                  <p:embed/>
                </p:oleObj>
              </mc:Choice>
              <mc:Fallback>
                <p:oleObj name="Equation" r:id="rId3" imgW="7743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430634"/>
                        <a:ext cx="774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9ABE8E6-19AD-4AC4-BA81-CFFEF027A2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772180"/>
              </p:ext>
            </p:extLst>
          </p:nvPr>
        </p:nvGraphicFramePr>
        <p:xfrm>
          <a:off x="3530600" y="456034"/>
          <a:ext cx="10414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38" name="Equation" r:id="rId5" imgW="1041120" imgH="253800" progId="Equation.DSMT4">
                  <p:embed/>
                </p:oleObj>
              </mc:Choice>
              <mc:Fallback>
                <p:oleObj name="Equation" r:id="rId5" imgW="10411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30600" y="456034"/>
                        <a:ext cx="10414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268301D-5BE5-47AD-ABC9-2A6448355A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753456"/>
              </p:ext>
            </p:extLst>
          </p:nvPr>
        </p:nvGraphicFramePr>
        <p:xfrm>
          <a:off x="5076056" y="398884"/>
          <a:ext cx="30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39" name="Equation" r:id="rId7" imgW="304560" imgH="342720" progId="Equation.DSMT4">
                  <p:embed/>
                </p:oleObj>
              </mc:Choice>
              <mc:Fallback>
                <p:oleObj name="Equation" r:id="rId7" imgW="3045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76056" y="398884"/>
                        <a:ext cx="304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06A92D0-843D-48A8-8224-777E99FAB5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947916"/>
              </p:ext>
            </p:extLst>
          </p:nvPr>
        </p:nvGraphicFramePr>
        <p:xfrm>
          <a:off x="7956624" y="462384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40" name="Equation" r:id="rId9" imgW="431640" imgH="279360" progId="Equation.DSMT4">
                  <p:embed/>
                </p:oleObj>
              </mc:Choice>
              <mc:Fallback>
                <p:oleObj name="Equation" r:id="rId9" imgW="431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56624" y="462384"/>
                        <a:ext cx="4318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C195B88-C553-47A9-8F6E-5EDF05C17E8E}"/>
              </a:ext>
            </a:extLst>
          </p:cNvPr>
          <p:cNvSpPr/>
          <p:nvPr/>
        </p:nvSpPr>
        <p:spPr>
          <a:xfrm>
            <a:off x="8316416" y="337382"/>
            <a:ext cx="7745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).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0E0DCAD-122A-40A8-8491-937ED63103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110752"/>
              </p:ext>
            </p:extLst>
          </p:nvPr>
        </p:nvGraphicFramePr>
        <p:xfrm>
          <a:off x="827584" y="1131590"/>
          <a:ext cx="76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41" name="Equation" r:id="rId11" imgW="761760" imgH="342720" progId="Equation.DSMT4">
                  <p:embed/>
                </p:oleObj>
              </mc:Choice>
              <mc:Fallback>
                <p:oleObj name="Equation" r:id="rId11" imgW="7617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27584" y="1131590"/>
                        <a:ext cx="76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D76BB43-6567-44EC-B550-8967FB1047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813519"/>
              </p:ext>
            </p:extLst>
          </p:nvPr>
        </p:nvGraphicFramePr>
        <p:xfrm>
          <a:off x="2627784" y="1131590"/>
          <a:ext cx="76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42" name="Equation" r:id="rId13" imgW="761760" imgH="342720" progId="Equation.DSMT4">
                  <p:embed/>
                </p:oleObj>
              </mc:Choice>
              <mc:Fallback>
                <p:oleObj name="Equation" r:id="rId13" imgW="76176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0E0DCAD-122A-40A8-8491-937ED63103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27784" y="1131590"/>
                        <a:ext cx="76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3571FB8-2A1C-470E-A27E-21DE674257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574824"/>
              </p:ext>
            </p:extLst>
          </p:nvPr>
        </p:nvGraphicFramePr>
        <p:xfrm>
          <a:off x="4427984" y="1131590"/>
          <a:ext cx="749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43" name="Equation" r:id="rId15" imgW="749160" imgH="342720" progId="Equation.DSMT4">
                  <p:embed/>
                </p:oleObj>
              </mc:Choice>
              <mc:Fallback>
                <p:oleObj name="Equation" r:id="rId15" imgW="74916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DD76BB43-6567-44EC-B550-8967FB1047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27984" y="1131590"/>
                        <a:ext cx="749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E9AED80-D35E-4A64-A0AD-FC699D9360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460667"/>
              </p:ext>
            </p:extLst>
          </p:nvPr>
        </p:nvGraphicFramePr>
        <p:xfrm>
          <a:off x="6084168" y="1159693"/>
          <a:ext cx="774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44" name="Equation" r:id="rId17" imgW="774360" imgH="342720" progId="Equation.DSMT4">
                  <p:embed/>
                </p:oleObj>
              </mc:Choice>
              <mc:Fallback>
                <p:oleObj name="Equation" r:id="rId17" imgW="77436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13571FB8-2A1C-470E-A27E-21DE674257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084168" y="1159693"/>
                        <a:ext cx="774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B1623ABB-DC67-45F4-8F35-5D533CEAA89B}"/>
              </a:ext>
            </a:extLst>
          </p:cNvPr>
          <p:cNvSpPr/>
          <p:nvPr/>
        </p:nvSpPr>
        <p:spPr>
          <a:xfrm>
            <a:off x="675997" y="1961430"/>
            <a:ext cx="913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解析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1C6130D-FC17-443F-9D89-33C9FAB795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203435"/>
              </p:ext>
            </p:extLst>
          </p:nvPr>
        </p:nvGraphicFramePr>
        <p:xfrm>
          <a:off x="1666422" y="1797050"/>
          <a:ext cx="6057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45" name="Equation" r:id="rId19" imgW="6057720" imgH="774360" progId="Equation.DSMT4">
                  <p:embed/>
                </p:oleObj>
              </mc:Choice>
              <mc:Fallback>
                <p:oleObj name="Equation" r:id="rId19" imgW="60577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66422" y="1797050"/>
                        <a:ext cx="6057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C28ED60-1293-4E63-89EE-223A7D9D2B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274416"/>
              </p:ext>
            </p:extLst>
          </p:nvPr>
        </p:nvGraphicFramePr>
        <p:xfrm>
          <a:off x="1763688" y="3075806"/>
          <a:ext cx="1092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46" name="Equation" r:id="rId21" imgW="1091880" imgH="330120" progId="Equation.DSMT4">
                  <p:embed/>
                </p:oleObj>
              </mc:Choice>
              <mc:Fallback>
                <p:oleObj name="Equation" r:id="rId21" imgW="10918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63688" y="3075806"/>
                        <a:ext cx="1092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BCAFE0C-F7BC-4488-B552-997D621B42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416950"/>
              </p:ext>
            </p:extLst>
          </p:nvPr>
        </p:nvGraphicFramePr>
        <p:xfrm>
          <a:off x="3530600" y="3075806"/>
          <a:ext cx="711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47" name="Equation" r:id="rId23" imgW="711000" imgH="279360" progId="Equation.DSMT4">
                  <p:embed/>
                </p:oleObj>
              </mc:Choice>
              <mc:Fallback>
                <p:oleObj name="Equation" r:id="rId23" imgW="7110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530600" y="3075806"/>
                        <a:ext cx="711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FA6BC4D-0312-464D-9852-C2F58518F4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658124"/>
              </p:ext>
            </p:extLst>
          </p:nvPr>
        </p:nvGraphicFramePr>
        <p:xfrm>
          <a:off x="8583051" y="479583"/>
          <a:ext cx="241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48" name="Equation" r:id="rId25" imgW="241200" imgH="279360" progId="Equation.DSMT4">
                  <p:embed/>
                </p:oleObj>
              </mc:Choice>
              <mc:Fallback>
                <p:oleObj name="Equation" r:id="rId25" imgW="2412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583051" y="479583"/>
                        <a:ext cx="241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080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2F4F203-B205-4748-BF6C-9D3F706E2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39502"/>
            <a:ext cx="9361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accent1"/>
                </a:solidFill>
                <a:latin typeface="Verdana" pitchFamily="34" charset="0"/>
                <a:ea typeface="宋体" charset="-122"/>
              </a:defRPr>
            </a:lvl1pPr>
            <a:lvl2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3.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设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D040758-1A94-46F1-AFEB-2D15C24408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699653"/>
              </p:ext>
            </p:extLst>
          </p:nvPr>
        </p:nvGraphicFramePr>
        <p:xfrm>
          <a:off x="1476375" y="182984"/>
          <a:ext cx="1778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3" name="Equation" r:id="rId3" imgW="1777680" imgH="774360" progId="Equation.DSMT4">
                  <p:embed/>
                </p:oleObj>
              </mc:Choice>
              <mc:Fallback>
                <p:oleObj name="Equation" r:id="rId3" imgW="17776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6375" y="182984"/>
                        <a:ext cx="1778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E857A91F-E2E8-410A-A4F8-CA406F7BE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374" y="328484"/>
            <a:ext cx="54940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accent1"/>
                </a:solidFill>
                <a:latin typeface="Verdana" pitchFamily="34" charset="0"/>
                <a:ea typeface="宋体" charset="-122"/>
              </a:defRPr>
            </a:lvl1pPr>
            <a:lvl2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则正确描述函数     间断点的是     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.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    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F1DD902-85B2-4B97-BF18-8DE6CAA05C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907396"/>
              </p:ext>
            </p:extLst>
          </p:nvPr>
        </p:nvGraphicFramePr>
        <p:xfrm>
          <a:off x="5511284" y="441357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4" name="Equation" r:id="rId5" imgW="622080" imgH="342720" progId="Equation.DSMT4">
                  <p:embed/>
                </p:oleObj>
              </mc:Choice>
              <mc:Fallback>
                <p:oleObj name="Equation" r:id="rId5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11284" y="441357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A550854-9478-47EC-B065-528FE75D8BB6}"/>
              </a:ext>
            </a:extLst>
          </p:cNvPr>
          <p:cNvSpPr/>
          <p:nvPr/>
        </p:nvSpPr>
        <p:spPr>
          <a:xfrm>
            <a:off x="7812360" y="328484"/>
            <a:ext cx="7745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)</a:t>
            </a:r>
            <a:endParaRPr lang="zh-CN" alt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7877F1F-D1C8-4DC3-B291-F98240D4C7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109484"/>
              </p:ext>
            </p:extLst>
          </p:nvPr>
        </p:nvGraphicFramePr>
        <p:xfrm>
          <a:off x="575928" y="1131887"/>
          <a:ext cx="647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5" name="Equation" r:id="rId7" imgW="647640" imgH="342720" progId="Equation.DSMT4">
                  <p:embed/>
                </p:oleObj>
              </mc:Choice>
              <mc:Fallback>
                <p:oleObj name="Equation" r:id="rId7" imgW="64764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0E0DCAD-122A-40A8-8491-937ED63103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5928" y="1131887"/>
                        <a:ext cx="647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75A22445-DF0D-4906-A39B-723090B21B81}"/>
              </a:ext>
            </a:extLst>
          </p:cNvPr>
          <p:cNvSpPr/>
          <p:nvPr/>
        </p:nvSpPr>
        <p:spPr>
          <a:xfrm>
            <a:off x="971600" y="1013122"/>
            <a:ext cx="36724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有无穷多个第一类间断点</a:t>
            </a:r>
            <a:endParaRPr lang="zh-CN" altLang="en-US" b="1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586A3F4-0818-4DA4-B3FF-F52156B576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772067"/>
              </p:ext>
            </p:extLst>
          </p:nvPr>
        </p:nvGraphicFramePr>
        <p:xfrm>
          <a:off x="4656138" y="107315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6" name="Equation" r:id="rId9" imgW="622080" imgH="342720" progId="Equation.DSMT4">
                  <p:embed/>
                </p:oleObj>
              </mc:Choice>
              <mc:Fallback>
                <p:oleObj name="Equation" r:id="rId9" imgW="62208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7877F1F-D1C8-4DC3-B291-F98240D4C7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56138" y="1073150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141D95FB-66A4-4CBB-B78A-E91D49427C65}"/>
              </a:ext>
            </a:extLst>
          </p:cNvPr>
          <p:cNvSpPr/>
          <p:nvPr/>
        </p:nvSpPr>
        <p:spPr>
          <a:xfrm>
            <a:off x="5076056" y="1009423"/>
            <a:ext cx="36724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只有一个可去间断点</a:t>
            </a:r>
            <a:endParaRPr lang="zh-CN" altLang="en-US" b="1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7E8A6D2-2D90-43AF-B6A4-C67DD407D8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528319"/>
              </p:ext>
            </p:extLst>
          </p:nvPr>
        </p:nvGraphicFramePr>
        <p:xfrm>
          <a:off x="588963" y="169703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7" name="Equation" r:id="rId11" imgW="622080" imgH="342720" progId="Equation.DSMT4">
                  <p:embed/>
                </p:oleObj>
              </mc:Choice>
              <mc:Fallback>
                <p:oleObj name="Equation" r:id="rId11" imgW="62208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7877F1F-D1C8-4DC3-B291-F98240D4C7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8963" y="1697038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C2E0797E-E05C-4821-8897-56A191983618}"/>
              </a:ext>
            </a:extLst>
          </p:cNvPr>
          <p:cNvSpPr/>
          <p:nvPr/>
        </p:nvSpPr>
        <p:spPr>
          <a:xfrm>
            <a:off x="1009247" y="1593552"/>
            <a:ext cx="27706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有两个跳跃间断点</a:t>
            </a:r>
            <a:endParaRPr lang="zh-CN" altLang="en-US" b="1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C2A3405-C357-4E31-A909-5D18572CE6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000133"/>
              </p:ext>
            </p:extLst>
          </p:nvPr>
        </p:nvGraphicFramePr>
        <p:xfrm>
          <a:off x="4630738" y="1648590"/>
          <a:ext cx="647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8" name="Equation" r:id="rId13" imgW="647640" imgH="342720" progId="Equation.DSMT4">
                  <p:embed/>
                </p:oleObj>
              </mc:Choice>
              <mc:Fallback>
                <p:oleObj name="Equation" r:id="rId13" imgW="64764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7E8A6D2-2D90-43AF-B6A4-C67DD407D8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30738" y="1648590"/>
                        <a:ext cx="647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6FEF7032-A905-4C0A-8CF7-EEEC1146C20E}"/>
              </a:ext>
            </a:extLst>
          </p:cNvPr>
          <p:cNvSpPr/>
          <p:nvPr/>
        </p:nvSpPr>
        <p:spPr>
          <a:xfrm>
            <a:off x="5076056" y="1578273"/>
            <a:ext cx="27706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有三个可去间断点</a:t>
            </a:r>
            <a:endParaRPr lang="zh-CN" altLang="en-US" b="1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A7C225-4555-43C5-96CA-19F4D7926943}"/>
              </a:ext>
            </a:extLst>
          </p:cNvPr>
          <p:cNvSpPr/>
          <p:nvPr/>
        </p:nvSpPr>
        <p:spPr>
          <a:xfrm>
            <a:off x="683568" y="2199512"/>
            <a:ext cx="913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解析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8F8E485-5238-4361-A58C-361ADB203D99}"/>
              </a:ext>
            </a:extLst>
          </p:cNvPr>
          <p:cNvGrpSpPr/>
          <p:nvPr/>
        </p:nvGrpSpPr>
        <p:grpSpPr>
          <a:xfrm>
            <a:off x="1593572" y="2214791"/>
            <a:ext cx="7380614" cy="461665"/>
            <a:chOff x="1593572" y="2214791"/>
            <a:chExt cx="7380614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0F41E13-2C2A-48F4-92D4-A16D77AC4201}"/>
                </a:ext>
              </a:extLst>
            </p:cNvPr>
            <p:cNvSpPr/>
            <p:nvPr/>
          </p:nvSpPr>
          <p:spPr>
            <a:xfrm>
              <a:off x="1593572" y="2214791"/>
              <a:ext cx="69388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函数    当     时无定义且        时分子 </a:t>
              </a:r>
              <a:endParaRPr lang="zh-CN" altLang="en-US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44A8B6BB-EE67-4DDF-8DDF-1E2DCBD05A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5159202"/>
                </p:ext>
              </p:extLst>
            </p:nvPr>
          </p:nvGraphicFramePr>
          <p:xfrm>
            <a:off x="2267744" y="230790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159" name="Equation" r:id="rId15" imgW="622080" imgH="342720" progId="Equation.DSMT4">
                    <p:embed/>
                  </p:oleObj>
                </mc:Choice>
                <mc:Fallback>
                  <p:oleObj name="Equation" r:id="rId15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267744" y="230790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258A4695-038E-459E-AE7A-B1CF3C20DE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363165"/>
                </p:ext>
              </p:extLst>
            </p:nvPr>
          </p:nvGraphicFramePr>
          <p:xfrm>
            <a:off x="3320390" y="2308222"/>
            <a:ext cx="698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160" name="Equation" r:id="rId17" imgW="698400" imgH="279360" progId="Equation.DSMT4">
                    <p:embed/>
                  </p:oleObj>
                </mc:Choice>
                <mc:Fallback>
                  <p:oleObj name="Equation" r:id="rId17" imgW="69840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320390" y="2308222"/>
                          <a:ext cx="698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F7DBC8AB-BE4D-4462-922B-43696329D7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8938379"/>
                </p:ext>
              </p:extLst>
            </p:nvPr>
          </p:nvGraphicFramePr>
          <p:xfrm>
            <a:off x="5605281" y="2302265"/>
            <a:ext cx="1054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161" name="Equation" r:id="rId19" imgW="1054080" imgH="330120" progId="Equation.DSMT4">
                    <p:embed/>
                  </p:oleObj>
                </mc:Choice>
                <mc:Fallback>
                  <p:oleObj name="Equation" r:id="rId19" imgW="10540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605281" y="2302265"/>
                          <a:ext cx="1054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C0B57E56-1562-41B5-A202-6796D83F3E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4462529"/>
                </p:ext>
              </p:extLst>
            </p:nvPr>
          </p:nvGraphicFramePr>
          <p:xfrm>
            <a:off x="7716886" y="2244722"/>
            <a:ext cx="1257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162" name="Equation" r:id="rId21" imgW="1257120" imgH="342720" progId="Equation.DSMT4">
                    <p:embed/>
                  </p:oleObj>
                </mc:Choice>
                <mc:Fallback>
                  <p:oleObj name="Equation" r:id="rId21" imgW="12571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716886" y="2244722"/>
                          <a:ext cx="1257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319D894C-8E8B-41AB-9B19-8348B3A435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7277532"/>
              </p:ext>
            </p:extLst>
          </p:nvPr>
        </p:nvGraphicFramePr>
        <p:xfrm>
          <a:off x="1476375" y="2779942"/>
          <a:ext cx="3860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63" name="Equation" r:id="rId23" imgW="3860640" imgH="774360" progId="Equation.DSMT4">
                  <p:embed/>
                </p:oleObj>
              </mc:Choice>
              <mc:Fallback>
                <p:oleObj name="Equation" r:id="rId23" imgW="38606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476375" y="2779942"/>
                        <a:ext cx="3860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4B4A3AC2-BC02-4D22-9611-03EF5E5E72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022065"/>
              </p:ext>
            </p:extLst>
          </p:nvPr>
        </p:nvGraphicFramePr>
        <p:xfrm>
          <a:off x="1466436" y="3872628"/>
          <a:ext cx="3492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64" name="Equation" r:id="rId25" imgW="3492360" imgH="774360" progId="Equation.DSMT4">
                  <p:embed/>
                </p:oleObj>
              </mc:Choice>
              <mc:Fallback>
                <p:oleObj name="Equation" r:id="rId25" imgW="3492360" imgH="77436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319D894C-8E8B-41AB-9B19-8348B3A435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466436" y="3872628"/>
                        <a:ext cx="3492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1DE9C561-3DE2-408B-84D8-19067727B2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875537"/>
              </p:ext>
            </p:extLst>
          </p:nvPr>
        </p:nvGraphicFramePr>
        <p:xfrm>
          <a:off x="5185978" y="3858115"/>
          <a:ext cx="3581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65" name="Equation" r:id="rId27" imgW="3581280" imgH="774360" progId="Equation.DSMT4">
                  <p:embed/>
                </p:oleObj>
              </mc:Choice>
              <mc:Fallback>
                <p:oleObj name="Equation" r:id="rId27" imgW="3581280" imgH="7743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4B4A3AC2-BC02-4D22-9611-03EF5E5E72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185978" y="3858115"/>
                        <a:ext cx="35814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E4520E16-54C0-41F9-9312-B0A0CFDD43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105332"/>
              </p:ext>
            </p:extLst>
          </p:nvPr>
        </p:nvGraphicFramePr>
        <p:xfrm>
          <a:off x="8066295" y="433388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66" name="Equation" r:id="rId29" imgW="266400" imgH="266400" progId="Equation.DSMT4">
                  <p:embed/>
                </p:oleObj>
              </mc:Choice>
              <mc:Fallback>
                <p:oleObj name="Equation" r:id="rId29" imgW="2664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066295" y="433388"/>
                        <a:ext cx="2667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937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231A21B-2C45-4C6E-A55E-71BF51A763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942093"/>
              </p:ext>
            </p:extLst>
          </p:nvPr>
        </p:nvGraphicFramePr>
        <p:xfrm>
          <a:off x="1043608" y="1131590"/>
          <a:ext cx="3632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95" name="Equation" r:id="rId3" imgW="3632040" imgH="774360" progId="Equation.DSMT4">
                  <p:embed/>
                </p:oleObj>
              </mc:Choice>
              <mc:Fallback>
                <p:oleObj name="Equation" r:id="rId3" imgW="3632040" imgH="77436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319D894C-8E8B-41AB-9B19-8348B3A435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3608" y="1131590"/>
                        <a:ext cx="3632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F4E49310-8615-488E-A179-33573B4A227B}"/>
              </a:ext>
            </a:extLst>
          </p:cNvPr>
          <p:cNvGrpSpPr/>
          <p:nvPr/>
        </p:nvGrpSpPr>
        <p:grpSpPr>
          <a:xfrm>
            <a:off x="971600" y="469255"/>
            <a:ext cx="3312368" cy="461665"/>
            <a:chOff x="827584" y="238423"/>
            <a:chExt cx="3312368" cy="461665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CB0AB4B9-B8DD-4282-B50A-9DF95A4CD6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5862541"/>
                </p:ext>
              </p:extLst>
            </p:nvPr>
          </p:nvGraphicFramePr>
          <p:xfrm>
            <a:off x="1321630" y="329555"/>
            <a:ext cx="698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896" name="Equation" r:id="rId5" imgW="698400" imgH="279360" progId="Equation.DSMT4">
                    <p:embed/>
                  </p:oleObj>
                </mc:Choice>
                <mc:Fallback>
                  <p:oleObj name="Equation" r:id="rId5" imgW="698400" imgH="27936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258A4695-038E-459E-AE7A-B1CF3C20DED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21630" y="329555"/>
                          <a:ext cx="698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BFF1A17-8686-46D7-A7E1-E62D5B26AA51}"/>
                </a:ext>
              </a:extLst>
            </p:cNvPr>
            <p:cNvSpPr/>
            <p:nvPr/>
          </p:nvSpPr>
          <p:spPr>
            <a:xfrm>
              <a:off x="827584" y="238423"/>
              <a:ext cx="33123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itchFamily="18" charset="0"/>
                </a:rPr>
                <a:t>当      且        时，</a:t>
              </a:r>
              <a:endParaRPr lang="zh-CN" altLang="en-US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A4690429-993C-481D-B93B-30C8AE8B08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4775370"/>
                </p:ext>
              </p:extLst>
            </p:nvPr>
          </p:nvGraphicFramePr>
          <p:xfrm>
            <a:off x="2544310" y="329555"/>
            <a:ext cx="1054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897" name="Equation" r:id="rId7" imgW="1054080" imgH="330120" progId="Equation.DSMT4">
                    <p:embed/>
                  </p:oleObj>
                </mc:Choice>
                <mc:Fallback>
                  <p:oleObj name="Equation" r:id="rId7" imgW="10540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44310" y="329555"/>
                          <a:ext cx="1054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0F28037D-EF50-4806-A1E1-D828769631EF}"/>
              </a:ext>
            </a:extLst>
          </p:cNvPr>
          <p:cNvSpPr/>
          <p:nvPr/>
        </p:nvSpPr>
        <p:spPr>
          <a:xfrm>
            <a:off x="4788024" y="1334274"/>
            <a:ext cx="3888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故有无穷多个无穷间断点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9498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EBDD9CA2-21CE-4E67-ACEA-AF0462E5E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39502"/>
            <a:ext cx="41044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accent1"/>
                </a:solidFill>
                <a:latin typeface="Verdana" pitchFamily="34" charset="0"/>
                <a:ea typeface="宋体" charset="-122"/>
              </a:defRPr>
            </a:lvl1pPr>
            <a:lvl2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4.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设    在点     可导，且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24AB36B-01BC-4351-BC46-D27D61E2A7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365235"/>
              </p:ext>
            </p:extLst>
          </p:nvPr>
        </p:nvGraphicFramePr>
        <p:xfrm>
          <a:off x="1476375" y="438987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81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6375" y="438987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C234F10-CB83-45D0-A366-E990DB6B79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781874"/>
              </p:ext>
            </p:extLst>
          </p:nvPr>
        </p:nvGraphicFramePr>
        <p:xfrm>
          <a:off x="2699792" y="408220"/>
          <a:ext cx="73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82" name="Equation" r:id="rId5" imgW="736560" imgH="380880" progId="Equation.DSMT4">
                  <p:embed/>
                </p:oleObj>
              </mc:Choice>
              <mc:Fallback>
                <p:oleObj name="Equation" r:id="rId5" imgW="7365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99792" y="408220"/>
                        <a:ext cx="736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03ADE86-30F1-4430-821A-101BFDE748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0400637"/>
              </p:ext>
            </p:extLst>
          </p:nvPr>
        </p:nvGraphicFramePr>
        <p:xfrm>
          <a:off x="4751958" y="408220"/>
          <a:ext cx="125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83" name="Equation" r:id="rId7" imgW="1257120" imgH="380880" progId="Equation.DSMT4">
                  <p:embed/>
                </p:oleObj>
              </mc:Choice>
              <mc:Fallback>
                <p:oleObj name="Equation" r:id="rId7" imgW="12571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51958" y="408220"/>
                        <a:ext cx="1257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F3B0A5D-7329-487D-9885-70EEC911E4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309547"/>
              </p:ext>
            </p:extLst>
          </p:nvPr>
        </p:nvGraphicFramePr>
        <p:xfrm>
          <a:off x="6084168" y="398884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84" name="Equation" r:id="rId9" imgW="596880" imgH="342720" progId="Equation.DSMT4">
                  <p:embed/>
                </p:oleObj>
              </mc:Choice>
              <mc:Fallback>
                <p:oleObj name="Equation" r:id="rId9" imgW="596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84168" y="398884"/>
                        <a:ext cx="59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5FE6F66B-6518-4A31-ACDF-7FE5A574AFF3}"/>
              </a:ext>
            </a:extLst>
          </p:cNvPr>
          <p:cNvSpPr/>
          <p:nvPr/>
        </p:nvSpPr>
        <p:spPr>
          <a:xfrm>
            <a:off x="6660232" y="343914"/>
            <a:ext cx="21602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在      的某</a:t>
            </a:r>
            <a:endParaRPr lang="zh-CN" altLang="en-US" b="1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8D20663-DD78-4C77-9715-48D793162F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720615"/>
              </p:ext>
            </p:extLst>
          </p:nvPr>
        </p:nvGraphicFramePr>
        <p:xfrm>
          <a:off x="7168604" y="389924"/>
          <a:ext cx="73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85" name="Equation" r:id="rId11" imgW="736560" imgH="380880" progId="Equation.DSMT4">
                  <p:embed/>
                </p:oleObj>
              </mc:Choice>
              <mc:Fallback>
                <p:oleObj name="Equation" r:id="rId11" imgW="736560" imgH="380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C234F10-CB83-45D0-A366-E990DB6B79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168604" y="389924"/>
                        <a:ext cx="736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949EE0A0-3E42-4943-8AB9-EA82133486F7}"/>
              </a:ext>
            </a:extLst>
          </p:cNvPr>
          <p:cNvSpPr/>
          <p:nvPr/>
        </p:nvSpPr>
        <p:spPr>
          <a:xfrm>
            <a:off x="179512" y="915566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邻域内有定义，且            则        在     的导数</a:t>
            </a:r>
            <a:endParaRPr lang="zh-CN" altLang="en-US" b="1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6F25484-C0B4-40C8-8B71-700A390B6E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918281"/>
              </p:ext>
            </p:extLst>
          </p:nvPr>
        </p:nvGraphicFramePr>
        <p:xfrm>
          <a:off x="2807804" y="951813"/>
          <a:ext cx="1612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86" name="Equation" r:id="rId13" imgW="1612800" imgH="520560" progId="Equation.DSMT4">
                  <p:embed/>
                </p:oleObj>
              </mc:Choice>
              <mc:Fallback>
                <p:oleObj name="Equation" r:id="rId13" imgW="161280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07804" y="951813"/>
                        <a:ext cx="16129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E42B40D-9095-4EF7-8BCB-B6E33889FD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376023"/>
              </p:ext>
            </p:extLst>
          </p:nvPr>
        </p:nvGraphicFramePr>
        <p:xfrm>
          <a:off x="4901606" y="974948"/>
          <a:ext cx="119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87" name="Equation" r:id="rId15" imgW="1193760" imgH="342720" progId="Equation.DSMT4">
                  <p:embed/>
                </p:oleObj>
              </mc:Choice>
              <mc:Fallback>
                <p:oleObj name="Equation" r:id="rId15" imgW="11937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01606" y="974948"/>
                        <a:ext cx="1193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5C6C94C-7B7C-4820-B234-A8545D028C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8163480"/>
              </p:ext>
            </p:extLst>
          </p:nvPr>
        </p:nvGraphicFramePr>
        <p:xfrm>
          <a:off x="6461740" y="987501"/>
          <a:ext cx="73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88" name="Equation" r:id="rId17" imgW="736560" imgH="380880" progId="Equation.DSMT4">
                  <p:embed/>
                </p:oleObj>
              </mc:Choice>
              <mc:Fallback>
                <p:oleObj name="Equation" r:id="rId17" imgW="736560" imgH="380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C234F10-CB83-45D0-A366-E990DB6B79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61740" y="987501"/>
                        <a:ext cx="736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BABA2C08-32A0-4942-8D14-472190F53C76}"/>
              </a:ext>
            </a:extLst>
          </p:cNvPr>
          <p:cNvSpPr/>
          <p:nvPr/>
        </p:nvSpPr>
        <p:spPr>
          <a:xfrm>
            <a:off x="8045901" y="856183"/>
            <a:ext cx="851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).</a:t>
            </a:r>
            <a:endParaRPr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F20FA32-9A90-4C0F-814A-D7603A2F1C2A}"/>
              </a:ext>
            </a:extLst>
          </p:cNvPr>
          <p:cNvGrpSpPr/>
          <p:nvPr/>
        </p:nvGrpSpPr>
        <p:grpSpPr>
          <a:xfrm>
            <a:off x="890535" y="1513294"/>
            <a:ext cx="1578268" cy="461665"/>
            <a:chOff x="828675" y="1491630"/>
            <a:chExt cx="1578268" cy="461665"/>
          </a:xfrm>
        </p:grpSpPr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D63529E3-179F-442C-B7D8-EB60CF9D52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5760410"/>
                </p:ext>
              </p:extLst>
            </p:nvPr>
          </p:nvGraphicFramePr>
          <p:xfrm>
            <a:off x="828675" y="1551013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289" name="Equation" r:id="rId18" imgW="647640" imgH="342720" progId="Equation.DSMT4">
                    <p:embed/>
                  </p:oleObj>
                </mc:Choice>
                <mc:Fallback>
                  <p:oleObj name="Equation" r:id="rId18" imgW="647640" imgH="3427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A7877F1F-D1C8-4DC3-B291-F98240D4C78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828675" y="1551013"/>
                          <a:ext cx="647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AC754EC-D6A4-42EF-96DC-5FF6AD53878F}"/>
                </a:ext>
              </a:extLst>
            </p:cNvPr>
            <p:cNvSpPr/>
            <p:nvPr/>
          </p:nvSpPr>
          <p:spPr>
            <a:xfrm>
              <a:off x="1295824" y="1491630"/>
              <a:ext cx="111111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itchFamily="18" charset="0"/>
                </a:rPr>
                <a:t>等于</a:t>
              </a:r>
              <a:endParaRPr lang="zh-CN" altLang="en-US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AA338681-A8CD-4B7D-99BF-10982569AA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5722313"/>
                </p:ext>
              </p:extLst>
            </p:nvPr>
          </p:nvGraphicFramePr>
          <p:xfrm>
            <a:off x="2003425" y="1584309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290" name="Equation" r:id="rId20" imgW="190440" imgH="279360" progId="Equation.DSMT4">
                    <p:embed/>
                  </p:oleObj>
                </mc:Choice>
                <mc:Fallback>
                  <p:oleObj name="Equation" r:id="rId20" imgW="1904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003425" y="1584309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8903017-2550-4785-81F4-DD84E01BC88B}"/>
              </a:ext>
            </a:extLst>
          </p:cNvPr>
          <p:cNvGrpSpPr/>
          <p:nvPr/>
        </p:nvGrpSpPr>
        <p:grpSpPr>
          <a:xfrm>
            <a:off x="3491880" y="1511897"/>
            <a:ext cx="1710425" cy="461665"/>
            <a:chOff x="3491880" y="1511897"/>
            <a:chExt cx="1710425" cy="461665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7729782-5CE9-4E07-AA8D-606FD62D2041}"/>
                </a:ext>
              </a:extLst>
            </p:cNvPr>
            <p:cNvGrpSpPr/>
            <p:nvPr/>
          </p:nvGrpSpPr>
          <p:grpSpPr>
            <a:xfrm>
              <a:off x="3491880" y="1511897"/>
              <a:ext cx="1615175" cy="461665"/>
              <a:chOff x="2699792" y="1523293"/>
              <a:chExt cx="1615175" cy="461665"/>
            </a:xfrm>
          </p:grpSpPr>
          <p:graphicFrame>
            <p:nvGraphicFramePr>
              <p:cNvPr id="18" name="对象 17">
                <a:extLst>
                  <a:ext uri="{FF2B5EF4-FFF2-40B4-BE49-F238E27FC236}">
                    <a16:creationId xmlns:a16="http://schemas.microsoft.com/office/drawing/2014/main" id="{23B72134-08E9-4DFE-86CA-815A53F82B6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67861671"/>
                  </p:ext>
                </p:extLst>
              </p:nvPr>
            </p:nvGraphicFramePr>
            <p:xfrm>
              <a:off x="2699792" y="1584309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0291" name="Equation" r:id="rId22" imgW="622080" imgH="342720" progId="Equation.DSMT4">
                      <p:embed/>
                    </p:oleObj>
                  </mc:Choice>
                  <mc:Fallback>
                    <p:oleObj name="Equation" r:id="rId22" imgW="622080" imgH="342720" progId="Equation.DSMT4">
                      <p:embed/>
                      <p:pic>
                        <p:nvPicPr>
                          <p:cNvPr id="15" name="对象 14">
                            <a:extLst>
                              <a:ext uri="{FF2B5EF4-FFF2-40B4-BE49-F238E27FC236}">
                                <a16:creationId xmlns:a16="http://schemas.microsoft.com/office/drawing/2014/main" id="{D63529E3-179F-442C-B7D8-EB60CF9D5284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2699792" y="1584309"/>
                            <a:ext cx="6223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34C5B94-D26E-4AB2-901F-77A583E8AF9C}"/>
                  </a:ext>
                </a:extLst>
              </p:cNvPr>
              <p:cNvSpPr/>
              <p:nvPr/>
            </p:nvSpPr>
            <p:spPr>
              <a:xfrm>
                <a:off x="3203848" y="1523293"/>
                <a:ext cx="111111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prstClr val="black"/>
                    </a:solidFill>
                    <a:latin typeface="宋体" panose="02010600030101010101" pitchFamily="2" charset="-122"/>
                    <a:cs typeface="Times New Roman" pitchFamily="18" charset="0"/>
                  </a:rPr>
                  <a:t>不等于</a:t>
                </a:r>
                <a:endParaRPr lang="zh-CN" altLang="en-US" dirty="0"/>
              </a:p>
            </p:txBody>
          </p:sp>
        </p:grp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0023CF47-A51B-4AF3-A00D-38EB1F4B8C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213205"/>
                </p:ext>
              </p:extLst>
            </p:nvPr>
          </p:nvGraphicFramePr>
          <p:xfrm>
            <a:off x="5011805" y="1605973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292" name="Equation" r:id="rId24" imgW="190440" imgH="279360" progId="Equation.DSMT4">
                    <p:embed/>
                  </p:oleObj>
                </mc:Choice>
                <mc:Fallback>
                  <p:oleObj name="Equation" r:id="rId24" imgW="1904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5011805" y="1605973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772F5F0-04BE-4521-855A-7986136314D2}"/>
              </a:ext>
            </a:extLst>
          </p:cNvPr>
          <p:cNvGrpSpPr/>
          <p:nvPr/>
        </p:nvGrpSpPr>
        <p:grpSpPr>
          <a:xfrm>
            <a:off x="951381" y="2051750"/>
            <a:ext cx="1514240" cy="461665"/>
            <a:chOff x="4590456" y="1487218"/>
            <a:chExt cx="1514240" cy="461665"/>
          </a:xfrm>
        </p:grpSpPr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68830FE0-445B-4F08-AA69-F7B80B9CB8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2154604"/>
                </p:ext>
              </p:extLst>
            </p:nvPr>
          </p:nvGraphicFramePr>
          <p:xfrm>
            <a:off x="4590456" y="1584309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293" name="Equation" r:id="rId26" imgW="622080" imgH="342720" progId="Equation.DSMT4">
                    <p:embed/>
                  </p:oleObj>
                </mc:Choice>
                <mc:Fallback>
                  <p:oleObj name="Equation" r:id="rId26" imgW="622080" imgH="3427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23B72134-08E9-4DFE-86CA-815A53F82B6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4590456" y="1584309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238B515-B30E-4D01-BED7-C489D74A676E}"/>
                </a:ext>
              </a:extLst>
            </p:cNvPr>
            <p:cNvSpPr/>
            <p:nvPr/>
          </p:nvSpPr>
          <p:spPr>
            <a:xfrm>
              <a:off x="4993577" y="1487218"/>
              <a:ext cx="111111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itchFamily="18" charset="0"/>
                </a:rPr>
                <a:t>不存在</a:t>
              </a:r>
              <a:endParaRPr lang="zh-CN" altLang="en-US" dirty="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C4C688C8-A3FB-4DA6-B222-E4B4E7FAC9C8}"/>
              </a:ext>
            </a:extLst>
          </p:cNvPr>
          <p:cNvGrpSpPr/>
          <p:nvPr/>
        </p:nvGrpSpPr>
        <p:grpSpPr>
          <a:xfrm>
            <a:off x="3491880" y="2108228"/>
            <a:ext cx="4020215" cy="461665"/>
            <a:chOff x="4298414" y="2571750"/>
            <a:chExt cx="4020215" cy="461665"/>
          </a:xfrm>
        </p:grpSpPr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39048601-5925-4E92-B3C7-4B1BCD1CC5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5912039"/>
                </p:ext>
              </p:extLst>
            </p:nvPr>
          </p:nvGraphicFramePr>
          <p:xfrm>
            <a:off x="4298414" y="2650182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294" name="Equation" r:id="rId28" imgW="647640" imgH="342720" progId="Equation.DSMT4">
                    <p:embed/>
                  </p:oleObj>
                </mc:Choice>
                <mc:Fallback>
                  <p:oleObj name="Equation" r:id="rId28" imgW="647640" imgH="3427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68830FE0-445B-4F08-AA69-F7B80B9CB84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4298414" y="2650182"/>
                          <a:ext cx="647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CFE8731C-80CF-4F76-B099-851DF82913A9}"/>
                </a:ext>
              </a:extLst>
            </p:cNvPr>
            <p:cNvGrpSpPr/>
            <p:nvPr/>
          </p:nvGrpSpPr>
          <p:grpSpPr>
            <a:xfrm>
              <a:off x="4751958" y="2571750"/>
              <a:ext cx="3566671" cy="461665"/>
              <a:chOff x="3309585" y="2643758"/>
              <a:chExt cx="3566671" cy="461665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E50F48FD-8774-4411-AC7A-491C4FA75226}"/>
                  </a:ext>
                </a:extLst>
              </p:cNvPr>
              <p:cNvSpPr/>
              <p:nvPr/>
            </p:nvSpPr>
            <p:spPr>
              <a:xfrm>
                <a:off x="3309585" y="2643758"/>
                <a:ext cx="356667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prstClr val="black"/>
                    </a:solidFill>
                    <a:latin typeface="宋体" panose="02010600030101010101" pitchFamily="2" charset="-122"/>
                    <a:cs typeface="Times New Roman" pitchFamily="18" charset="0"/>
                  </a:rPr>
                  <a:t>存在导数且与     有关</a:t>
                </a:r>
                <a:endParaRPr lang="zh-CN" altLang="en-US" dirty="0"/>
              </a:p>
            </p:txBody>
          </p:sp>
          <p:graphicFrame>
            <p:nvGraphicFramePr>
              <p:cNvPr id="28" name="对象 27">
                <a:extLst>
                  <a:ext uri="{FF2B5EF4-FFF2-40B4-BE49-F238E27FC236}">
                    <a16:creationId xmlns:a16="http://schemas.microsoft.com/office/drawing/2014/main" id="{2868C4C5-4B5A-4D84-BAA6-3CB81C76C8C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2336368"/>
                  </p:ext>
                </p:extLst>
              </p:nvPr>
            </p:nvGraphicFramePr>
            <p:xfrm>
              <a:off x="5209158" y="2684090"/>
              <a:ext cx="8001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0295" name="Equation" r:id="rId30" imgW="799920" imgH="380880" progId="Equation.DSMT4">
                      <p:embed/>
                    </p:oleObj>
                  </mc:Choice>
                  <mc:Fallback>
                    <p:oleObj name="Equation" r:id="rId30" imgW="799920" imgH="380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1"/>
                          <a:stretch>
                            <a:fillRect/>
                          </a:stretch>
                        </p:blipFill>
                        <p:spPr>
                          <a:xfrm>
                            <a:off x="5209158" y="2684090"/>
                            <a:ext cx="800100" cy="38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2" name="矩形 31">
            <a:extLst>
              <a:ext uri="{FF2B5EF4-FFF2-40B4-BE49-F238E27FC236}">
                <a16:creationId xmlns:a16="http://schemas.microsoft.com/office/drawing/2014/main" id="{AEA5F88F-43F9-4CBA-B207-07E03E629AFF}"/>
              </a:ext>
            </a:extLst>
          </p:cNvPr>
          <p:cNvSpPr/>
          <p:nvPr/>
        </p:nvSpPr>
        <p:spPr>
          <a:xfrm>
            <a:off x="706085" y="2943472"/>
            <a:ext cx="913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解析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BCC622FD-1867-48BC-BEC0-019D5D6B7A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765484"/>
              </p:ext>
            </p:extLst>
          </p:nvPr>
        </p:nvGraphicFramePr>
        <p:xfrm>
          <a:off x="1619672" y="2809818"/>
          <a:ext cx="5384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96" name="Equation" r:id="rId32" imgW="5384520" imgH="812520" progId="Equation.DSMT4">
                  <p:embed/>
                </p:oleObj>
              </mc:Choice>
              <mc:Fallback>
                <p:oleObj name="Equation" r:id="rId32" imgW="53845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619672" y="2809818"/>
                        <a:ext cx="53848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878088B5-2614-4C35-8F3B-590BB7A3D1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165226"/>
              </p:ext>
            </p:extLst>
          </p:nvPr>
        </p:nvGraphicFramePr>
        <p:xfrm>
          <a:off x="3512218" y="3797303"/>
          <a:ext cx="3302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97" name="Equation" r:id="rId34" imgW="3301920" imgH="812520" progId="Equation.DSMT4">
                  <p:embed/>
                </p:oleObj>
              </mc:Choice>
              <mc:Fallback>
                <p:oleObj name="Equation" r:id="rId34" imgW="33019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3512218" y="3797303"/>
                        <a:ext cx="3302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65B57F90-1D8D-4227-80C6-7AF98AADB363}"/>
                  </a:ext>
                </a:extLst>
              </p:cNvPr>
              <p:cNvSpPr/>
              <p:nvPr/>
            </p:nvSpPr>
            <p:spPr>
              <a:xfrm>
                <a:off x="8229444" y="885874"/>
                <a:ext cx="48442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40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65B57F90-1D8D-4227-80C6-7AF98AADB3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444" y="885874"/>
                <a:ext cx="484427" cy="461665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326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14C13A80-D767-4161-826E-4A30A64D4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39502"/>
            <a:ext cx="81369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accent1"/>
                </a:solidFill>
                <a:latin typeface="Verdana" pitchFamily="34" charset="0"/>
                <a:ea typeface="宋体" charset="-122"/>
              </a:defRPr>
            </a:lvl1pPr>
            <a:lvl2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5.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当     时，下面无穷小中比其它三个无穷小更高阶的是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82A7E88-A6B0-4F22-9963-110E865B4A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222085"/>
              </p:ext>
            </p:extLst>
          </p:nvPr>
        </p:nvGraphicFramePr>
        <p:xfrm>
          <a:off x="1476375" y="420688"/>
          <a:ext cx="774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82" name="Equation" r:id="rId3" imgW="774360" imgH="279360" progId="Equation.DSMT4">
                  <p:embed/>
                </p:oleObj>
              </mc:Choice>
              <mc:Fallback>
                <p:oleObj name="Equation" r:id="rId3" imgW="7743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6375" y="420688"/>
                        <a:ext cx="774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E757910A-962E-4FAB-AADE-40800BC4AA4F}"/>
              </a:ext>
            </a:extLst>
          </p:cNvPr>
          <p:cNvSpPr/>
          <p:nvPr/>
        </p:nvSpPr>
        <p:spPr>
          <a:xfrm>
            <a:off x="329818" y="801167"/>
            <a:ext cx="851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).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029A4BA-14F2-48A8-AEB4-84D39410F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557593"/>
              </p:ext>
            </p:extLst>
          </p:nvPr>
        </p:nvGraphicFramePr>
        <p:xfrm>
          <a:off x="755575" y="1381597"/>
          <a:ext cx="1625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83" name="Equation" r:id="rId5" imgW="1625400" imgH="342720" progId="Equation.DSMT4">
                  <p:embed/>
                </p:oleObj>
              </mc:Choice>
              <mc:Fallback>
                <p:oleObj name="Equation" r:id="rId5" imgW="1625400" imgH="3427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D63529E3-179F-442C-B7D8-EB60CF9D5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5575" y="1381597"/>
                        <a:ext cx="1625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38A7BDF-EA73-484F-AFBB-C46C220AB0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023537"/>
              </p:ext>
            </p:extLst>
          </p:nvPr>
        </p:nvGraphicFramePr>
        <p:xfrm>
          <a:off x="2817813" y="1349375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84" name="Equation" r:id="rId7" imgW="1244520" imgH="406080" progId="Equation.DSMT4">
                  <p:embed/>
                </p:oleObj>
              </mc:Choice>
              <mc:Fallback>
                <p:oleObj name="Equation" r:id="rId7" imgW="1244520" imgH="406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029A4BA-14F2-48A8-AEB4-84D39410F2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17813" y="1349375"/>
                        <a:ext cx="1244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ED02A71-431E-4D53-9778-A12AE8BB9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479340"/>
              </p:ext>
            </p:extLst>
          </p:nvPr>
        </p:nvGraphicFramePr>
        <p:xfrm>
          <a:off x="4355976" y="1417501"/>
          <a:ext cx="2057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85" name="Equation" r:id="rId9" imgW="2057400" imgH="342720" progId="Equation.DSMT4">
                  <p:embed/>
                </p:oleObj>
              </mc:Choice>
              <mc:Fallback>
                <p:oleObj name="Equation" r:id="rId9" imgW="205740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38A7BDF-EA73-484F-AFBB-C46C220AB0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55976" y="1417501"/>
                        <a:ext cx="2057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241613B-E41F-4C93-9752-7768287D47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503986"/>
              </p:ext>
            </p:extLst>
          </p:nvPr>
        </p:nvGraphicFramePr>
        <p:xfrm>
          <a:off x="6738938" y="1417638"/>
          <a:ext cx="1612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86" name="Equation" r:id="rId11" imgW="1612800" imgH="342720" progId="Equation.DSMT4">
                  <p:embed/>
                </p:oleObj>
              </mc:Choice>
              <mc:Fallback>
                <p:oleObj name="Equation" r:id="rId11" imgW="161280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ED02A71-431E-4D53-9778-A12AE8BB9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38938" y="1417638"/>
                        <a:ext cx="1612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EB579CE-6281-4B8A-9962-B62B569B1A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175017"/>
              </p:ext>
            </p:extLst>
          </p:nvPr>
        </p:nvGraphicFramePr>
        <p:xfrm>
          <a:off x="635000" y="935038"/>
          <a:ext cx="241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87" name="Equation" r:id="rId13" imgW="241200" imgH="279360" progId="Equation.DSMT4">
                  <p:embed/>
                </p:oleObj>
              </mc:Choice>
              <mc:Fallback>
                <p:oleObj name="Equation" r:id="rId13" imgW="2412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5000" y="935038"/>
                        <a:ext cx="241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625BFB29-2A3F-4BB8-930E-5303E1962545}"/>
              </a:ext>
            </a:extLst>
          </p:cNvPr>
          <p:cNvSpPr/>
          <p:nvPr/>
        </p:nvSpPr>
        <p:spPr>
          <a:xfrm>
            <a:off x="602022" y="2074094"/>
            <a:ext cx="913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解析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CDD3C46-1969-4250-AD17-B1FD7B269B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663481"/>
              </p:ext>
            </p:extLst>
          </p:nvPr>
        </p:nvGraphicFramePr>
        <p:xfrm>
          <a:off x="1444625" y="2139826"/>
          <a:ext cx="838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88" name="Equation" r:id="rId15" imgW="838080" imgH="330120" progId="Equation.DSMT4">
                  <p:embed/>
                </p:oleObj>
              </mc:Choice>
              <mc:Fallback>
                <p:oleObj name="Equation" r:id="rId15" imgW="838080" imgH="3301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82A7E88-A6B0-4F22-9963-110E865B4A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44625" y="2139826"/>
                        <a:ext cx="838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5FEC2C6-7530-40F4-A942-FAD316DAC9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53412"/>
              </p:ext>
            </p:extLst>
          </p:nvPr>
        </p:nvGraphicFramePr>
        <p:xfrm>
          <a:off x="2555776" y="2078668"/>
          <a:ext cx="2501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89" name="Equation" r:id="rId17" imgW="2501640" imgH="406080" progId="Equation.DSMT4">
                  <p:embed/>
                </p:oleObj>
              </mc:Choice>
              <mc:Fallback>
                <p:oleObj name="Equation" r:id="rId17" imgW="2501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55776" y="2078668"/>
                        <a:ext cx="2501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E8B87F3-47C5-4796-9E09-5829D59076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074087"/>
              </p:ext>
            </p:extLst>
          </p:nvPr>
        </p:nvGraphicFramePr>
        <p:xfrm>
          <a:off x="5785980" y="1942976"/>
          <a:ext cx="1892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90" name="Equation" r:id="rId19" imgW="1892160" imgH="723600" progId="Equation.DSMT4">
                  <p:embed/>
                </p:oleObj>
              </mc:Choice>
              <mc:Fallback>
                <p:oleObj name="Equation" r:id="rId19" imgW="18921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785980" y="1942976"/>
                        <a:ext cx="1892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C2DFA69-4B71-4B7F-9EDB-BE2B78F8A7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0530102"/>
              </p:ext>
            </p:extLst>
          </p:nvPr>
        </p:nvGraphicFramePr>
        <p:xfrm>
          <a:off x="755413" y="2803335"/>
          <a:ext cx="7912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91" name="Equation" r:id="rId21" imgW="7912080" imgH="774360" progId="Equation.DSMT4">
                  <p:embed/>
                </p:oleObj>
              </mc:Choice>
              <mc:Fallback>
                <p:oleObj name="Equation" r:id="rId21" imgW="79120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55413" y="2803335"/>
                        <a:ext cx="79121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498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E82212CF-52C4-4E0C-B692-243305668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75" y="195486"/>
            <a:ext cx="23661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accent1"/>
                </a:solidFill>
                <a:latin typeface="Verdana" pitchFamily="34" charset="0"/>
                <a:ea typeface="宋体" charset="-122"/>
              </a:defRPr>
            </a:lvl1pPr>
            <a:lvl2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二、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填空题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4732033-5BD2-4CE8-9EF9-D4AC8DBFE966}"/>
              </a:ext>
            </a:extLst>
          </p:cNvPr>
          <p:cNvGrpSpPr/>
          <p:nvPr/>
        </p:nvGrpSpPr>
        <p:grpSpPr>
          <a:xfrm>
            <a:off x="827584" y="657151"/>
            <a:ext cx="7612966" cy="889000"/>
            <a:chOff x="827584" y="657151"/>
            <a:chExt cx="7612966" cy="8890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6E039C7-1E2D-40D4-85F4-FB35389E78DE}"/>
                </a:ext>
              </a:extLst>
            </p:cNvPr>
            <p:cNvSpPr/>
            <p:nvPr/>
          </p:nvSpPr>
          <p:spPr>
            <a:xfrm>
              <a:off x="827584" y="843558"/>
              <a:ext cx="111821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latin typeface="宋体" panose="02010600030101010101" pitchFamily="2" charset="-122"/>
                  <a:cs typeface="Times New Roman" pitchFamily="18" charset="0"/>
                </a:rPr>
                <a:t>1.</a:t>
              </a:r>
              <a:r>
                <a:rPr lang="zh-CN" altLang="en-US" sz="2400" b="1" dirty="0">
                  <a:latin typeface="宋体" panose="02010600030101010101" pitchFamily="2" charset="-122"/>
                  <a:cs typeface="Times New Roman" pitchFamily="18" charset="0"/>
                </a:rPr>
                <a:t>已知</a:t>
              </a:r>
              <a:endParaRPr lang="zh-CN" altLang="en-US" sz="2400" b="1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3D4BFB56-2581-48AE-8DB8-6E7EE7625D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5039682"/>
                </p:ext>
              </p:extLst>
            </p:nvPr>
          </p:nvGraphicFramePr>
          <p:xfrm>
            <a:off x="1945797" y="657151"/>
            <a:ext cx="3035300" cy="889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12" name="Equation" r:id="rId3" imgW="3035160" imgH="888840" progId="Equation.DSMT4">
                    <p:embed/>
                  </p:oleObj>
                </mc:Choice>
                <mc:Fallback>
                  <p:oleObj name="Equation" r:id="rId3" imgW="3035160" imgH="8888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45797" y="657151"/>
                          <a:ext cx="3035300" cy="889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AAC9C70-0203-487A-A7A8-ACE775636E4A}"/>
                </a:ext>
              </a:extLst>
            </p:cNvPr>
            <p:cNvSpPr/>
            <p:nvPr/>
          </p:nvSpPr>
          <p:spPr>
            <a:xfrm>
              <a:off x="4967872" y="870818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itchFamily="18" charset="0"/>
                </a:rPr>
                <a:t>则</a:t>
              </a:r>
              <a:endParaRPr lang="zh-CN" altLang="en-US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BF1A770C-E010-4216-8367-4E885D7986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1440098"/>
                </p:ext>
              </p:extLst>
            </p:nvPr>
          </p:nvGraphicFramePr>
          <p:xfrm>
            <a:off x="5461918" y="1074390"/>
            <a:ext cx="4318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13" name="Equation" r:id="rId5" imgW="431640" imgH="203040" progId="Equation.DSMT4">
                    <p:embed/>
                  </p:oleObj>
                </mc:Choice>
                <mc:Fallback>
                  <p:oleObj name="Equation" r:id="rId5" imgW="4316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461918" y="1074390"/>
                          <a:ext cx="4318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CDE306DF-73FE-4943-8D6B-67CA9CC0AA3C}"/>
                </a:ext>
              </a:extLst>
            </p:cNvPr>
            <p:cNvCxnSpPr/>
            <p:nvPr/>
          </p:nvCxnSpPr>
          <p:spPr>
            <a:xfrm>
              <a:off x="5940152" y="1234515"/>
              <a:ext cx="64807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C918814-61EF-468D-BA7F-639BEFEA1A22}"/>
                </a:ext>
              </a:extLst>
            </p:cNvPr>
            <p:cNvSpPr/>
            <p:nvPr/>
          </p:nvSpPr>
          <p:spPr>
            <a:xfrm>
              <a:off x="6588224" y="945157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itchFamily="18" charset="0"/>
                </a:rPr>
                <a:t>，</a:t>
              </a:r>
              <a:endParaRPr lang="zh-CN" altLang="en-US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57127258-4EA8-4356-92FA-0BB446CF0E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9737579"/>
                </p:ext>
              </p:extLst>
            </p:nvPr>
          </p:nvGraphicFramePr>
          <p:xfrm>
            <a:off x="6988653" y="1036289"/>
            <a:ext cx="4191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14" name="Equation" r:id="rId7" imgW="419040" imgH="279360" progId="Equation.DSMT4">
                    <p:embed/>
                  </p:oleObj>
                </mc:Choice>
                <mc:Fallback>
                  <p:oleObj name="Equation" r:id="rId7" imgW="419040" imgH="27936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BF1A770C-E010-4216-8367-4E885D7986B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988653" y="1036289"/>
                          <a:ext cx="4191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C9F9B674-14C8-41F0-A104-C78B4C9D138E}"/>
                </a:ext>
              </a:extLst>
            </p:cNvPr>
            <p:cNvCxnSpPr/>
            <p:nvPr/>
          </p:nvCxnSpPr>
          <p:spPr>
            <a:xfrm>
              <a:off x="7452320" y="1242905"/>
              <a:ext cx="64807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5466684-DF46-4D89-A962-F5A02F93AAE2}"/>
                </a:ext>
              </a:extLst>
            </p:cNvPr>
            <p:cNvSpPr/>
            <p:nvPr/>
          </p:nvSpPr>
          <p:spPr>
            <a:xfrm>
              <a:off x="8100392" y="945157"/>
              <a:ext cx="34015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itchFamily="18" charset="0"/>
                </a:rPr>
                <a:t>.</a:t>
              </a:r>
              <a:endParaRPr lang="zh-CN" altLang="en-US" dirty="0"/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68BD1604-89F6-44F4-B39D-9C761D3F72A6}"/>
              </a:ext>
            </a:extLst>
          </p:cNvPr>
          <p:cNvSpPr/>
          <p:nvPr/>
        </p:nvSpPr>
        <p:spPr>
          <a:xfrm>
            <a:off x="623113" y="1851670"/>
            <a:ext cx="913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解析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AC2AB7C-2932-493E-A623-0618FEEF1A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056593"/>
              </p:ext>
            </p:extLst>
          </p:nvPr>
        </p:nvGraphicFramePr>
        <p:xfrm>
          <a:off x="1619672" y="1638002"/>
          <a:ext cx="4114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5" name="Equation" r:id="rId9" imgW="4114800" imgH="888840" progId="Equation.DSMT4">
                  <p:embed/>
                </p:oleObj>
              </mc:Choice>
              <mc:Fallback>
                <p:oleObj name="Equation" r:id="rId9" imgW="4114800" imgH="8888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D4BFB56-2581-48AE-8DB8-6E7EE7625D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19672" y="1638002"/>
                        <a:ext cx="41148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0248CFA-5FB1-4462-9C74-A1F2091FC3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250497"/>
              </p:ext>
            </p:extLst>
          </p:nvPr>
        </p:nvGraphicFramePr>
        <p:xfrm>
          <a:off x="1536700" y="2644406"/>
          <a:ext cx="6350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6" name="Equation" r:id="rId11" imgW="6349680" imgH="888840" progId="Equation.DSMT4">
                  <p:embed/>
                </p:oleObj>
              </mc:Choice>
              <mc:Fallback>
                <p:oleObj name="Equation" r:id="rId11" imgW="6349680" imgH="8888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9AC2AB7C-2932-493E-A623-0618FEEF1A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36700" y="2644406"/>
                        <a:ext cx="63500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F9DFC457-63A5-4476-AE16-D12142CFC756}"/>
              </a:ext>
            </a:extLst>
          </p:cNvPr>
          <p:cNvSpPr/>
          <p:nvPr/>
        </p:nvSpPr>
        <p:spPr>
          <a:xfrm>
            <a:off x="733275" y="364205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于是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9F8E4A1-FB54-465E-8950-91AE567E86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664096"/>
              </p:ext>
            </p:extLst>
          </p:nvPr>
        </p:nvGraphicFramePr>
        <p:xfrm>
          <a:off x="1543259" y="3771792"/>
          <a:ext cx="673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7" name="Equation" r:id="rId13" imgW="672840" imgH="330120" progId="Equation.DSMT4">
                  <p:embed/>
                </p:oleObj>
              </mc:Choice>
              <mc:Fallback>
                <p:oleObj name="Equation" r:id="rId13" imgW="6728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43259" y="3771792"/>
                        <a:ext cx="6731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736D4639-DA39-4C53-8E22-D334908091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0522491"/>
              </p:ext>
            </p:extLst>
          </p:nvPr>
        </p:nvGraphicFramePr>
        <p:xfrm>
          <a:off x="2471068" y="3492392"/>
          <a:ext cx="6413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8" name="Equation" r:id="rId15" imgW="6413400" imgH="888840" progId="Equation.DSMT4">
                  <p:embed/>
                </p:oleObj>
              </mc:Choice>
              <mc:Fallback>
                <p:oleObj name="Equation" r:id="rId15" imgW="641340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71068" y="3492392"/>
                        <a:ext cx="64135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41DBCB7D-2D0C-4259-9E46-ABDCFD0FCEA1}"/>
              </a:ext>
            </a:extLst>
          </p:cNvPr>
          <p:cNvSpPr/>
          <p:nvPr/>
        </p:nvSpPr>
        <p:spPr>
          <a:xfrm>
            <a:off x="733274" y="438139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故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2FA507FD-62C6-4FC8-BD2B-120BB2F535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504319"/>
              </p:ext>
            </p:extLst>
          </p:nvPr>
        </p:nvGraphicFramePr>
        <p:xfrm>
          <a:off x="1331640" y="4463135"/>
          <a:ext cx="1536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9" name="Equation" r:id="rId17" imgW="1536480" imgH="330120" progId="Equation.DSMT4">
                  <p:embed/>
                </p:oleObj>
              </mc:Choice>
              <mc:Fallback>
                <p:oleObj name="Equation" r:id="rId17" imgW="15364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31640" y="4463135"/>
                        <a:ext cx="1536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D2C83E11-F951-46B5-9609-C554532CBC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07357"/>
              </p:ext>
            </p:extLst>
          </p:nvPr>
        </p:nvGraphicFramePr>
        <p:xfrm>
          <a:off x="6224506" y="935630"/>
          <a:ext cx="1270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0" name="Equation" r:id="rId19" imgW="126720" imgH="266400" progId="Equation.DSMT4">
                  <p:embed/>
                </p:oleObj>
              </mc:Choice>
              <mc:Fallback>
                <p:oleObj name="Equation" r:id="rId19" imgW="1267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224506" y="935630"/>
                        <a:ext cx="1270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5D1DE712-13CB-404E-8526-7A98B003FA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227543"/>
              </p:ext>
            </p:extLst>
          </p:nvPr>
        </p:nvGraphicFramePr>
        <p:xfrm>
          <a:off x="7549430" y="958325"/>
          <a:ext cx="330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1" name="Equation" r:id="rId21" imgW="330120" imgH="266400" progId="Equation.DSMT4">
                  <p:embed/>
                </p:oleObj>
              </mc:Choice>
              <mc:Fallback>
                <p:oleObj name="Equation" r:id="rId21" imgW="330120" imgH="2664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D2C83E11-F951-46B5-9609-C554532CBC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549430" y="958325"/>
                        <a:ext cx="3302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201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1E6B55E-1234-40F7-A661-507DD1E68BFF}"/>
              </a:ext>
            </a:extLst>
          </p:cNvPr>
          <p:cNvSpPr/>
          <p:nvPr/>
        </p:nvSpPr>
        <p:spPr>
          <a:xfrm>
            <a:off x="683568" y="254667"/>
            <a:ext cx="11182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cs typeface="Times New Roman" pitchFamily="18" charset="0"/>
              </a:rPr>
              <a:t>2.</a:t>
            </a:r>
            <a:r>
              <a:rPr lang="zh-CN" altLang="en-US" sz="2400" b="1" dirty="0">
                <a:latin typeface="宋体" panose="02010600030101010101" pitchFamily="2" charset="-122"/>
                <a:cs typeface="Times New Roman" pitchFamily="18" charset="0"/>
              </a:rPr>
              <a:t>已知</a:t>
            </a:r>
            <a:endParaRPr lang="zh-CN" altLang="en-US" sz="2400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048FBDF-DAD2-42E4-9BB1-AA5A0688E6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43103"/>
              </p:ext>
            </p:extLst>
          </p:nvPr>
        </p:nvGraphicFramePr>
        <p:xfrm>
          <a:off x="1801781" y="79099"/>
          <a:ext cx="1739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1" name="Equation" r:id="rId3" imgW="1739880" imgH="812520" progId="Equation.DSMT4">
                  <p:embed/>
                </p:oleObj>
              </mc:Choice>
              <mc:Fallback>
                <p:oleObj name="Equation" r:id="rId3" imgW="17398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01781" y="79099"/>
                        <a:ext cx="1739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1983381-077E-4E62-8B84-3869C5D8A913}"/>
              </a:ext>
            </a:extLst>
          </p:cNvPr>
          <p:cNvSpPr/>
          <p:nvPr/>
        </p:nvSpPr>
        <p:spPr>
          <a:xfrm>
            <a:off x="3532170" y="254667"/>
            <a:ext cx="29840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其中    可导，且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49814F3-E94C-418D-948D-5A017C0BA6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940623"/>
              </p:ext>
            </p:extLst>
          </p:nvPr>
        </p:nvGraphicFramePr>
        <p:xfrm>
          <a:off x="4190976" y="33980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2" name="Equation" r:id="rId5" imgW="622080" imgH="342720" progId="Equation.DSMT4">
                  <p:embed/>
                </p:oleObj>
              </mc:Choice>
              <mc:Fallback>
                <p:oleObj name="Equation" r:id="rId5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90976" y="339800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F5CDD9A-BCEC-43F6-8CF6-E60952B746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069530"/>
              </p:ext>
            </p:extLst>
          </p:nvPr>
        </p:nvGraphicFramePr>
        <p:xfrm>
          <a:off x="6162211" y="333450"/>
          <a:ext cx="2006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3" name="Equation" r:id="rId7" imgW="2006280" imgH="355320" progId="Equation.DSMT4">
                  <p:embed/>
                </p:oleObj>
              </mc:Choice>
              <mc:Fallback>
                <p:oleObj name="Equation" r:id="rId7" imgW="20062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62211" y="333450"/>
                        <a:ext cx="2006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E529164-C73A-41BB-8C9A-9C65F42B1C0B}"/>
              </a:ext>
            </a:extLst>
          </p:cNvPr>
          <p:cNvSpPr/>
          <p:nvPr/>
        </p:nvSpPr>
        <p:spPr>
          <a:xfrm>
            <a:off x="8316416" y="28041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则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E18E20-8071-4C6F-8260-4ABE6B297695}"/>
              </a:ext>
            </a:extLst>
          </p:cNvPr>
          <p:cNvGrpSpPr/>
          <p:nvPr/>
        </p:nvGrpSpPr>
        <p:grpSpPr>
          <a:xfrm>
            <a:off x="467544" y="891899"/>
            <a:ext cx="2381829" cy="825500"/>
            <a:chOff x="491770" y="901810"/>
            <a:chExt cx="2381829" cy="825500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A7C75D62-D484-426D-84EE-5D0CFE38EC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3220030"/>
                </p:ext>
              </p:extLst>
            </p:nvPr>
          </p:nvGraphicFramePr>
          <p:xfrm>
            <a:off x="491770" y="901810"/>
            <a:ext cx="990600" cy="82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054" name="Equation" r:id="rId9" imgW="990360" imgH="825480" progId="Equation.DSMT4">
                    <p:embed/>
                  </p:oleObj>
                </mc:Choice>
                <mc:Fallback>
                  <p:oleObj name="Equation" r:id="rId9" imgW="990360" imgH="825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91770" y="901810"/>
                          <a:ext cx="990600" cy="825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CFB75E5C-C86C-4846-BA8E-AE03F4D38DE6}"/>
                </a:ext>
              </a:extLst>
            </p:cNvPr>
            <p:cNvCxnSpPr/>
            <p:nvPr/>
          </p:nvCxnSpPr>
          <p:spPr>
            <a:xfrm>
              <a:off x="1476375" y="1419622"/>
              <a:ext cx="1079401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1F3D816-CEDA-4EB3-99F5-B0CC56DAEEDB}"/>
                </a:ext>
              </a:extLst>
            </p:cNvPr>
            <p:cNvSpPr/>
            <p:nvPr/>
          </p:nvSpPr>
          <p:spPr>
            <a:xfrm>
              <a:off x="2533441" y="1083727"/>
              <a:ext cx="34015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itchFamily="18" charset="0"/>
                </a:rPr>
                <a:t>.</a:t>
              </a:r>
              <a:endParaRPr lang="zh-CN" altLang="en-US" dirty="0"/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4064178A-D044-4104-81EA-2BA4AAA0B912}"/>
              </a:ext>
            </a:extLst>
          </p:cNvPr>
          <p:cNvSpPr/>
          <p:nvPr/>
        </p:nvSpPr>
        <p:spPr>
          <a:xfrm>
            <a:off x="467544" y="1995686"/>
            <a:ext cx="913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解析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ACC9DF2-A882-4742-B00E-097214F114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931504"/>
              </p:ext>
            </p:extLst>
          </p:nvPr>
        </p:nvGraphicFramePr>
        <p:xfrm>
          <a:off x="1229816" y="1661368"/>
          <a:ext cx="70866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5" name="Equation" r:id="rId11" imgW="7086600" imgH="1130040" progId="Equation.DSMT4">
                  <p:embed/>
                </p:oleObj>
              </mc:Choice>
              <mc:Fallback>
                <p:oleObj name="Equation" r:id="rId11" imgW="7086600" imgH="11300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7C75D62-D484-426D-84EE-5D0CFE38EC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29816" y="1661368"/>
                        <a:ext cx="7086600" cy="113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765E40BD-C9DF-496F-B336-59F70E124D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485174"/>
              </p:ext>
            </p:extLst>
          </p:nvPr>
        </p:nvGraphicFramePr>
        <p:xfrm>
          <a:off x="1983330" y="3199187"/>
          <a:ext cx="2501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6" name="Equation" r:id="rId13" imgW="2501640" imgH="723600" progId="Equation.DSMT4">
                  <p:embed/>
                </p:oleObj>
              </mc:Choice>
              <mc:Fallback>
                <p:oleObj name="Equation" r:id="rId13" imgW="250164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83330" y="3199187"/>
                        <a:ext cx="25019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827FFB1-C62A-4D1A-8166-0D5ED1EC2A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775206"/>
              </p:ext>
            </p:extLst>
          </p:nvPr>
        </p:nvGraphicFramePr>
        <p:xfrm>
          <a:off x="1669204" y="858463"/>
          <a:ext cx="457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7" name="Equation" r:id="rId15" imgW="457200" imgH="723600" progId="Equation.DSMT4">
                  <p:embed/>
                </p:oleObj>
              </mc:Choice>
              <mc:Fallback>
                <p:oleObj name="Equation" r:id="rId15" imgW="4572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69204" y="858463"/>
                        <a:ext cx="457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4005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4E01B59-B5FF-43EA-A9D9-5CA1F7E1E7DE}"/>
              </a:ext>
            </a:extLst>
          </p:cNvPr>
          <p:cNvSpPr/>
          <p:nvPr/>
        </p:nvSpPr>
        <p:spPr>
          <a:xfrm>
            <a:off x="683568" y="254667"/>
            <a:ext cx="11182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cs typeface="Times New Roman" pitchFamily="18" charset="0"/>
              </a:rPr>
              <a:t>3.</a:t>
            </a:r>
            <a:r>
              <a:rPr lang="zh-CN" altLang="en-US" sz="2400" b="1" dirty="0">
                <a:latin typeface="宋体" panose="02010600030101010101" pitchFamily="2" charset="-122"/>
                <a:cs typeface="Times New Roman" pitchFamily="18" charset="0"/>
              </a:rPr>
              <a:t>设</a:t>
            </a:r>
            <a:endParaRPr lang="zh-CN" altLang="en-US" sz="2400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885DD3D-FCC7-4CA0-A4DB-7B05F290B2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459950"/>
              </p:ext>
            </p:extLst>
          </p:nvPr>
        </p:nvGraphicFramePr>
        <p:xfrm>
          <a:off x="1444625" y="314325"/>
          <a:ext cx="4064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1" name="Equation" r:id="rId3" imgW="4063680" imgH="342720" progId="Equation.DSMT4">
                  <p:embed/>
                </p:oleObj>
              </mc:Choice>
              <mc:Fallback>
                <p:oleObj name="Equation" r:id="rId3" imgW="40636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4625" y="314325"/>
                        <a:ext cx="4064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AF03D68-392E-4991-AA00-3432F4B1093B}"/>
              </a:ext>
            </a:extLst>
          </p:cNvPr>
          <p:cNvSpPr/>
          <p:nvPr/>
        </p:nvSpPr>
        <p:spPr>
          <a:xfrm>
            <a:off x="5580113" y="227971"/>
            <a:ext cx="576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cs typeface="Times New Roman" pitchFamily="18" charset="0"/>
              </a:rPr>
              <a:t>则</a:t>
            </a:r>
            <a:endParaRPr lang="zh-CN" altLang="en-US" sz="2400" b="1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81133AA-0BA4-42F3-B67A-340D6F86B2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703524"/>
              </p:ext>
            </p:extLst>
          </p:nvPr>
        </p:nvGraphicFramePr>
        <p:xfrm>
          <a:off x="6005513" y="333375"/>
          <a:ext cx="927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2" name="Equation" r:id="rId5" imgW="927000" imgH="355320" progId="Equation.DSMT4">
                  <p:embed/>
                </p:oleObj>
              </mc:Choice>
              <mc:Fallback>
                <p:oleObj name="Equation" r:id="rId5" imgW="9270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05513" y="333375"/>
                        <a:ext cx="927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7E145E5-DACC-485C-AE9C-9EB40B769598}"/>
              </a:ext>
            </a:extLst>
          </p:cNvPr>
          <p:cNvCxnSpPr/>
          <p:nvPr/>
        </p:nvCxnSpPr>
        <p:spPr>
          <a:xfrm>
            <a:off x="6926560" y="656949"/>
            <a:ext cx="1029816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51C69AAA-8DB8-4F4A-96BA-BC68B915ECC4}"/>
              </a:ext>
            </a:extLst>
          </p:cNvPr>
          <p:cNvSpPr/>
          <p:nvPr/>
        </p:nvSpPr>
        <p:spPr>
          <a:xfrm>
            <a:off x="7949119" y="334036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b="1" dirty="0">
              <a:solidFill>
                <a:prstClr val="black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F655B7-F454-4625-8E79-A82EDEE472CD}"/>
              </a:ext>
            </a:extLst>
          </p:cNvPr>
          <p:cNvSpPr/>
          <p:nvPr/>
        </p:nvSpPr>
        <p:spPr>
          <a:xfrm>
            <a:off x="683568" y="1124621"/>
            <a:ext cx="913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解析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4716596-D7B8-46C8-9CF4-F7BCCF9C43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290349"/>
              </p:ext>
            </p:extLst>
          </p:nvPr>
        </p:nvGraphicFramePr>
        <p:xfrm>
          <a:off x="1452563" y="1212850"/>
          <a:ext cx="6959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3" name="Equation" r:id="rId7" imgW="6959520" imgH="342720" progId="Equation.DSMT4">
                  <p:embed/>
                </p:oleObj>
              </mc:Choice>
              <mc:Fallback>
                <p:oleObj name="Equation" r:id="rId7" imgW="69595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52563" y="1212850"/>
                        <a:ext cx="6959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80FA540-1247-4E0B-8109-BF5EDBFDA0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6700032"/>
              </p:ext>
            </p:extLst>
          </p:nvPr>
        </p:nvGraphicFramePr>
        <p:xfrm>
          <a:off x="1368277" y="2112594"/>
          <a:ext cx="4787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4" name="Equation" r:id="rId9" imgW="4787640" imgH="787320" progId="Equation.DSMT4">
                  <p:embed/>
                </p:oleObj>
              </mc:Choice>
              <mc:Fallback>
                <p:oleObj name="Equation" r:id="rId9" imgW="478764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68277" y="2112594"/>
                        <a:ext cx="4787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E04904F9-833F-4A89-9E70-5E10F2D130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581675"/>
              </p:ext>
            </p:extLst>
          </p:nvPr>
        </p:nvGraphicFramePr>
        <p:xfrm>
          <a:off x="323528" y="3150815"/>
          <a:ext cx="8102601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5" name="Equation" r:id="rId11" imgW="8102520" imgH="812520" progId="Equation.DSMT4">
                  <p:embed/>
                </p:oleObj>
              </mc:Choice>
              <mc:Fallback>
                <p:oleObj name="Equation" r:id="rId11" imgW="81025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3528" y="3150815"/>
                        <a:ext cx="8102601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6991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349BAF27-5F0E-4008-BEEE-BCDE9EFDFBFE}"/>
              </a:ext>
            </a:extLst>
          </p:cNvPr>
          <p:cNvGrpSpPr/>
          <p:nvPr/>
        </p:nvGrpSpPr>
        <p:grpSpPr>
          <a:xfrm>
            <a:off x="755576" y="293688"/>
            <a:ext cx="7303163" cy="812800"/>
            <a:chOff x="611560" y="293688"/>
            <a:chExt cx="7303163" cy="8128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B7F9795-6DC3-4771-835F-3A6D40B7C033}"/>
                </a:ext>
              </a:extLst>
            </p:cNvPr>
            <p:cNvSpPr/>
            <p:nvPr/>
          </p:nvSpPr>
          <p:spPr>
            <a:xfrm>
              <a:off x="611560" y="430234"/>
              <a:ext cx="86481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latin typeface="宋体" panose="02010600030101010101" pitchFamily="2" charset="-122"/>
                  <a:cs typeface="Times New Roman" pitchFamily="18" charset="0"/>
                </a:rPr>
                <a:t>4.</a:t>
              </a:r>
              <a:r>
                <a:rPr lang="zh-CN" altLang="en-US" sz="2400" b="1" dirty="0">
                  <a:latin typeface="宋体" panose="02010600030101010101" pitchFamily="2" charset="-122"/>
                  <a:cs typeface="Times New Roman" pitchFamily="18" charset="0"/>
                </a:rPr>
                <a:t>设</a:t>
              </a:r>
              <a:endParaRPr lang="zh-CN" altLang="en-US" sz="2400" b="1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3695DE42-7F58-48DD-88EC-04F6C01479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5551187"/>
                </p:ext>
              </p:extLst>
            </p:nvPr>
          </p:nvGraphicFramePr>
          <p:xfrm>
            <a:off x="1331640" y="293688"/>
            <a:ext cx="29083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55" name="Equation" r:id="rId3" imgW="2908080" imgH="812520" progId="Equation.DSMT4">
                    <p:embed/>
                  </p:oleObj>
                </mc:Choice>
                <mc:Fallback>
                  <p:oleObj name="Equation" r:id="rId3" imgW="290808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31640" y="293688"/>
                          <a:ext cx="29083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22B6D38-7255-4DC9-97E2-D8B779DC7B36}"/>
                </a:ext>
              </a:extLst>
            </p:cNvPr>
            <p:cNvSpPr/>
            <p:nvPr/>
          </p:nvSpPr>
          <p:spPr>
            <a:xfrm>
              <a:off x="4283969" y="430234"/>
              <a:ext cx="24482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cs typeface="Times New Roman" pitchFamily="18" charset="0"/>
                </a:rPr>
                <a:t>则    表达式为</a:t>
              </a:r>
              <a:endParaRPr lang="zh-CN" altLang="en-US" sz="2400" b="1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931FE555-6942-40E8-819A-6FF0E871CF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7822768"/>
                </p:ext>
              </p:extLst>
            </p:nvPr>
          </p:nvGraphicFramePr>
          <p:xfrm>
            <a:off x="4716016" y="52863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56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716016" y="52863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48AB47FE-4A4E-4614-B820-5463D69AD9BB}"/>
                </a:ext>
              </a:extLst>
            </p:cNvPr>
            <p:cNvCxnSpPr/>
            <p:nvPr/>
          </p:nvCxnSpPr>
          <p:spPr>
            <a:xfrm>
              <a:off x="6566453" y="771550"/>
              <a:ext cx="100811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F5C6232-457D-4CE2-92F3-9A5BF0108F3E}"/>
                </a:ext>
              </a:extLst>
            </p:cNvPr>
            <p:cNvSpPr/>
            <p:nvPr/>
          </p:nvSpPr>
          <p:spPr>
            <a:xfrm>
              <a:off x="7574565" y="399477"/>
              <a:ext cx="34015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itchFamily="18" charset="0"/>
                </a:rPr>
                <a:t>.</a:t>
              </a:r>
              <a:endParaRPr lang="zh-CN" altLang="en-US" dirty="0"/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38EDF51D-C9A2-4062-AEBE-ABEB2803806E}"/>
              </a:ext>
            </a:extLst>
          </p:cNvPr>
          <p:cNvSpPr/>
          <p:nvPr/>
        </p:nvSpPr>
        <p:spPr>
          <a:xfrm>
            <a:off x="706804" y="1419622"/>
            <a:ext cx="913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解析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FA3EB60-706F-4DF4-AECC-5D1A85B926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672665"/>
              </p:ext>
            </p:extLst>
          </p:nvPr>
        </p:nvGraphicFramePr>
        <p:xfrm>
          <a:off x="1763688" y="1275606"/>
          <a:ext cx="46990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57" name="Equation" r:id="rId7" imgW="4698720" imgH="876240" progId="Equation.DSMT4">
                  <p:embed/>
                </p:oleObj>
              </mc:Choice>
              <mc:Fallback>
                <p:oleObj name="Equation" r:id="rId7" imgW="4698720" imgH="8762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695DE42-7F58-48DD-88EC-04F6C01479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63688" y="1275606"/>
                        <a:ext cx="46990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94ACB88-963F-4C95-A41E-9282473860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540874"/>
              </p:ext>
            </p:extLst>
          </p:nvPr>
        </p:nvGraphicFramePr>
        <p:xfrm>
          <a:off x="1979712" y="2931790"/>
          <a:ext cx="1701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58" name="Equation" r:id="rId9" imgW="1701720" imgH="406080" progId="Equation.DSMT4">
                  <p:embed/>
                </p:oleObj>
              </mc:Choice>
              <mc:Fallback>
                <p:oleObj name="Equation" r:id="rId9" imgW="1701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79712" y="2931790"/>
                        <a:ext cx="1701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33D0A9D-5089-4FED-B340-2CFF200BE0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784173"/>
              </p:ext>
            </p:extLst>
          </p:nvPr>
        </p:nvGraphicFramePr>
        <p:xfrm>
          <a:off x="6823919" y="376546"/>
          <a:ext cx="749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59" name="Equation" r:id="rId11" imgW="749160" imgH="342720" progId="Equation.DSMT4">
                  <p:embed/>
                </p:oleObj>
              </mc:Choice>
              <mc:Fallback>
                <p:oleObj name="Equation" r:id="rId11" imgW="7491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23919" y="376546"/>
                        <a:ext cx="749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2551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4E38E64-3B2B-4D00-97EC-4A19DE102491}"/>
              </a:ext>
            </a:extLst>
          </p:cNvPr>
          <p:cNvSpPr/>
          <p:nvPr/>
        </p:nvSpPr>
        <p:spPr>
          <a:xfrm>
            <a:off x="755576" y="430234"/>
            <a:ext cx="8648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cs typeface="Times New Roman" pitchFamily="18" charset="0"/>
              </a:rPr>
              <a:t>5.</a:t>
            </a:r>
            <a:r>
              <a:rPr lang="zh-CN" altLang="en-US" sz="2400" b="1" dirty="0">
                <a:latin typeface="宋体" panose="02010600030101010101" pitchFamily="2" charset="-122"/>
                <a:cs typeface="Times New Roman" pitchFamily="18" charset="0"/>
              </a:rPr>
              <a:t>设</a:t>
            </a:r>
            <a:endParaRPr lang="zh-CN" altLang="en-US" sz="2400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B49CFBF-C834-473C-AB94-24C4492A3D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256509"/>
              </p:ext>
            </p:extLst>
          </p:nvPr>
        </p:nvGraphicFramePr>
        <p:xfrm>
          <a:off x="1501888" y="299116"/>
          <a:ext cx="2730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68" name="Equation" r:id="rId3" imgW="2730240" imgH="723600" progId="Equation.DSMT4">
                  <p:embed/>
                </p:oleObj>
              </mc:Choice>
              <mc:Fallback>
                <p:oleObj name="Equation" r:id="rId3" imgW="273024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1888" y="299116"/>
                        <a:ext cx="2730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BB1C1ECF-2989-4C72-9FCC-D3B012471B95}"/>
              </a:ext>
            </a:extLst>
          </p:cNvPr>
          <p:cNvSpPr/>
          <p:nvPr/>
        </p:nvSpPr>
        <p:spPr>
          <a:xfrm>
            <a:off x="4232388" y="402779"/>
            <a:ext cx="8648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cs typeface="Times New Roman" pitchFamily="18" charset="0"/>
              </a:rPr>
              <a:t>则</a:t>
            </a:r>
            <a:r>
              <a:rPr lang="en-US" altLang="zh-CN" sz="2400" b="1" dirty="0">
                <a:latin typeface="宋体" panose="02010600030101010101" pitchFamily="2" charset="-122"/>
                <a:cs typeface="Times New Roman" pitchFamily="18" charset="0"/>
              </a:rPr>
              <a:t> </a:t>
            </a:r>
            <a:endParaRPr lang="zh-CN" altLang="en-US" sz="2400" b="1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1BD73C2-03F4-4964-804C-AC63BEBA16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700649"/>
              </p:ext>
            </p:extLst>
          </p:nvPr>
        </p:nvGraphicFramePr>
        <p:xfrm>
          <a:off x="4664795" y="430411"/>
          <a:ext cx="1130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69" name="Equation" r:id="rId5" imgW="1130040" imgH="406080" progId="Equation.DSMT4">
                  <p:embed/>
                </p:oleObj>
              </mc:Choice>
              <mc:Fallback>
                <p:oleObj name="Equation" r:id="rId5" imgW="11300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64795" y="430411"/>
                        <a:ext cx="1130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A6CF792-777E-40EE-B77D-B64561205B7B}"/>
              </a:ext>
            </a:extLst>
          </p:cNvPr>
          <p:cNvCxnSpPr/>
          <p:nvPr/>
        </p:nvCxnSpPr>
        <p:spPr>
          <a:xfrm>
            <a:off x="5850585" y="749512"/>
            <a:ext cx="100811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3A6E20C6-7AA3-4C3C-A1D6-58E2033BFA8C}"/>
              </a:ext>
            </a:extLst>
          </p:cNvPr>
          <p:cNvSpPr/>
          <p:nvPr/>
        </p:nvSpPr>
        <p:spPr>
          <a:xfrm>
            <a:off x="6858697" y="377439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6D38C8-5A64-4539-94BF-9C45571AE901}"/>
              </a:ext>
            </a:extLst>
          </p:cNvPr>
          <p:cNvSpPr/>
          <p:nvPr/>
        </p:nvSpPr>
        <p:spPr>
          <a:xfrm>
            <a:off x="620912" y="1334715"/>
            <a:ext cx="913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解析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C8AA69B-BE32-42F0-A09B-79D945109D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802961"/>
              </p:ext>
            </p:extLst>
          </p:nvPr>
        </p:nvGraphicFramePr>
        <p:xfrm>
          <a:off x="1476375" y="1275606"/>
          <a:ext cx="284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70" name="Equation" r:id="rId7" imgW="2844720" imgH="723600" progId="Equation.DSMT4">
                  <p:embed/>
                </p:oleObj>
              </mc:Choice>
              <mc:Fallback>
                <p:oleObj name="Equation" r:id="rId7" imgW="2844720" imgH="723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B49CFBF-C834-473C-AB94-24C4492A3D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6375" y="1275606"/>
                        <a:ext cx="2844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2DC7107-C335-4FD9-B353-53AED64162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440457"/>
              </p:ext>
            </p:extLst>
          </p:nvPr>
        </p:nvGraphicFramePr>
        <p:xfrm>
          <a:off x="6105315" y="370606"/>
          <a:ext cx="266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71" name="Equation" r:id="rId9" imgW="266400" imgH="279360" progId="Equation.DSMT4">
                  <p:embed/>
                </p:oleObj>
              </mc:Choice>
              <mc:Fallback>
                <p:oleObj name="Equation" r:id="rId9" imgW="2664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05315" y="370606"/>
                        <a:ext cx="266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367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37477BE1-9B56-4DA7-9A38-806383C99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75" y="195486"/>
            <a:ext cx="23661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accent1"/>
                </a:solidFill>
                <a:latin typeface="Verdana" pitchFamily="34" charset="0"/>
                <a:ea typeface="宋体" charset="-122"/>
              </a:defRPr>
            </a:lvl1pPr>
            <a:lvl2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三、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计算题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6D65CA-D57C-4016-864E-99B1E969EED9}"/>
              </a:ext>
            </a:extLst>
          </p:cNvPr>
          <p:cNvSpPr/>
          <p:nvPr/>
        </p:nvSpPr>
        <p:spPr>
          <a:xfrm>
            <a:off x="765675" y="771550"/>
            <a:ext cx="4939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cs typeface="Times New Roman" pitchFamily="18" charset="0"/>
              </a:rPr>
              <a:t>1.</a:t>
            </a:r>
            <a:endParaRPr lang="zh-CN" altLang="en-US" sz="2400" b="1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6BE7FDC-741A-4F42-A952-F970100A57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591100"/>
              </p:ext>
            </p:extLst>
          </p:nvPr>
        </p:nvGraphicFramePr>
        <p:xfrm>
          <a:off x="1259632" y="801514"/>
          <a:ext cx="38862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01" name="Equation" r:id="rId3" imgW="3886200" imgH="545760" progId="Equation.DSMT4">
                  <p:embed/>
                </p:oleObj>
              </mc:Choice>
              <mc:Fallback>
                <p:oleObj name="Equation" r:id="rId3" imgW="388620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632" y="801514"/>
                        <a:ext cx="38862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4C4AE5D-B3EA-4A93-AAAA-9BD5C6310666}"/>
              </a:ext>
            </a:extLst>
          </p:cNvPr>
          <p:cNvSpPr/>
          <p:nvPr/>
        </p:nvSpPr>
        <p:spPr>
          <a:xfrm>
            <a:off x="683568" y="1635646"/>
            <a:ext cx="913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解析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5D1EEE3-7038-4CAD-B7F3-92E6008F44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733727"/>
              </p:ext>
            </p:extLst>
          </p:nvPr>
        </p:nvGraphicFramePr>
        <p:xfrm>
          <a:off x="1597155" y="1593428"/>
          <a:ext cx="3822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02" name="Equation" r:id="rId5" imgW="3822480" imgH="545760" progId="Equation.DSMT4">
                  <p:embed/>
                </p:oleObj>
              </mc:Choice>
              <mc:Fallback>
                <p:oleObj name="Equation" r:id="rId5" imgW="3822480" imgH="5457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6BE7FDC-741A-4F42-A952-F970100A5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7155" y="1593428"/>
                        <a:ext cx="38227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F9AA156-4C6A-4DAC-9060-044AA3A49C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584167"/>
              </p:ext>
            </p:extLst>
          </p:nvPr>
        </p:nvGraphicFramePr>
        <p:xfrm>
          <a:off x="1331640" y="2221855"/>
          <a:ext cx="4927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03" name="Equation" r:id="rId7" imgW="4927320" imgH="545760" progId="Equation.DSMT4">
                  <p:embed/>
                </p:oleObj>
              </mc:Choice>
              <mc:Fallback>
                <p:oleObj name="Equation" r:id="rId7" imgW="4927320" imgH="545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5D1EEE3-7038-4CAD-B7F3-92E6008F44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31640" y="2221855"/>
                        <a:ext cx="49276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D7506B7-E66D-4FF9-AF3D-4C5B16A49B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876110"/>
              </p:ext>
            </p:extLst>
          </p:nvPr>
        </p:nvGraphicFramePr>
        <p:xfrm>
          <a:off x="1279781" y="2795198"/>
          <a:ext cx="4724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04" name="Equation" r:id="rId9" imgW="4724280" imgH="939600" progId="Equation.DSMT4">
                  <p:embed/>
                </p:oleObj>
              </mc:Choice>
              <mc:Fallback>
                <p:oleObj name="Equation" r:id="rId9" imgW="4724280" imgH="939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F9AA156-4C6A-4DAC-9060-044AA3A49C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79781" y="2795198"/>
                        <a:ext cx="47244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DE1537D-9ECD-438C-926B-393E1A8579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735765"/>
              </p:ext>
            </p:extLst>
          </p:nvPr>
        </p:nvGraphicFramePr>
        <p:xfrm>
          <a:off x="1253502" y="3610846"/>
          <a:ext cx="551180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05" name="Equation" r:id="rId11" imgW="5511600" imgH="1320480" progId="Equation.DSMT4">
                  <p:embed/>
                </p:oleObj>
              </mc:Choice>
              <mc:Fallback>
                <p:oleObj name="Equation" r:id="rId11" imgW="5511600" imgH="1320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D7506B7-E66D-4FF9-AF3D-4C5B16A49B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53502" y="3610846"/>
                        <a:ext cx="5511800" cy="132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603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9FFA340-2069-4200-A602-BE7DE8EBFF05}"/>
              </a:ext>
            </a:extLst>
          </p:cNvPr>
          <p:cNvSpPr/>
          <p:nvPr/>
        </p:nvSpPr>
        <p:spPr>
          <a:xfrm>
            <a:off x="727969" y="445740"/>
            <a:ext cx="4939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cs typeface="Times New Roman" pitchFamily="18" charset="0"/>
              </a:rPr>
              <a:t>2.</a:t>
            </a:r>
            <a:endParaRPr lang="zh-CN" altLang="en-US" sz="2400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94B7A77-AE65-44EC-BBA9-8D2DAF8664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468620"/>
              </p:ext>
            </p:extLst>
          </p:nvPr>
        </p:nvGraphicFramePr>
        <p:xfrm>
          <a:off x="1187624" y="238423"/>
          <a:ext cx="25019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9" name="Equation" r:id="rId3" imgW="2501640" imgH="876240" progId="Equation.DSMT4">
                  <p:embed/>
                </p:oleObj>
              </mc:Choice>
              <mc:Fallback>
                <p:oleObj name="Equation" r:id="rId3" imgW="250164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624" y="238423"/>
                        <a:ext cx="25019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86122BF-52B6-4D16-A90C-9CD8FA276052}"/>
              </a:ext>
            </a:extLst>
          </p:cNvPr>
          <p:cNvSpPr/>
          <p:nvPr/>
        </p:nvSpPr>
        <p:spPr>
          <a:xfrm>
            <a:off x="730830" y="1514871"/>
            <a:ext cx="913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解析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FCAC1D3-7A81-49DD-8785-5E45D3A3A6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423758"/>
              </p:ext>
            </p:extLst>
          </p:nvPr>
        </p:nvGraphicFramePr>
        <p:xfrm>
          <a:off x="1691680" y="1072604"/>
          <a:ext cx="55118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00" name="Equation" r:id="rId5" imgW="5511600" imgH="1155600" progId="Equation.DSMT4">
                  <p:embed/>
                </p:oleObj>
              </mc:Choice>
              <mc:Fallback>
                <p:oleObj name="Equation" r:id="rId5" imgW="5511600" imgH="1155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794B7A77-AE65-44EC-BBA9-8D2DAF866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1680" y="1072604"/>
                        <a:ext cx="5511800" cy="1155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87E8ED2-21B6-4698-83D2-4CD104510E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887245"/>
              </p:ext>
            </p:extLst>
          </p:nvPr>
        </p:nvGraphicFramePr>
        <p:xfrm>
          <a:off x="1384300" y="2376685"/>
          <a:ext cx="63754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01" name="Equation" r:id="rId7" imgW="6375240" imgH="1371600" progId="Equation.DSMT4">
                  <p:embed/>
                </p:oleObj>
              </mc:Choice>
              <mc:Fallback>
                <p:oleObj name="Equation" r:id="rId7" imgW="6375240" imgH="1371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84300" y="2376685"/>
                        <a:ext cx="6375400" cy="137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970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CC28AC0-A139-4A6E-B7E8-49FB31814C4D}"/>
              </a:ext>
            </a:extLst>
          </p:cNvPr>
          <p:cNvSpPr/>
          <p:nvPr/>
        </p:nvSpPr>
        <p:spPr>
          <a:xfrm>
            <a:off x="727969" y="445740"/>
            <a:ext cx="8196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cs typeface="Times New Roman" pitchFamily="18" charset="0"/>
              </a:rPr>
              <a:t>3.</a:t>
            </a:r>
            <a:r>
              <a:rPr lang="zh-CN" altLang="en-US" sz="2400" b="1" dirty="0">
                <a:latin typeface="宋体" panose="02010600030101010101" pitchFamily="2" charset="-122"/>
                <a:cs typeface="Times New Roman" pitchFamily="18" charset="0"/>
              </a:rPr>
              <a:t>设</a:t>
            </a:r>
            <a:endParaRPr lang="zh-CN" altLang="en-US" sz="2400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E2D8DE2-A73E-41C8-B3D1-451F773CD5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567974"/>
              </p:ext>
            </p:extLst>
          </p:nvPr>
        </p:nvGraphicFramePr>
        <p:xfrm>
          <a:off x="1539875" y="195263"/>
          <a:ext cx="23876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4" name="Equation" r:id="rId3" imgW="2387520" imgH="1091880" progId="Equation.DSMT4">
                  <p:embed/>
                </p:oleObj>
              </mc:Choice>
              <mc:Fallback>
                <p:oleObj name="Equation" r:id="rId3" imgW="2387520" imgH="1091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39875" y="195263"/>
                        <a:ext cx="2387600" cy="109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956B2B18-D9FD-458D-9008-54CA53D7C16A}"/>
              </a:ext>
            </a:extLst>
          </p:cNvPr>
          <p:cNvSpPr/>
          <p:nvPr/>
        </p:nvSpPr>
        <p:spPr>
          <a:xfrm>
            <a:off x="3815617" y="469255"/>
            <a:ext cx="5772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cs typeface="Times New Roman" pitchFamily="18" charset="0"/>
              </a:rPr>
              <a:t>求</a:t>
            </a:r>
            <a:endParaRPr lang="zh-CN" altLang="en-US" sz="2400" b="1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6001A9C-DD98-4DE6-A19B-8A3C0EDEE2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452198"/>
              </p:ext>
            </p:extLst>
          </p:nvPr>
        </p:nvGraphicFramePr>
        <p:xfrm>
          <a:off x="4302127" y="249237"/>
          <a:ext cx="914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5" name="Equation" r:id="rId5" imgW="914400" imgH="901440" progId="Equation.DSMT4">
                  <p:embed/>
                </p:oleObj>
              </mc:Choice>
              <mc:Fallback>
                <p:oleObj name="Equation" r:id="rId5" imgW="914400" imgH="90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02127" y="249237"/>
                        <a:ext cx="9144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DE0DF8E9-7D85-491D-9DAF-2F76E1612B14}"/>
              </a:ext>
            </a:extLst>
          </p:cNvPr>
          <p:cNvSpPr/>
          <p:nvPr/>
        </p:nvSpPr>
        <p:spPr>
          <a:xfrm>
            <a:off x="562788" y="2006896"/>
            <a:ext cx="913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解析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8E05A22-707A-487A-9FFE-852E153687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444592"/>
              </p:ext>
            </p:extLst>
          </p:nvPr>
        </p:nvGraphicFramePr>
        <p:xfrm>
          <a:off x="1444627" y="1401414"/>
          <a:ext cx="28575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6" name="Equation" r:id="rId7" imgW="2857320" imgH="1625400" progId="Equation.DSMT4">
                  <p:embed/>
                </p:oleObj>
              </mc:Choice>
              <mc:Fallback>
                <p:oleObj name="Equation" r:id="rId7" imgW="2857320" imgH="1625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44627" y="1401414"/>
                        <a:ext cx="2857500" cy="162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971B5C8-7EDB-4225-9C2E-7AD2001A41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211993"/>
              </p:ext>
            </p:extLst>
          </p:nvPr>
        </p:nvGraphicFramePr>
        <p:xfrm>
          <a:off x="1393827" y="3074043"/>
          <a:ext cx="58166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7" name="Equation" r:id="rId9" imgW="5816520" imgH="1206360" progId="Equation.DSMT4">
                  <p:embed/>
                </p:oleObj>
              </mc:Choice>
              <mc:Fallback>
                <p:oleObj name="Equation" r:id="rId9" imgW="5816520" imgH="1206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93827" y="3074043"/>
                        <a:ext cx="5816600" cy="120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98C9FBF-A54D-4BCC-BFB9-CE9533CAB7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042637"/>
              </p:ext>
            </p:extLst>
          </p:nvPr>
        </p:nvGraphicFramePr>
        <p:xfrm>
          <a:off x="1423621" y="4126505"/>
          <a:ext cx="1752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8" name="Equation" r:id="rId11" imgW="1752480" imgH="901440" progId="Equation.DSMT4">
                  <p:embed/>
                </p:oleObj>
              </mc:Choice>
              <mc:Fallback>
                <p:oleObj name="Equation" r:id="rId11" imgW="1752480" imgH="90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23621" y="4126505"/>
                        <a:ext cx="17526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186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0B6F641-A546-4184-8EEE-CEF63902F726}"/>
              </a:ext>
            </a:extLst>
          </p:cNvPr>
          <p:cNvSpPr/>
          <p:nvPr/>
        </p:nvSpPr>
        <p:spPr>
          <a:xfrm>
            <a:off x="696978" y="308280"/>
            <a:ext cx="30109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cs typeface="Times New Roman" pitchFamily="18" charset="0"/>
              </a:rPr>
              <a:t>4.</a:t>
            </a:r>
            <a:r>
              <a:rPr lang="zh-CN" altLang="en-US" sz="2400" b="1" dirty="0">
                <a:latin typeface="宋体" panose="02010600030101010101" pitchFamily="2" charset="-122"/>
                <a:cs typeface="Times New Roman" pitchFamily="18" charset="0"/>
              </a:rPr>
              <a:t>设        由方程</a:t>
            </a:r>
            <a:endParaRPr lang="zh-CN" altLang="en-US" sz="2400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FA8755D-55A3-433F-B020-A68E028BB9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034984"/>
              </p:ext>
            </p:extLst>
          </p:nvPr>
        </p:nvGraphicFramePr>
        <p:xfrm>
          <a:off x="1498012" y="367663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76" name="Equation" r:id="rId3" imgW="1066680" imgH="342720" progId="Equation.DSMT4">
                  <p:embed/>
                </p:oleObj>
              </mc:Choice>
              <mc:Fallback>
                <p:oleObj name="Equation" r:id="rId3" imgW="10666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98012" y="367663"/>
                        <a:ext cx="1066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EA67AA0-3B73-411F-BE3F-9AD2C56C41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470216"/>
              </p:ext>
            </p:extLst>
          </p:nvPr>
        </p:nvGraphicFramePr>
        <p:xfrm>
          <a:off x="3663335" y="367663"/>
          <a:ext cx="2781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77" name="Equation" r:id="rId5" imgW="2781000" imgH="406080" progId="Equation.DSMT4">
                  <p:embed/>
                </p:oleObj>
              </mc:Choice>
              <mc:Fallback>
                <p:oleObj name="Equation" r:id="rId5" imgW="2781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63335" y="367663"/>
                        <a:ext cx="2781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ED9CBE6B-C48E-41EE-9079-B7673E9F12EE}"/>
              </a:ext>
            </a:extLst>
          </p:cNvPr>
          <p:cNvSpPr/>
          <p:nvPr/>
        </p:nvSpPr>
        <p:spPr>
          <a:xfrm>
            <a:off x="6446821" y="367663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确定，求</a:t>
            </a:r>
            <a:endParaRPr lang="zh-CN" altLang="en-US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7D1D084-5D15-4976-AE9E-0EC7E88CFE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520639"/>
              </p:ext>
            </p:extLst>
          </p:nvPr>
        </p:nvGraphicFramePr>
        <p:xfrm>
          <a:off x="7825754" y="444288"/>
          <a:ext cx="86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78" name="Equation" r:id="rId7" imgW="863280" imgH="380880" progId="Equation.DSMT4">
                  <p:embed/>
                </p:oleObj>
              </mc:Choice>
              <mc:Fallback>
                <p:oleObj name="Equation" r:id="rId7" imgW="863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25754" y="444288"/>
                        <a:ext cx="863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23808269-2088-41E6-96F4-EF3E1AF6E3FC}"/>
              </a:ext>
            </a:extLst>
          </p:cNvPr>
          <p:cNvSpPr/>
          <p:nvPr/>
        </p:nvSpPr>
        <p:spPr>
          <a:xfrm>
            <a:off x="672096" y="987574"/>
            <a:ext cx="913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解析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52966E-6C30-4933-8657-AD4692EC6B99}"/>
              </a:ext>
            </a:extLst>
          </p:cNvPr>
          <p:cNvSpPr/>
          <p:nvPr/>
        </p:nvSpPr>
        <p:spPr>
          <a:xfrm>
            <a:off x="1498012" y="987573"/>
            <a:ext cx="24979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方程两边微分得</a:t>
            </a:r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4CE110B-F457-479E-BC2A-570020099A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055369"/>
              </p:ext>
            </p:extLst>
          </p:nvPr>
        </p:nvGraphicFramePr>
        <p:xfrm>
          <a:off x="2192299" y="1662748"/>
          <a:ext cx="4470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79" name="Equation" r:id="rId9" imgW="4470120" imgH="787320" progId="Equation.DSMT4">
                  <p:embed/>
                </p:oleObj>
              </mc:Choice>
              <mc:Fallback>
                <p:oleObj name="Equation" r:id="rId9" imgW="44701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92299" y="1662748"/>
                        <a:ext cx="4470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C592494D-5D6D-48F0-BBA6-5AF20CE4C1BD}"/>
              </a:ext>
            </a:extLst>
          </p:cNvPr>
          <p:cNvGrpSpPr/>
          <p:nvPr/>
        </p:nvGrpSpPr>
        <p:grpSpPr>
          <a:xfrm>
            <a:off x="696978" y="2512367"/>
            <a:ext cx="1616754" cy="461665"/>
            <a:chOff x="696978" y="2512367"/>
            <a:chExt cx="1616754" cy="46166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EF2058F-98E5-42A9-9A56-016F12D70755}"/>
                </a:ext>
              </a:extLst>
            </p:cNvPr>
            <p:cNvSpPr/>
            <p:nvPr/>
          </p:nvSpPr>
          <p:spPr>
            <a:xfrm>
              <a:off x="696978" y="2512367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itchFamily="18" charset="0"/>
                </a:rPr>
                <a:t>又</a:t>
              </a:r>
              <a:endParaRPr lang="zh-CN" altLang="en-US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DBE3A09D-1302-4A6F-BDD9-A741259E28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3878744"/>
                </p:ext>
              </p:extLst>
            </p:nvPr>
          </p:nvGraphicFramePr>
          <p:xfrm>
            <a:off x="1259632" y="2557304"/>
            <a:ext cx="1054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80" name="Equation" r:id="rId11" imgW="1054080" imgH="342720" progId="Equation.DSMT4">
                    <p:embed/>
                  </p:oleObj>
                </mc:Choice>
                <mc:Fallback>
                  <p:oleObj name="Equation" r:id="rId11" imgW="1054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59632" y="2557304"/>
                          <a:ext cx="1054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ED552F4-36E1-4935-AB59-73CD7ADC728D}"/>
              </a:ext>
            </a:extLst>
          </p:cNvPr>
          <p:cNvGrpSpPr/>
          <p:nvPr/>
        </p:nvGrpSpPr>
        <p:grpSpPr>
          <a:xfrm>
            <a:off x="2382340" y="2497921"/>
            <a:ext cx="3845844" cy="461665"/>
            <a:chOff x="2382340" y="2497921"/>
            <a:chExt cx="3845844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990C1A-0D44-475F-BCA9-F972C024E90B}"/>
                </a:ext>
              </a:extLst>
            </p:cNvPr>
            <p:cNvSpPr/>
            <p:nvPr/>
          </p:nvSpPr>
          <p:spPr>
            <a:xfrm>
              <a:off x="2382340" y="2497921"/>
              <a:ext cx="38458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itchFamily="18" charset="0"/>
                </a:rPr>
                <a:t>将          代入上式得</a:t>
              </a:r>
              <a:endParaRPr lang="zh-CN" altLang="en-US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829B1094-A59D-4A1A-AF6D-7C6CB82C77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1808346"/>
                </p:ext>
              </p:extLst>
            </p:nvPr>
          </p:nvGraphicFramePr>
          <p:xfrm>
            <a:off x="2915816" y="2598132"/>
            <a:ext cx="1333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81" name="Equation" r:id="rId13" imgW="1333440" imgH="342720" progId="Equation.DSMT4">
                    <p:embed/>
                  </p:oleObj>
                </mc:Choice>
                <mc:Fallback>
                  <p:oleObj name="Equation" r:id="rId13" imgW="13334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915816" y="2598132"/>
                          <a:ext cx="1333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1E69790-E86E-4BC5-9113-586671DF3C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235249"/>
              </p:ext>
            </p:extLst>
          </p:nvPr>
        </p:nvGraphicFramePr>
        <p:xfrm>
          <a:off x="3419872" y="3507854"/>
          <a:ext cx="1333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82" name="Equation" r:id="rId15" imgW="1333440" imgH="380880" progId="Equation.DSMT4">
                  <p:embed/>
                </p:oleObj>
              </mc:Choice>
              <mc:Fallback>
                <p:oleObj name="Equation" r:id="rId15" imgW="133344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7D1D084-5D15-4976-AE9E-0EC7E88CFE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19872" y="3507854"/>
                        <a:ext cx="1333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294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DC790A-1804-4E57-B72E-547F393A9101}"/>
              </a:ext>
            </a:extLst>
          </p:cNvPr>
          <p:cNvSpPr/>
          <p:nvPr/>
        </p:nvSpPr>
        <p:spPr>
          <a:xfrm>
            <a:off x="696978" y="308280"/>
            <a:ext cx="35869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cs typeface="Times New Roman" pitchFamily="18" charset="0"/>
              </a:rPr>
              <a:t>5.</a:t>
            </a:r>
            <a:r>
              <a:rPr lang="zh-CN" altLang="en-US" sz="2400" b="1" dirty="0">
                <a:latin typeface="宋体" panose="02010600030101010101" pitchFamily="2" charset="-122"/>
                <a:cs typeface="Times New Roman" pitchFamily="18" charset="0"/>
              </a:rPr>
              <a:t>试确定常数    使极限</a:t>
            </a:r>
            <a:endParaRPr lang="zh-CN" altLang="en-US" sz="2400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5735A92-1D92-47F4-B8CB-FA05933A81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713417"/>
              </p:ext>
            </p:extLst>
          </p:nvPr>
        </p:nvGraphicFramePr>
        <p:xfrm>
          <a:off x="2627784" y="401571"/>
          <a:ext cx="520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26" name="Equation" r:id="rId3" imgW="520560" imgH="330120" progId="Equation.DSMT4">
                  <p:embed/>
                </p:oleObj>
              </mc:Choice>
              <mc:Fallback>
                <p:oleObj name="Equation" r:id="rId3" imgW="5205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7784" y="401571"/>
                        <a:ext cx="520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087AA49-0D60-4406-BAF7-EC927556EE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961891"/>
              </p:ext>
            </p:extLst>
          </p:nvPr>
        </p:nvGraphicFramePr>
        <p:xfrm>
          <a:off x="4211960" y="198371"/>
          <a:ext cx="3048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27" name="Equation" r:id="rId5" imgW="3047760" imgH="736560" progId="Equation.DSMT4">
                  <p:embed/>
                </p:oleObj>
              </mc:Choice>
              <mc:Fallback>
                <p:oleObj name="Equation" r:id="rId5" imgW="30477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11960" y="198371"/>
                        <a:ext cx="3048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22A6CF93-B117-4862-AF23-F4DF80F17E38}"/>
              </a:ext>
            </a:extLst>
          </p:cNvPr>
          <p:cNvSpPr/>
          <p:nvPr/>
        </p:nvSpPr>
        <p:spPr>
          <a:xfrm>
            <a:off x="7236498" y="335838"/>
            <a:ext cx="9589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存在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51E5CF-E3E3-48BE-961E-E9BE3A390CA6}"/>
              </a:ext>
            </a:extLst>
          </p:cNvPr>
          <p:cNvSpPr/>
          <p:nvPr/>
        </p:nvSpPr>
        <p:spPr>
          <a:xfrm>
            <a:off x="664275" y="1059582"/>
            <a:ext cx="913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解析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93CC36-266A-4622-975B-FEDD7A09CD57}"/>
              </a:ext>
            </a:extLst>
          </p:cNvPr>
          <p:cNvSpPr/>
          <p:nvPr/>
        </p:nvSpPr>
        <p:spPr>
          <a:xfrm>
            <a:off x="1476374" y="1071251"/>
            <a:ext cx="12954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由题意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6545215-78C8-48C7-A47C-AAE2A775F5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290876"/>
              </p:ext>
            </p:extLst>
          </p:nvPr>
        </p:nvGraphicFramePr>
        <p:xfrm>
          <a:off x="2782302" y="1071251"/>
          <a:ext cx="3708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28" name="Equation" r:id="rId7" imgW="3708360" imgH="482400" progId="Equation.DSMT4">
                  <p:embed/>
                </p:oleObj>
              </mc:Choice>
              <mc:Fallback>
                <p:oleObj name="Equation" r:id="rId7" imgW="37083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82302" y="1071251"/>
                        <a:ext cx="37084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C730A10D-27CF-47C6-960F-DC993BB9994E}"/>
              </a:ext>
            </a:extLst>
          </p:cNvPr>
          <p:cNvSpPr/>
          <p:nvPr/>
        </p:nvSpPr>
        <p:spPr>
          <a:xfrm>
            <a:off x="696978" y="1707654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即</a:t>
            </a:r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ECC55FB-545E-465A-8689-7418D415FF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488977"/>
              </p:ext>
            </p:extLst>
          </p:nvPr>
        </p:nvGraphicFramePr>
        <p:xfrm>
          <a:off x="3151300" y="1798786"/>
          <a:ext cx="1498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29" name="Equation" r:id="rId9" imgW="1498320" imgH="279360" progId="Equation.DSMT4">
                  <p:embed/>
                </p:oleObj>
              </mc:Choice>
              <mc:Fallback>
                <p:oleObj name="Equation" r:id="rId9" imgW="14983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51300" y="1798786"/>
                        <a:ext cx="1498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0D8DA30E-24C1-47C6-A794-604AA26ABF6E}"/>
              </a:ext>
            </a:extLst>
          </p:cNvPr>
          <p:cNvSpPr/>
          <p:nvPr/>
        </p:nvSpPr>
        <p:spPr>
          <a:xfrm>
            <a:off x="696978" y="2480087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又</a:t>
            </a:r>
            <a:endParaRPr lang="zh-CN" altLang="en-US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8F04A92-3871-440F-8343-944D2D4CEB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078862"/>
              </p:ext>
            </p:extLst>
          </p:nvPr>
        </p:nvGraphicFramePr>
        <p:xfrm>
          <a:off x="1198932" y="2325842"/>
          <a:ext cx="3048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30" name="Equation" r:id="rId11" imgW="3047760" imgH="736560" progId="Equation.DSMT4">
                  <p:embed/>
                </p:oleObj>
              </mc:Choice>
              <mc:Fallback>
                <p:oleObj name="Equation" r:id="rId11" imgW="3047760" imgH="7365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087AA49-0D60-4406-BAF7-EC927556EE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8932" y="2325842"/>
                        <a:ext cx="3048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229D111-9844-46FE-AF7D-ADBE0F25FE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196502"/>
              </p:ext>
            </p:extLst>
          </p:nvPr>
        </p:nvGraphicFramePr>
        <p:xfrm>
          <a:off x="467544" y="3325013"/>
          <a:ext cx="85725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31" name="Equation" r:id="rId13" imgW="8572320" imgH="1244520" progId="Equation.DSMT4">
                  <p:embed/>
                </p:oleObj>
              </mc:Choice>
              <mc:Fallback>
                <p:oleObj name="Equation" r:id="rId13" imgW="8572320" imgH="1244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7544" y="3325013"/>
                        <a:ext cx="85725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601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4C6FA25-2DFA-42C5-A7DB-075C5DE978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921808"/>
              </p:ext>
            </p:extLst>
          </p:nvPr>
        </p:nvGraphicFramePr>
        <p:xfrm>
          <a:off x="1352550" y="268288"/>
          <a:ext cx="62738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7" name="Equation" r:id="rId3" imgW="6273720" imgH="1079280" progId="Equation.DSMT4">
                  <p:embed/>
                </p:oleObj>
              </mc:Choice>
              <mc:Fallback>
                <p:oleObj name="Equation" r:id="rId3" imgW="6273720" imgH="10792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3ABE0CE-01F4-4DA3-AC11-D81F387C2B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52550" y="268288"/>
                        <a:ext cx="62738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8C456B04-C71B-463C-85B6-D21926D5ED9B}"/>
              </a:ext>
            </a:extLst>
          </p:cNvPr>
          <p:cNvSpPr/>
          <p:nvPr/>
        </p:nvSpPr>
        <p:spPr>
          <a:xfrm>
            <a:off x="599089" y="2016770"/>
            <a:ext cx="1498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由题意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E26F96C-3288-4EBC-A5DC-6DF29323F766}"/>
              </a:ext>
            </a:extLst>
          </p:cNvPr>
          <p:cNvGrpSpPr/>
          <p:nvPr/>
        </p:nvGrpSpPr>
        <p:grpSpPr>
          <a:xfrm>
            <a:off x="1907704" y="1686570"/>
            <a:ext cx="1960042" cy="1642454"/>
            <a:chOff x="1907704" y="1686570"/>
            <a:chExt cx="1960042" cy="1642454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D940DDD-04EB-47FD-9BE8-126DC9634A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5067907"/>
                </p:ext>
              </p:extLst>
            </p:nvPr>
          </p:nvGraphicFramePr>
          <p:xfrm>
            <a:off x="2235909" y="2148235"/>
            <a:ext cx="1435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98" name="Equation" r:id="rId5" imgW="1434960" imgH="330120" progId="Equation.DSMT4">
                    <p:embed/>
                  </p:oleObj>
                </mc:Choice>
                <mc:Fallback>
                  <p:oleObj name="Equation" r:id="rId5" imgW="14349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35909" y="2148235"/>
                          <a:ext cx="1435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5143D09C-40FB-42E6-98BA-58C20496F8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8382437"/>
                </p:ext>
              </p:extLst>
            </p:nvPr>
          </p:nvGraphicFramePr>
          <p:xfrm>
            <a:off x="2229644" y="1686570"/>
            <a:ext cx="151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99" name="Equation" r:id="rId7" imgW="1511280" imgH="330120" progId="Equation.DSMT4">
                    <p:embed/>
                  </p:oleObj>
                </mc:Choice>
                <mc:Fallback>
                  <p:oleObj name="Equation" r:id="rId7" imgW="1511280" imgH="3301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2ECC55FB-545E-465A-8689-7418D415FF8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29644" y="1686570"/>
                          <a:ext cx="1511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1237CB1C-F6DC-46AA-ACED-2428813577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4010685"/>
                </p:ext>
              </p:extLst>
            </p:nvPr>
          </p:nvGraphicFramePr>
          <p:xfrm>
            <a:off x="2229446" y="2592424"/>
            <a:ext cx="16383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00" name="Equation" r:id="rId9" imgW="1638000" imgH="736560" progId="Equation.DSMT4">
                    <p:embed/>
                  </p:oleObj>
                </mc:Choice>
                <mc:Fallback>
                  <p:oleObj name="Equation" r:id="rId9" imgW="163800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229446" y="2592424"/>
                          <a:ext cx="16383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左大括号 8">
              <a:extLst>
                <a:ext uri="{FF2B5EF4-FFF2-40B4-BE49-F238E27FC236}">
                  <a16:creationId xmlns:a16="http://schemas.microsoft.com/office/drawing/2014/main" id="{DD2180B5-6C93-4063-986B-1ED3B18CB6CA}"/>
                </a:ext>
              </a:extLst>
            </p:cNvPr>
            <p:cNvSpPr/>
            <p:nvPr/>
          </p:nvSpPr>
          <p:spPr>
            <a:xfrm>
              <a:off x="1907704" y="1851670"/>
              <a:ext cx="144016" cy="1079500"/>
            </a:xfrm>
            <a:prstGeom prst="leftBrac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A0B2851-D955-4F31-8DCC-AAD4897B9017}"/>
              </a:ext>
            </a:extLst>
          </p:cNvPr>
          <p:cNvGrpSpPr/>
          <p:nvPr/>
        </p:nvGrpSpPr>
        <p:grpSpPr>
          <a:xfrm>
            <a:off x="3997007" y="1907615"/>
            <a:ext cx="2702143" cy="736600"/>
            <a:chOff x="3997007" y="1907615"/>
            <a:chExt cx="2702143" cy="7366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EC4D625-DA1F-4C7D-930A-EBDF35644EEB}"/>
                </a:ext>
              </a:extLst>
            </p:cNvPr>
            <p:cNvSpPr/>
            <p:nvPr/>
          </p:nvSpPr>
          <p:spPr>
            <a:xfrm>
              <a:off x="3997007" y="2045083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itchFamily="18" charset="0"/>
                </a:rPr>
                <a:t>解得</a:t>
              </a:r>
              <a:endParaRPr lang="zh-CN" altLang="en-US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0036720F-92AD-418C-B6B1-CE6AAE50B3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75155"/>
                </p:ext>
              </p:extLst>
            </p:nvPr>
          </p:nvGraphicFramePr>
          <p:xfrm>
            <a:off x="4781450" y="1907615"/>
            <a:ext cx="19177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01" name="Equation" r:id="rId11" imgW="1917360" imgH="736560" progId="Equation.DSMT4">
                    <p:embed/>
                  </p:oleObj>
                </mc:Choice>
                <mc:Fallback>
                  <p:oleObj name="Equation" r:id="rId11" imgW="191736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781450" y="1907615"/>
                          <a:ext cx="19177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87680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E709107-572E-4BFA-9E33-AA10FD5203A2}"/>
              </a:ext>
            </a:extLst>
          </p:cNvPr>
          <p:cNvSpPr/>
          <p:nvPr/>
        </p:nvSpPr>
        <p:spPr>
          <a:xfrm>
            <a:off x="696978" y="308280"/>
            <a:ext cx="20748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cs typeface="Times New Roman" pitchFamily="18" charset="0"/>
              </a:rPr>
              <a:t>四、讨论函数               </a:t>
            </a:r>
            <a:endParaRPr lang="zh-CN" altLang="en-US" sz="2400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4E76823-B69F-4A08-BE3F-825F9DAAD5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273896"/>
              </p:ext>
            </p:extLst>
          </p:nvPr>
        </p:nvGraphicFramePr>
        <p:xfrm>
          <a:off x="2627784" y="247012"/>
          <a:ext cx="4102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67" name="Equation" r:id="rId3" imgW="4101840" imgH="583920" progId="Equation.DSMT4">
                  <p:embed/>
                </p:oleObj>
              </mc:Choice>
              <mc:Fallback>
                <p:oleObj name="Equation" r:id="rId3" imgW="410184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7784" y="247012"/>
                        <a:ext cx="410210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DAA9E04-7AA3-4C7E-9D95-EDDA1D845395}"/>
              </a:ext>
            </a:extLst>
          </p:cNvPr>
          <p:cNvSpPr/>
          <p:nvPr/>
        </p:nvSpPr>
        <p:spPr>
          <a:xfrm>
            <a:off x="6643340" y="273065"/>
            <a:ext cx="16561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cs typeface="Times New Roman" pitchFamily="18" charset="0"/>
              </a:rPr>
              <a:t>的连续性</a:t>
            </a:r>
            <a:r>
              <a:rPr lang="en-US" altLang="zh-CN" sz="2400" b="1" dirty="0">
                <a:latin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54BA74-1371-4D60-9928-F79AD332C3F8}"/>
              </a:ext>
            </a:extLst>
          </p:cNvPr>
          <p:cNvSpPr/>
          <p:nvPr/>
        </p:nvSpPr>
        <p:spPr>
          <a:xfrm>
            <a:off x="664275" y="1059582"/>
            <a:ext cx="913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解析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D1FD990-E150-4DF9-A042-3C7BA88589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646160"/>
              </p:ext>
            </p:extLst>
          </p:nvPr>
        </p:nvGraphicFramePr>
        <p:xfrm>
          <a:off x="1523742" y="1088572"/>
          <a:ext cx="2679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68" name="Equation" r:id="rId5" imgW="2679480" imgH="520560" progId="Equation.DSMT4">
                  <p:embed/>
                </p:oleObj>
              </mc:Choice>
              <mc:Fallback>
                <p:oleObj name="Equation" r:id="rId5" imgW="26794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3742" y="1088572"/>
                        <a:ext cx="26797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组合 40">
            <a:extLst>
              <a:ext uri="{FF2B5EF4-FFF2-40B4-BE49-F238E27FC236}">
                <a16:creationId xmlns:a16="http://schemas.microsoft.com/office/drawing/2014/main" id="{4A95C159-6772-4E34-8EC2-3F421D6D211A}"/>
              </a:ext>
            </a:extLst>
          </p:cNvPr>
          <p:cNvGrpSpPr/>
          <p:nvPr/>
        </p:nvGrpSpPr>
        <p:grpSpPr>
          <a:xfrm>
            <a:off x="6269067" y="1282442"/>
            <a:ext cx="2404729" cy="2402829"/>
            <a:chOff x="6269067" y="1340950"/>
            <a:chExt cx="2404729" cy="2402829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8C06EA9B-6D1F-4C8E-ACED-E094E11D31CE}"/>
                </a:ext>
              </a:extLst>
            </p:cNvPr>
            <p:cNvGrpSpPr/>
            <p:nvPr/>
          </p:nvGrpSpPr>
          <p:grpSpPr>
            <a:xfrm>
              <a:off x="6269067" y="1340950"/>
              <a:ext cx="2404729" cy="2370133"/>
              <a:chOff x="6012160" y="769297"/>
              <a:chExt cx="2404729" cy="2370133"/>
            </a:xfrm>
          </p:grpSpPr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0CA3A8C8-C06F-4A30-98CD-D13572D3D5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12160" y="2571750"/>
                <a:ext cx="237626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A13DD08E-1594-4C17-841C-3F3C45DA9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0192" y="1347614"/>
                <a:ext cx="0" cy="1791816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3" name="对象 12">
                <a:extLst>
                  <a:ext uri="{FF2B5EF4-FFF2-40B4-BE49-F238E27FC236}">
                    <a16:creationId xmlns:a16="http://schemas.microsoft.com/office/drawing/2014/main" id="{733D1A3D-B6B3-4F1B-90BE-C25A558A81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87564261"/>
                  </p:ext>
                </p:extLst>
              </p:nvPr>
            </p:nvGraphicFramePr>
            <p:xfrm>
              <a:off x="8210624" y="2571750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369" name="Equation" r:id="rId7" imgW="177480" imgH="190440" progId="Equation.DSMT4">
                      <p:embed/>
                    </p:oleObj>
                  </mc:Choice>
                  <mc:Fallback>
                    <p:oleObj name="Equation" r:id="rId7" imgW="177480" imgH="1904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8210624" y="2571750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对象 13">
                <a:extLst>
                  <a:ext uri="{FF2B5EF4-FFF2-40B4-BE49-F238E27FC236}">
                    <a16:creationId xmlns:a16="http://schemas.microsoft.com/office/drawing/2014/main" id="{EC34E5C8-C179-49B0-B97A-B71752ADA45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6059053"/>
                  </p:ext>
                </p:extLst>
              </p:nvPr>
            </p:nvGraphicFramePr>
            <p:xfrm>
              <a:off x="6059529" y="1348082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370" name="Equation" r:id="rId9" imgW="190440" imgH="241200" progId="Equation.DSMT4">
                      <p:embed/>
                    </p:oleObj>
                  </mc:Choice>
                  <mc:Fallback>
                    <p:oleObj name="Equation" r:id="rId9" imgW="190440" imgH="241200" progId="Equation.DSMT4">
                      <p:embed/>
                      <p:pic>
                        <p:nvPicPr>
                          <p:cNvPr id="13" name="对象 12">
                            <a:extLst>
                              <a:ext uri="{FF2B5EF4-FFF2-40B4-BE49-F238E27FC236}">
                                <a16:creationId xmlns:a16="http://schemas.microsoft.com/office/drawing/2014/main" id="{733D1A3D-B6B3-4F1B-90BE-C25A558A81F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6059529" y="1348082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对象 14">
                <a:extLst>
                  <a:ext uri="{FF2B5EF4-FFF2-40B4-BE49-F238E27FC236}">
                    <a16:creationId xmlns:a16="http://schemas.microsoft.com/office/drawing/2014/main" id="{6D236F92-AEC7-4F26-8C28-5B63D346FDF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7231750"/>
                  </p:ext>
                </p:extLst>
              </p:nvPr>
            </p:nvGraphicFramePr>
            <p:xfrm>
              <a:off x="6040051" y="2614290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371" name="Equation" r:id="rId11" imgW="228600" imgH="241200" progId="Equation.DSMT4">
                      <p:embed/>
                    </p:oleObj>
                  </mc:Choice>
                  <mc:Fallback>
                    <p:oleObj name="Equation" r:id="rId11" imgW="228600" imgH="241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6040051" y="2614290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28E4CD2E-9204-45AD-8D71-56BAE859BA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0192" y="2139702"/>
                <a:ext cx="1562331" cy="0"/>
              </a:xfrm>
              <a:prstGeom prst="line">
                <a:avLst/>
              </a:prstGeom>
              <a:ln w="12700">
                <a:solidFill>
                  <a:srgbClr val="00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1" name="对象 20">
                <a:extLst>
                  <a:ext uri="{FF2B5EF4-FFF2-40B4-BE49-F238E27FC236}">
                    <a16:creationId xmlns:a16="http://schemas.microsoft.com/office/drawing/2014/main" id="{378F22CD-B88B-4153-B49E-4C71453F7C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5716391"/>
                  </p:ext>
                </p:extLst>
              </p:nvPr>
            </p:nvGraphicFramePr>
            <p:xfrm>
              <a:off x="7896189" y="1993652"/>
              <a:ext cx="520700" cy="292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372" name="Equation" r:id="rId13" imgW="520560" imgH="291960" progId="Equation.DSMT4">
                      <p:embed/>
                    </p:oleObj>
                  </mc:Choice>
                  <mc:Fallback>
                    <p:oleObj name="Equation" r:id="rId13" imgW="520560" imgH="2919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7896189" y="1993652"/>
                            <a:ext cx="520700" cy="2921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A0D014D0-F50A-49F1-9524-0ACEA94920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00192" y="799902"/>
                <a:ext cx="1036460" cy="1771849"/>
              </a:xfrm>
              <a:prstGeom prst="line">
                <a:avLst/>
              </a:prstGeom>
              <a:ln w="31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6" name="对象 25">
                <a:extLst>
                  <a:ext uri="{FF2B5EF4-FFF2-40B4-BE49-F238E27FC236}">
                    <a16:creationId xmlns:a16="http://schemas.microsoft.com/office/drawing/2014/main" id="{67E791DD-59D8-4DF2-A021-B18B94010B3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00639928"/>
                  </p:ext>
                </p:extLst>
              </p:nvPr>
            </p:nvGraphicFramePr>
            <p:xfrm>
              <a:off x="7182615" y="1031652"/>
              <a:ext cx="698500" cy="292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373" name="Equation" r:id="rId15" imgW="698400" imgH="291960" progId="Equation.DSMT4">
                      <p:embed/>
                    </p:oleObj>
                  </mc:Choice>
                  <mc:Fallback>
                    <p:oleObj name="Equation" r:id="rId15" imgW="698400" imgH="291960" progId="Equation.DSMT4">
                      <p:embed/>
                      <p:pic>
                        <p:nvPicPr>
                          <p:cNvPr id="21" name="对象 20">
                            <a:extLst>
                              <a:ext uri="{FF2B5EF4-FFF2-40B4-BE49-F238E27FC236}">
                                <a16:creationId xmlns:a16="http://schemas.microsoft.com/office/drawing/2014/main" id="{378F22CD-B88B-4153-B49E-4C71453F7CA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7182615" y="1031652"/>
                            <a:ext cx="698500" cy="2921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7DB5BBEA-D5DA-4C66-9912-0676FBF2E0CD}"/>
                  </a:ext>
                </a:extLst>
              </p:cNvPr>
              <p:cNvSpPr/>
              <p:nvPr/>
            </p:nvSpPr>
            <p:spPr>
              <a:xfrm>
                <a:off x="6283695" y="769297"/>
                <a:ext cx="821012" cy="1793229"/>
              </a:xfrm>
              <a:custGeom>
                <a:avLst/>
                <a:gdLst>
                  <a:gd name="connsiteX0" fmla="*/ 0 w 821012"/>
                  <a:gd name="connsiteY0" fmla="*/ 1785257 h 1785257"/>
                  <a:gd name="connsiteX1" fmla="*/ 435428 w 821012"/>
                  <a:gd name="connsiteY1" fmla="*/ 1465943 h 1785257"/>
                  <a:gd name="connsiteX2" fmla="*/ 464457 w 821012"/>
                  <a:gd name="connsiteY2" fmla="*/ 1422400 h 1785257"/>
                  <a:gd name="connsiteX3" fmla="*/ 471714 w 821012"/>
                  <a:gd name="connsiteY3" fmla="*/ 1400629 h 1785257"/>
                  <a:gd name="connsiteX4" fmla="*/ 515257 w 821012"/>
                  <a:gd name="connsiteY4" fmla="*/ 1335314 h 1785257"/>
                  <a:gd name="connsiteX5" fmla="*/ 529771 w 821012"/>
                  <a:gd name="connsiteY5" fmla="*/ 1313543 h 1785257"/>
                  <a:gd name="connsiteX6" fmla="*/ 537028 w 821012"/>
                  <a:gd name="connsiteY6" fmla="*/ 1291772 h 1785257"/>
                  <a:gd name="connsiteX7" fmla="*/ 551542 w 821012"/>
                  <a:gd name="connsiteY7" fmla="*/ 1277257 h 1785257"/>
                  <a:gd name="connsiteX8" fmla="*/ 566057 w 821012"/>
                  <a:gd name="connsiteY8" fmla="*/ 1255486 h 1785257"/>
                  <a:gd name="connsiteX9" fmla="*/ 580571 w 821012"/>
                  <a:gd name="connsiteY9" fmla="*/ 1226457 h 1785257"/>
                  <a:gd name="connsiteX10" fmla="*/ 587828 w 821012"/>
                  <a:gd name="connsiteY10" fmla="*/ 1204686 h 1785257"/>
                  <a:gd name="connsiteX11" fmla="*/ 602342 w 821012"/>
                  <a:gd name="connsiteY11" fmla="*/ 1182914 h 1785257"/>
                  <a:gd name="connsiteX12" fmla="*/ 624114 w 821012"/>
                  <a:gd name="connsiteY12" fmla="*/ 1132114 h 1785257"/>
                  <a:gd name="connsiteX13" fmla="*/ 653142 w 821012"/>
                  <a:gd name="connsiteY13" fmla="*/ 1066800 h 1785257"/>
                  <a:gd name="connsiteX14" fmla="*/ 674914 w 821012"/>
                  <a:gd name="connsiteY14" fmla="*/ 1016000 h 1785257"/>
                  <a:gd name="connsiteX15" fmla="*/ 689428 w 821012"/>
                  <a:gd name="connsiteY15" fmla="*/ 972457 h 1785257"/>
                  <a:gd name="connsiteX16" fmla="*/ 696685 w 821012"/>
                  <a:gd name="connsiteY16" fmla="*/ 950686 h 1785257"/>
                  <a:gd name="connsiteX17" fmla="*/ 711200 w 821012"/>
                  <a:gd name="connsiteY17" fmla="*/ 892629 h 1785257"/>
                  <a:gd name="connsiteX18" fmla="*/ 732971 w 821012"/>
                  <a:gd name="connsiteY18" fmla="*/ 841829 h 1785257"/>
                  <a:gd name="connsiteX19" fmla="*/ 747485 w 821012"/>
                  <a:gd name="connsiteY19" fmla="*/ 812800 h 1785257"/>
                  <a:gd name="connsiteX20" fmla="*/ 754742 w 821012"/>
                  <a:gd name="connsiteY20" fmla="*/ 783772 h 1785257"/>
                  <a:gd name="connsiteX21" fmla="*/ 769257 w 821012"/>
                  <a:gd name="connsiteY21" fmla="*/ 740229 h 1785257"/>
                  <a:gd name="connsiteX22" fmla="*/ 776514 w 821012"/>
                  <a:gd name="connsiteY22" fmla="*/ 711200 h 1785257"/>
                  <a:gd name="connsiteX23" fmla="*/ 783771 w 821012"/>
                  <a:gd name="connsiteY23" fmla="*/ 674914 h 1785257"/>
                  <a:gd name="connsiteX24" fmla="*/ 791028 w 821012"/>
                  <a:gd name="connsiteY24" fmla="*/ 653143 h 1785257"/>
                  <a:gd name="connsiteX25" fmla="*/ 805542 w 821012"/>
                  <a:gd name="connsiteY25" fmla="*/ 420914 h 1785257"/>
                  <a:gd name="connsiteX26" fmla="*/ 820057 w 821012"/>
                  <a:gd name="connsiteY26" fmla="*/ 348343 h 1785257"/>
                  <a:gd name="connsiteX27" fmla="*/ 820057 w 821012"/>
                  <a:gd name="connsiteY27" fmla="*/ 0 h 1785257"/>
                  <a:gd name="connsiteX0" fmla="*/ 0 w 821012"/>
                  <a:gd name="connsiteY0" fmla="*/ 1785257 h 1785257"/>
                  <a:gd name="connsiteX1" fmla="*/ 420914 w 821012"/>
                  <a:gd name="connsiteY1" fmla="*/ 1451429 h 1785257"/>
                  <a:gd name="connsiteX2" fmla="*/ 464457 w 821012"/>
                  <a:gd name="connsiteY2" fmla="*/ 1422400 h 1785257"/>
                  <a:gd name="connsiteX3" fmla="*/ 471714 w 821012"/>
                  <a:gd name="connsiteY3" fmla="*/ 1400629 h 1785257"/>
                  <a:gd name="connsiteX4" fmla="*/ 515257 w 821012"/>
                  <a:gd name="connsiteY4" fmla="*/ 1335314 h 1785257"/>
                  <a:gd name="connsiteX5" fmla="*/ 529771 w 821012"/>
                  <a:gd name="connsiteY5" fmla="*/ 1313543 h 1785257"/>
                  <a:gd name="connsiteX6" fmla="*/ 537028 w 821012"/>
                  <a:gd name="connsiteY6" fmla="*/ 1291772 h 1785257"/>
                  <a:gd name="connsiteX7" fmla="*/ 551542 w 821012"/>
                  <a:gd name="connsiteY7" fmla="*/ 1277257 h 1785257"/>
                  <a:gd name="connsiteX8" fmla="*/ 566057 w 821012"/>
                  <a:gd name="connsiteY8" fmla="*/ 1255486 h 1785257"/>
                  <a:gd name="connsiteX9" fmla="*/ 580571 w 821012"/>
                  <a:gd name="connsiteY9" fmla="*/ 1226457 h 1785257"/>
                  <a:gd name="connsiteX10" fmla="*/ 587828 w 821012"/>
                  <a:gd name="connsiteY10" fmla="*/ 1204686 h 1785257"/>
                  <a:gd name="connsiteX11" fmla="*/ 602342 w 821012"/>
                  <a:gd name="connsiteY11" fmla="*/ 1182914 h 1785257"/>
                  <a:gd name="connsiteX12" fmla="*/ 624114 w 821012"/>
                  <a:gd name="connsiteY12" fmla="*/ 1132114 h 1785257"/>
                  <a:gd name="connsiteX13" fmla="*/ 653142 w 821012"/>
                  <a:gd name="connsiteY13" fmla="*/ 1066800 h 1785257"/>
                  <a:gd name="connsiteX14" fmla="*/ 674914 w 821012"/>
                  <a:gd name="connsiteY14" fmla="*/ 1016000 h 1785257"/>
                  <a:gd name="connsiteX15" fmla="*/ 689428 w 821012"/>
                  <a:gd name="connsiteY15" fmla="*/ 972457 h 1785257"/>
                  <a:gd name="connsiteX16" fmla="*/ 696685 w 821012"/>
                  <a:gd name="connsiteY16" fmla="*/ 950686 h 1785257"/>
                  <a:gd name="connsiteX17" fmla="*/ 711200 w 821012"/>
                  <a:gd name="connsiteY17" fmla="*/ 892629 h 1785257"/>
                  <a:gd name="connsiteX18" fmla="*/ 732971 w 821012"/>
                  <a:gd name="connsiteY18" fmla="*/ 841829 h 1785257"/>
                  <a:gd name="connsiteX19" fmla="*/ 747485 w 821012"/>
                  <a:gd name="connsiteY19" fmla="*/ 812800 h 1785257"/>
                  <a:gd name="connsiteX20" fmla="*/ 754742 w 821012"/>
                  <a:gd name="connsiteY20" fmla="*/ 783772 h 1785257"/>
                  <a:gd name="connsiteX21" fmla="*/ 769257 w 821012"/>
                  <a:gd name="connsiteY21" fmla="*/ 740229 h 1785257"/>
                  <a:gd name="connsiteX22" fmla="*/ 776514 w 821012"/>
                  <a:gd name="connsiteY22" fmla="*/ 711200 h 1785257"/>
                  <a:gd name="connsiteX23" fmla="*/ 783771 w 821012"/>
                  <a:gd name="connsiteY23" fmla="*/ 674914 h 1785257"/>
                  <a:gd name="connsiteX24" fmla="*/ 791028 w 821012"/>
                  <a:gd name="connsiteY24" fmla="*/ 653143 h 1785257"/>
                  <a:gd name="connsiteX25" fmla="*/ 805542 w 821012"/>
                  <a:gd name="connsiteY25" fmla="*/ 420914 h 1785257"/>
                  <a:gd name="connsiteX26" fmla="*/ 820057 w 821012"/>
                  <a:gd name="connsiteY26" fmla="*/ 348343 h 1785257"/>
                  <a:gd name="connsiteX27" fmla="*/ 820057 w 821012"/>
                  <a:gd name="connsiteY27" fmla="*/ 0 h 1785257"/>
                  <a:gd name="connsiteX0" fmla="*/ 0 w 821012"/>
                  <a:gd name="connsiteY0" fmla="*/ 1785257 h 1785257"/>
                  <a:gd name="connsiteX1" fmla="*/ 420914 w 821012"/>
                  <a:gd name="connsiteY1" fmla="*/ 1451429 h 1785257"/>
                  <a:gd name="connsiteX2" fmla="*/ 464457 w 821012"/>
                  <a:gd name="connsiteY2" fmla="*/ 1422400 h 1785257"/>
                  <a:gd name="connsiteX3" fmla="*/ 471714 w 821012"/>
                  <a:gd name="connsiteY3" fmla="*/ 1393372 h 1785257"/>
                  <a:gd name="connsiteX4" fmla="*/ 515257 w 821012"/>
                  <a:gd name="connsiteY4" fmla="*/ 1335314 h 1785257"/>
                  <a:gd name="connsiteX5" fmla="*/ 529771 w 821012"/>
                  <a:gd name="connsiteY5" fmla="*/ 1313543 h 1785257"/>
                  <a:gd name="connsiteX6" fmla="*/ 537028 w 821012"/>
                  <a:gd name="connsiteY6" fmla="*/ 1291772 h 1785257"/>
                  <a:gd name="connsiteX7" fmla="*/ 551542 w 821012"/>
                  <a:gd name="connsiteY7" fmla="*/ 1277257 h 1785257"/>
                  <a:gd name="connsiteX8" fmla="*/ 566057 w 821012"/>
                  <a:gd name="connsiteY8" fmla="*/ 1255486 h 1785257"/>
                  <a:gd name="connsiteX9" fmla="*/ 580571 w 821012"/>
                  <a:gd name="connsiteY9" fmla="*/ 1226457 h 1785257"/>
                  <a:gd name="connsiteX10" fmla="*/ 587828 w 821012"/>
                  <a:gd name="connsiteY10" fmla="*/ 1204686 h 1785257"/>
                  <a:gd name="connsiteX11" fmla="*/ 602342 w 821012"/>
                  <a:gd name="connsiteY11" fmla="*/ 1182914 h 1785257"/>
                  <a:gd name="connsiteX12" fmla="*/ 624114 w 821012"/>
                  <a:gd name="connsiteY12" fmla="*/ 1132114 h 1785257"/>
                  <a:gd name="connsiteX13" fmla="*/ 653142 w 821012"/>
                  <a:gd name="connsiteY13" fmla="*/ 1066800 h 1785257"/>
                  <a:gd name="connsiteX14" fmla="*/ 674914 w 821012"/>
                  <a:gd name="connsiteY14" fmla="*/ 1016000 h 1785257"/>
                  <a:gd name="connsiteX15" fmla="*/ 689428 w 821012"/>
                  <a:gd name="connsiteY15" fmla="*/ 972457 h 1785257"/>
                  <a:gd name="connsiteX16" fmla="*/ 696685 w 821012"/>
                  <a:gd name="connsiteY16" fmla="*/ 950686 h 1785257"/>
                  <a:gd name="connsiteX17" fmla="*/ 711200 w 821012"/>
                  <a:gd name="connsiteY17" fmla="*/ 892629 h 1785257"/>
                  <a:gd name="connsiteX18" fmla="*/ 732971 w 821012"/>
                  <a:gd name="connsiteY18" fmla="*/ 841829 h 1785257"/>
                  <a:gd name="connsiteX19" fmla="*/ 747485 w 821012"/>
                  <a:gd name="connsiteY19" fmla="*/ 812800 h 1785257"/>
                  <a:gd name="connsiteX20" fmla="*/ 754742 w 821012"/>
                  <a:gd name="connsiteY20" fmla="*/ 783772 h 1785257"/>
                  <a:gd name="connsiteX21" fmla="*/ 769257 w 821012"/>
                  <a:gd name="connsiteY21" fmla="*/ 740229 h 1785257"/>
                  <a:gd name="connsiteX22" fmla="*/ 776514 w 821012"/>
                  <a:gd name="connsiteY22" fmla="*/ 711200 h 1785257"/>
                  <a:gd name="connsiteX23" fmla="*/ 783771 w 821012"/>
                  <a:gd name="connsiteY23" fmla="*/ 674914 h 1785257"/>
                  <a:gd name="connsiteX24" fmla="*/ 791028 w 821012"/>
                  <a:gd name="connsiteY24" fmla="*/ 653143 h 1785257"/>
                  <a:gd name="connsiteX25" fmla="*/ 805542 w 821012"/>
                  <a:gd name="connsiteY25" fmla="*/ 420914 h 1785257"/>
                  <a:gd name="connsiteX26" fmla="*/ 820057 w 821012"/>
                  <a:gd name="connsiteY26" fmla="*/ 348343 h 1785257"/>
                  <a:gd name="connsiteX27" fmla="*/ 820057 w 821012"/>
                  <a:gd name="connsiteY27" fmla="*/ 0 h 1785257"/>
                  <a:gd name="connsiteX0" fmla="*/ 0 w 821012"/>
                  <a:gd name="connsiteY0" fmla="*/ 1785257 h 1785257"/>
                  <a:gd name="connsiteX1" fmla="*/ 406400 w 821012"/>
                  <a:gd name="connsiteY1" fmla="*/ 1444172 h 1785257"/>
                  <a:gd name="connsiteX2" fmla="*/ 464457 w 821012"/>
                  <a:gd name="connsiteY2" fmla="*/ 1422400 h 1785257"/>
                  <a:gd name="connsiteX3" fmla="*/ 471714 w 821012"/>
                  <a:gd name="connsiteY3" fmla="*/ 1393372 h 1785257"/>
                  <a:gd name="connsiteX4" fmla="*/ 515257 w 821012"/>
                  <a:gd name="connsiteY4" fmla="*/ 1335314 h 1785257"/>
                  <a:gd name="connsiteX5" fmla="*/ 529771 w 821012"/>
                  <a:gd name="connsiteY5" fmla="*/ 1313543 h 1785257"/>
                  <a:gd name="connsiteX6" fmla="*/ 537028 w 821012"/>
                  <a:gd name="connsiteY6" fmla="*/ 1291772 h 1785257"/>
                  <a:gd name="connsiteX7" fmla="*/ 551542 w 821012"/>
                  <a:gd name="connsiteY7" fmla="*/ 1277257 h 1785257"/>
                  <a:gd name="connsiteX8" fmla="*/ 566057 w 821012"/>
                  <a:gd name="connsiteY8" fmla="*/ 1255486 h 1785257"/>
                  <a:gd name="connsiteX9" fmla="*/ 580571 w 821012"/>
                  <a:gd name="connsiteY9" fmla="*/ 1226457 h 1785257"/>
                  <a:gd name="connsiteX10" fmla="*/ 587828 w 821012"/>
                  <a:gd name="connsiteY10" fmla="*/ 1204686 h 1785257"/>
                  <a:gd name="connsiteX11" fmla="*/ 602342 w 821012"/>
                  <a:gd name="connsiteY11" fmla="*/ 1182914 h 1785257"/>
                  <a:gd name="connsiteX12" fmla="*/ 624114 w 821012"/>
                  <a:gd name="connsiteY12" fmla="*/ 1132114 h 1785257"/>
                  <a:gd name="connsiteX13" fmla="*/ 653142 w 821012"/>
                  <a:gd name="connsiteY13" fmla="*/ 1066800 h 1785257"/>
                  <a:gd name="connsiteX14" fmla="*/ 674914 w 821012"/>
                  <a:gd name="connsiteY14" fmla="*/ 1016000 h 1785257"/>
                  <a:gd name="connsiteX15" fmla="*/ 689428 w 821012"/>
                  <a:gd name="connsiteY15" fmla="*/ 972457 h 1785257"/>
                  <a:gd name="connsiteX16" fmla="*/ 696685 w 821012"/>
                  <a:gd name="connsiteY16" fmla="*/ 950686 h 1785257"/>
                  <a:gd name="connsiteX17" fmla="*/ 711200 w 821012"/>
                  <a:gd name="connsiteY17" fmla="*/ 892629 h 1785257"/>
                  <a:gd name="connsiteX18" fmla="*/ 732971 w 821012"/>
                  <a:gd name="connsiteY18" fmla="*/ 841829 h 1785257"/>
                  <a:gd name="connsiteX19" fmla="*/ 747485 w 821012"/>
                  <a:gd name="connsiteY19" fmla="*/ 812800 h 1785257"/>
                  <a:gd name="connsiteX20" fmla="*/ 754742 w 821012"/>
                  <a:gd name="connsiteY20" fmla="*/ 783772 h 1785257"/>
                  <a:gd name="connsiteX21" fmla="*/ 769257 w 821012"/>
                  <a:gd name="connsiteY21" fmla="*/ 740229 h 1785257"/>
                  <a:gd name="connsiteX22" fmla="*/ 776514 w 821012"/>
                  <a:gd name="connsiteY22" fmla="*/ 711200 h 1785257"/>
                  <a:gd name="connsiteX23" fmla="*/ 783771 w 821012"/>
                  <a:gd name="connsiteY23" fmla="*/ 674914 h 1785257"/>
                  <a:gd name="connsiteX24" fmla="*/ 791028 w 821012"/>
                  <a:gd name="connsiteY24" fmla="*/ 653143 h 1785257"/>
                  <a:gd name="connsiteX25" fmla="*/ 805542 w 821012"/>
                  <a:gd name="connsiteY25" fmla="*/ 420914 h 1785257"/>
                  <a:gd name="connsiteX26" fmla="*/ 820057 w 821012"/>
                  <a:gd name="connsiteY26" fmla="*/ 348343 h 1785257"/>
                  <a:gd name="connsiteX27" fmla="*/ 820057 w 821012"/>
                  <a:gd name="connsiteY27" fmla="*/ 0 h 1785257"/>
                  <a:gd name="connsiteX0" fmla="*/ 0 w 821012"/>
                  <a:gd name="connsiteY0" fmla="*/ 1785257 h 1785257"/>
                  <a:gd name="connsiteX1" fmla="*/ 406400 w 821012"/>
                  <a:gd name="connsiteY1" fmla="*/ 1444172 h 1785257"/>
                  <a:gd name="connsiteX2" fmla="*/ 449943 w 821012"/>
                  <a:gd name="connsiteY2" fmla="*/ 1415143 h 1785257"/>
                  <a:gd name="connsiteX3" fmla="*/ 471714 w 821012"/>
                  <a:gd name="connsiteY3" fmla="*/ 1393372 h 1785257"/>
                  <a:gd name="connsiteX4" fmla="*/ 515257 w 821012"/>
                  <a:gd name="connsiteY4" fmla="*/ 1335314 h 1785257"/>
                  <a:gd name="connsiteX5" fmla="*/ 529771 w 821012"/>
                  <a:gd name="connsiteY5" fmla="*/ 1313543 h 1785257"/>
                  <a:gd name="connsiteX6" fmla="*/ 537028 w 821012"/>
                  <a:gd name="connsiteY6" fmla="*/ 1291772 h 1785257"/>
                  <a:gd name="connsiteX7" fmla="*/ 551542 w 821012"/>
                  <a:gd name="connsiteY7" fmla="*/ 1277257 h 1785257"/>
                  <a:gd name="connsiteX8" fmla="*/ 566057 w 821012"/>
                  <a:gd name="connsiteY8" fmla="*/ 1255486 h 1785257"/>
                  <a:gd name="connsiteX9" fmla="*/ 580571 w 821012"/>
                  <a:gd name="connsiteY9" fmla="*/ 1226457 h 1785257"/>
                  <a:gd name="connsiteX10" fmla="*/ 587828 w 821012"/>
                  <a:gd name="connsiteY10" fmla="*/ 1204686 h 1785257"/>
                  <a:gd name="connsiteX11" fmla="*/ 602342 w 821012"/>
                  <a:gd name="connsiteY11" fmla="*/ 1182914 h 1785257"/>
                  <a:gd name="connsiteX12" fmla="*/ 624114 w 821012"/>
                  <a:gd name="connsiteY12" fmla="*/ 1132114 h 1785257"/>
                  <a:gd name="connsiteX13" fmla="*/ 653142 w 821012"/>
                  <a:gd name="connsiteY13" fmla="*/ 1066800 h 1785257"/>
                  <a:gd name="connsiteX14" fmla="*/ 674914 w 821012"/>
                  <a:gd name="connsiteY14" fmla="*/ 1016000 h 1785257"/>
                  <a:gd name="connsiteX15" fmla="*/ 689428 w 821012"/>
                  <a:gd name="connsiteY15" fmla="*/ 972457 h 1785257"/>
                  <a:gd name="connsiteX16" fmla="*/ 696685 w 821012"/>
                  <a:gd name="connsiteY16" fmla="*/ 950686 h 1785257"/>
                  <a:gd name="connsiteX17" fmla="*/ 711200 w 821012"/>
                  <a:gd name="connsiteY17" fmla="*/ 892629 h 1785257"/>
                  <a:gd name="connsiteX18" fmla="*/ 732971 w 821012"/>
                  <a:gd name="connsiteY18" fmla="*/ 841829 h 1785257"/>
                  <a:gd name="connsiteX19" fmla="*/ 747485 w 821012"/>
                  <a:gd name="connsiteY19" fmla="*/ 812800 h 1785257"/>
                  <a:gd name="connsiteX20" fmla="*/ 754742 w 821012"/>
                  <a:gd name="connsiteY20" fmla="*/ 783772 h 1785257"/>
                  <a:gd name="connsiteX21" fmla="*/ 769257 w 821012"/>
                  <a:gd name="connsiteY21" fmla="*/ 740229 h 1785257"/>
                  <a:gd name="connsiteX22" fmla="*/ 776514 w 821012"/>
                  <a:gd name="connsiteY22" fmla="*/ 711200 h 1785257"/>
                  <a:gd name="connsiteX23" fmla="*/ 783771 w 821012"/>
                  <a:gd name="connsiteY23" fmla="*/ 674914 h 1785257"/>
                  <a:gd name="connsiteX24" fmla="*/ 791028 w 821012"/>
                  <a:gd name="connsiteY24" fmla="*/ 653143 h 1785257"/>
                  <a:gd name="connsiteX25" fmla="*/ 805542 w 821012"/>
                  <a:gd name="connsiteY25" fmla="*/ 420914 h 1785257"/>
                  <a:gd name="connsiteX26" fmla="*/ 820057 w 821012"/>
                  <a:gd name="connsiteY26" fmla="*/ 348343 h 1785257"/>
                  <a:gd name="connsiteX27" fmla="*/ 820057 w 821012"/>
                  <a:gd name="connsiteY27" fmla="*/ 0 h 1785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821012" h="1785257">
                    <a:moveTo>
                      <a:pt x="0" y="1785257"/>
                    </a:moveTo>
                    <a:cubicBezTo>
                      <a:pt x="145143" y="1678819"/>
                      <a:pt x="331410" y="1505858"/>
                      <a:pt x="406400" y="1444172"/>
                    </a:cubicBezTo>
                    <a:cubicBezTo>
                      <a:pt x="481391" y="1382486"/>
                      <a:pt x="439057" y="1423610"/>
                      <a:pt x="449943" y="1415143"/>
                    </a:cubicBezTo>
                    <a:cubicBezTo>
                      <a:pt x="460829" y="1406676"/>
                      <a:pt x="467999" y="1400059"/>
                      <a:pt x="471714" y="1393372"/>
                    </a:cubicBezTo>
                    <a:cubicBezTo>
                      <a:pt x="471723" y="1393357"/>
                      <a:pt x="505581" y="1348619"/>
                      <a:pt x="515257" y="1335314"/>
                    </a:cubicBezTo>
                    <a:cubicBezTo>
                      <a:pt x="524933" y="1322009"/>
                      <a:pt x="527013" y="1321817"/>
                      <a:pt x="529771" y="1313543"/>
                    </a:cubicBezTo>
                    <a:cubicBezTo>
                      <a:pt x="532190" y="1306286"/>
                      <a:pt x="533092" y="1298331"/>
                      <a:pt x="537028" y="1291772"/>
                    </a:cubicBezTo>
                    <a:cubicBezTo>
                      <a:pt x="540548" y="1285905"/>
                      <a:pt x="547268" y="1282600"/>
                      <a:pt x="551542" y="1277257"/>
                    </a:cubicBezTo>
                    <a:cubicBezTo>
                      <a:pt x="556991" y="1270446"/>
                      <a:pt x="561730" y="1263059"/>
                      <a:pt x="566057" y="1255486"/>
                    </a:cubicBezTo>
                    <a:cubicBezTo>
                      <a:pt x="571424" y="1246093"/>
                      <a:pt x="576309" y="1236401"/>
                      <a:pt x="580571" y="1226457"/>
                    </a:cubicBezTo>
                    <a:cubicBezTo>
                      <a:pt x="583584" y="1219426"/>
                      <a:pt x="584407" y="1211528"/>
                      <a:pt x="587828" y="1204686"/>
                    </a:cubicBezTo>
                    <a:cubicBezTo>
                      <a:pt x="591729" y="1196885"/>
                      <a:pt x="597504" y="1190171"/>
                      <a:pt x="602342" y="1182914"/>
                    </a:cubicBezTo>
                    <a:cubicBezTo>
                      <a:pt x="621543" y="1106121"/>
                      <a:pt x="595474" y="1196555"/>
                      <a:pt x="624114" y="1132114"/>
                    </a:cubicBezTo>
                    <a:cubicBezTo>
                      <a:pt x="658658" y="1054388"/>
                      <a:pt x="620295" y="1116073"/>
                      <a:pt x="653142" y="1066800"/>
                    </a:cubicBezTo>
                    <a:cubicBezTo>
                      <a:pt x="672343" y="990005"/>
                      <a:pt x="646273" y="1080443"/>
                      <a:pt x="674914" y="1016000"/>
                    </a:cubicBezTo>
                    <a:cubicBezTo>
                      <a:pt x="681128" y="1002019"/>
                      <a:pt x="684590" y="986971"/>
                      <a:pt x="689428" y="972457"/>
                    </a:cubicBezTo>
                    <a:cubicBezTo>
                      <a:pt x="691847" y="965200"/>
                      <a:pt x="694830" y="958107"/>
                      <a:pt x="696685" y="950686"/>
                    </a:cubicBezTo>
                    <a:cubicBezTo>
                      <a:pt x="701523" y="931334"/>
                      <a:pt x="702279" y="910471"/>
                      <a:pt x="711200" y="892629"/>
                    </a:cubicBezTo>
                    <a:cubicBezTo>
                      <a:pt x="759338" y="796350"/>
                      <a:pt x="700937" y="916577"/>
                      <a:pt x="732971" y="841829"/>
                    </a:cubicBezTo>
                    <a:cubicBezTo>
                      <a:pt x="737233" y="831885"/>
                      <a:pt x="743686" y="822930"/>
                      <a:pt x="747485" y="812800"/>
                    </a:cubicBezTo>
                    <a:cubicBezTo>
                      <a:pt x="750987" y="803461"/>
                      <a:pt x="751876" y="793325"/>
                      <a:pt x="754742" y="783772"/>
                    </a:cubicBezTo>
                    <a:cubicBezTo>
                      <a:pt x="759138" y="769118"/>
                      <a:pt x="765546" y="755072"/>
                      <a:pt x="769257" y="740229"/>
                    </a:cubicBezTo>
                    <a:cubicBezTo>
                      <a:pt x="771676" y="730553"/>
                      <a:pt x="774350" y="720937"/>
                      <a:pt x="776514" y="711200"/>
                    </a:cubicBezTo>
                    <a:cubicBezTo>
                      <a:pt x="779190" y="699159"/>
                      <a:pt x="780779" y="686881"/>
                      <a:pt x="783771" y="674914"/>
                    </a:cubicBezTo>
                    <a:cubicBezTo>
                      <a:pt x="785626" y="667493"/>
                      <a:pt x="788609" y="660400"/>
                      <a:pt x="791028" y="653143"/>
                    </a:cubicBezTo>
                    <a:cubicBezTo>
                      <a:pt x="811253" y="471114"/>
                      <a:pt x="779999" y="765724"/>
                      <a:pt x="805542" y="420914"/>
                    </a:cubicBezTo>
                    <a:cubicBezTo>
                      <a:pt x="811762" y="336949"/>
                      <a:pt x="817958" y="461713"/>
                      <a:pt x="820057" y="348343"/>
                    </a:cubicBezTo>
                    <a:cubicBezTo>
                      <a:pt x="822207" y="232249"/>
                      <a:pt x="820057" y="116114"/>
                      <a:pt x="820057" y="0"/>
                    </a:cubicBezTo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33" name="对象 32">
                <a:extLst>
                  <a:ext uri="{FF2B5EF4-FFF2-40B4-BE49-F238E27FC236}">
                    <a16:creationId xmlns:a16="http://schemas.microsoft.com/office/drawing/2014/main" id="{471FCFAD-3003-46AF-913B-E2FE4857682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97180441"/>
                  </p:ext>
                </p:extLst>
              </p:nvPr>
            </p:nvGraphicFramePr>
            <p:xfrm>
              <a:off x="6378100" y="959713"/>
              <a:ext cx="6604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374" name="Equation" r:id="rId17" imgW="660240" imgH="342720" progId="Equation.DSMT4">
                      <p:embed/>
                    </p:oleObj>
                  </mc:Choice>
                  <mc:Fallback>
                    <p:oleObj name="Equation" r:id="rId17" imgW="660240" imgH="3427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6378100" y="959713"/>
                            <a:ext cx="6604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B533B6B-C568-4A9C-A202-5A93CADC34AF}"/>
                </a:ext>
              </a:extLst>
            </p:cNvPr>
            <p:cNvCxnSpPr/>
            <p:nvPr/>
          </p:nvCxnSpPr>
          <p:spPr>
            <a:xfrm>
              <a:off x="6804248" y="2715766"/>
              <a:ext cx="0" cy="432048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98EEC4D2-B111-406E-93FF-4D94987912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1241767"/>
                </p:ext>
              </p:extLst>
            </p:nvPr>
          </p:nvGraphicFramePr>
          <p:xfrm>
            <a:off x="6703726" y="3134179"/>
            <a:ext cx="2032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375" name="Equation" r:id="rId19" imgW="203040" imgH="609480" progId="Equation.DSMT4">
                    <p:embed/>
                  </p:oleObj>
                </mc:Choice>
                <mc:Fallback>
                  <p:oleObj name="Equation" r:id="rId19" imgW="203040" imgH="609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703726" y="3134179"/>
                          <a:ext cx="203200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29236E5-CFED-428E-B1CF-ECD2E0CAD102}"/>
                </a:ext>
              </a:extLst>
            </p:cNvPr>
            <p:cNvCxnSpPr>
              <a:cxnSpLocks/>
            </p:cNvCxnSpPr>
            <p:nvPr/>
          </p:nvCxnSpPr>
          <p:spPr>
            <a:xfrm>
              <a:off x="7349826" y="1824361"/>
              <a:ext cx="11788" cy="1309818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AD49847B-11D3-4782-9660-5C0A42EA03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7187557"/>
                </p:ext>
              </p:extLst>
            </p:nvPr>
          </p:nvGraphicFramePr>
          <p:xfrm>
            <a:off x="7304236" y="3185943"/>
            <a:ext cx="165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376" name="Equation" r:id="rId21" imgW="164880" imgH="228600" progId="Equation.DSMT4">
                    <p:embed/>
                  </p:oleObj>
                </mc:Choice>
                <mc:Fallback>
                  <p:oleObj name="Equation" r:id="rId21" imgW="164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304236" y="3185943"/>
                          <a:ext cx="1651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C2311352-A639-4EBE-92AB-B8D6EE3519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614041"/>
              </p:ext>
            </p:extLst>
          </p:nvPr>
        </p:nvGraphicFramePr>
        <p:xfrm>
          <a:off x="791050" y="1665933"/>
          <a:ext cx="3556001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77" name="Equation" r:id="rId23" imgW="3555720" imgH="2438280" progId="Equation.DSMT4">
                  <p:embed/>
                </p:oleObj>
              </mc:Choice>
              <mc:Fallback>
                <p:oleObj name="Equation" r:id="rId23" imgW="3555720" imgH="243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91050" y="1665933"/>
                        <a:ext cx="3556001" cy="243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组合 45">
            <a:extLst>
              <a:ext uri="{FF2B5EF4-FFF2-40B4-BE49-F238E27FC236}">
                <a16:creationId xmlns:a16="http://schemas.microsoft.com/office/drawing/2014/main" id="{7B56CCD3-357F-425E-ACB9-499F3055E727}"/>
              </a:ext>
            </a:extLst>
          </p:cNvPr>
          <p:cNvGrpSpPr/>
          <p:nvPr/>
        </p:nvGrpSpPr>
        <p:grpSpPr>
          <a:xfrm>
            <a:off x="714554" y="4151883"/>
            <a:ext cx="4073470" cy="461665"/>
            <a:chOff x="714554" y="4151883"/>
            <a:chExt cx="4073470" cy="461665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554B2FAE-33E7-448B-BD37-DB6B7AD6BAF4}"/>
                </a:ext>
              </a:extLst>
            </p:cNvPr>
            <p:cNvSpPr/>
            <p:nvPr/>
          </p:nvSpPr>
          <p:spPr>
            <a:xfrm>
              <a:off x="714554" y="4151883"/>
              <a:ext cx="407347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易得     在       上连续</a:t>
              </a:r>
              <a:r>
                <a:rPr lang="en-US" altLang="zh-CN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.</a:t>
              </a:r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       </a:t>
              </a:r>
              <a:endParaRPr lang="zh-CN" altLang="en-US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3395F071-9DD9-49F8-8F2E-B47E70B703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6873965"/>
                </p:ext>
              </p:extLst>
            </p:nvPr>
          </p:nvGraphicFramePr>
          <p:xfrm>
            <a:off x="1488915" y="423990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378" name="Equation" r:id="rId25" imgW="622080" imgH="342720" progId="Equation.DSMT4">
                    <p:embed/>
                  </p:oleObj>
                </mc:Choice>
                <mc:Fallback>
                  <p:oleObj name="Equation" r:id="rId25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488915" y="423990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76332246-3EF7-4779-89B6-5AB6EFD13C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3255894"/>
                </p:ext>
              </p:extLst>
            </p:nvPr>
          </p:nvGraphicFramePr>
          <p:xfrm>
            <a:off x="2627784" y="4270648"/>
            <a:ext cx="876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379" name="Equation" r:id="rId27" imgW="876240" imgH="342720" progId="Equation.DSMT4">
                    <p:embed/>
                  </p:oleObj>
                </mc:Choice>
                <mc:Fallback>
                  <p:oleObj name="Equation" r:id="rId27" imgW="8762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627784" y="4270648"/>
                          <a:ext cx="876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1395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326B6E-4D3E-4239-8F1B-6C02CF306F20}"/>
              </a:ext>
            </a:extLst>
          </p:cNvPr>
          <p:cNvSpPr/>
          <p:nvPr/>
        </p:nvSpPr>
        <p:spPr>
          <a:xfrm>
            <a:off x="696978" y="308280"/>
            <a:ext cx="12827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cs typeface="Times New Roman" pitchFamily="18" charset="0"/>
              </a:rPr>
              <a:t>五、设</a:t>
            </a:r>
            <a:endParaRPr lang="zh-CN" altLang="en-US" sz="2400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EF3B95A-CF49-4412-A2C8-2EFDE12491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401534"/>
              </p:ext>
            </p:extLst>
          </p:nvPr>
        </p:nvGraphicFramePr>
        <p:xfrm>
          <a:off x="1763688" y="388945"/>
          <a:ext cx="1193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78" name="Equation" r:id="rId3" imgW="1193760" imgH="380880" progId="Equation.DSMT4">
                  <p:embed/>
                </p:oleObj>
              </mc:Choice>
              <mc:Fallback>
                <p:oleObj name="Equation" r:id="rId3" imgW="11937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688" y="388945"/>
                        <a:ext cx="1193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7BF9EDD-E41A-4327-9176-52051A52CF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54675"/>
              </p:ext>
            </p:extLst>
          </p:nvPr>
        </p:nvGraphicFramePr>
        <p:xfrm>
          <a:off x="3039758" y="308280"/>
          <a:ext cx="3467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79" name="Equation" r:id="rId5" imgW="3466800" imgH="469800" progId="Equation.DSMT4">
                  <p:embed/>
                </p:oleObj>
              </mc:Choice>
              <mc:Fallback>
                <p:oleObj name="Equation" r:id="rId5" imgW="34668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39758" y="308280"/>
                        <a:ext cx="34671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C51144D-45D1-4972-B9B7-79F12EE3571F}"/>
              </a:ext>
            </a:extLst>
          </p:cNvPr>
          <p:cNvSpPr/>
          <p:nvPr/>
        </p:nvSpPr>
        <p:spPr>
          <a:xfrm>
            <a:off x="6378938" y="312737"/>
            <a:ext cx="27041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证明数列    收敛，</a:t>
            </a:r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6312449-4A4B-4283-B4B2-7B315CE01E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63603"/>
              </p:ext>
            </p:extLst>
          </p:nvPr>
        </p:nvGraphicFramePr>
        <p:xfrm>
          <a:off x="7698719" y="348612"/>
          <a:ext cx="53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80" name="Equation" r:id="rId7" imgW="533160" imgH="380880" progId="Equation.DSMT4">
                  <p:embed/>
                </p:oleObj>
              </mc:Choice>
              <mc:Fallback>
                <p:oleObj name="Equation" r:id="rId7" imgW="533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98719" y="348612"/>
                        <a:ext cx="533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7B8249BE-DB0A-45AA-A4C0-9A0AFA4AAF27}"/>
              </a:ext>
            </a:extLst>
          </p:cNvPr>
          <p:cNvSpPr/>
          <p:nvPr/>
        </p:nvSpPr>
        <p:spPr>
          <a:xfrm>
            <a:off x="323528" y="915566"/>
            <a:ext cx="25202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itchFamily="18" charset="0"/>
              </a:rPr>
              <a:t>并求极限</a:t>
            </a:r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EC958A7-8779-43C6-BC61-969E8150FC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258872"/>
              </p:ext>
            </p:extLst>
          </p:nvPr>
        </p:nvGraphicFramePr>
        <p:xfrm>
          <a:off x="1741571" y="778180"/>
          <a:ext cx="1041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81" name="Equation" r:id="rId9" imgW="1041120" imgH="812520" progId="Equation.DSMT4">
                  <p:embed/>
                </p:oleObj>
              </mc:Choice>
              <mc:Fallback>
                <p:oleObj name="Equation" r:id="rId9" imgW="10411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41571" y="778180"/>
                        <a:ext cx="1041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19BAFB75-75F2-4930-93AF-744E55A1C637}"/>
              </a:ext>
            </a:extLst>
          </p:cNvPr>
          <p:cNvSpPr/>
          <p:nvPr/>
        </p:nvSpPr>
        <p:spPr>
          <a:xfrm>
            <a:off x="670081" y="1662936"/>
            <a:ext cx="913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解析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E0D281-EEFB-420E-9338-1B0278EC616B}"/>
              </a:ext>
            </a:extLst>
          </p:cNvPr>
          <p:cNvSpPr/>
          <p:nvPr/>
        </p:nvSpPr>
        <p:spPr>
          <a:xfrm>
            <a:off x="1583668" y="1678598"/>
            <a:ext cx="27723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由条件知      且</a:t>
            </a: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 </a:t>
            </a:r>
            <a:endParaRPr lang="zh-CN" altLang="en-US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A4A1284-DFC7-45B0-90EB-1B4996433A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98124"/>
              </p:ext>
            </p:extLst>
          </p:nvPr>
        </p:nvGraphicFramePr>
        <p:xfrm>
          <a:off x="2944168" y="1723779"/>
          <a:ext cx="838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82" name="Equation" r:id="rId11" imgW="838080" imgH="380880" progId="Equation.DSMT4">
                  <p:embed/>
                </p:oleObj>
              </mc:Choice>
              <mc:Fallback>
                <p:oleObj name="Equation" r:id="rId11" imgW="8380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44168" y="1723779"/>
                        <a:ext cx="838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AFE5FB8-8676-41F1-B175-487FF2C2F1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245338"/>
              </p:ext>
            </p:extLst>
          </p:nvPr>
        </p:nvGraphicFramePr>
        <p:xfrm>
          <a:off x="4200316" y="1483980"/>
          <a:ext cx="4241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83" name="Equation" r:id="rId13" imgW="4241520" imgH="850680" progId="Equation.DSMT4">
                  <p:embed/>
                </p:oleObj>
              </mc:Choice>
              <mc:Fallback>
                <p:oleObj name="Equation" r:id="rId13" imgW="424152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00316" y="1483980"/>
                        <a:ext cx="42418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B47C1B02-3E22-42A8-99B3-81C6E09D25E4}"/>
              </a:ext>
            </a:extLst>
          </p:cNvPr>
          <p:cNvGrpSpPr/>
          <p:nvPr/>
        </p:nvGrpSpPr>
        <p:grpSpPr>
          <a:xfrm>
            <a:off x="685361" y="2425968"/>
            <a:ext cx="4241801" cy="461665"/>
            <a:chOff x="685361" y="2425968"/>
            <a:chExt cx="4241801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5EBB7F2-B019-4A27-9BEE-9D073A3E47F5}"/>
                </a:ext>
              </a:extLst>
            </p:cNvPr>
            <p:cNvSpPr/>
            <p:nvPr/>
          </p:nvSpPr>
          <p:spPr>
            <a:xfrm>
              <a:off x="685361" y="2425968"/>
              <a:ext cx="424180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从而数列    单调递减有下界，</a:t>
              </a:r>
              <a:endParaRPr lang="zh-CN" altLang="en-US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674E8A35-D69C-4540-83F8-7247E030BA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6082093"/>
                </p:ext>
              </p:extLst>
            </p:nvPr>
          </p:nvGraphicFramePr>
          <p:xfrm>
            <a:off x="1995571" y="2466300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84" name="Equation" r:id="rId15" imgW="533160" imgH="380880" progId="Equation.DSMT4">
                    <p:embed/>
                  </p:oleObj>
                </mc:Choice>
                <mc:Fallback>
                  <p:oleObj name="Equation" r:id="rId15" imgW="5331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995571" y="2466300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C52E00F-D04F-4287-8F11-9F6A9FA226E8}"/>
              </a:ext>
            </a:extLst>
          </p:cNvPr>
          <p:cNvGrpSpPr/>
          <p:nvPr/>
        </p:nvGrpSpPr>
        <p:grpSpPr>
          <a:xfrm>
            <a:off x="4788024" y="2425967"/>
            <a:ext cx="3888432" cy="461665"/>
            <a:chOff x="4788024" y="2425967"/>
            <a:chExt cx="3888432" cy="46166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C4180B8-941F-4CB1-A2B2-907CCAF383AB}"/>
                </a:ext>
              </a:extLst>
            </p:cNvPr>
            <p:cNvSpPr/>
            <p:nvPr/>
          </p:nvSpPr>
          <p:spPr>
            <a:xfrm>
              <a:off x="4788024" y="2425967"/>
              <a:ext cx="38884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由单调有界准则知    收敛</a:t>
              </a:r>
              <a:r>
                <a:rPr lang="en-US" altLang="zh-CN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7A97ABE3-784D-422E-905B-D9E76C75B1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2289073"/>
                </p:ext>
              </p:extLst>
            </p:nvPr>
          </p:nvGraphicFramePr>
          <p:xfrm>
            <a:off x="7308304" y="2466299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85" name="Equation" r:id="rId17" imgW="533160" imgH="380880" progId="Equation.DSMT4">
                    <p:embed/>
                  </p:oleObj>
                </mc:Choice>
                <mc:Fallback>
                  <p:oleObj name="Equation" r:id="rId17" imgW="533160" imgH="38088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C6312449-4A4B-4283-B4B2-7B315CE01EB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308304" y="2466299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EB8081C-7FFA-4C0A-B830-D1C73027A5BD}"/>
              </a:ext>
            </a:extLst>
          </p:cNvPr>
          <p:cNvGrpSpPr/>
          <p:nvPr/>
        </p:nvGrpSpPr>
        <p:grpSpPr>
          <a:xfrm>
            <a:off x="696978" y="3075806"/>
            <a:ext cx="1708060" cy="514871"/>
            <a:chOff x="696978" y="3075806"/>
            <a:chExt cx="1708060" cy="514871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4F96D42-6B2F-4E0D-8140-B8ED21A59D36}"/>
                </a:ext>
              </a:extLst>
            </p:cNvPr>
            <p:cNvSpPr/>
            <p:nvPr/>
          </p:nvSpPr>
          <p:spPr>
            <a:xfrm>
              <a:off x="696978" y="3075806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设</a:t>
              </a:r>
              <a:endParaRPr lang="zh-CN" altLang="en-US" dirty="0"/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FBA654D5-DF16-4E53-B908-EBA56D3B1D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2748089"/>
                </p:ext>
              </p:extLst>
            </p:nvPr>
          </p:nvGraphicFramePr>
          <p:xfrm>
            <a:off x="1122338" y="3108077"/>
            <a:ext cx="12827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86" name="Equation" r:id="rId18" imgW="1282680" imgH="482400" progId="Equation.DSMT4">
                    <p:embed/>
                  </p:oleObj>
                </mc:Choice>
                <mc:Fallback>
                  <p:oleObj name="Equation" r:id="rId18" imgW="128268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122338" y="3108077"/>
                          <a:ext cx="12827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A60A8B0F-4003-4E73-8BA3-A3F271BE7DA0}"/>
              </a:ext>
            </a:extLst>
          </p:cNvPr>
          <p:cNvGrpSpPr/>
          <p:nvPr/>
        </p:nvGrpSpPr>
        <p:grpSpPr>
          <a:xfrm>
            <a:off x="2350220" y="3029814"/>
            <a:ext cx="4530090" cy="492242"/>
            <a:chOff x="2350220" y="3029814"/>
            <a:chExt cx="4530090" cy="492242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779DF05-1836-4CC6-94DE-6516298A54AF}"/>
                </a:ext>
              </a:extLst>
            </p:cNvPr>
            <p:cNvSpPr/>
            <p:nvPr/>
          </p:nvSpPr>
          <p:spPr>
            <a:xfrm>
              <a:off x="2350220" y="3060391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由</a:t>
              </a:r>
              <a:endParaRPr lang="zh-CN" altLang="en-US" dirty="0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9D54268D-3963-4E25-AF53-4831D3F0C5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6954218"/>
                </p:ext>
              </p:extLst>
            </p:nvPr>
          </p:nvGraphicFramePr>
          <p:xfrm>
            <a:off x="2782971" y="3040985"/>
            <a:ext cx="20066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87" name="Equation" r:id="rId20" imgW="2006280" imgH="469800" progId="Equation.DSMT4">
                    <p:embed/>
                  </p:oleObj>
                </mc:Choice>
                <mc:Fallback>
                  <p:oleObj name="Equation" r:id="rId20" imgW="2006280" imgH="469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782971" y="3040985"/>
                          <a:ext cx="2006600" cy="469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AC3437B-7097-43B0-88D3-B4DD3F6A6087}"/>
                </a:ext>
              </a:extLst>
            </p:cNvPr>
            <p:cNvSpPr/>
            <p:nvPr/>
          </p:nvSpPr>
          <p:spPr>
            <a:xfrm>
              <a:off x="4673458" y="3029814"/>
              <a:ext cx="7626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得</a:t>
              </a:r>
              <a:endParaRPr lang="zh-CN" altLang="en-US" dirty="0"/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1EEEFF21-B5CE-462A-9E48-E4233A5DF2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659447"/>
                </p:ext>
              </p:extLst>
            </p:nvPr>
          </p:nvGraphicFramePr>
          <p:xfrm>
            <a:off x="5191210" y="3038396"/>
            <a:ext cx="16891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88" name="Equation" r:id="rId22" imgW="1688760" imgH="444240" progId="Equation.DSMT4">
                    <p:embed/>
                  </p:oleObj>
                </mc:Choice>
                <mc:Fallback>
                  <p:oleObj name="Equation" r:id="rId22" imgW="168876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5191210" y="3038396"/>
                          <a:ext cx="16891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BFC17D75-0A86-432B-8133-F68F5642047B}"/>
              </a:ext>
            </a:extLst>
          </p:cNvPr>
          <p:cNvSpPr/>
          <p:nvPr/>
        </p:nvSpPr>
        <p:spPr>
          <a:xfrm>
            <a:off x="6945264" y="3015939"/>
            <a:ext cx="10763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解得</a:t>
            </a:r>
            <a:endParaRPr lang="zh-CN" altLang="en-US" dirty="0"/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97B20081-9E8A-4480-A67A-2DAB063578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5312927"/>
              </p:ext>
            </p:extLst>
          </p:nvPr>
        </p:nvGraphicFramePr>
        <p:xfrm>
          <a:off x="7731016" y="3075806"/>
          <a:ext cx="711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89" name="Equation" r:id="rId24" imgW="711000" imgH="279360" progId="Equation.DSMT4">
                  <p:embed/>
                </p:oleObj>
              </mc:Choice>
              <mc:Fallback>
                <p:oleObj name="Equation" r:id="rId24" imgW="7110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731016" y="3075806"/>
                        <a:ext cx="711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A86B436B-1C05-4BED-9ABE-C3002FD0C7B5}"/>
              </a:ext>
            </a:extLst>
          </p:cNvPr>
          <p:cNvSpPr/>
          <p:nvPr/>
        </p:nvSpPr>
        <p:spPr>
          <a:xfrm>
            <a:off x="696978" y="386789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即</a:t>
            </a:r>
            <a:endParaRPr lang="zh-CN" altLang="en-US" dirty="0"/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75C49FD6-4206-4B2A-9C30-16EE29756E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302019"/>
              </p:ext>
            </p:extLst>
          </p:nvPr>
        </p:nvGraphicFramePr>
        <p:xfrm>
          <a:off x="1155445" y="3895675"/>
          <a:ext cx="1270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90" name="Equation" r:id="rId26" imgW="1269720" imgH="482400" progId="Equation.DSMT4">
                  <p:embed/>
                </p:oleObj>
              </mc:Choice>
              <mc:Fallback>
                <p:oleObj name="Equation" r:id="rId26" imgW="1269720" imgH="48240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FBA654D5-DF16-4E53-B908-EBA56D3B1D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155445" y="3895675"/>
                        <a:ext cx="12700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64BA9C2F-0B4E-4E82-8F5F-B99D1ADEBC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07353"/>
              </p:ext>
            </p:extLst>
          </p:nvPr>
        </p:nvGraphicFramePr>
        <p:xfrm>
          <a:off x="2597243" y="3611915"/>
          <a:ext cx="5588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91" name="Equation" r:id="rId28" imgW="5587920" imgH="939600" progId="Equation.DSMT4">
                  <p:embed/>
                </p:oleObj>
              </mc:Choice>
              <mc:Fallback>
                <p:oleObj name="Equation" r:id="rId28" imgW="558792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597243" y="3611915"/>
                        <a:ext cx="55880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80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6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5B0A637-DAD2-46E9-9D84-696A017947D3}"/>
              </a:ext>
            </a:extLst>
          </p:cNvPr>
          <p:cNvGrpSpPr/>
          <p:nvPr/>
        </p:nvGrpSpPr>
        <p:grpSpPr>
          <a:xfrm>
            <a:off x="179512" y="339502"/>
            <a:ext cx="8856984" cy="1530626"/>
            <a:chOff x="179512" y="339502"/>
            <a:chExt cx="8856984" cy="153062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760BAF7-7DAE-438B-94FD-0679C5CC7E7A}"/>
                </a:ext>
              </a:extLst>
            </p:cNvPr>
            <p:cNvSpPr/>
            <p:nvPr/>
          </p:nvSpPr>
          <p:spPr>
            <a:xfrm>
              <a:off x="827584" y="339502"/>
              <a:ext cx="820891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cs typeface="Times New Roman" panose="02020603050405020304" pitchFamily="18" charset="0"/>
                </a:rPr>
                <a:t>六</a:t>
              </a:r>
              <a:r>
                <a:rPr lang="zh-CN" altLang="zh-CN" sz="2400" b="1" dirty="0">
                  <a:cs typeface="Times New Roman" panose="02020603050405020304" pitchFamily="18" charset="0"/>
                </a:rPr>
                <a:t>、设</a:t>
              </a:r>
              <a:r>
                <a:rPr lang="zh-CN" altLang="zh-CN" sz="24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奇函数</a:t>
              </a:r>
              <a:r>
                <a:rPr lang="en-US" altLang="zh-CN" sz="24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         </a:t>
              </a:r>
              <a:r>
                <a:rPr lang="zh-CN" altLang="en-US" sz="2400" b="1" dirty="0">
                  <a:cs typeface="Times New Roman" panose="02020603050405020304" pitchFamily="18" charset="0"/>
                </a:rPr>
                <a:t>在            上连续，在            内二阶可导且</a:t>
              </a:r>
              <a:endParaRPr lang="zh-CN" altLang="en-US" sz="2400" b="1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2673FACD-4C47-4A58-BA9D-2AE32470CB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3523356"/>
                </p:ext>
              </p:extLst>
            </p:nvPr>
          </p:nvGraphicFramePr>
          <p:xfrm>
            <a:off x="2771800" y="39888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32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5A2B1E2C-7381-45CC-A632-BED43EF129E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71800" y="39888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06EE298-369F-466B-80E2-FE320A3A7E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7136568"/>
                </p:ext>
              </p:extLst>
            </p:nvPr>
          </p:nvGraphicFramePr>
          <p:xfrm>
            <a:off x="3779912" y="386097"/>
            <a:ext cx="711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33" name="Equation" r:id="rId5" imgW="711000" imgH="330120" progId="Equation.DSMT4">
                    <p:embed/>
                  </p:oleObj>
                </mc:Choice>
                <mc:Fallback>
                  <p:oleObj name="Equation" r:id="rId5" imgW="711000" imgH="3301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BF2A3B14-E63F-4480-B26C-CA5B9E3431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79912" y="386097"/>
                          <a:ext cx="711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66A7D9C6-510D-4B6E-A042-10E8FDB591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5249413"/>
                </p:ext>
              </p:extLst>
            </p:nvPr>
          </p:nvGraphicFramePr>
          <p:xfrm>
            <a:off x="6137126" y="406330"/>
            <a:ext cx="749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34" name="Equation" r:id="rId7" imgW="749160" imgH="342720" progId="Equation.DSMT4">
                    <p:embed/>
                  </p:oleObj>
                </mc:Choice>
                <mc:Fallback>
                  <p:oleObj name="Equation" r:id="rId7" imgW="74916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CECF1C60-F8C6-41B3-BF00-2FDBCA1AEAD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137126" y="406330"/>
                          <a:ext cx="749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E7D8CFAD-C881-4BBB-AA96-B0ED6BC544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8664114"/>
                </p:ext>
              </p:extLst>
            </p:nvPr>
          </p:nvGraphicFramePr>
          <p:xfrm>
            <a:off x="179512" y="915566"/>
            <a:ext cx="1028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35" name="Equation" r:id="rId9" imgW="1028520" imgH="342720" progId="Equation.DSMT4">
                    <p:embed/>
                  </p:oleObj>
                </mc:Choice>
                <mc:Fallback>
                  <p:oleObj name="Equation" r:id="rId9" imgW="102852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2191510A-64C2-4CF6-8858-F76B0DB226C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9512" y="915566"/>
                          <a:ext cx="1028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44FDA59-863C-434F-8049-F3A05E0DF7EB}"/>
                </a:ext>
              </a:extLst>
            </p:cNvPr>
            <p:cNvSpPr/>
            <p:nvPr/>
          </p:nvSpPr>
          <p:spPr>
            <a:xfrm>
              <a:off x="1229352" y="856183"/>
              <a:ext cx="59349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证明：</a:t>
              </a:r>
              <a:r>
                <a:rPr lang="en-US" altLang="zh-CN" sz="2400" b="1" dirty="0">
                  <a:solidFill>
                    <a:prstClr val="black"/>
                  </a:solidFill>
                  <a:latin typeface="+mj-ea"/>
                  <a:ea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(1)</a:t>
              </a:r>
              <a:r>
                <a:rPr lang="zh-CN" altLang="en-US" sz="2400" b="1" dirty="0">
                  <a:solidFill>
                    <a:prstClr val="black"/>
                  </a:solidFill>
                  <a:latin typeface="+mj-ea"/>
                  <a:ea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存在         使得</a:t>
              </a:r>
              <a:endParaRPr lang="zh-CN" altLang="en-US" b="1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7C4742EA-4400-4F2C-8C2A-5CE669896B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2161147"/>
                </p:ext>
              </p:extLst>
            </p:nvPr>
          </p:nvGraphicFramePr>
          <p:xfrm>
            <a:off x="3360812" y="916043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36" name="Equation" r:id="rId11" imgW="1130040" imgH="342720" progId="Equation.DSMT4">
                    <p:embed/>
                  </p:oleObj>
                </mc:Choice>
                <mc:Fallback>
                  <p:oleObj name="Equation" r:id="rId11" imgW="113004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2B664643-64BE-4F50-AD88-9367F303A26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360812" y="916043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14E581F6-63AC-4281-AB9E-95B04F3090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4611435"/>
                </p:ext>
              </p:extLst>
            </p:nvPr>
          </p:nvGraphicFramePr>
          <p:xfrm>
            <a:off x="5296031" y="930068"/>
            <a:ext cx="1181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37" name="Equation" r:id="rId13" imgW="1180800" imgH="355320" progId="Equation.DSMT4">
                    <p:embed/>
                  </p:oleObj>
                </mc:Choice>
                <mc:Fallback>
                  <p:oleObj name="Equation" r:id="rId13" imgW="1180800" imgH="3553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BE5DC000-83AF-4763-95CB-A285FB6ADAA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296031" y="930068"/>
                          <a:ext cx="1181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6FDFD85-9C7F-4DD6-AEEE-EE4678906081}"/>
                </a:ext>
              </a:extLst>
            </p:cNvPr>
            <p:cNvSpPr/>
            <p:nvPr/>
          </p:nvSpPr>
          <p:spPr>
            <a:xfrm>
              <a:off x="2123728" y="1408463"/>
              <a:ext cx="59349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+mj-ea"/>
                  <a:ea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(2)</a:t>
              </a:r>
              <a:r>
                <a:rPr lang="zh-CN" altLang="en-US" sz="2400" b="1" dirty="0">
                  <a:solidFill>
                    <a:prstClr val="black"/>
                  </a:solidFill>
                  <a:latin typeface="+mj-ea"/>
                  <a:ea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存在         使得</a:t>
              </a:r>
              <a:endParaRPr lang="zh-CN" altLang="en-US" b="1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FCC56452-FF5C-4379-A9F0-1D801761EF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9139950"/>
                </p:ext>
              </p:extLst>
            </p:nvPr>
          </p:nvGraphicFramePr>
          <p:xfrm>
            <a:off x="3339672" y="1492107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38" name="Equation" r:id="rId15" imgW="1130040" imgH="342720" progId="Equation.DSMT4">
                    <p:embed/>
                  </p:oleObj>
                </mc:Choice>
                <mc:Fallback>
                  <p:oleObj name="Equation" r:id="rId15" imgW="1130040" imgH="3427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50A7911A-36D0-4644-94D6-E2CEF02890E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339672" y="1492107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DA969AF4-5A51-4431-8497-F8602FF096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5787695"/>
                </p:ext>
              </p:extLst>
            </p:nvPr>
          </p:nvGraphicFramePr>
          <p:xfrm>
            <a:off x="5296031" y="1485757"/>
            <a:ext cx="21717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39" name="Equation" r:id="rId17" imgW="2171520" imgH="355320" progId="Equation.DSMT4">
                    <p:embed/>
                  </p:oleObj>
                </mc:Choice>
                <mc:Fallback>
                  <p:oleObj name="Equation" r:id="rId17" imgW="2171520" imgH="35532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1D984662-767B-4645-A50E-33574CA9D62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296031" y="1485757"/>
                          <a:ext cx="21717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38E7547E-C3A4-44FE-9280-EDEE7C0EC00B}"/>
              </a:ext>
            </a:extLst>
          </p:cNvPr>
          <p:cNvSpPr/>
          <p:nvPr/>
        </p:nvSpPr>
        <p:spPr>
          <a:xfrm>
            <a:off x="732948" y="213900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C8D870D-91E6-4ED6-8B2A-2CA35F9371FC}"/>
              </a:ext>
            </a:extLst>
          </p:cNvPr>
          <p:cNvGrpSpPr/>
          <p:nvPr/>
        </p:nvGrpSpPr>
        <p:grpSpPr>
          <a:xfrm>
            <a:off x="1446948" y="2138999"/>
            <a:ext cx="4757435" cy="461665"/>
            <a:chOff x="1446948" y="2138999"/>
            <a:chExt cx="4757435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155E923-DC07-4EF4-91DC-0AEF394C395F}"/>
                </a:ext>
              </a:extLst>
            </p:cNvPr>
            <p:cNvSpPr/>
            <p:nvPr/>
          </p:nvSpPr>
          <p:spPr>
            <a:xfrm>
              <a:off x="1446948" y="2138999"/>
              <a:ext cx="384908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(1)</a:t>
              </a:r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因为    为奇函数，故</a:t>
              </a:r>
              <a:endParaRPr lang="zh-CN" altLang="en-US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FD5E1402-8AA6-42C8-83DB-C99ADD4446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3716360"/>
                </p:ext>
              </p:extLst>
            </p:nvPr>
          </p:nvGraphicFramePr>
          <p:xfrm>
            <a:off x="2627784" y="2198381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40" name="Equation" r:id="rId19" imgW="622080" imgH="342720" progId="Equation.DSMT4">
                    <p:embed/>
                  </p:oleObj>
                </mc:Choice>
                <mc:Fallback>
                  <p:oleObj name="Equation" r:id="rId19" imgW="622080" imgH="342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14BCF7BB-E998-4AB7-B203-57E94D5EDE7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627784" y="2198381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CB3E1E12-7238-4CB3-821D-0E999B11BD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7739853"/>
                </p:ext>
              </p:extLst>
            </p:nvPr>
          </p:nvGraphicFramePr>
          <p:xfrm>
            <a:off x="5074083" y="2198381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41" name="Equation" r:id="rId21" imgW="1130040" imgH="342720" progId="Equation.DSMT4">
                    <p:embed/>
                  </p:oleObj>
                </mc:Choice>
                <mc:Fallback>
                  <p:oleObj name="Equation" r:id="rId21" imgW="1130040" imgH="34272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4B94A769-E860-4513-B6C9-B467DAA76B0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074083" y="2198381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7B9330E4-5B3E-4F02-AC47-87D8200939DF}"/>
              </a:ext>
            </a:extLst>
          </p:cNvPr>
          <p:cNvSpPr/>
          <p:nvPr/>
        </p:nvSpPr>
        <p:spPr>
          <a:xfrm>
            <a:off x="6300192" y="2114769"/>
            <a:ext cx="2448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由拉格朗日中值</a:t>
            </a:r>
            <a:endParaRPr lang="zh-CN" altLang="en-US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22B047A-D116-49F9-B2A7-03AB787B8AF2}"/>
              </a:ext>
            </a:extLst>
          </p:cNvPr>
          <p:cNvGrpSpPr/>
          <p:nvPr/>
        </p:nvGrpSpPr>
        <p:grpSpPr>
          <a:xfrm>
            <a:off x="251520" y="2633663"/>
            <a:ext cx="7651055" cy="736600"/>
            <a:chOff x="251520" y="2633663"/>
            <a:chExt cx="7651055" cy="736600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130E797-0693-4B4B-9199-011F3285C359}"/>
                </a:ext>
              </a:extLst>
            </p:cNvPr>
            <p:cNvSpPr/>
            <p:nvPr/>
          </p:nvSpPr>
          <p:spPr>
            <a:xfrm>
              <a:off x="251520" y="2787774"/>
              <a:ext cx="39604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定理得，存在        使得        </a:t>
              </a:r>
              <a:endParaRPr lang="zh-CN" altLang="en-US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2B899F56-B0E3-48CA-808C-B8DCAABFB1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6351314"/>
                </p:ext>
              </p:extLst>
            </p:nvPr>
          </p:nvGraphicFramePr>
          <p:xfrm>
            <a:off x="2214930" y="2861980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42" name="Equation" r:id="rId23" imgW="1130040" imgH="342720" progId="Equation.DSMT4">
                    <p:embed/>
                  </p:oleObj>
                </mc:Choice>
                <mc:Fallback>
                  <p:oleObj name="Equation" r:id="rId23" imgW="1130040" imgH="3427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45293A6B-A8C3-44A8-8B7F-3C2ABAA2B2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214930" y="2861980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5FC4C3A1-83B9-461F-B42F-C44E2CA962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1866027"/>
                </p:ext>
              </p:extLst>
            </p:nvPr>
          </p:nvGraphicFramePr>
          <p:xfrm>
            <a:off x="4143375" y="2633663"/>
            <a:ext cx="3759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43" name="Equation" r:id="rId24" imgW="3759120" imgH="736560" progId="Equation.DSMT4">
                    <p:embed/>
                  </p:oleObj>
                </mc:Choice>
                <mc:Fallback>
                  <p:oleObj name="Equation" r:id="rId24" imgW="3759120" imgH="73656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CD0329B7-3CD1-4383-92F1-EC4414A7FA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143375" y="2633663"/>
                          <a:ext cx="37592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B1B11DEC-64E2-4F30-8249-AEA8A0E013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931290"/>
              </p:ext>
            </p:extLst>
          </p:nvPr>
        </p:nvGraphicFramePr>
        <p:xfrm>
          <a:off x="251520" y="4043492"/>
          <a:ext cx="1371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44" name="Equation" r:id="rId26" imgW="1371600" imgH="355320" progId="Equation.DSMT4">
                  <p:embed/>
                </p:oleObj>
              </mc:Choice>
              <mc:Fallback>
                <p:oleObj name="Equation" r:id="rId26" imgW="1371600" imgH="35532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880B9882-FD37-4A8B-89DD-24D91F6CA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51520" y="4043492"/>
                        <a:ext cx="1371600" cy="3556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173D9EF7-C3A6-41F2-9202-A9DC39CEA168}"/>
              </a:ext>
            </a:extLst>
          </p:cNvPr>
          <p:cNvGrpSpPr/>
          <p:nvPr/>
        </p:nvGrpSpPr>
        <p:grpSpPr>
          <a:xfrm>
            <a:off x="732948" y="3415633"/>
            <a:ext cx="8159532" cy="461665"/>
            <a:chOff x="732948" y="3415633"/>
            <a:chExt cx="8159532" cy="461665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9C09B7B-6B2D-4D44-8C8B-F4B67B59EC5B}"/>
                </a:ext>
              </a:extLst>
            </p:cNvPr>
            <p:cNvSpPr/>
            <p:nvPr/>
          </p:nvSpPr>
          <p:spPr>
            <a:xfrm>
              <a:off x="732948" y="3415633"/>
              <a:ext cx="81595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(2)</a:t>
              </a:r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因为    为可导奇函数，故     为可导偶函数，从而</a:t>
              </a:r>
              <a:endParaRPr lang="zh-CN" altLang="en-US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276FEAD8-2E1F-4B77-829E-7CB3014C80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0987682"/>
                </p:ext>
              </p:extLst>
            </p:nvPr>
          </p:nvGraphicFramePr>
          <p:xfrm>
            <a:off x="1913784" y="347501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45" name="Equation" r:id="rId28" imgW="622080" imgH="342720" progId="Equation.DSMT4">
                    <p:embed/>
                  </p:oleObj>
                </mc:Choice>
                <mc:Fallback>
                  <p:oleObj name="Equation" r:id="rId28" imgW="622080" imgH="34272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65E4CCC3-931E-49ED-A335-AC3C427DB18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913784" y="3475015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892E3D4B-257E-428A-AD6E-9E8E3BA3B4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6895730"/>
                </p:ext>
              </p:extLst>
            </p:nvPr>
          </p:nvGraphicFramePr>
          <p:xfrm>
            <a:off x="4953131" y="3497563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46" name="Equation" r:id="rId29" imgW="685800" imgH="355320" progId="Equation.DSMT4">
                    <p:embed/>
                  </p:oleObj>
                </mc:Choice>
                <mc:Fallback>
                  <p:oleObj name="Equation" r:id="rId29" imgW="685800" imgH="35532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E43EB164-4D2B-4C18-BDD7-8B67A6746E8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953131" y="3497563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A875154-652D-4A43-BAEE-B2BD777B73A4}"/>
              </a:ext>
            </a:extLst>
          </p:cNvPr>
          <p:cNvGrpSpPr/>
          <p:nvPr/>
        </p:nvGrpSpPr>
        <p:grpSpPr>
          <a:xfrm>
            <a:off x="1708102" y="3990459"/>
            <a:ext cx="3009207" cy="461665"/>
            <a:chOff x="1708102" y="3990459"/>
            <a:chExt cx="3009207" cy="461665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C0CF24C0-E5A6-41DF-8439-E393E7A429E7}"/>
                </a:ext>
              </a:extLst>
            </p:cNvPr>
            <p:cNvSpPr/>
            <p:nvPr/>
          </p:nvSpPr>
          <p:spPr>
            <a:xfrm>
              <a:off x="1708102" y="3990459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令</a:t>
              </a:r>
              <a:endParaRPr lang="zh-CN" altLang="en-US" dirty="0"/>
            </a:p>
          </p:txBody>
        </p:sp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BA5F768F-CF9C-4ADF-BF23-03B9A51948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4529448"/>
                </p:ext>
              </p:extLst>
            </p:nvPr>
          </p:nvGraphicFramePr>
          <p:xfrm>
            <a:off x="2202709" y="4043073"/>
            <a:ext cx="25146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47" name="Equation" r:id="rId31" imgW="2514600" imgH="406080" progId="Equation.DSMT4">
                    <p:embed/>
                  </p:oleObj>
                </mc:Choice>
                <mc:Fallback>
                  <p:oleObj name="Equation" r:id="rId31" imgW="2514600" imgH="40608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591CF6D7-0C9F-430F-B5B9-A6B90D21F4C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202709" y="4043073"/>
                          <a:ext cx="25146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3B14ED3-8B03-45DC-B2B6-E67C12E4A05A}"/>
              </a:ext>
            </a:extLst>
          </p:cNvPr>
          <p:cNvGrpSpPr/>
          <p:nvPr/>
        </p:nvGrpSpPr>
        <p:grpSpPr>
          <a:xfrm>
            <a:off x="4706108" y="4016330"/>
            <a:ext cx="4402396" cy="461665"/>
            <a:chOff x="4706108" y="4016330"/>
            <a:chExt cx="4402396" cy="461665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4107651-1310-4825-8528-F5B34FEED13B}"/>
                </a:ext>
              </a:extLst>
            </p:cNvPr>
            <p:cNvSpPr/>
            <p:nvPr/>
          </p:nvSpPr>
          <p:spPr>
            <a:xfrm>
              <a:off x="4706108" y="4016330"/>
              <a:ext cx="44023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则    在             上可导，             </a:t>
              </a:r>
              <a:endParaRPr lang="zh-CN" altLang="en-US" dirty="0"/>
            </a:p>
          </p:txBody>
        </p:sp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72A3B159-F548-445C-A4E3-7F09A156F3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9006192"/>
                </p:ext>
              </p:extLst>
            </p:nvPr>
          </p:nvGraphicFramePr>
          <p:xfrm>
            <a:off x="5091196" y="4112923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48" name="Equation" r:id="rId33" imgW="634680" imgH="342720" progId="Equation.DSMT4">
                    <p:embed/>
                  </p:oleObj>
                </mc:Choice>
                <mc:Fallback>
                  <p:oleObj name="Equation" r:id="rId33" imgW="634680" imgH="342720" progId="Equation.DSMT4">
                    <p:embed/>
                    <p:pic>
                      <p:nvPicPr>
                        <p:cNvPr id="34" name="对象 33">
                          <a:extLst>
                            <a:ext uri="{FF2B5EF4-FFF2-40B4-BE49-F238E27FC236}">
                              <a16:creationId xmlns:a16="http://schemas.microsoft.com/office/drawing/2014/main" id="{FDCD7158-6D20-42B6-9CDB-1750947F0C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5091196" y="4112923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14D5BE8B-E649-41D3-99C9-CA5687BC18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4109874"/>
                </p:ext>
              </p:extLst>
            </p:nvPr>
          </p:nvGraphicFramePr>
          <p:xfrm>
            <a:off x="6111284" y="4104092"/>
            <a:ext cx="189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49" name="Equation" r:id="rId35" imgW="1892160" imgH="342720" progId="Equation.DSMT4">
                    <p:embed/>
                  </p:oleObj>
                </mc:Choice>
                <mc:Fallback>
                  <p:oleObj name="Equation" r:id="rId35" imgW="1892160" imgH="342720" progId="Equation.DSMT4">
                    <p:embed/>
                    <p:pic>
                      <p:nvPicPr>
                        <p:cNvPr id="35" name="对象 34">
                          <a:extLst>
                            <a:ext uri="{FF2B5EF4-FFF2-40B4-BE49-F238E27FC236}">
                              <a16:creationId xmlns:a16="http://schemas.microsoft.com/office/drawing/2014/main" id="{4354B173-C492-49D2-9210-01FD9D6D3F3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6111284" y="4104092"/>
                          <a:ext cx="189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87376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134EBA2-9744-4D37-B985-7180CA54407C}"/>
              </a:ext>
            </a:extLst>
          </p:cNvPr>
          <p:cNvGrpSpPr/>
          <p:nvPr/>
        </p:nvGrpSpPr>
        <p:grpSpPr>
          <a:xfrm>
            <a:off x="683568" y="339502"/>
            <a:ext cx="2765743" cy="461665"/>
            <a:chOff x="683568" y="339502"/>
            <a:chExt cx="2765743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E1D274-F22F-4B7D-B795-6D736352DB25}"/>
                </a:ext>
              </a:extLst>
            </p:cNvPr>
            <p:cNvSpPr/>
            <p:nvPr/>
          </p:nvSpPr>
          <p:spPr>
            <a:xfrm>
              <a:off x="683568" y="339502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且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A0648725-6C64-4089-BD03-59F731BC2A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4523424"/>
                </p:ext>
              </p:extLst>
            </p:nvPr>
          </p:nvGraphicFramePr>
          <p:xfrm>
            <a:off x="1176011" y="398884"/>
            <a:ext cx="2273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78" name="Equation" r:id="rId3" imgW="2273040" imgH="342720" progId="Equation.DSMT4">
                    <p:embed/>
                  </p:oleObj>
                </mc:Choice>
                <mc:Fallback>
                  <p:oleObj name="Equation" r:id="rId3" imgW="2273040" imgH="3427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FD1DE22C-F023-4562-B6A7-C1D08919EC9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76011" y="398884"/>
                          <a:ext cx="2273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2B4D0AC0-5797-4128-AE4A-A7C87E19FF97}"/>
              </a:ext>
            </a:extLst>
          </p:cNvPr>
          <p:cNvGrpSpPr/>
          <p:nvPr/>
        </p:nvGrpSpPr>
        <p:grpSpPr>
          <a:xfrm>
            <a:off x="3464179" y="327276"/>
            <a:ext cx="4996253" cy="461665"/>
            <a:chOff x="3464179" y="327276"/>
            <a:chExt cx="4996253" cy="4616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555CE7E-8274-4C0C-A927-6487BA367579}"/>
                </a:ext>
              </a:extLst>
            </p:cNvPr>
            <p:cNvSpPr/>
            <p:nvPr/>
          </p:nvSpPr>
          <p:spPr>
            <a:xfrm>
              <a:off x="3464179" y="327276"/>
              <a:ext cx="355609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由罗尔中值定理可得存在</a:t>
              </a:r>
              <a:endParaRPr lang="zh-CN" altLang="en-US" sz="2400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CD7EC25A-69C0-4869-85C9-A3295F2DD5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0418613"/>
                </p:ext>
              </p:extLst>
            </p:nvPr>
          </p:nvGraphicFramePr>
          <p:xfrm>
            <a:off x="7050732" y="386658"/>
            <a:ext cx="1409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79" name="Equation" r:id="rId5" imgW="1409400" imgH="342720" progId="Equation.DSMT4">
                    <p:embed/>
                  </p:oleObj>
                </mc:Choice>
                <mc:Fallback>
                  <p:oleObj name="Equation" r:id="rId5" imgW="140940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4A3653EF-64CE-425B-AC1D-564E0B45B09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050732" y="386658"/>
                          <a:ext cx="1409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81C3375-3C74-4BB2-9165-6EEF0B2A7580}"/>
              </a:ext>
            </a:extLst>
          </p:cNvPr>
          <p:cNvGrpSpPr/>
          <p:nvPr/>
        </p:nvGrpSpPr>
        <p:grpSpPr>
          <a:xfrm>
            <a:off x="755576" y="1131590"/>
            <a:ext cx="2695338" cy="494308"/>
            <a:chOff x="755576" y="1131590"/>
            <a:chExt cx="2695338" cy="49430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D863AE1-4406-4D52-953A-EDDE646537F2}"/>
                </a:ext>
              </a:extLst>
            </p:cNvPr>
            <p:cNvSpPr/>
            <p:nvPr/>
          </p:nvSpPr>
          <p:spPr>
            <a:xfrm>
              <a:off x="755576" y="1131590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使得</a:t>
              </a:r>
              <a:endParaRPr lang="zh-CN" altLang="en-US" sz="2400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10C30BFE-135C-4C9D-A010-ACE6440D32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5318753"/>
                </p:ext>
              </p:extLst>
            </p:nvPr>
          </p:nvGraphicFramePr>
          <p:xfrm>
            <a:off x="1564770" y="1217265"/>
            <a:ext cx="1244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80" name="Equation" r:id="rId7" imgW="1244520" imgH="355320" progId="Equation.DSMT4">
                    <p:embed/>
                  </p:oleObj>
                </mc:Choice>
                <mc:Fallback>
                  <p:oleObj name="Equation" r:id="rId7" imgW="1244520" imgH="3553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79B41AA4-8CB7-4827-AA79-FB035A1098D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64770" y="1217265"/>
                          <a:ext cx="12446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A0E3C86-FFD5-423D-B251-C697F70FC356}"/>
                </a:ext>
              </a:extLst>
            </p:cNvPr>
            <p:cNvSpPr/>
            <p:nvPr/>
          </p:nvSpPr>
          <p:spPr>
            <a:xfrm>
              <a:off x="2956868" y="1164233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即</a:t>
              </a:r>
              <a:endParaRPr lang="zh-CN" altLang="en-US" sz="2400" dirty="0"/>
            </a:p>
          </p:txBody>
        </p:sp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A606704-F59C-42F3-BFFE-F37FA5AB24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126492"/>
              </p:ext>
            </p:extLst>
          </p:nvPr>
        </p:nvGraphicFramePr>
        <p:xfrm>
          <a:off x="2312661" y="2058548"/>
          <a:ext cx="3340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81" name="Equation" r:id="rId9" imgW="3340080" imgH="406080" progId="Equation.DSMT4">
                  <p:embed/>
                </p:oleObj>
              </mc:Choice>
              <mc:Fallback>
                <p:oleObj name="Equation" r:id="rId9" imgW="3340080" imgH="406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A0239053-8DDB-41F9-9672-A5DFC47AAD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12661" y="2058548"/>
                        <a:ext cx="3340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CBD0B0D1-0511-48B6-9D63-C024A1F765F8}"/>
              </a:ext>
            </a:extLst>
          </p:cNvPr>
          <p:cNvSpPr/>
          <p:nvPr/>
        </p:nvSpPr>
        <p:spPr>
          <a:xfrm>
            <a:off x="827584" y="300379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即</a:t>
            </a:r>
            <a:endParaRPr lang="zh-CN" altLang="en-US" sz="24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CB09E32-34A1-4666-B9FE-E6702A10F7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551721"/>
              </p:ext>
            </p:extLst>
          </p:nvPr>
        </p:nvGraphicFramePr>
        <p:xfrm>
          <a:off x="2312661" y="3109863"/>
          <a:ext cx="2171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82" name="Equation" r:id="rId11" imgW="2171520" imgH="355320" progId="Equation.DSMT4">
                  <p:embed/>
                </p:oleObj>
              </mc:Choice>
              <mc:Fallback>
                <p:oleObj name="Equation" r:id="rId11" imgW="2171520" imgH="3553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4F18200-1091-4843-A1DD-62267BD572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12661" y="3109863"/>
                        <a:ext cx="2171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37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B0935E8-C4E5-40DD-97FF-8FA3D938A82E}"/>
              </a:ext>
            </a:extLst>
          </p:cNvPr>
          <p:cNvSpPr/>
          <p:nvPr/>
        </p:nvSpPr>
        <p:spPr>
          <a:xfrm>
            <a:off x="539552" y="238423"/>
            <a:ext cx="13271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附加题</a:t>
            </a:r>
            <a:endParaRPr lang="zh-CN" altLang="en-US" sz="2400" dirty="0">
              <a:solidFill>
                <a:srgbClr val="0066FF"/>
              </a:solidFill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6D5146-33EA-4CF4-8D34-972714477BF7}"/>
              </a:ext>
            </a:extLst>
          </p:cNvPr>
          <p:cNvSpPr/>
          <p:nvPr/>
        </p:nvSpPr>
        <p:spPr>
          <a:xfrm>
            <a:off x="528620" y="915566"/>
            <a:ext cx="44754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zh-CN" sz="2400" b="1" dirty="0">
                <a:cs typeface="Times New Roman" panose="02020603050405020304" pitchFamily="18" charset="0"/>
              </a:rPr>
              <a:t>设</a:t>
            </a:r>
            <a:r>
              <a:rPr lang="zh-CN" altLang="en-US" sz="2400" b="1" dirty="0">
                <a:cs typeface="Times New Roman" panose="02020603050405020304" pitchFamily="18" charset="0"/>
              </a:rPr>
              <a:t>函数          在              上可导，</a:t>
            </a:r>
            <a:endParaRPr lang="zh-CN" altLang="en-US" sz="2400" b="1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661DE75-6323-42C9-85FB-2166B6272D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669836"/>
              </p:ext>
            </p:extLst>
          </p:nvPr>
        </p:nvGraphicFramePr>
        <p:xfrm>
          <a:off x="1795837" y="97494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57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837" y="974948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EAAC12B-6007-4171-A9F7-37B8695A10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461638"/>
              </p:ext>
            </p:extLst>
          </p:nvPr>
        </p:nvGraphicFramePr>
        <p:xfrm>
          <a:off x="2809054" y="974948"/>
          <a:ext cx="876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58" name="Equation" r:id="rId5" imgW="876240" imgH="342720" progId="Equation.DSMT4">
                  <p:embed/>
                </p:oleObj>
              </mc:Choice>
              <mc:Fallback>
                <p:oleObj name="Equation" r:id="rId5" imgW="876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09054" y="974948"/>
                        <a:ext cx="876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48D1178-D7D6-426E-875D-981235FA96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8138145"/>
              </p:ext>
            </p:extLst>
          </p:nvPr>
        </p:nvGraphicFramePr>
        <p:xfrm>
          <a:off x="4899665" y="974948"/>
          <a:ext cx="1371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59" name="Equation" r:id="rId7" imgW="1371600" imgH="342720" progId="Equation.DSMT4">
                  <p:embed/>
                </p:oleObj>
              </mc:Choice>
              <mc:Fallback>
                <p:oleObj name="Equation" r:id="rId7" imgW="1371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99665" y="974948"/>
                        <a:ext cx="1371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4079D1D-6A0D-46A9-A578-81349C91D837}"/>
              </a:ext>
            </a:extLst>
          </p:cNvPr>
          <p:cNvSpPr/>
          <p:nvPr/>
        </p:nvSpPr>
        <p:spPr>
          <a:xfrm>
            <a:off x="6238440" y="91272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且</a:t>
            </a:r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8E8DD49-D423-4BCD-9594-477BE71376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949230"/>
              </p:ext>
            </p:extLst>
          </p:nvPr>
        </p:nvGraphicFramePr>
        <p:xfrm>
          <a:off x="6660232" y="737153"/>
          <a:ext cx="2311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60" name="Equation" r:id="rId9" imgW="2311200" imgH="812520" progId="Equation.DSMT4">
                  <p:embed/>
                </p:oleObj>
              </mc:Choice>
              <mc:Fallback>
                <p:oleObj name="Equation" r:id="rId9" imgW="23112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60232" y="737153"/>
                        <a:ext cx="2311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13FADDC7-580F-4BF3-8BD1-67AA287188EF}"/>
              </a:ext>
            </a:extLst>
          </p:cNvPr>
          <p:cNvSpPr/>
          <p:nvPr/>
        </p:nvSpPr>
        <p:spPr>
          <a:xfrm>
            <a:off x="292528" y="1592709"/>
            <a:ext cx="64399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证明存在两点            满足</a:t>
            </a:r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22AF402-F9A5-49E9-8716-23ACFDC6D4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109043"/>
              </p:ext>
            </p:extLst>
          </p:nvPr>
        </p:nvGraphicFramePr>
        <p:xfrm>
          <a:off x="2267744" y="1658441"/>
          <a:ext cx="762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61" name="Equation" r:id="rId11" imgW="761760" imgH="330120" progId="Equation.DSMT4">
                  <p:embed/>
                </p:oleObj>
              </mc:Choice>
              <mc:Fallback>
                <p:oleObj name="Equation" r:id="rId11" imgW="7617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67744" y="1658441"/>
                        <a:ext cx="762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0885954-332B-43DD-8E92-30CBA51855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4058606"/>
              </p:ext>
            </p:extLst>
          </p:nvPr>
        </p:nvGraphicFramePr>
        <p:xfrm>
          <a:off x="3685354" y="1461038"/>
          <a:ext cx="2247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62" name="Equation" r:id="rId13" imgW="2247840" imgH="736560" progId="Equation.DSMT4">
                  <p:embed/>
                </p:oleObj>
              </mc:Choice>
              <mc:Fallback>
                <p:oleObj name="Equation" r:id="rId13" imgW="22478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85354" y="1461038"/>
                        <a:ext cx="2247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EDA49EC7-5D0E-4214-B256-9DB49DB70FE6}"/>
              </a:ext>
            </a:extLst>
          </p:cNvPr>
          <p:cNvSpPr/>
          <p:nvPr/>
        </p:nvSpPr>
        <p:spPr>
          <a:xfrm>
            <a:off x="414908" y="2312169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6B89E5-2DE3-49F8-9A12-BA83BA7D19CA}"/>
              </a:ext>
            </a:extLst>
          </p:cNvPr>
          <p:cNvSpPr/>
          <p:nvPr/>
        </p:nvSpPr>
        <p:spPr>
          <a:xfrm>
            <a:off x="1209502" y="232070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12D9364-74DB-401B-8550-8291CB10AF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118788"/>
              </p:ext>
            </p:extLst>
          </p:nvPr>
        </p:nvGraphicFramePr>
        <p:xfrm>
          <a:off x="1703548" y="2197638"/>
          <a:ext cx="3048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63" name="Equation" r:id="rId15" imgW="3047760" imgH="812520" progId="Equation.DSMT4">
                  <p:embed/>
                </p:oleObj>
              </mc:Choice>
              <mc:Fallback>
                <p:oleObj name="Equation" r:id="rId15" imgW="30477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03548" y="2197638"/>
                        <a:ext cx="3048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CC16CB9-03F7-491A-A02F-A7F084A5C2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78262"/>
              </p:ext>
            </p:extLst>
          </p:nvPr>
        </p:nvGraphicFramePr>
        <p:xfrm>
          <a:off x="5016737" y="2455359"/>
          <a:ext cx="2628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64" name="Equation" r:id="rId17" imgW="2628720" imgH="342720" progId="Equation.DSMT4">
                  <p:embed/>
                </p:oleObj>
              </mc:Choice>
              <mc:Fallback>
                <p:oleObj name="Equation" r:id="rId17" imgW="26287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016737" y="2455359"/>
                        <a:ext cx="2628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F48D5F99-117D-43D1-B2C6-DB5AEDAADDA3}"/>
              </a:ext>
            </a:extLst>
          </p:cNvPr>
          <p:cNvSpPr/>
          <p:nvPr/>
        </p:nvSpPr>
        <p:spPr>
          <a:xfrm>
            <a:off x="528620" y="309955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因为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54AABD3-3257-44C7-81F2-F842F1FE34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0433047"/>
              </p:ext>
            </p:extLst>
          </p:nvPr>
        </p:nvGraphicFramePr>
        <p:xfrm>
          <a:off x="1333726" y="2991111"/>
          <a:ext cx="2692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65" name="Equation" r:id="rId19" imgW="2692080" imgH="812520" progId="Equation.DSMT4">
                  <p:embed/>
                </p:oleObj>
              </mc:Choice>
              <mc:Fallback>
                <p:oleObj name="Equation" r:id="rId19" imgW="26920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33726" y="2991111"/>
                        <a:ext cx="2692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A5763C97-79B5-48B3-8F04-46EBC66762C9}"/>
              </a:ext>
            </a:extLst>
          </p:cNvPr>
          <p:cNvSpPr/>
          <p:nvPr/>
        </p:nvSpPr>
        <p:spPr>
          <a:xfrm>
            <a:off x="4096240" y="3132926"/>
            <a:ext cx="2059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由夹逼准则得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84E8A295-55F9-465C-9DC3-91B2DE2351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204043"/>
              </p:ext>
            </p:extLst>
          </p:nvPr>
        </p:nvGraphicFramePr>
        <p:xfrm>
          <a:off x="6133706" y="3148608"/>
          <a:ext cx="1854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66" name="Equation" r:id="rId21" imgW="1854000" imgH="482400" progId="Equation.DSMT4">
                  <p:embed/>
                </p:oleObj>
              </mc:Choice>
              <mc:Fallback>
                <p:oleObj name="Equation" r:id="rId21" imgW="18540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133706" y="3148608"/>
                        <a:ext cx="18542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BC887754-AA2C-4CF8-8327-FBF50219B69F}"/>
              </a:ext>
            </a:extLst>
          </p:cNvPr>
          <p:cNvSpPr/>
          <p:nvPr/>
        </p:nvSpPr>
        <p:spPr>
          <a:xfrm>
            <a:off x="525601" y="4049645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从而</a:t>
            </a:r>
            <a:endParaRPr lang="zh-CN" altLang="en-US" dirty="0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E15E2C69-DEED-4A77-9379-B66D7ECDB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4427868"/>
              </p:ext>
            </p:extLst>
          </p:nvPr>
        </p:nvGraphicFramePr>
        <p:xfrm>
          <a:off x="1318094" y="4111736"/>
          <a:ext cx="1689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67" name="Equation" r:id="rId23" imgW="1688760" imgH="482400" progId="Equation.DSMT4">
                  <p:embed/>
                </p:oleObj>
              </mc:Choice>
              <mc:Fallback>
                <p:oleObj name="Equation" r:id="rId23" imgW="16887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318094" y="4111736"/>
                        <a:ext cx="16891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0E562B8C-3D7C-486F-8E5B-44CF23DE0560}"/>
              </a:ext>
            </a:extLst>
          </p:cNvPr>
          <p:cNvSpPr/>
          <p:nvPr/>
        </p:nvSpPr>
        <p:spPr>
          <a:xfrm>
            <a:off x="2996262" y="407490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故</a:t>
            </a:r>
            <a:endParaRPr lang="zh-CN" altLang="en-US" dirty="0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CCF2205D-C3F0-49CF-8E45-457E372E65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792406"/>
              </p:ext>
            </p:extLst>
          </p:nvPr>
        </p:nvGraphicFramePr>
        <p:xfrm>
          <a:off x="3303775" y="3869486"/>
          <a:ext cx="56769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68" name="Equation" r:id="rId25" imgW="5676840" imgH="863280" progId="Equation.DSMT4">
                  <p:embed/>
                </p:oleObj>
              </mc:Choice>
              <mc:Fallback>
                <p:oleObj name="Equation" r:id="rId25" imgW="567684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303775" y="3869486"/>
                        <a:ext cx="56769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132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18" grpId="0"/>
      <p:bldP spid="20" grpId="0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C268A3-BF9E-4C26-8C82-BE03FDD4B4E5}"/>
              </a:ext>
            </a:extLst>
          </p:cNvPr>
          <p:cNvSpPr/>
          <p:nvPr/>
        </p:nvSpPr>
        <p:spPr>
          <a:xfrm>
            <a:off x="827584" y="469255"/>
            <a:ext cx="7920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由广义罗尔定理得，存在            使得          即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64972CF-3F74-4490-AFFB-C070527AD3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9237822"/>
              </p:ext>
            </p:extLst>
          </p:nvPr>
        </p:nvGraphicFramePr>
        <p:xfrm>
          <a:off x="4427984" y="528638"/>
          <a:ext cx="1422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57" name="Equation" r:id="rId3" imgW="1422360" imgH="342720" progId="Equation.DSMT4">
                  <p:embed/>
                </p:oleObj>
              </mc:Choice>
              <mc:Fallback>
                <p:oleObj name="Equation" r:id="rId3" imgW="14223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27984" y="528638"/>
                        <a:ext cx="1422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4939797-6590-4629-AE02-F959496B6B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3127465"/>
              </p:ext>
            </p:extLst>
          </p:nvPr>
        </p:nvGraphicFramePr>
        <p:xfrm>
          <a:off x="6876256" y="584668"/>
          <a:ext cx="1244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58" name="Equation" r:id="rId5" imgW="1244520" imgH="355320" progId="Equation.DSMT4">
                  <p:embed/>
                </p:oleObj>
              </mc:Choice>
              <mc:Fallback>
                <p:oleObj name="Equation" r:id="rId5" imgW="124452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76256" y="584668"/>
                        <a:ext cx="1244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03AE964-2FFE-474F-AD0E-C35DE1C3AE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877805"/>
              </p:ext>
            </p:extLst>
          </p:nvPr>
        </p:nvGraphicFramePr>
        <p:xfrm>
          <a:off x="3059832" y="1131590"/>
          <a:ext cx="2286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59" name="Equation" r:id="rId7" imgW="2286000" imgH="787320" progId="Equation.DSMT4">
                  <p:embed/>
                </p:oleObj>
              </mc:Choice>
              <mc:Fallback>
                <p:oleObj name="Equation" r:id="rId7" imgW="2286000" imgH="7873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0885954-332B-43DD-8E92-30CBA51855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59832" y="1131590"/>
                        <a:ext cx="2286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ABC2D23-E93D-4564-9E05-05FE5FD0234C}"/>
              </a:ext>
            </a:extLst>
          </p:cNvPr>
          <p:cNvSpPr/>
          <p:nvPr/>
        </p:nvSpPr>
        <p:spPr>
          <a:xfrm>
            <a:off x="611560" y="2340916"/>
            <a:ext cx="936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endParaRPr lang="zh-CN" alt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E72300A-B604-4062-B4C1-FB6700F06A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722552"/>
              </p:ext>
            </p:extLst>
          </p:nvPr>
        </p:nvGraphicFramePr>
        <p:xfrm>
          <a:off x="1547664" y="2158667"/>
          <a:ext cx="2311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60" name="Equation" r:id="rId9" imgW="2311200" imgH="812520" progId="Equation.DSMT4">
                  <p:embed/>
                </p:oleObj>
              </mc:Choice>
              <mc:Fallback>
                <p:oleObj name="Equation" r:id="rId9" imgW="2311200" imgH="8125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8E8DD49-D423-4BCD-9594-477BE71376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47664" y="2158667"/>
                        <a:ext cx="2311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32667EF-6C32-4DDC-8D6E-E67B0327A663}"/>
              </a:ext>
            </a:extLst>
          </p:cNvPr>
          <p:cNvSpPr/>
          <p:nvPr/>
        </p:nvSpPr>
        <p:spPr>
          <a:xfrm>
            <a:off x="3959932" y="2283718"/>
            <a:ext cx="936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从而</a:t>
            </a:r>
            <a:endParaRPr lang="zh-CN" altLang="en-US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129CD14-7019-4940-994D-094373F314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472068"/>
              </p:ext>
            </p:extLst>
          </p:nvPr>
        </p:nvGraphicFramePr>
        <p:xfrm>
          <a:off x="2339752" y="2971467"/>
          <a:ext cx="4305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61" name="Equation" r:id="rId11" imgW="4305240" imgH="812520" progId="Equation.DSMT4">
                  <p:embed/>
                </p:oleObj>
              </mc:Choice>
              <mc:Fallback>
                <p:oleObj name="Equation" r:id="rId11" imgW="43052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39752" y="2971467"/>
                        <a:ext cx="4305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41E3EC62-0C48-4529-A164-B6647C340EC8}"/>
              </a:ext>
            </a:extLst>
          </p:cNvPr>
          <p:cNvGrpSpPr/>
          <p:nvPr/>
        </p:nvGrpSpPr>
        <p:grpSpPr>
          <a:xfrm>
            <a:off x="611559" y="3788115"/>
            <a:ext cx="7646846" cy="461665"/>
            <a:chOff x="611559" y="3788115"/>
            <a:chExt cx="7646846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C591631-734A-467A-9A48-F65CC991BB2D}"/>
                </a:ext>
              </a:extLst>
            </p:cNvPr>
            <p:cNvSpPr/>
            <p:nvPr/>
          </p:nvSpPr>
          <p:spPr>
            <a:xfrm>
              <a:off x="611559" y="3788115"/>
              <a:ext cx="684076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故    为     的一个极大值点，由费马引理得</a:t>
              </a:r>
              <a:endParaRPr lang="zh-CN" altLang="en-US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F105EC39-8713-4BC0-B61D-C76EC02733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1816044"/>
                </p:ext>
              </p:extLst>
            </p:nvPr>
          </p:nvGraphicFramePr>
          <p:xfrm>
            <a:off x="1011796" y="3879247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362" name="Equation" r:id="rId13" imgW="596880" imgH="279360" progId="Equation.DSMT4">
                    <p:embed/>
                  </p:oleObj>
                </mc:Choice>
                <mc:Fallback>
                  <p:oleObj name="Equation" r:id="rId13" imgW="596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11796" y="3879247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90A06FC0-8F00-4C89-82E9-B2BFDCF65F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3539902"/>
                </p:ext>
              </p:extLst>
            </p:nvPr>
          </p:nvGraphicFramePr>
          <p:xfrm>
            <a:off x="1999185" y="3895852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363" name="Equation" r:id="rId15" imgW="634680" imgH="342720" progId="Equation.DSMT4">
                    <p:embed/>
                  </p:oleObj>
                </mc:Choice>
                <mc:Fallback>
                  <p:oleObj name="Equation" r:id="rId15" imgW="634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999185" y="3895852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8D6A224A-4B66-48CD-9E69-24BD16E333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9904369"/>
                </p:ext>
              </p:extLst>
            </p:nvPr>
          </p:nvGraphicFramePr>
          <p:xfrm>
            <a:off x="7090005" y="3861190"/>
            <a:ext cx="11684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364" name="Equation" r:id="rId17" imgW="1168200" imgH="355320" progId="Equation.DSMT4">
                    <p:embed/>
                  </p:oleObj>
                </mc:Choice>
                <mc:Fallback>
                  <p:oleObj name="Equation" r:id="rId17" imgW="11682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090005" y="3861190"/>
                          <a:ext cx="11684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DE6F68AF-D4FB-48DA-9190-2A48D0BA753F}"/>
              </a:ext>
            </a:extLst>
          </p:cNvPr>
          <p:cNvSpPr/>
          <p:nvPr/>
        </p:nvSpPr>
        <p:spPr>
          <a:xfrm>
            <a:off x="8285418" y="375789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endParaRPr lang="zh-CN" altLang="en-US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D58E0AE-9D8E-43E9-A6DC-79F9AA0814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347416"/>
              </p:ext>
            </p:extLst>
          </p:nvPr>
        </p:nvGraphicFramePr>
        <p:xfrm>
          <a:off x="3784154" y="4445985"/>
          <a:ext cx="698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65" name="Equation" r:id="rId19" imgW="698400" imgH="330120" progId="Equation.DSMT4">
                  <p:embed/>
                </p:oleObj>
              </mc:Choice>
              <mc:Fallback>
                <p:oleObj name="Equation" r:id="rId19" imgW="698400" imgH="33012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344EB5DE-A025-4ADC-B12E-AF33D9931E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784154" y="4445985"/>
                        <a:ext cx="698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057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54A6D15-DDBE-4DD3-9438-B2413C49FA0E}"/>
              </a:ext>
            </a:extLst>
          </p:cNvPr>
          <p:cNvSpPr/>
          <p:nvPr/>
        </p:nvSpPr>
        <p:spPr>
          <a:xfrm>
            <a:off x="683568" y="411510"/>
            <a:ext cx="69127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zh-CN" sz="2400" b="1" dirty="0">
                <a:cs typeface="Times New Roman" panose="02020603050405020304" pitchFamily="18" charset="0"/>
              </a:rPr>
              <a:t>设</a:t>
            </a:r>
            <a:r>
              <a:rPr lang="zh-CN" altLang="en-US" sz="2400" b="1" dirty="0">
                <a:cs typeface="Times New Roman" panose="02020603050405020304" pitchFamily="18" charset="0"/>
              </a:rPr>
              <a:t>函数          在              上可导，                且</a:t>
            </a:r>
            <a:endParaRPr lang="zh-CN" altLang="en-US" sz="2400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70F0E74-5475-4EB2-89B5-41AB336BDF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286466"/>
              </p:ext>
            </p:extLst>
          </p:nvPr>
        </p:nvGraphicFramePr>
        <p:xfrm>
          <a:off x="1907704" y="470892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8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470892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ECFF205-2432-4DD9-8EEF-0281FFD3D8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838793"/>
              </p:ext>
            </p:extLst>
          </p:nvPr>
        </p:nvGraphicFramePr>
        <p:xfrm>
          <a:off x="2968200" y="470892"/>
          <a:ext cx="876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9" name="Equation" r:id="rId5" imgW="876240" imgH="342720" progId="Equation.DSMT4">
                  <p:embed/>
                </p:oleObj>
              </mc:Choice>
              <mc:Fallback>
                <p:oleObj name="Equation" r:id="rId5" imgW="876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68200" y="470892"/>
                        <a:ext cx="876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CF037A0-50CC-40D4-B70E-C6135D094D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160857"/>
              </p:ext>
            </p:extLst>
          </p:nvPr>
        </p:nvGraphicFramePr>
        <p:xfrm>
          <a:off x="5004048" y="470892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40" name="Equation" r:id="rId7" imgW="1143000" imgH="342720" progId="Equation.DSMT4">
                  <p:embed/>
                </p:oleObj>
              </mc:Choice>
              <mc:Fallback>
                <p:oleObj name="Equation" r:id="rId7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04048" y="470892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5F52456-678B-406A-AF8D-672201F996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3938894"/>
              </p:ext>
            </p:extLst>
          </p:nvPr>
        </p:nvGraphicFramePr>
        <p:xfrm>
          <a:off x="6700986" y="437824"/>
          <a:ext cx="1790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41" name="Equation" r:id="rId9" imgW="1790640" imgH="355320" progId="Equation.DSMT4">
                  <p:embed/>
                </p:oleObj>
              </mc:Choice>
              <mc:Fallback>
                <p:oleObj name="Equation" r:id="rId9" imgW="17906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00986" y="437824"/>
                        <a:ext cx="1790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AF034BE-CCFC-4BBB-8889-8A43FFFC859D}"/>
              </a:ext>
            </a:extLst>
          </p:cNvPr>
          <p:cNvSpPr/>
          <p:nvPr/>
        </p:nvSpPr>
        <p:spPr>
          <a:xfrm>
            <a:off x="251519" y="987574"/>
            <a:ext cx="22784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证明函数</a:t>
            </a:r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46F3B37-B93C-4B08-8CAE-26D92D65D3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945552"/>
              </p:ext>
            </p:extLst>
          </p:nvPr>
        </p:nvGraphicFramePr>
        <p:xfrm>
          <a:off x="1627031" y="1046956"/>
          <a:ext cx="2527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42" name="Equation" r:id="rId11" imgW="2527200" imgH="342720" progId="Equation.DSMT4">
                  <p:embed/>
                </p:oleObj>
              </mc:Choice>
              <mc:Fallback>
                <p:oleObj name="Equation" r:id="rId11" imgW="25272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27031" y="1046956"/>
                        <a:ext cx="2527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6062060A-FB37-4976-813A-541A5BBE5D8F}"/>
              </a:ext>
            </a:extLst>
          </p:cNvPr>
          <p:cNvGrpSpPr/>
          <p:nvPr/>
        </p:nvGrpSpPr>
        <p:grpSpPr>
          <a:xfrm>
            <a:off x="1390760" y="1587634"/>
            <a:ext cx="7753240" cy="461665"/>
            <a:chOff x="1390760" y="1587634"/>
            <a:chExt cx="7753240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A550ACF-CC2F-4737-8861-50A0B4ADFB12}"/>
                </a:ext>
              </a:extLst>
            </p:cNvPr>
            <p:cNvSpPr/>
            <p:nvPr/>
          </p:nvSpPr>
          <p:spPr>
            <a:xfrm>
              <a:off x="1390760" y="1587634"/>
              <a:ext cx="77532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由题意         在         上连续，则        在         上存在最大值</a:t>
              </a:r>
              <a:endParaRPr lang="zh-CN" altLang="en-US" sz="2400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12AE0376-AC7D-4039-8FDE-741D399448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1075231"/>
                </p:ext>
              </p:extLst>
            </p:nvPr>
          </p:nvGraphicFramePr>
          <p:xfrm>
            <a:off x="2388641" y="165602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43" name="Equation" r:id="rId13" imgW="622080" imgH="342720" progId="Equation.DSMT4">
                    <p:embed/>
                  </p:oleObj>
                </mc:Choice>
                <mc:Fallback>
                  <p:oleObj name="Equation" r:id="rId1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388641" y="165602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972C34D4-E45F-4697-92E7-6E92775BE9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7893725"/>
                </p:ext>
              </p:extLst>
            </p:nvPr>
          </p:nvGraphicFramePr>
          <p:xfrm>
            <a:off x="3451335" y="1656028"/>
            <a:ext cx="558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44" name="Equation" r:id="rId15" imgW="558720" imgH="330120" progId="Equation.DSMT4">
                    <p:embed/>
                  </p:oleObj>
                </mc:Choice>
                <mc:Fallback>
                  <p:oleObj name="Equation" r:id="rId15" imgW="5587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451335" y="1656028"/>
                          <a:ext cx="558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061B57D1-3C40-48A9-92D7-E1D47EF002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1851705"/>
                </p:ext>
              </p:extLst>
            </p:nvPr>
          </p:nvGraphicFramePr>
          <p:xfrm>
            <a:off x="5611135" y="164933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45" name="Equation" r:id="rId17" imgW="622080" imgH="342720" progId="Equation.DSMT4">
                    <p:embed/>
                  </p:oleObj>
                </mc:Choice>
                <mc:Fallback>
                  <p:oleObj name="Equation" r:id="rId17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611135" y="1649335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D3C8D6E2-6D78-4A13-931B-28ED88E185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4412875"/>
                </p:ext>
              </p:extLst>
            </p:nvPr>
          </p:nvGraphicFramePr>
          <p:xfrm>
            <a:off x="6562500" y="1656028"/>
            <a:ext cx="558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46" name="Equation" r:id="rId19" imgW="558720" imgH="330120" progId="Equation.DSMT4">
                    <p:embed/>
                  </p:oleObj>
                </mc:Choice>
                <mc:Fallback>
                  <p:oleObj name="Equation" r:id="rId19" imgW="5587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562500" y="1656028"/>
                          <a:ext cx="558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B6E540F-12AA-460F-A348-0CBEB0B222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546323"/>
              </p:ext>
            </p:extLst>
          </p:nvPr>
        </p:nvGraphicFramePr>
        <p:xfrm>
          <a:off x="289868" y="2184113"/>
          <a:ext cx="393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47" name="Equation" r:id="rId21" imgW="393480" imgH="279360" progId="Equation.DSMT4">
                  <p:embed/>
                </p:oleObj>
              </mc:Choice>
              <mc:Fallback>
                <p:oleObj name="Equation" r:id="rId21" imgW="3934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89868" y="2184113"/>
                        <a:ext cx="393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0C3ECF36-448D-4246-A0DC-E7338855BCA1}"/>
              </a:ext>
            </a:extLst>
          </p:cNvPr>
          <p:cNvGrpSpPr/>
          <p:nvPr/>
        </p:nvGrpSpPr>
        <p:grpSpPr>
          <a:xfrm>
            <a:off x="700125" y="2104315"/>
            <a:ext cx="4303923" cy="467435"/>
            <a:chOff x="700125" y="2104315"/>
            <a:chExt cx="4303923" cy="46743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F39DAB7-0DA8-4C7C-AD86-D489E93B657D}"/>
                </a:ext>
              </a:extLst>
            </p:cNvPr>
            <p:cNvSpPr/>
            <p:nvPr/>
          </p:nvSpPr>
          <p:spPr>
            <a:xfrm>
              <a:off x="700125" y="2110085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对</a:t>
              </a:r>
              <a:endParaRPr lang="zh-CN" altLang="en-US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F5F86626-AE16-41CE-85FB-FC00D516CF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8309321"/>
                </p:ext>
              </p:extLst>
            </p:nvPr>
          </p:nvGraphicFramePr>
          <p:xfrm>
            <a:off x="1101254" y="2169467"/>
            <a:ext cx="1117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48" name="Equation" r:id="rId23" imgW="1117440" imgH="342720" progId="Equation.DSMT4">
                    <p:embed/>
                  </p:oleObj>
                </mc:Choice>
                <mc:Fallback>
                  <p:oleObj name="Equation" r:id="rId23" imgW="11174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101254" y="2169467"/>
                          <a:ext cx="1117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B77102C-8C3C-473B-87FB-91865522525F}"/>
                </a:ext>
              </a:extLst>
            </p:cNvPr>
            <p:cNvSpPr/>
            <p:nvPr/>
          </p:nvSpPr>
          <p:spPr>
            <a:xfrm>
              <a:off x="2125936" y="2104315"/>
              <a:ext cx="287811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由微分中值定理知，</a:t>
              </a:r>
              <a:endParaRPr lang="zh-CN" altLang="en-US" dirty="0"/>
            </a:p>
          </p:txBody>
        </p:sp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720709D1-63BA-4691-A405-FC736CC7D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068221"/>
              </p:ext>
            </p:extLst>
          </p:nvPr>
        </p:nvGraphicFramePr>
        <p:xfrm>
          <a:off x="670966" y="2819513"/>
          <a:ext cx="7531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49" name="Equation" r:id="rId25" imgW="7530840" imgH="380880" progId="Equation.DSMT4">
                  <p:embed/>
                </p:oleObj>
              </mc:Choice>
              <mc:Fallback>
                <p:oleObj name="Equation" r:id="rId25" imgW="75308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70966" y="2819513"/>
                        <a:ext cx="7531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971E7414-D987-4A17-8981-957E0A1BA5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527670"/>
              </p:ext>
            </p:extLst>
          </p:nvPr>
        </p:nvGraphicFramePr>
        <p:xfrm>
          <a:off x="314325" y="3508375"/>
          <a:ext cx="7899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50" name="Equation" r:id="rId27" imgW="7899120" imgH="419040" progId="Equation.DSMT4">
                  <p:embed/>
                </p:oleObj>
              </mc:Choice>
              <mc:Fallback>
                <p:oleObj name="Equation" r:id="rId27" imgW="7899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14325" y="3508375"/>
                        <a:ext cx="78994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9EC5C2EA-79BC-4844-998C-178FB71966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791689"/>
              </p:ext>
            </p:extLst>
          </p:nvPr>
        </p:nvGraphicFramePr>
        <p:xfrm>
          <a:off x="5744711" y="3927475"/>
          <a:ext cx="2514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51" name="Equation" r:id="rId29" imgW="2514600" imgH="380880" progId="Equation.DSMT4">
                  <p:embed/>
                </p:oleObj>
              </mc:Choice>
              <mc:Fallback>
                <p:oleObj name="Equation" r:id="rId29" imgW="25146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744711" y="3927475"/>
                        <a:ext cx="2514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组合 31">
            <a:extLst>
              <a:ext uri="{FF2B5EF4-FFF2-40B4-BE49-F238E27FC236}">
                <a16:creationId xmlns:a16="http://schemas.microsoft.com/office/drawing/2014/main" id="{A3A5F67A-4B75-4A01-8BD1-336316BB8338}"/>
              </a:ext>
            </a:extLst>
          </p:cNvPr>
          <p:cNvGrpSpPr/>
          <p:nvPr/>
        </p:nvGrpSpPr>
        <p:grpSpPr>
          <a:xfrm>
            <a:off x="325536" y="4371950"/>
            <a:ext cx="8561760" cy="461665"/>
            <a:chOff x="325536" y="4371950"/>
            <a:chExt cx="8561760" cy="461665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878DFB84-7DBE-457F-A952-9EA9E0CEF17D}"/>
                </a:ext>
              </a:extLst>
            </p:cNvPr>
            <p:cNvSpPr/>
            <p:nvPr/>
          </p:nvSpPr>
          <p:spPr>
            <a:xfrm>
              <a:off x="325536" y="4371950"/>
              <a:ext cx="115083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从而对</a:t>
              </a:r>
              <a:endParaRPr lang="zh-CN" altLang="en-US" dirty="0"/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972F288D-9B6E-4494-8CB3-5465652ED3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1421703"/>
                </p:ext>
              </p:extLst>
            </p:nvPr>
          </p:nvGraphicFramePr>
          <p:xfrm>
            <a:off x="1348904" y="4431332"/>
            <a:ext cx="1117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52" name="Equation" r:id="rId31" imgW="1117440" imgH="342720" progId="Equation.DSMT4">
                    <p:embed/>
                  </p:oleObj>
                </mc:Choice>
                <mc:Fallback>
                  <p:oleObj name="Equation" r:id="rId31" imgW="1117440" imgH="3427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F5F86626-AE16-41CE-85FB-FC00D516CFF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348904" y="4431332"/>
                          <a:ext cx="1117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4E9DFF69-B944-4669-AE4D-DF45A2F410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1973974"/>
                </p:ext>
              </p:extLst>
            </p:nvPr>
          </p:nvGraphicFramePr>
          <p:xfrm>
            <a:off x="2470150" y="4430713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53" name="Equation" r:id="rId32" imgW="1143000" imgH="342720" progId="Equation.DSMT4">
                    <p:embed/>
                  </p:oleObj>
                </mc:Choice>
                <mc:Fallback>
                  <p:oleObj name="Equation" r:id="rId32" imgW="11430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2470150" y="4430713"/>
                          <a:ext cx="1143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164D269-DE43-4498-AB72-4572263A679F}"/>
                </a:ext>
              </a:extLst>
            </p:cNvPr>
            <p:cNvSpPr/>
            <p:nvPr/>
          </p:nvSpPr>
          <p:spPr>
            <a:xfrm>
              <a:off x="3578911" y="4371950"/>
              <a:ext cx="509754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又由于        在          处连续，故</a:t>
              </a:r>
              <a:endParaRPr lang="zh-CN" altLang="en-US" dirty="0"/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5F61BFB3-12DE-4A15-A8BE-C032759FE63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6040977"/>
                </p:ext>
              </p:extLst>
            </p:nvPr>
          </p:nvGraphicFramePr>
          <p:xfrm>
            <a:off x="4551145" y="4430713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54" name="Equation" r:id="rId34" imgW="622080" imgH="342720" progId="Equation.DSMT4">
                    <p:embed/>
                  </p:oleObj>
                </mc:Choice>
                <mc:Fallback>
                  <p:oleObj name="Equation" r:id="rId34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4551145" y="4430713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A9390B6A-2837-4B15-AF9E-F1AF7E8296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1369402"/>
                </p:ext>
              </p:extLst>
            </p:nvPr>
          </p:nvGraphicFramePr>
          <p:xfrm>
            <a:off x="5544934" y="4448175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55" name="Equation" r:id="rId36" imgW="596880" imgH="279360" progId="Equation.DSMT4">
                    <p:embed/>
                  </p:oleObj>
                </mc:Choice>
                <mc:Fallback>
                  <p:oleObj name="Equation" r:id="rId36" imgW="596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5544934" y="4448175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A85B56BC-3573-480F-BDB2-4B49211F44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4980767"/>
                </p:ext>
              </p:extLst>
            </p:nvPr>
          </p:nvGraphicFramePr>
          <p:xfrm>
            <a:off x="7795096" y="4450634"/>
            <a:ext cx="109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56" name="Equation" r:id="rId38" imgW="1091880" imgH="342720" progId="Equation.DSMT4">
                    <p:embed/>
                  </p:oleObj>
                </mc:Choice>
                <mc:Fallback>
                  <p:oleObj name="Equation" r:id="rId38" imgW="1091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7795096" y="4450634"/>
                          <a:ext cx="1092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FF0AD10-83A3-474E-B961-888BDF946FB0}"/>
              </a:ext>
            </a:extLst>
          </p:cNvPr>
          <p:cNvGrpSpPr/>
          <p:nvPr/>
        </p:nvGrpSpPr>
        <p:grpSpPr>
          <a:xfrm>
            <a:off x="422802" y="1563638"/>
            <a:ext cx="1132490" cy="469225"/>
            <a:chOff x="422802" y="1563638"/>
            <a:chExt cx="1132490" cy="46922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42DAA0C-1967-49E9-8133-DBE8BA73D50C}"/>
                </a:ext>
              </a:extLst>
            </p:cNvPr>
            <p:cNvSpPr/>
            <p:nvPr/>
          </p:nvSpPr>
          <p:spPr>
            <a:xfrm>
              <a:off x="422802" y="1571198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解析</a:t>
              </a:r>
              <a:endParaRPr lang="zh-CN" altLang="en-US" sz="2400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3E6C3BB-FDE1-429E-9BF2-7FCB3987E36C}"/>
                </a:ext>
              </a:extLst>
            </p:cNvPr>
            <p:cNvSpPr/>
            <p:nvPr/>
          </p:nvSpPr>
          <p:spPr>
            <a:xfrm>
              <a:off x="1011553" y="1563638"/>
              <a:ext cx="54373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(1)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81066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2A23087-941A-47C6-A722-FFB51026E64E}"/>
              </a:ext>
            </a:extLst>
          </p:cNvPr>
          <p:cNvSpPr/>
          <p:nvPr/>
        </p:nvSpPr>
        <p:spPr>
          <a:xfrm>
            <a:off x="589274" y="339501"/>
            <a:ext cx="36724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所以在         上，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080B9F2-1E0B-42DE-8982-EAD0A1E2B2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563713"/>
              </p:ext>
            </p:extLst>
          </p:nvPr>
        </p:nvGraphicFramePr>
        <p:xfrm>
          <a:off x="1723233" y="420153"/>
          <a:ext cx="558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96" name="Equation" r:id="rId3" imgW="558720" imgH="330120" progId="Equation.DSMT4">
                  <p:embed/>
                </p:oleObj>
              </mc:Choice>
              <mc:Fallback>
                <p:oleObj name="Equation" r:id="rId3" imgW="5587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3233" y="420153"/>
                        <a:ext cx="558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B5900B0-2322-47DA-9D98-23D269963D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93144"/>
              </p:ext>
            </p:extLst>
          </p:nvPr>
        </p:nvGraphicFramePr>
        <p:xfrm>
          <a:off x="2863938" y="430265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97" name="Equation" r:id="rId5" imgW="1143000" imgH="342720" progId="Equation.DSMT4">
                  <p:embed/>
                </p:oleObj>
              </mc:Choice>
              <mc:Fallback>
                <p:oleObj name="Equation" r:id="rId5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63938" y="430265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454BA92D-3140-425D-8267-6D0B6A9B6D64}"/>
              </a:ext>
            </a:extLst>
          </p:cNvPr>
          <p:cNvGrpSpPr/>
          <p:nvPr/>
        </p:nvGrpSpPr>
        <p:grpSpPr>
          <a:xfrm>
            <a:off x="5124538" y="1779661"/>
            <a:ext cx="3306386" cy="461666"/>
            <a:chOff x="5124538" y="1779661"/>
            <a:chExt cx="3306386" cy="46166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94CD809-52D9-4C32-9868-DF6CFC85C69C}"/>
                </a:ext>
              </a:extLst>
            </p:cNvPr>
            <p:cNvSpPr/>
            <p:nvPr/>
          </p:nvSpPr>
          <p:spPr>
            <a:xfrm>
              <a:off x="5124538" y="1779662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endParaRPr lang="zh-CN" altLang="en-US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F67FDE57-FCD6-44D7-B414-6B726557E7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8981901"/>
                </p:ext>
              </p:extLst>
            </p:nvPr>
          </p:nvGraphicFramePr>
          <p:xfrm>
            <a:off x="5579530" y="1839044"/>
            <a:ext cx="237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498" name="Equation" r:id="rId7" imgW="2374560" imgH="342720" progId="Equation.DSMT4">
                    <p:embed/>
                  </p:oleObj>
                </mc:Choice>
                <mc:Fallback>
                  <p:oleObj name="Equation" r:id="rId7" imgW="23745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579530" y="1839044"/>
                          <a:ext cx="237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F499D83-73B4-44D7-B7E3-1941611B3ECE}"/>
                </a:ext>
              </a:extLst>
            </p:cNvPr>
            <p:cNvSpPr/>
            <p:nvPr/>
          </p:nvSpPr>
          <p:spPr>
            <a:xfrm>
              <a:off x="7936878" y="1779661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endParaRPr lang="zh-CN" altLang="en-US" dirty="0"/>
            </a:p>
          </p:txBody>
        </p:sp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0C445E6-0F33-4E65-86BB-DDDA247BC9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659494"/>
              </p:ext>
            </p:extLst>
          </p:nvPr>
        </p:nvGraphicFramePr>
        <p:xfrm>
          <a:off x="1588332" y="2498495"/>
          <a:ext cx="5346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99" name="Equation" r:id="rId9" imgW="5346360" imgH="355320" progId="Equation.DSMT4">
                  <p:embed/>
                </p:oleObj>
              </mc:Choice>
              <mc:Fallback>
                <p:oleObj name="Equation" r:id="rId9" imgW="53463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332" y="2498495"/>
                        <a:ext cx="5346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2BB5B8B3-4B3C-4863-8C01-1CB6431159A7}"/>
              </a:ext>
            </a:extLst>
          </p:cNvPr>
          <p:cNvGrpSpPr/>
          <p:nvPr/>
        </p:nvGrpSpPr>
        <p:grpSpPr>
          <a:xfrm>
            <a:off x="533290" y="1077956"/>
            <a:ext cx="4032448" cy="476837"/>
            <a:chOff x="899592" y="1084438"/>
            <a:chExt cx="4032448" cy="47683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99723AB-4676-4A2E-B8AC-52A84FCCFB83}"/>
                </a:ext>
              </a:extLst>
            </p:cNvPr>
            <p:cNvSpPr/>
            <p:nvPr/>
          </p:nvSpPr>
          <p:spPr>
            <a:xfrm>
              <a:off x="1331640" y="1099610"/>
              <a:ext cx="3600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设在               上，</a:t>
              </a:r>
              <a:endParaRPr lang="zh-CN" altLang="en-US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649A91A3-B2E0-4BA1-A480-D4A5E91A50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978261"/>
                </p:ext>
              </p:extLst>
            </p:nvPr>
          </p:nvGraphicFramePr>
          <p:xfrm>
            <a:off x="2103140" y="1176776"/>
            <a:ext cx="1028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00" name="Equation" r:id="rId11" imgW="1028520" imgH="342720" progId="Equation.DSMT4">
                    <p:embed/>
                  </p:oleObj>
                </mc:Choice>
                <mc:Fallback>
                  <p:oleObj name="Equation" r:id="rId11" imgW="10285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103140" y="1176776"/>
                          <a:ext cx="1028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2F51C8D4-4F81-4815-B834-3526D9858E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8372277"/>
                </p:ext>
              </p:extLst>
            </p:nvPr>
          </p:nvGraphicFramePr>
          <p:xfrm>
            <a:off x="3690182" y="1143821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01" name="Equation" r:id="rId13" imgW="1143000" imgH="342720" progId="Equation.DSMT4">
                    <p:embed/>
                  </p:oleObj>
                </mc:Choice>
                <mc:Fallback>
                  <p:oleObj name="Equation" r:id="rId13" imgW="11430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690182" y="1143821"/>
                          <a:ext cx="1143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E9D210F-F817-4EAC-8A27-253EA0119E91}"/>
                </a:ext>
              </a:extLst>
            </p:cNvPr>
            <p:cNvSpPr/>
            <p:nvPr/>
          </p:nvSpPr>
          <p:spPr>
            <a:xfrm>
              <a:off x="899592" y="1084438"/>
              <a:ext cx="54373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(2)</a:t>
              </a:r>
              <a:endParaRPr lang="zh-CN" altLang="en-US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C9E3493-8EE6-4EFF-B76D-8FFAF3C6AB90}"/>
              </a:ext>
            </a:extLst>
          </p:cNvPr>
          <p:cNvGrpSpPr/>
          <p:nvPr/>
        </p:nvGrpSpPr>
        <p:grpSpPr>
          <a:xfrm>
            <a:off x="533290" y="1779662"/>
            <a:ext cx="4591248" cy="464680"/>
            <a:chOff x="533290" y="1779662"/>
            <a:chExt cx="4591248" cy="46468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506A243-782A-4432-B13B-09A6E88CB8B8}"/>
                </a:ext>
              </a:extLst>
            </p:cNvPr>
            <p:cNvSpPr/>
            <p:nvPr/>
          </p:nvSpPr>
          <p:spPr>
            <a:xfrm>
              <a:off x="954006" y="1779662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令</a:t>
              </a:r>
              <a:endParaRPr lang="zh-CN" altLang="en-US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3BAAD1FB-2887-4DF2-B0D9-73F65DBB69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7777242"/>
                </p:ext>
              </p:extLst>
            </p:nvPr>
          </p:nvGraphicFramePr>
          <p:xfrm>
            <a:off x="1415441" y="1846506"/>
            <a:ext cx="2552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02" name="Equation" r:id="rId15" imgW="2552400" imgH="342720" progId="Equation.DSMT4">
                    <p:embed/>
                  </p:oleObj>
                </mc:Choice>
                <mc:Fallback>
                  <p:oleObj name="Equation" r:id="rId15" imgW="25524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415441" y="1846506"/>
                          <a:ext cx="2552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24D3FB12-E8A3-406E-AC01-365EA2AD27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6905463"/>
                </p:ext>
              </p:extLst>
            </p:nvPr>
          </p:nvGraphicFramePr>
          <p:xfrm>
            <a:off x="4006938" y="1839044"/>
            <a:ext cx="1117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03" name="Equation" r:id="rId17" imgW="1117440" imgH="342720" progId="Equation.DSMT4">
                    <p:embed/>
                  </p:oleObj>
                </mc:Choice>
                <mc:Fallback>
                  <p:oleObj name="Equation" r:id="rId17" imgW="11174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006938" y="1839044"/>
                          <a:ext cx="1117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A066701-C018-44B8-B34C-66BC7ED9F2A4}"/>
                </a:ext>
              </a:extLst>
            </p:cNvPr>
            <p:cNvSpPr/>
            <p:nvPr/>
          </p:nvSpPr>
          <p:spPr>
            <a:xfrm>
              <a:off x="533290" y="1782677"/>
              <a:ext cx="54373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(3)</a:t>
              </a:r>
              <a:endParaRPr lang="zh-CN" altLang="en-US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A4C1AE3-5428-4DA2-AC89-EE62430C7143}"/>
              </a:ext>
            </a:extLst>
          </p:cNvPr>
          <p:cNvGrpSpPr/>
          <p:nvPr/>
        </p:nvGrpSpPr>
        <p:grpSpPr>
          <a:xfrm>
            <a:off x="535652" y="3075806"/>
            <a:ext cx="4180364" cy="461665"/>
            <a:chOff x="535652" y="3075806"/>
            <a:chExt cx="4180364" cy="461665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CEF50FD-393A-4470-90BC-01207269DF80}"/>
                </a:ext>
              </a:extLst>
            </p:cNvPr>
            <p:cNvSpPr/>
            <p:nvPr/>
          </p:nvSpPr>
          <p:spPr>
            <a:xfrm>
              <a:off x="535652" y="3075806"/>
              <a:ext cx="41803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(1)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结论知</a:t>
              </a:r>
              <a:endParaRPr lang="zh-CN" altLang="en-US" b="1" dirty="0"/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2D00FDDE-2577-4984-9CEE-E2E80F486E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8895803"/>
                </p:ext>
              </p:extLst>
            </p:nvPr>
          </p:nvGraphicFramePr>
          <p:xfrm>
            <a:off x="2308834" y="3133108"/>
            <a:ext cx="2235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04" name="Equation" r:id="rId19" imgW="2234880" imgH="342720" progId="Equation.DSMT4">
                    <p:embed/>
                  </p:oleObj>
                </mc:Choice>
                <mc:Fallback>
                  <p:oleObj name="Equation" r:id="rId19" imgW="2234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308834" y="3133108"/>
                          <a:ext cx="2235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ADF5E57-CA92-449D-AF75-F31925C2E636}"/>
              </a:ext>
            </a:extLst>
          </p:cNvPr>
          <p:cNvGrpSpPr/>
          <p:nvPr/>
        </p:nvGrpSpPr>
        <p:grpSpPr>
          <a:xfrm>
            <a:off x="4528393" y="3068344"/>
            <a:ext cx="3902531" cy="461665"/>
            <a:chOff x="4528393" y="3068344"/>
            <a:chExt cx="3902531" cy="461665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A5EBF6A-7133-4EC4-8BA2-198E8A986C96}"/>
                </a:ext>
              </a:extLst>
            </p:cNvPr>
            <p:cNvSpPr/>
            <p:nvPr/>
          </p:nvSpPr>
          <p:spPr>
            <a:xfrm>
              <a:off x="4528393" y="3068344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endParaRPr lang="zh-CN" altLang="en-US" dirty="0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5B8A1F31-E973-44A2-A3D5-FBC4A5E136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0393408"/>
                </p:ext>
              </p:extLst>
            </p:nvPr>
          </p:nvGraphicFramePr>
          <p:xfrm>
            <a:off x="5022439" y="3144655"/>
            <a:ext cx="2171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05" name="Equation" r:id="rId21" imgW="2171520" imgH="342720" progId="Equation.DSMT4">
                    <p:embed/>
                  </p:oleObj>
                </mc:Choice>
                <mc:Fallback>
                  <p:oleObj name="Equation" r:id="rId21" imgW="21715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022439" y="3144655"/>
                          <a:ext cx="2171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B6A05394-5A41-4FB0-A218-EFB9C31B3C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1283035"/>
                </p:ext>
              </p:extLst>
            </p:nvPr>
          </p:nvGraphicFramePr>
          <p:xfrm>
            <a:off x="7287924" y="3127726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06" name="Equation" r:id="rId23" imgW="1143000" imgH="342720" progId="Equation.DSMT4">
                    <p:embed/>
                  </p:oleObj>
                </mc:Choice>
                <mc:Fallback>
                  <p:oleObj name="Equation" r:id="rId23" imgW="11430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287924" y="3127726"/>
                          <a:ext cx="1143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5CE1F0D-8F58-462E-BDF1-26E45575363C}"/>
              </a:ext>
            </a:extLst>
          </p:cNvPr>
          <p:cNvGrpSpPr/>
          <p:nvPr/>
        </p:nvGrpSpPr>
        <p:grpSpPr>
          <a:xfrm>
            <a:off x="533290" y="3819539"/>
            <a:ext cx="4591248" cy="461665"/>
            <a:chOff x="533290" y="3819539"/>
            <a:chExt cx="4591248" cy="46166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897FB6C-E701-470A-A730-3EE7F21047D2}"/>
                </a:ext>
              </a:extLst>
            </p:cNvPr>
            <p:cNvSpPr/>
            <p:nvPr/>
          </p:nvSpPr>
          <p:spPr>
            <a:xfrm>
              <a:off x="533290" y="3819539"/>
              <a:ext cx="209449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由数学归纳法，</a:t>
              </a:r>
              <a:endParaRPr lang="zh-CN" altLang="en-US" dirty="0"/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7EA43F03-C64D-46AF-90C3-B48377A70B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4860350"/>
                </p:ext>
              </p:extLst>
            </p:nvPr>
          </p:nvGraphicFramePr>
          <p:xfrm>
            <a:off x="2597238" y="3878921"/>
            <a:ext cx="2527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07" name="Equation" r:id="rId25" imgW="2527200" imgH="342720" progId="Equation.DSMT4">
                    <p:embed/>
                  </p:oleObj>
                </mc:Choice>
                <mc:Fallback>
                  <p:oleObj name="Equation" r:id="rId25" imgW="25272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597238" y="3878921"/>
                          <a:ext cx="2527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8994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9025</TotalTime>
  <Words>566</Words>
  <Application>Microsoft Office PowerPoint</Application>
  <PresentationFormat>全屏显示(16:9)</PresentationFormat>
  <Paragraphs>150</Paragraphs>
  <Slides>26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华文楷体</vt:lpstr>
      <vt:lpstr>楷体</vt:lpstr>
      <vt:lpstr>隶书</vt:lpstr>
      <vt:lpstr>宋体</vt:lpstr>
      <vt:lpstr>微软雅黑</vt:lpstr>
      <vt:lpstr>Arial</vt:lpstr>
      <vt:lpstr>Calibri</vt:lpstr>
      <vt:lpstr>Times New Roman</vt:lpstr>
      <vt:lpstr>Wingdings</vt:lpstr>
      <vt:lpstr>Office 主题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1145</cp:revision>
  <dcterms:created xsi:type="dcterms:W3CDTF">2018-09-27T06:48:00Z</dcterms:created>
  <dcterms:modified xsi:type="dcterms:W3CDTF">2023-11-05T18:34:39Z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