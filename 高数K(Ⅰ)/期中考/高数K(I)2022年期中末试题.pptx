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7"/>
  </p:notesMasterIdLst>
  <p:sldIdLst>
    <p:sldId id="373" r:id="rId2"/>
    <p:sldId id="630" r:id="rId3"/>
    <p:sldId id="631" r:id="rId4"/>
    <p:sldId id="633" r:id="rId5"/>
    <p:sldId id="634" r:id="rId6"/>
    <p:sldId id="636" r:id="rId7"/>
    <p:sldId id="637" r:id="rId8"/>
    <p:sldId id="635" r:id="rId9"/>
    <p:sldId id="632" r:id="rId10"/>
    <p:sldId id="638" r:id="rId11"/>
    <p:sldId id="639" r:id="rId12"/>
    <p:sldId id="642" r:id="rId13"/>
    <p:sldId id="643" r:id="rId14"/>
    <p:sldId id="644" r:id="rId15"/>
    <p:sldId id="645" r:id="rId16"/>
    <p:sldId id="640" r:id="rId17"/>
    <p:sldId id="641" r:id="rId18"/>
    <p:sldId id="646" r:id="rId19"/>
    <p:sldId id="647" r:id="rId20"/>
    <p:sldId id="648" r:id="rId21"/>
    <p:sldId id="649" r:id="rId22"/>
    <p:sldId id="650" r:id="rId23"/>
    <p:sldId id="651" r:id="rId24"/>
    <p:sldId id="652" r:id="rId25"/>
    <p:sldId id="653" r:id="rId26"/>
    <p:sldId id="654" r:id="rId27"/>
    <p:sldId id="655" r:id="rId28"/>
    <p:sldId id="656" r:id="rId29"/>
    <p:sldId id="657" r:id="rId30"/>
    <p:sldId id="658" r:id="rId31"/>
    <p:sldId id="659" r:id="rId32"/>
    <p:sldId id="660" r:id="rId33"/>
    <p:sldId id="661" r:id="rId34"/>
    <p:sldId id="662" r:id="rId35"/>
    <p:sldId id="663" r:id="rId36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02" userDrawn="1">
          <p15:clr>
            <a:srgbClr val="A4A3A4"/>
          </p15:clr>
        </p15:guide>
        <p15:guide id="2" pos="93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  <a:srgbClr val="0000FF"/>
    <a:srgbClr val="031DDB"/>
    <a:srgbClr val="1304DA"/>
    <a:srgbClr val="2D04DA"/>
    <a:srgbClr val="19F31E"/>
    <a:srgbClr val="FF0066"/>
    <a:srgbClr val="FF0000"/>
    <a:srgbClr val="579F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41" autoAdjust="0"/>
    <p:restoredTop sz="94660"/>
  </p:normalViewPr>
  <p:slideViewPr>
    <p:cSldViewPr>
      <p:cViewPr varScale="1">
        <p:scale>
          <a:sx n="146" d="100"/>
          <a:sy n="146" d="100"/>
        </p:scale>
        <p:origin x="432" y="108"/>
      </p:cViewPr>
      <p:guideLst>
        <p:guide orient="horz" pos="1302"/>
        <p:guide pos="93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1" d="100"/>
          <a:sy n="51" d="100"/>
        </p:scale>
        <p:origin x="-2692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7" Type="http://schemas.openxmlformats.org/officeDocument/2006/relationships/image" Target="../media/image7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4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7" Type="http://schemas.openxmlformats.org/officeDocument/2006/relationships/image" Target="../media/image14.wmf"/><Relationship Id="rId2" Type="http://schemas.openxmlformats.org/officeDocument/2006/relationships/image" Target="../media/image9.wmf"/><Relationship Id="rId1" Type="http://schemas.openxmlformats.org/officeDocument/2006/relationships/image" Target="../media/image8.wmf"/><Relationship Id="rId6" Type="http://schemas.openxmlformats.org/officeDocument/2006/relationships/image" Target="../media/image13.wmf"/><Relationship Id="rId5" Type="http://schemas.openxmlformats.org/officeDocument/2006/relationships/image" Target="../media/image12.wmf"/><Relationship Id="rId4" Type="http://schemas.openxmlformats.org/officeDocument/2006/relationships/image" Target="../media/image11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image" Target="../media/image15.wmf"/><Relationship Id="rId6" Type="http://schemas.openxmlformats.org/officeDocument/2006/relationships/image" Target="../media/image20.wmf"/><Relationship Id="rId5" Type="http://schemas.openxmlformats.org/officeDocument/2006/relationships/image" Target="../media/image19.wmf"/><Relationship Id="rId4" Type="http://schemas.openxmlformats.org/officeDocument/2006/relationships/image" Target="../media/image18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3" Type="http://schemas.openxmlformats.org/officeDocument/2006/relationships/image" Target="../media/image23.wmf"/><Relationship Id="rId7" Type="http://schemas.openxmlformats.org/officeDocument/2006/relationships/image" Target="../media/image27.wmf"/><Relationship Id="rId2" Type="http://schemas.openxmlformats.org/officeDocument/2006/relationships/image" Target="../media/image22.wmf"/><Relationship Id="rId1" Type="http://schemas.openxmlformats.org/officeDocument/2006/relationships/image" Target="../media/image21.wmf"/><Relationship Id="rId6" Type="http://schemas.openxmlformats.org/officeDocument/2006/relationships/image" Target="../media/image26.wmf"/><Relationship Id="rId5" Type="http://schemas.openxmlformats.org/officeDocument/2006/relationships/image" Target="../media/image25.wmf"/><Relationship Id="rId4" Type="http://schemas.openxmlformats.org/officeDocument/2006/relationships/image" Target="../media/image24.wmf"/><Relationship Id="rId9" Type="http://schemas.openxmlformats.org/officeDocument/2006/relationships/image" Target="../media/image29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37.wmf"/><Relationship Id="rId3" Type="http://schemas.openxmlformats.org/officeDocument/2006/relationships/image" Target="../media/image32.wmf"/><Relationship Id="rId7" Type="http://schemas.openxmlformats.org/officeDocument/2006/relationships/image" Target="../media/image36.wmf"/><Relationship Id="rId2" Type="http://schemas.openxmlformats.org/officeDocument/2006/relationships/image" Target="../media/image31.wmf"/><Relationship Id="rId1" Type="http://schemas.openxmlformats.org/officeDocument/2006/relationships/image" Target="../media/image30.wmf"/><Relationship Id="rId6" Type="http://schemas.openxmlformats.org/officeDocument/2006/relationships/image" Target="../media/image35.wmf"/><Relationship Id="rId5" Type="http://schemas.openxmlformats.org/officeDocument/2006/relationships/image" Target="../media/image34.wmf"/><Relationship Id="rId4" Type="http://schemas.openxmlformats.org/officeDocument/2006/relationships/image" Target="../media/image33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45.wmf"/><Relationship Id="rId3" Type="http://schemas.openxmlformats.org/officeDocument/2006/relationships/image" Target="../media/image40.wmf"/><Relationship Id="rId7" Type="http://schemas.openxmlformats.org/officeDocument/2006/relationships/image" Target="../media/image44.wmf"/><Relationship Id="rId2" Type="http://schemas.openxmlformats.org/officeDocument/2006/relationships/image" Target="../media/image39.wmf"/><Relationship Id="rId1" Type="http://schemas.openxmlformats.org/officeDocument/2006/relationships/image" Target="../media/image38.wmf"/><Relationship Id="rId6" Type="http://schemas.openxmlformats.org/officeDocument/2006/relationships/image" Target="../media/image43.wmf"/><Relationship Id="rId5" Type="http://schemas.openxmlformats.org/officeDocument/2006/relationships/image" Target="../media/image42.wmf"/><Relationship Id="rId4" Type="http://schemas.openxmlformats.org/officeDocument/2006/relationships/image" Target="../media/image41.wmf"/><Relationship Id="rId9" Type="http://schemas.openxmlformats.org/officeDocument/2006/relationships/image" Target="../media/image46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49.wmf"/><Relationship Id="rId2" Type="http://schemas.openxmlformats.org/officeDocument/2006/relationships/image" Target="../media/image48.wmf"/><Relationship Id="rId1" Type="http://schemas.openxmlformats.org/officeDocument/2006/relationships/image" Target="../media/image47.wmf"/><Relationship Id="rId5" Type="http://schemas.openxmlformats.org/officeDocument/2006/relationships/image" Target="../media/image51.wmf"/><Relationship Id="rId4" Type="http://schemas.openxmlformats.org/officeDocument/2006/relationships/image" Target="../media/image50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59.wmf"/><Relationship Id="rId3" Type="http://schemas.openxmlformats.org/officeDocument/2006/relationships/image" Target="../media/image54.wmf"/><Relationship Id="rId7" Type="http://schemas.openxmlformats.org/officeDocument/2006/relationships/image" Target="../media/image58.wmf"/><Relationship Id="rId2" Type="http://schemas.openxmlformats.org/officeDocument/2006/relationships/image" Target="../media/image53.wmf"/><Relationship Id="rId1" Type="http://schemas.openxmlformats.org/officeDocument/2006/relationships/image" Target="../media/image52.wmf"/><Relationship Id="rId6" Type="http://schemas.openxmlformats.org/officeDocument/2006/relationships/image" Target="../media/image57.wmf"/><Relationship Id="rId5" Type="http://schemas.openxmlformats.org/officeDocument/2006/relationships/image" Target="../media/image56.wmf"/><Relationship Id="rId10" Type="http://schemas.openxmlformats.org/officeDocument/2006/relationships/image" Target="../media/image61.wmf"/><Relationship Id="rId4" Type="http://schemas.openxmlformats.org/officeDocument/2006/relationships/image" Target="../media/image55.wmf"/><Relationship Id="rId9" Type="http://schemas.openxmlformats.org/officeDocument/2006/relationships/image" Target="../media/image60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64.wmf"/><Relationship Id="rId7" Type="http://schemas.openxmlformats.org/officeDocument/2006/relationships/image" Target="../media/image68.wmf"/><Relationship Id="rId2" Type="http://schemas.openxmlformats.org/officeDocument/2006/relationships/image" Target="../media/image63.wmf"/><Relationship Id="rId1" Type="http://schemas.openxmlformats.org/officeDocument/2006/relationships/image" Target="../media/image62.wmf"/><Relationship Id="rId6" Type="http://schemas.openxmlformats.org/officeDocument/2006/relationships/image" Target="../media/image67.wmf"/><Relationship Id="rId5" Type="http://schemas.openxmlformats.org/officeDocument/2006/relationships/image" Target="../media/image66.wmf"/><Relationship Id="rId4" Type="http://schemas.openxmlformats.org/officeDocument/2006/relationships/image" Target="../media/image65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71.wmf"/><Relationship Id="rId2" Type="http://schemas.openxmlformats.org/officeDocument/2006/relationships/image" Target="../media/image70.wmf"/><Relationship Id="rId1" Type="http://schemas.openxmlformats.org/officeDocument/2006/relationships/image" Target="../media/image69.wmf"/><Relationship Id="rId5" Type="http://schemas.openxmlformats.org/officeDocument/2006/relationships/image" Target="../media/image73.wmf"/><Relationship Id="rId4" Type="http://schemas.openxmlformats.org/officeDocument/2006/relationships/image" Target="../media/image72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76.wmf"/><Relationship Id="rId2" Type="http://schemas.openxmlformats.org/officeDocument/2006/relationships/image" Target="../media/image75.wmf"/><Relationship Id="rId1" Type="http://schemas.openxmlformats.org/officeDocument/2006/relationships/image" Target="../media/image74.wmf"/><Relationship Id="rId5" Type="http://schemas.openxmlformats.org/officeDocument/2006/relationships/image" Target="../media/image78.wmf"/><Relationship Id="rId4" Type="http://schemas.openxmlformats.org/officeDocument/2006/relationships/image" Target="../media/image77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2.wmf"/><Relationship Id="rId7" Type="http://schemas.openxmlformats.org/officeDocument/2006/relationships/image" Target="../media/image86.wmf"/><Relationship Id="rId2" Type="http://schemas.openxmlformats.org/officeDocument/2006/relationships/image" Target="../media/image81.wmf"/><Relationship Id="rId1" Type="http://schemas.openxmlformats.org/officeDocument/2006/relationships/image" Target="../media/image80.wmf"/><Relationship Id="rId6" Type="http://schemas.openxmlformats.org/officeDocument/2006/relationships/image" Target="../media/image85.wmf"/><Relationship Id="rId5" Type="http://schemas.openxmlformats.org/officeDocument/2006/relationships/image" Target="../media/image84.wmf"/><Relationship Id="rId4" Type="http://schemas.openxmlformats.org/officeDocument/2006/relationships/image" Target="../media/image83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95.wmf"/><Relationship Id="rId3" Type="http://schemas.openxmlformats.org/officeDocument/2006/relationships/image" Target="../media/image90.wmf"/><Relationship Id="rId7" Type="http://schemas.openxmlformats.org/officeDocument/2006/relationships/image" Target="../media/image94.wmf"/><Relationship Id="rId2" Type="http://schemas.openxmlformats.org/officeDocument/2006/relationships/image" Target="../media/image89.wmf"/><Relationship Id="rId1" Type="http://schemas.openxmlformats.org/officeDocument/2006/relationships/image" Target="../media/image88.wmf"/><Relationship Id="rId6" Type="http://schemas.openxmlformats.org/officeDocument/2006/relationships/image" Target="../media/image93.wmf"/><Relationship Id="rId11" Type="http://schemas.openxmlformats.org/officeDocument/2006/relationships/image" Target="../media/image98.wmf"/><Relationship Id="rId5" Type="http://schemas.openxmlformats.org/officeDocument/2006/relationships/image" Target="../media/image92.wmf"/><Relationship Id="rId10" Type="http://schemas.openxmlformats.org/officeDocument/2006/relationships/image" Target="../media/image97.wmf"/><Relationship Id="rId4" Type="http://schemas.openxmlformats.org/officeDocument/2006/relationships/image" Target="../media/image91.wmf"/><Relationship Id="rId9" Type="http://schemas.openxmlformats.org/officeDocument/2006/relationships/image" Target="../media/image96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wmf"/><Relationship Id="rId3" Type="http://schemas.openxmlformats.org/officeDocument/2006/relationships/image" Target="../media/image101.wmf"/><Relationship Id="rId7" Type="http://schemas.openxmlformats.org/officeDocument/2006/relationships/image" Target="../media/image105.wmf"/><Relationship Id="rId12" Type="http://schemas.openxmlformats.org/officeDocument/2006/relationships/image" Target="../media/image110.wmf"/><Relationship Id="rId2" Type="http://schemas.openxmlformats.org/officeDocument/2006/relationships/image" Target="../media/image100.wmf"/><Relationship Id="rId1" Type="http://schemas.openxmlformats.org/officeDocument/2006/relationships/image" Target="../media/image99.wmf"/><Relationship Id="rId6" Type="http://schemas.openxmlformats.org/officeDocument/2006/relationships/image" Target="../media/image104.wmf"/><Relationship Id="rId11" Type="http://schemas.openxmlformats.org/officeDocument/2006/relationships/image" Target="../media/image109.wmf"/><Relationship Id="rId5" Type="http://schemas.openxmlformats.org/officeDocument/2006/relationships/image" Target="../media/image103.wmf"/><Relationship Id="rId10" Type="http://schemas.openxmlformats.org/officeDocument/2006/relationships/image" Target="../media/image108.wmf"/><Relationship Id="rId4" Type="http://schemas.openxmlformats.org/officeDocument/2006/relationships/image" Target="../media/image102.wmf"/><Relationship Id="rId9" Type="http://schemas.openxmlformats.org/officeDocument/2006/relationships/image" Target="../media/image107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wmf"/><Relationship Id="rId2" Type="http://schemas.openxmlformats.org/officeDocument/2006/relationships/image" Target="../media/image112.wmf"/><Relationship Id="rId1" Type="http://schemas.openxmlformats.org/officeDocument/2006/relationships/image" Target="../media/image111.wmf"/><Relationship Id="rId5" Type="http://schemas.openxmlformats.org/officeDocument/2006/relationships/image" Target="../media/image115.wmf"/><Relationship Id="rId4" Type="http://schemas.openxmlformats.org/officeDocument/2006/relationships/image" Target="../media/image114.wmf"/></Relationships>
</file>

<file path=ppt/drawings/_rels/vmlDrawing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3.wmf"/><Relationship Id="rId3" Type="http://schemas.openxmlformats.org/officeDocument/2006/relationships/image" Target="../media/image118.wmf"/><Relationship Id="rId7" Type="http://schemas.openxmlformats.org/officeDocument/2006/relationships/image" Target="../media/image122.wmf"/><Relationship Id="rId2" Type="http://schemas.openxmlformats.org/officeDocument/2006/relationships/image" Target="../media/image117.wmf"/><Relationship Id="rId1" Type="http://schemas.openxmlformats.org/officeDocument/2006/relationships/image" Target="../media/image116.wmf"/><Relationship Id="rId6" Type="http://schemas.openxmlformats.org/officeDocument/2006/relationships/image" Target="../media/image121.wmf"/><Relationship Id="rId5" Type="http://schemas.openxmlformats.org/officeDocument/2006/relationships/image" Target="../media/image120.wmf"/><Relationship Id="rId4" Type="http://schemas.openxmlformats.org/officeDocument/2006/relationships/image" Target="../media/image119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wmf"/><Relationship Id="rId2" Type="http://schemas.openxmlformats.org/officeDocument/2006/relationships/image" Target="../media/image125.wmf"/><Relationship Id="rId1" Type="http://schemas.openxmlformats.org/officeDocument/2006/relationships/image" Target="../media/image124.wmf"/><Relationship Id="rId4" Type="http://schemas.openxmlformats.org/officeDocument/2006/relationships/image" Target="../media/image127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wmf"/><Relationship Id="rId2" Type="http://schemas.openxmlformats.org/officeDocument/2006/relationships/image" Target="../media/image129.wmf"/><Relationship Id="rId1" Type="http://schemas.openxmlformats.org/officeDocument/2006/relationships/image" Target="../media/image128.wmf"/><Relationship Id="rId4" Type="http://schemas.openxmlformats.org/officeDocument/2006/relationships/image" Target="../media/image131.w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2.wmf"/></Relationships>
</file>

<file path=ppt/drawings/_rels/vmlDrawing2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wmf"/><Relationship Id="rId3" Type="http://schemas.openxmlformats.org/officeDocument/2006/relationships/image" Target="../media/image135.wmf"/><Relationship Id="rId7" Type="http://schemas.openxmlformats.org/officeDocument/2006/relationships/image" Target="../media/image139.wmf"/><Relationship Id="rId12" Type="http://schemas.openxmlformats.org/officeDocument/2006/relationships/image" Target="../media/image144.wmf"/><Relationship Id="rId2" Type="http://schemas.openxmlformats.org/officeDocument/2006/relationships/image" Target="../media/image134.wmf"/><Relationship Id="rId1" Type="http://schemas.openxmlformats.org/officeDocument/2006/relationships/image" Target="../media/image133.wmf"/><Relationship Id="rId6" Type="http://schemas.openxmlformats.org/officeDocument/2006/relationships/image" Target="../media/image138.wmf"/><Relationship Id="rId11" Type="http://schemas.openxmlformats.org/officeDocument/2006/relationships/image" Target="../media/image143.wmf"/><Relationship Id="rId5" Type="http://schemas.openxmlformats.org/officeDocument/2006/relationships/image" Target="../media/image137.wmf"/><Relationship Id="rId10" Type="http://schemas.openxmlformats.org/officeDocument/2006/relationships/image" Target="../media/image142.wmf"/><Relationship Id="rId4" Type="http://schemas.openxmlformats.org/officeDocument/2006/relationships/image" Target="../media/image136.wmf"/><Relationship Id="rId9" Type="http://schemas.openxmlformats.org/officeDocument/2006/relationships/image" Target="../media/image141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wmf"/><Relationship Id="rId7" Type="http://schemas.openxmlformats.org/officeDocument/2006/relationships/image" Target="../media/image151.wmf"/><Relationship Id="rId2" Type="http://schemas.openxmlformats.org/officeDocument/2006/relationships/image" Target="../media/image146.wmf"/><Relationship Id="rId1" Type="http://schemas.openxmlformats.org/officeDocument/2006/relationships/image" Target="../media/image145.wmf"/><Relationship Id="rId6" Type="http://schemas.openxmlformats.org/officeDocument/2006/relationships/image" Target="../media/image150.wmf"/><Relationship Id="rId5" Type="http://schemas.openxmlformats.org/officeDocument/2006/relationships/image" Target="../media/image149.wmf"/><Relationship Id="rId4" Type="http://schemas.openxmlformats.org/officeDocument/2006/relationships/image" Target="../media/image148.w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2.wmf"/></Relationships>
</file>

<file path=ppt/drawings/_rels/vmlDrawing2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wmf"/><Relationship Id="rId3" Type="http://schemas.openxmlformats.org/officeDocument/2006/relationships/image" Target="../media/image155.wmf"/><Relationship Id="rId7" Type="http://schemas.openxmlformats.org/officeDocument/2006/relationships/image" Target="../media/image159.wmf"/><Relationship Id="rId2" Type="http://schemas.openxmlformats.org/officeDocument/2006/relationships/image" Target="../media/image154.wmf"/><Relationship Id="rId1" Type="http://schemas.openxmlformats.org/officeDocument/2006/relationships/image" Target="../media/image153.wmf"/><Relationship Id="rId6" Type="http://schemas.openxmlformats.org/officeDocument/2006/relationships/image" Target="../media/image158.wmf"/><Relationship Id="rId5" Type="http://schemas.openxmlformats.org/officeDocument/2006/relationships/image" Target="../media/image157.wmf"/><Relationship Id="rId10" Type="http://schemas.openxmlformats.org/officeDocument/2006/relationships/image" Target="../media/image162.wmf"/><Relationship Id="rId4" Type="http://schemas.openxmlformats.org/officeDocument/2006/relationships/image" Target="../media/image156.wmf"/><Relationship Id="rId9" Type="http://schemas.openxmlformats.org/officeDocument/2006/relationships/image" Target="../media/image161.wmf"/></Relationships>
</file>

<file path=ppt/drawings/_rels/vmlDrawing2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wmf"/><Relationship Id="rId3" Type="http://schemas.openxmlformats.org/officeDocument/2006/relationships/image" Target="../media/image165.wmf"/><Relationship Id="rId7" Type="http://schemas.openxmlformats.org/officeDocument/2006/relationships/image" Target="../media/image169.wmf"/><Relationship Id="rId2" Type="http://schemas.openxmlformats.org/officeDocument/2006/relationships/image" Target="../media/image164.wmf"/><Relationship Id="rId1" Type="http://schemas.openxmlformats.org/officeDocument/2006/relationships/image" Target="../media/image163.wmf"/><Relationship Id="rId6" Type="http://schemas.openxmlformats.org/officeDocument/2006/relationships/image" Target="../media/image168.wmf"/><Relationship Id="rId5" Type="http://schemas.openxmlformats.org/officeDocument/2006/relationships/image" Target="../media/image167.wmf"/><Relationship Id="rId4" Type="http://schemas.openxmlformats.org/officeDocument/2006/relationships/image" Target="../media/image166.w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4.wmf"/><Relationship Id="rId7" Type="http://schemas.openxmlformats.org/officeDocument/2006/relationships/image" Target="../media/image175.wmf"/><Relationship Id="rId2" Type="http://schemas.openxmlformats.org/officeDocument/2006/relationships/image" Target="../media/image170.wmf"/><Relationship Id="rId1" Type="http://schemas.openxmlformats.org/officeDocument/2006/relationships/image" Target="../media/image171.wmf"/><Relationship Id="rId6" Type="http://schemas.openxmlformats.org/officeDocument/2006/relationships/image" Target="../media/image174.wmf"/><Relationship Id="rId5" Type="http://schemas.openxmlformats.org/officeDocument/2006/relationships/image" Target="../media/image173.wmf"/><Relationship Id="rId4" Type="http://schemas.openxmlformats.org/officeDocument/2006/relationships/image" Target="../media/image172.w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8.wmf"/><Relationship Id="rId2" Type="http://schemas.openxmlformats.org/officeDocument/2006/relationships/image" Target="../media/image177.wmf"/><Relationship Id="rId1" Type="http://schemas.openxmlformats.org/officeDocument/2006/relationships/image" Target="../media/image176.wmf"/></Relationships>
</file>

<file path=ppt/drawings/_rels/vmlDrawing2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6.wmf"/><Relationship Id="rId13" Type="http://schemas.openxmlformats.org/officeDocument/2006/relationships/image" Target="../media/image191.wmf"/><Relationship Id="rId3" Type="http://schemas.openxmlformats.org/officeDocument/2006/relationships/image" Target="../media/image181.wmf"/><Relationship Id="rId7" Type="http://schemas.openxmlformats.org/officeDocument/2006/relationships/image" Target="../media/image185.wmf"/><Relationship Id="rId12" Type="http://schemas.openxmlformats.org/officeDocument/2006/relationships/image" Target="../media/image190.wmf"/><Relationship Id="rId2" Type="http://schemas.openxmlformats.org/officeDocument/2006/relationships/image" Target="../media/image180.wmf"/><Relationship Id="rId16" Type="http://schemas.openxmlformats.org/officeDocument/2006/relationships/image" Target="../media/image194.wmf"/><Relationship Id="rId1" Type="http://schemas.openxmlformats.org/officeDocument/2006/relationships/image" Target="../media/image179.wmf"/><Relationship Id="rId6" Type="http://schemas.openxmlformats.org/officeDocument/2006/relationships/image" Target="../media/image184.wmf"/><Relationship Id="rId11" Type="http://schemas.openxmlformats.org/officeDocument/2006/relationships/image" Target="../media/image189.wmf"/><Relationship Id="rId5" Type="http://schemas.openxmlformats.org/officeDocument/2006/relationships/image" Target="../media/image183.wmf"/><Relationship Id="rId15" Type="http://schemas.openxmlformats.org/officeDocument/2006/relationships/image" Target="../media/image193.wmf"/><Relationship Id="rId10" Type="http://schemas.openxmlformats.org/officeDocument/2006/relationships/image" Target="../media/image188.wmf"/><Relationship Id="rId4" Type="http://schemas.openxmlformats.org/officeDocument/2006/relationships/image" Target="../media/image182.wmf"/><Relationship Id="rId9" Type="http://schemas.openxmlformats.org/officeDocument/2006/relationships/image" Target="../media/image187.wmf"/><Relationship Id="rId14" Type="http://schemas.openxmlformats.org/officeDocument/2006/relationships/image" Target="../media/image192.w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7.wmf"/><Relationship Id="rId2" Type="http://schemas.openxmlformats.org/officeDocument/2006/relationships/image" Target="../media/image196.wmf"/><Relationship Id="rId1" Type="http://schemas.openxmlformats.org/officeDocument/2006/relationships/image" Target="../media/image195.wmf"/><Relationship Id="rId5" Type="http://schemas.openxmlformats.org/officeDocument/2006/relationships/image" Target="../media/image199.wmf"/><Relationship Id="rId4" Type="http://schemas.openxmlformats.org/officeDocument/2006/relationships/image" Target="../media/image198.wmf"/></Relationships>
</file>

<file path=ppt/drawings/_rels/vmlDrawing29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7.wmf"/><Relationship Id="rId3" Type="http://schemas.openxmlformats.org/officeDocument/2006/relationships/image" Target="../media/image202.wmf"/><Relationship Id="rId7" Type="http://schemas.openxmlformats.org/officeDocument/2006/relationships/image" Target="../media/image206.wmf"/><Relationship Id="rId2" Type="http://schemas.openxmlformats.org/officeDocument/2006/relationships/image" Target="../media/image201.wmf"/><Relationship Id="rId1" Type="http://schemas.openxmlformats.org/officeDocument/2006/relationships/image" Target="../media/image200.wmf"/><Relationship Id="rId6" Type="http://schemas.openxmlformats.org/officeDocument/2006/relationships/image" Target="../media/image205.wmf"/><Relationship Id="rId11" Type="http://schemas.openxmlformats.org/officeDocument/2006/relationships/image" Target="../media/image210.wmf"/><Relationship Id="rId5" Type="http://schemas.openxmlformats.org/officeDocument/2006/relationships/image" Target="../media/image204.wmf"/><Relationship Id="rId10" Type="http://schemas.openxmlformats.org/officeDocument/2006/relationships/image" Target="../media/image209.wmf"/><Relationship Id="rId4" Type="http://schemas.openxmlformats.org/officeDocument/2006/relationships/image" Target="../media/image203.wmf"/><Relationship Id="rId9" Type="http://schemas.openxmlformats.org/officeDocument/2006/relationships/image" Target="../media/image208.wmf"/></Relationships>
</file>

<file path=ppt/drawings/_rels/vmlDrawing30.vml.rels><?xml version="1.0" encoding="UTF-8" standalone="yes"?>
<Relationships xmlns="http://schemas.openxmlformats.org/package/2006/relationships"><Relationship Id="rId8" Type="http://schemas.openxmlformats.org/officeDocument/2006/relationships/image" Target="../media/image217.wmf"/><Relationship Id="rId3" Type="http://schemas.openxmlformats.org/officeDocument/2006/relationships/image" Target="../media/image212.wmf"/><Relationship Id="rId7" Type="http://schemas.openxmlformats.org/officeDocument/2006/relationships/image" Target="../media/image216.wmf"/><Relationship Id="rId2" Type="http://schemas.openxmlformats.org/officeDocument/2006/relationships/image" Target="../media/image211.wmf"/><Relationship Id="rId1" Type="http://schemas.openxmlformats.org/officeDocument/2006/relationships/image" Target="../media/image210.wmf"/><Relationship Id="rId6" Type="http://schemas.openxmlformats.org/officeDocument/2006/relationships/image" Target="../media/image215.wmf"/><Relationship Id="rId5" Type="http://schemas.openxmlformats.org/officeDocument/2006/relationships/image" Target="../media/image214.wmf"/><Relationship Id="rId4" Type="http://schemas.openxmlformats.org/officeDocument/2006/relationships/image" Target="../media/image213.wmf"/></Relationships>
</file>

<file path=ppt/drawings/_rels/vmlDrawing3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9.wmf"/><Relationship Id="rId2" Type="http://schemas.openxmlformats.org/officeDocument/2006/relationships/image" Target="../media/image218.wmf"/><Relationship Id="rId1" Type="http://schemas.openxmlformats.org/officeDocument/2006/relationships/image" Target="../media/image217.wmf"/><Relationship Id="rId5" Type="http://schemas.openxmlformats.org/officeDocument/2006/relationships/image" Target="../media/image221.wmf"/><Relationship Id="rId4" Type="http://schemas.openxmlformats.org/officeDocument/2006/relationships/image" Target="../media/image220.wmf"/></Relationships>
</file>

<file path=ppt/drawings/_rels/vmlDrawing3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3.wmf"/><Relationship Id="rId2" Type="http://schemas.openxmlformats.org/officeDocument/2006/relationships/image" Target="../media/image222.wmf"/><Relationship Id="rId1" Type="http://schemas.openxmlformats.org/officeDocument/2006/relationships/image" Target="../media/image221.wmf"/><Relationship Id="rId5" Type="http://schemas.openxmlformats.org/officeDocument/2006/relationships/image" Target="../media/image225.wmf"/><Relationship Id="rId4" Type="http://schemas.openxmlformats.org/officeDocument/2006/relationships/image" Target="../media/image224.wmf"/></Relationships>
</file>

<file path=ppt/drawings/_rels/vmlDrawing3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33.wmf"/><Relationship Id="rId13" Type="http://schemas.openxmlformats.org/officeDocument/2006/relationships/image" Target="../media/image238.wmf"/><Relationship Id="rId3" Type="http://schemas.openxmlformats.org/officeDocument/2006/relationships/image" Target="../media/image228.wmf"/><Relationship Id="rId7" Type="http://schemas.openxmlformats.org/officeDocument/2006/relationships/image" Target="../media/image232.wmf"/><Relationship Id="rId12" Type="http://schemas.openxmlformats.org/officeDocument/2006/relationships/image" Target="../media/image237.wmf"/><Relationship Id="rId17" Type="http://schemas.openxmlformats.org/officeDocument/2006/relationships/image" Target="../media/image242.wmf"/><Relationship Id="rId2" Type="http://schemas.openxmlformats.org/officeDocument/2006/relationships/image" Target="../media/image227.wmf"/><Relationship Id="rId16" Type="http://schemas.openxmlformats.org/officeDocument/2006/relationships/image" Target="../media/image241.wmf"/><Relationship Id="rId1" Type="http://schemas.openxmlformats.org/officeDocument/2006/relationships/image" Target="../media/image226.wmf"/><Relationship Id="rId6" Type="http://schemas.openxmlformats.org/officeDocument/2006/relationships/image" Target="../media/image231.wmf"/><Relationship Id="rId11" Type="http://schemas.openxmlformats.org/officeDocument/2006/relationships/image" Target="../media/image236.wmf"/><Relationship Id="rId5" Type="http://schemas.openxmlformats.org/officeDocument/2006/relationships/image" Target="../media/image230.wmf"/><Relationship Id="rId15" Type="http://schemas.openxmlformats.org/officeDocument/2006/relationships/image" Target="../media/image240.wmf"/><Relationship Id="rId10" Type="http://schemas.openxmlformats.org/officeDocument/2006/relationships/image" Target="../media/image235.wmf"/><Relationship Id="rId4" Type="http://schemas.openxmlformats.org/officeDocument/2006/relationships/image" Target="../media/image229.wmf"/><Relationship Id="rId9" Type="http://schemas.openxmlformats.org/officeDocument/2006/relationships/image" Target="../media/image234.wmf"/><Relationship Id="rId14" Type="http://schemas.openxmlformats.org/officeDocument/2006/relationships/image" Target="../media/image239.wmf"/></Relationships>
</file>

<file path=ppt/drawings/_rels/vmlDrawing3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49.wmf"/><Relationship Id="rId3" Type="http://schemas.openxmlformats.org/officeDocument/2006/relationships/image" Target="../media/image245.wmf"/><Relationship Id="rId7" Type="http://schemas.openxmlformats.org/officeDocument/2006/relationships/image" Target="../media/image248.wmf"/><Relationship Id="rId2" Type="http://schemas.openxmlformats.org/officeDocument/2006/relationships/image" Target="../media/image244.wmf"/><Relationship Id="rId1" Type="http://schemas.openxmlformats.org/officeDocument/2006/relationships/image" Target="../media/image243.wmf"/><Relationship Id="rId6" Type="http://schemas.openxmlformats.org/officeDocument/2006/relationships/image" Target="../media/image241.wmf"/><Relationship Id="rId5" Type="http://schemas.openxmlformats.org/officeDocument/2006/relationships/image" Target="../media/image247.wmf"/><Relationship Id="rId4" Type="http://schemas.openxmlformats.org/officeDocument/2006/relationships/image" Target="../media/image246.wmf"/><Relationship Id="rId9" Type="http://schemas.openxmlformats.org/officeDocument/2006/relationships/image" Target="../media/image25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BE8132-2EE5-474B-9AF7-26CFBCDBB031}" type="datetimeFigureOut">
              <a:rPr lang="zh-CN" altLang="en-US" smtClean="0"/>
              <a:t>2023/11/6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CCDC56-2C6A-45E0-890F-80645A6E33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43644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CCDC56-2C6A-45E0-890F-80645A6E3367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01429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2023/11/6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2023/11/6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2023/11/6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2023/11/6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2023/11/6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2023/11/6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2023/11/6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2023/11/6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2023/11/6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2023/11/6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2023/11/6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2023/11/6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13" Type="http://schemas.openxmlformats.org/officeDocument/2006/relationships/oleObject" Target="../embeddings/oleObject6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5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.w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10" Type="http://schemas.openxmlformats.org/officeDocument/2006/relationships/image" Target="../media/image4.wmf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6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13" Type="http://schemas.openxmlformats.org/officeDocument/2006/relationships/oleObject" Target="../embeddings/oleObject13.bin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12" Type="http://schemas.openxmlformats.org/officeDocument/2006/relationships/image" Target="../media/image12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4.w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9.wmf"/><Relationship Id="rId11" Type="http://schemas.openxmlformats.org/officeDocument/2006/relationships/oleObject" Target="../embeddings/oleObject12.bin"/><Relationship Id="rId5" Type="http://schemas.openxmlformats.org/officeDocument/2006/relationships/oleObject" Target="../embeddings/oleObject9.bin"/><Relationship Id="rId15" Type="http://schemas.openxmlformats.org/officeDocument/2006/relationships/oleObject" Target="../embeddings/oleObject14.bin"/><Relationship Id="rId10" Type="http://schemas.openxmlformats.org/officeDocument/2006/relationships/image" Target="../media/image11.wmf"/><Relationship Id="rId4" Type="http://schemas.openxmlformats.org/officeDocument/2006/relationships/image" Target="../media/image8.wmf"/><Relationship Id="rId9" Type="http://schemas.openxmlformats.org/officeDocument/2006/relationships/oleObject" Target="../embeddings/oleObject11.bin"/><Relationship Id="rId14" Type="http://schemas.openxmlformats.org/officeDocument/2006/relationships/image" Target="../media/image13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13" Type="http://schemas.openxmlformats.org/officeDocument/2006/relationships/oleObject" Target="../embeddings/oleObject20.bin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12" Type="http://schemas.openxmlformats.org/officeDocument/2006/relationships/image" Target="../media/image1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6.wmf"/><Relationship Id="rId11" Type="http://schemas.openxmlformats.org/officeDocument/2006/relationships/oleObject" Target="../embeddings/oleObject19.bin"/><Relationship Id="rId5" Type="http://schemas.openxmlformats.org/officeDocument/2006/relationships/oleObject" Target="../embeddings/oleObject16.bin"/><Relationship Id="rId10" Type="http://schemas.openxmlformats.org/officeDocument/2006/relationships/image" Target="../media/image18.wmf"/><Relationship Id="rId4" Type="http://schemas.openxmlformats.org/officeDocument/2006/relationships/image" Target="../media/image15.wmf"/><Relationship Id="rId9" Type="http://schemas.openxmlformats.org/officeDocument/2006/relationships/oleObject" Target="../embeddings/oleObject18.bin"/><Relationship Id="rId14" Type="http://schemas.openxmlformats.org/officeDocument/2006/relationships/image" Target="../media/image20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wmf"/><Relationship Id="rId13" Type="http://schemas.openxmlformats.org/officeDocument/2006/relationships/oleObject" Target="../embeddings/oleObject26.bin"/><Relationship Id="rId18" Type="http://schemas.openxmlformats.org/officeDocument/2006/relationships/image" Target="../media/image28.wmf"/><Relationship Id="rId3" Type="http://schemas.openxmlformats.org/officeDocument/2006/relationships/oleObject" Target="../embeddings/oleObject21.bin"/><Relationship Id="rId7" Type="http://schemas.openxmlformats.org/officeDocument/2006/relationships/oleObject" Target="../embeddings/oleObject23.bin"/><Relationship Id="rId12" Type="http://schemas.openxmlformats.org/officeDocument/2006/relationships/image" Target="../media/image25.wmf"/><Relationship Id="rId17" Type="http://schemas.openxmlformats.org/officeDocument/2006/relationships/oleObject" Target="../embeddings/oleObject2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7.wmf"/><Relationship Id="rId20" Type="http://schemas.openxmlformats.org/officeDocument/2006/relationships/image" Target="../media/image29.wmf"/><Relationship Id="rId1" Type="http://schemas.openxmlformats.org/officeDocument/2006/relationships/vmlDrawing" Target="../drawings/vmlDrawing4.vml"/><Relationship Id="rId6" Type="http://schemas.openxmlformats.org/officeDocument/2006/relationships/image" Target="../media/image22.wmf"/><Relationship Id="rId11" Type="http://schemas.openxmlformats.org/officeDocument/2006/relationships/oleObject" Target="../embeddings/oleObject25.bin"/><Relationship Id="rId5" Type="http://schemas.openxmlformats.org/officeDocument/2006/relationships/oleObject" Target="../embeddings/oleObject22.bin"/><Relationship Id="rId15" Type="http://schemas.openxmlformats.org/officeDocument/2006/relationships/oleObject" Target="../embeddings/oleObject27.bin"/><Relationship Id="rId10" Type="http://schemas.openxmlformats.org/officeDocument/2006/relationships/image" Target="../media/image24.wmf"/><Relationship Id="rId19" Type="http://schemas.openxmlformats.org/officeDocument/2006/relationships/oleObject" Target="../embeddings/oleObject29.bin"/><Relationship Id="rId4" Type="http://schemas.openxmlformats.org/officeDocument/2006/relationships/image" Target="../media/image21.wmf"/><Relationship Id="rId9" Type="http://schemas.openxmlformats.org/officeDocument/2006/relationships/oleObject" Target="../embeddings/oleObject24.bin"/><Relationship Id="rId14" Type="http://schemas.openxmlformats.org/officeDocument/2006/relationships/image" Target="../media/image26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wmf"/><Relationship Id="rId13" Type="http://schemas.openxmlformats.org/officeDocument/2006/relationships/oleObject" Target="../embeddings/oleObject35.bin"/><Relationship Id="rId18" Type="http://schemas.openxmlformats.org/officeDocument/2006/relationships/image" Target="../media/image37.wmf"/><Relationship Id="rId3" Type="http://schemas.openxmlformats.org/officeDocument/2006/relationships/oleObject" Target="../embeddings/oleObject30.bin"/><Relationship Id="rId7" Type="http://schemas.openxmlformats.org/officeDocument/2006/relationships/oleObject" Target="../embeddings/oleObject32.bin"/><Relationship Id="rId12" Type="http://schemas.openxmlformats.org/officeDocument/2006/relationships/image" Target="../media/image34.wmf"/><Relationship Id="rId17" Type="http://schemas.openxmlformats.org/officeDocument/2006/relationships/oleObject" Target="../embeddings/oleObject3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6.wmf"/><Relationship Id="rId1" Type="http://schemas.openxmlformats.org/officeDocument/2006/relationships/vmlDrawing" Target="../drawings/vmlDrawing5.vml"/><Relationship Id="rId6" Type="http://schemas.openxmlformats.org/officeDocument/2006/relationships/image" Target="../media/image31.wmf"/><Relationship Id="rId11" Type="http://schemas.openxmlformats.org/officeDocument/2006/relationships/oleObject" Target="../embeddings/oleObject34.bin"/><Relationship Id="rId5" Type="http://schemas.openxmlformats.org/officeDocument/2006/relationships/oleObject" Target="../embeddings/oleObject31.bin"/><Relationship Id="rId15" Type="http://schemas.openxmlformats.org/officeDocument/2006/relationships/oleObject" Target="../embeddings/oleObject36.bin"/><Relationship Id="rId10" Type="http://schemas.openxmlformats.org/officeDocument/2006/relationships/image" Target="../media/image33.wmf"/><Relationship Id="rId4" Type="http://schemas.openxmlformats.org/officeDocument/2006/relationships/image" Target="../media/image30.wmf"/><Relationship Id="rId9" Type="http://schemas.openxmlformats.org/officeDocument/2006/relationships/oleObject" Target="../embeddings/oleObject33.bin"/><Relationship Id="rId14" Type="http://schemas.openxmlformats.org/officeDocument/2006/relationships/image" Target="../media/image35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wmf"/><Relationship Id="rId13" Type="http://schemas.openxmlformats.org/officeDocument/2006/relationships/oleObject" Target="../embeddings/oleObject43.bin"/><Relationship Id="rId18" Type="http://schemas.openxmlformats.org/officeDocument/2006/relationships/image" Target="../media/image45.wmf"/><Relationship Id="rId3" Type="http://schemas.openxmlformats.org/officeDocument/2006/relationships/oleObject" Target="../embeddings/oleObject38.bin"/><Relationship Id="rId7" Type="http://schemas.openxmlformats.org/officeDocument/2006/relationships/oleObject" Target="../embeddings/oleObject40.bin"/><Relationship Id="rId12" Type="http://schemas.openxmlformats.org/officeDocument/2006/relationships/image" Target="../media/image42.wmf"/><Relationship Id="rId17" Type="http://schemas.openxmlformats.org/officeDocument/2006/relationships/oleObject" Target="../embeddings/oleObject4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4.wmf"/><Relationship Id="rId20" Type="http://schemas.openxmlformats.org/officeDocument/2006/relationships/image" Target="../media/image46.wmf"/><Relationship Id="rId1" Type="http://schemas.openxmlformats.org/officeDocument/2006/relationships/vmlDrawing" Target="../drawings/vmlDrawing6.vml"/><Relationship Id="rId6" Type="http://schemas.openxmlformats.org/officeDocument/2006/relationships/image" Target="../media/image39.wmf"/><Relationship Id="rId11" Type="http://schemas.openxmlformats.org/officeDocument/2006/relationships/oleObject" Target="../embeddings/oleObject42.bin"/><Relationship Id="rId5" Type="http://schemas.openxmlformats.org/officeDocument/2006/relationships/oleObject" Target="../embeddings/oleObject39.bin"/><Relationship Id="rId15" Type="http://schemas.openxmlformats.org/officeDocument/2006/relationships/oleObject" Target="../embeddings/oleObject44.bin"/><Relationship Id="rId10" Type="http://schemas.openxmlformats.org/officeDocument/2006/relationships/image" Target="../media/image41.wmf"/><Relationship Id="rId19" Type="http://schemas.openxmlformats.org/officeDocument/2006/relationships/oleObject" Target="../embeddings/oleObject46.bin"/><Relationship Id="rId4" Type="http://schemas.openxmlformats.org/officeDocument/2006/relationships/image" Target="../media/image38.wmf"/><Relationship Id="rId9" Type="http://schemas.openxmlformats.org/officeDocument/2006/relationships/oleObject" Target="../embeddings/oleObject41.bin"/><Relationship Id="rId14" Type="http://schemas.openxmlformats.org/officeDocument/2006/relationships/image" Target="../media/image43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wmf"/><Relationship Id="rId3" Type="http://schemas.openxmlformats.org/officeDocument/2006/relationships/oleObject" Target="../embeddings/oleObject47.bin"/><Relationship Id="rId7" Type="http://schemas.openxmlformats.org/officeDocument/2006/relationships/oleObject" Target="../embeddings/oleObject49.bin"/><Relationship Id="rId12" Type="http://schemas.openxmlformats.org/officeDocument/2006/relationships/image" Target="../media/image5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48.wmf"/><Relationship Id="rId11" Type="http://schemas.openxmlformats.org/officeDocument/2006/relationships/oleObject" Target="../embeddings/oleObject51.bin"/><Relationship Id="rId5" Type="http://schemas.openxmlformats.org/officeDocument/2006/relationships/oleObject" Target="../embeddings/oleObject48.bin"/><Relationship Id="rId10" Type="http://schemas.openxmlformats.org/officeDocument/2006/relationships/image" Target="../media/image50.wmf"/><Relationship Id="rId4" Type="http://schemas.openxmlformats.org/officeDocument/2006/relationships/image" Target="../media/image47.wmf"/><Relationship Id="rId9" Type="http://schemas.openxmlformats.org/officeDocument/2006/relationships/oleObject" Target="../embeddings/oleObject50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wmf"/><Relationship Id="rId13" Type="http://schemas.openxmlformats.org/officeDocument/2006/relationships/oleObject" Target="../embeddings/oleObject57.bin"/><Relationship Id="rId18" Type="http://schemas.openxmlformats.org/officeDocument/2006/relationships/image" Target="../media/image59.wmf"/><Relationship Id="rId3" Type="http://schemas.openxmlformats.org/officeDocument/2006/relationships/oleObject" Target="../embeddings/oleObject52.bin"/><Relationship Id="rId21" Type="http://schemas.openxmlformats.org/officeDocument/2006/relationships/oleObject" Target="../embeddings/oleObject61.bin"/><Relationship Id="rId7" Type="http://schemas.openxmlformats.org/officeDocument/2006/relationships/oleObject" Target="../embeddings/oleObject54.bin"/><Relationship Id="rId12" Type="http://schemas.openxmlformats.org/officeDocument/2006/relationships/image" Target="../media/image56.wmf"/><Relationship Id="rId17" Type="http://schemas.openxmlformats.org/officeDocument/2006/relationships/oleObject" Target="../embeddings/oleObject5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8.wmf"/><Relationship Id="rId20" Type="http://schemas.openxmlformats.org/officeDocument/2006/relationships/image" Target="../media/image60.wmf"/><Relationship Id="rId1" Type="http://schemas.openxmlformats.org/officeDocument/2006/relationships/vmlDrawing" Target="../drawings/vmlDrawing8.vml"/><Relationship Id="rId6" Type="http://schemas.openxmlformats.org/officeDocument/2006/relationships/image" Target="../media/image53.wmf"/><Relationship Id="rId11" Type="http://schemas.openxmlformats.org/officeDocument/2006/relationships/oleObject" Target="../embeddings/oleObject56.bin"/><Relationship Id="rId5" Type="http://schemas.openxmlformats.org/officeDocument/2006/relationships/oleObject" Target="../embeddings/oleObject53.bin"/><Relationship Id="rId15" Type="http://schemas.openxmlformats.org/officeDocument/2006/relationships/oleObject" Target="../embeddings/oleObject58.bin"/><Relationship Id="rId10" Type="http://schemas.openxmlformats.org/officeDocument/2006/relationships/image" Target="../media/image55.wmf"/><Relationship Id="rId19" Type="http://schemas.openxmlformats.org/officeDocument/2006/relationships/oleObject" Target="../embeddings/oleObject60.bin"/><Relationship Id="rId4" Type="http://schemas.openxmlformats.org/officeDocument/2006/relationships/image" Target="../media/image52.wmf"/><Relationship Id="rId9" Type="http://schemas.openxmlformats.org/officeDocument/2006/relationships/oleObject" Target="../embeddings/oleObject55.bin"/><Relationship Id="rId14" Type="http://schemas.openxmlformats.org/officeDocument/2006/relationships/image" Target="../media/image57.wmf"/><Relationship Id="rId22" Type="http://schemas.openxmlformats.org/officeDocument/2006/relationships/image" Target="../media/image61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wmf"/><Relationship Id="rId13" Type="http://schemas.openxmlformats.org/officeDocument/2006/relationships/oleObject" Target="../embeddings/oleObject67.bin"/><Relationship Id="rId3" Type="http://schemas.openxmlformats.org/officeDocument/2006/relationships/oleObject" Target="../embeddings/oleObject62.bin"/><Relationship Id="rId7" Type="http://schemas.openxmlformats.org/officeDocument/2006/relationships/oleObject" Target="../embeddings/oleObject64.bin"/><Relationship Id="rId12" Type="http://schemas.openxmlformats.org/officeDocument/2006/relationships/image" Target="../media/image66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8.wmf"/><Relationship Id="rId1" Type="http://schemas.openxmlformats.org/officeDocument/2006/relationships/vmlDrawing" Target="../drawings/vmlDrawing9.vml"/><Relationship Id="rId6" Type="http://schemas.openxmlformats.org/officeDocument/2006/relationships/image" Target="../media/image63.wmf"/><Relationship Id="rId11" Type="http://schemas.openxmlformats.org/officeDocument/2006/relationships/oleObject" Target="../embeddings/oleObject66.bin"/><Relationship Id="rId5" Type="http://schemas.openxmlformats.org/officeDocument/2006/relationships/oleObject" Target="../embeddings/oleObject63.bin"/><Relationship Id="rId15" Type="http://schemas.openxmlformats.org/officeDocument/2006/relationships/oleObject" Target="../embeddings/oleObject68.bin"/><Relationship Id="rId10" Type="http://schemas.openxmlformats.org/officeDocument/2006/relationships/image" Target="../media/image65.wmf"/><Relationship Id="rId4" Type="http://schemas.openxmlformats.org/officeDocument/2006/relationships/image" Target="../media/image62.wmf"/><Relationship Id="rId9" Type="http://schemas.openxmlformats.org/officeDocument/2006/relationships/oleObject" Target="../embeddings/oleObject65.bin"/><Relationship Id="rId14" Type="http://schemas.openxmlformats.org/officeDocument/2006/relationships/image" Target="../media/image67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wmf"/><Relationship Id="rId3" Type="http://schemas.openxmlformats.org/officeDocument/2006/relationships/oleObject" Target="../embeddings/oleObject69.bin"/><Relationship Id="rId7" Type="http://schemas.openxmlformats.org/officeDocument/2006/relationships/oleObject" Target="../embeddings/oleObject71.bin"/><Relationship Id="rId12" Type="http://schemas.openxmlformats.org/officeDocument/2006/relationships/image" Target="../media/image73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70.wmf"/><Relationship Id="rId11" Type="http://schemas.openxmlformats.org/officeDocument/2006/relationships/oleObject" Target="../embeddings/oleObject73.bin"/><Relationship Id="rId5" Type="http://schemas.openxmlformats.org/officeDocument/2006/relationships/oleObject" Target="../embeddings/oleObject70.bin"/><Relationship Id="rId10" Type="http://schemas.openxmlformats.org/officeDocument/2006/relationships/image" Target="../media/image72.wmf"/><Relationship Id="rId4" Type="http://schemas.openxmlformats.org/officeDocument/2006/relationships/image" Target="../media/image69.wmf"/><Relationship Id="rId9" Type="http://schemas.openxmlformats.org/officeDocument/2006/relationships/oleObject" Target="../embeddings/oleObject72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wmf"/><Relationship Id="rId13" Type="http://schemas.openxmlformats.org/officeDocument/2006/relationships/oleObject" Target="../embeddings/oleObject78.bin"/><Relationship Id="rId3" Type="http://schemas.openxmlformats.org/officeDocument/2006/relationships/image" Target="../media/image79.png"/><Relationship Id="rId7" Type="http://schemas.openxmlformats.org/officeDocument/2006/relationships/oleObject" Target="../embeddings/oleObject75.bin"/><Relationship Id="rId12" Type="http://schemas.openxmlformats.org/officeDocument/2006/relationships/image" Target="../media/image77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74.wmf"/><Relationship Id="rId11" Type="http://schemas.openxmlformats.org/officeDocument/2006/relationships/oleObject" Target="../embeddings/oleObject77.bin"/><Relationship Id="rId5" Type="http://schemas.openxmlformats.org/officeDocument/2006/relationships/oleObject" Target="../embeddings/oleObject74.bin"/><Relationship Id="rId10" Type="http://schemas.openxmlformats.org/officeDocument/2006/relationships/image" Target="../media/image76.wmf"/><Relationship Id="rId4" Type="http://schemas.microsoft.com/office/2007/relationships/hdphoto" Target="../media/hdphoto1.wdp"/><Relationship Id="rId9" Type="http://schemas.openxmlformats.org/officeDocument/2006/relationships/oleObject" Target="../embeddings/oleObject76.bin"/><Relationship Id="rId14" Type="http://schemas.openxmlformats.org/officeDocument/2006/relationships/image" Target="../media/image78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wmf"/><Relationship Id="rId13" Type="http://schemas.openxmlformats.org/officeDocument/2006/relationships/oleObject" Target="../embeddings/oleObject83.bin"/><Relationship Id="rId18" Type="http://schemas.openxmlformats.org/officeDocument/2006/relationships/image" Target="../media/image86.wmf"/><Relationship Id="rId3" Type="http://schemas.openxmlformats.org/officeDocument/2006/relationships/image" Target="../media/image87.png"/><Relationship Id="rId7" Type="http://schemas.openxmlformats.org/officeDocument/2006/relationships/oleObject" Target="../embeddings/oleObject80.bin"/><Relationship Id="rId12" Type="http://schemas.openxmlformats.org/officeDocument/2006/relationships/image" Target="../media/image83.wmf"/><Relationship Id="rId17" Type="http://schemas.openxmlformats.org/officeDocument/2006/relationships/oleObject" Target="../embeddings/oleObject8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85.wmf"/><Relationship Id="rId1" Type="http://schemas.openxmlformats.org/officeDocument/2006/relationships/vmlDrawing" Target="../drawings/vmlDrawing12.vml"/><Relationship Id="rId6" Type="http://schemas.openxmlformats.org/officeDocument/2006/relationships/image" Target="../media/image80.wmf"/><Relationship Id="rId11" Type="http://schemas.openxmlformats.org/officeDocument/2006/relationships/oleObject" Target="../embeddings/oleObject82.bin"/><Relationship Id="rId5" Type="http://schemas.openxmlformats.org/officeDocument/2006/relationships/oleObject" Target="../embeddings/oleObject79.bin"/><Relationship Id="rId15" Type="http://schemas.openxmlformats.org/officeDocument/2006/relationships/oleObject" Target="../embeddings/oleObject84.bin"/><Relationship Id="rId10" Type="http://schemas.openxmlformats.org/officeDocument/2006/relationships/image" Target="../media/image82.wmf"/><Relationship Id="rId4" Type="http://schemas.microsoft.com/office/2007/relationships/hdphoto" Target="../media/hdphoto2.wdp"/><Relationship Id="rId9" Type="http://schemas.openxmlformats.org/officeDocument/2006/relationships/oleObject" Target="../embeddings/oleObject81.bin"/><Relationship Id="rId14" Type="http://schemas.openxmlformats.org/officeDocument/2006/relationships/image" Target="../media/image84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wmf"/><Relationship Id="rId13" Type="http://schemas.openxmlformats.org/officeDocument/2006/relationships/oleObject" Target="../embeddings/oleObject91.bin"/><Relationship Id="rId18" Type="http://schemas.openxmlformats.org/officeDocument/2006/relationships/image" Target="../media/image95.wmf"/><Relationship Id="rId3" Type="http://schemas.openxmlformats.org/officeDocument/2006/relationships/oleObject" Target="../embeddings/oleObject86.bin"/><Relationship Id="rId21" Type="http://schemas.openxmlformats.org/officeDocument/2006/relationships/oleObject" Target="../embeddings/oleObject95.bin"/><Relationship Id="rId7" Type="http://schemas.openxmlformats.org/officeDocument/2006/relationships/oleObject" Target="../embeddings/oleObject88.bin"/><Relationship Id="rId12" Type="http://schemas.openxmlformats.org/officeDocument/2006/relationships/image" Target="../media/image92.wmf"/><Relationship Id="rId17" Type="http://schemas.openxmlformats.org/officeDocument/2006/relationships/oleObject" Target="../embeddings/oleObject9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94.wmf"/><Relationship Id="rId20" Type="http://schemas.openxmlformats.org/officeDocument/2006/relationships/image" Target="../media/image96.wmf"/><Relationship Id="rId1" Type="http://schemas.openxmlformats.org/officeDocument/2006/relationships/vmlDrawing" Target="../drawings/vmlDrawing13.vml"/><Relationship Id="rId6" Type="http://schemas.openxmlformats.org/officeDocument/2006/relationships/image" Target="../media/image89.wmf"/><Relationship Id="rId11" Type="http://schemas.openxmlformats.org/officeDocument/2006/relationships/oleObject" Target="../embeddings/oleObject90.bin"/><Relationship Id="rId24" Type="http://schemas.openxmlformats.org/officeDocument/2006/relationships/image" Target="../media/image98.wmf"/><Relationship Id="rId5" Type="http://schemas.openxmlformats.org/officeDocument/2006/relationships/oleObject" Target="../embeddings/oleObject87.bin"/><Relationship Id="rId15" Type="http://schemas.openxmlformats.org/officeDocument/2006/relationships/oleObject" Target="../embeddings/oleObject92.bin"/><Relationship Id="rId23" Type="http://schemas.openxmlformats.org/officeDocument/2006/relationships/oleObject" Target="../embeddings/oleObject96.bin"/><Relationship Id="rId10" Type="http://schemas.openxmlformats.org/officeDocument/2006/relationships/image" Target="../media/image91.wmf"/><Relationship Id="rId19" Type="http://schemas.openxmlformats.org/officeDocument/2006/relationships/oleObject" Target="../embeddings/oleObject94.bin"/><Relationship Id="rId4" Type="http://schemas.openxmlformats.org/officeDocument/2006/relationships/image" Target="../media/image88.wmf"/><Relationship Id="rId9" Type="http://schemas.openxmlformats.org/officeDocument/2006/relationships/oleObject" Target="../embeddings/oleObject89.bin"/><Relationship Id="rId14" Type="http://schemas.openxmlformats.org/officeDocument/2006/relationships/image" Target="../media/image93.wmf"/><Relationship Id="rId22" Type="http://schemas.openxmlformats.org/officeDocument/2006/relationships/image" Target="../media/image97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wmf"/><Relationship Id="rId13" Type="http://schemas.openxmlformats.org/officeDocument/2006/relationships/oleObject" Target="../embeddings/oleObject102.bin"/><Relationship Id="rId18" Type="http://schemas.openxmlformats.org/officeDocument/2006/relationships/image" Target="../media/image106.wmf"/><Relationship Id="rId26" Type="http://schemas.openxmlformats.org/officeDocument/2006/relationships/image" Target="../media/image110.wmf"/><Relationship Id="rId3" Type="http://schemas.openxmlformats.org/officeDocument/2006/relationships/oleObject" Target="../embeddings/oleObject97.bin"/><Relationship Id="rId21" Type="http://schemas.openxmlformats.org/officeDocument/2006/relationships/oleObject" Target="../embeddings/oleObject106.bin"/><Relationship Id="rId7" Type="http://schemas.openxmlformats.org/officeDocument/2006/relationships/oleObject" Target="../embeddings/oleObject99.bin"/><Relationship Id="rId12" Type="http://schemas.openxmlformats.org/officeDocument/2006/relationships/image" Target="../media/image103.wmf"/><Relationship Id="rId17" Type="http://schemas.openxmlformats.org/officeDocument/2006/relationships/oleObject" Target="../embeddings/oleObject104.bin"/><Relationship Id="rId25" Type="http://schemas.openxmlformats.org/officeDocument/2006/relationships/oleObject" Target="../embeddings/oleObject10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05.wmf"/><Relationship Id="rId20" Type="http://schemas.openxmlformats.org/officeDocument/2006/relationships/image" Target="../media/image107.wmf"/><Relationship Id="rId1" Type="http://schemas.openxmlformats.org/officeDocument/2006/relationships/vmlDrawing" Target="../drawings/vmlDrawing14.vml"/><Relationship Id="rId6" Type="http://schemas.openxmlformats.org/officeDocument/2006/relationships/image" Target="../media/image100.wmf"/><Relationship Id="rId11" Type="http://schemas.openxmlformats.org/officeDocument/2006/relationships/oleObject" Target="../embeddings/oleObject101.bin"/><Relationship Id="rId24" Type="http://schemas.openxmlformats.org/officeDocument/2006/relationships/image" Target="../media/image109.wmf"/><Relationship Id="rId5" Type="http://schemas.openxmlformats.org/officeDocument/2006/relationships/oleObject" Target="../embeddings/oleObject98.bin"/><Relationship Id="rId15" Type="http://schemas.openxmlformats.org/officeDocument/2006/relationships/oleObject" Target="../embeddings/oleObject103.bin"/><Relationship Id="rId23" Type="http://schemas.openxmlformats.org/officeDocument/2006/relationships/oleObject" Target="../embeddings/oleObject107.bin"/><Relationship Id="rId10" Type="http://schemas.openxmlformats.org/officeDocument/2006/relationships/image" Target="../media/image102.wmf"/><Relationship Id="rId19" Type="http://schemas.openxmlformats.org/officeDocument/2006/relationships/oleObject" Target="../embeddings/oleObject105.bin"/><Relationship Id="rId4" Type="http://schemas.openxmlformats.org/officeDocument/2006/relationships/image" Target="../media/image99.wmf"/><Relationship Id="rId9" Type="http://schemas.openxmlformats.org/officeDocument/2006/relationships/oleObject" Target="../embeddings/oleObject100.bin"/><Relationship Id="rId14" Type="http://schemas.openxmlformats.org/officeDocument/2006/relationships/image" Target="../media/image104.wmf"/><Relationship Id="rId22" Type="http://schemas.openxmlformats.org/officeDocument/2006/relationships/image" Target="../media/image108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wmf"/><Relationship Id="rId3" Type="http://schemas.openxmlformats.org/officeDocument/2006/relationships/oleObject" Target="../embeddings/oleObject109.bin"/><Relationship Id="rId7" Type="http://schemas.openxmlformats.org/officeDocument/2006/relationships/oleObject" Target="../embeddings/oleObject111.bin"/><Relationship Id="rId12" Type="http://schemas.openxmlformats.org/officeDocument/2006/relationships/image" Target="../media/image11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12.wmf"/><Relationship Id="rId11" Type="http://schemas.openxmlformats.org/officeDocument/2006/relationships/oleObject" Target="../embeddings/oleObject113.bin"/><Relationship Id="rId5" Type="http://schemas.openxmlformats.org/officeDocument/2006/relationships/oleObject" Target="../embeddings/oleObject110.bin"/><Relationship Id="rId10" Type="http://schemas.openxmlformats.org/officeDocument/2006/relationships/image" Target="../media/image114.wmf"/><Relationship Id="rId4" Type="http://schemas.openxmlformats.org/officeDocument/2006/relationships/image" Target="../media/image111.wmf"/><Relationship Id="rId9" Type="http://schemas.openxmlformats.org/officeDocument/2006/relationships/oleObject" Target="../embeddings/oleObject112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wmf"/><Relationship Id="rId13" Type="http://schemas.openxmlformats.org/officeDocument/2006/relationships/oleObject" Target="../embeddings/oleObject119.bin"/><Relationship Id="rId18" Type="http://schemas.openxmlformats.org/officeDocument/2006/relationships/image" Target="../media/image123.wmf"/><Relationship Id="rId3" Type="http://schemas.openxmlformats.org/officeDocument/2006/relationships/oleObject" Target="../embeddings/oleObject114.bin"/><Relationship Id="rId7" Type="http://schemas.openxmlformats.org/officeDocument/2006/relationships/oleObject" Target="../embeddings/oleObject116.bin"/><Relationship Id="rId12" Type="http://schemas.openxmlformats.org/officeDocument/2006/relationships/image" Target="../media/image120.wmf"/><Relationship Id="rId17" Type="http://schemas.openxmlformats.org/officeDocument/2006/relationships/oleObject" Target="../embeddings/oleObject12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22.wmf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17.wmf"/><Relationship Id="rId11" Type="http://schemas.openxmlformats.org/officeDocument/2006/relationships/oleObject" Target="../embeddings/oleObject118.bin"/><Relationship Id="rId5" Type="http://schemas.openxmlformats.org/officeDocument/2006/relationships/oleObject" Target="../embeddings/oleObject115.bin"/><Relationship Id="rId15" Type="http://schemas.openxmlformats.org/officeDocument/2006/relationships/oleObject" Target="../embeddings/oleObject120.bin"/><Relationship Id="rId10" Type="http://schemas.openxmlformats.org/officeDocument/2006/relationships/image" Target="../media/image119.wmf"/><Relationship Id="rId4" Type="http://schemas.openxmlformats.org/officeDocument/2006/relationships/image" Target="../media/image116.wmf"/><Relationship Id="rId9" Type="http://schemas.openxmlformats.org/officeDocument/2006/relationships/oleObject" Target="../embeddings/oleObject117.bin"/><Relationship Id="rId14" Type="http://schemas.openxmlformats.org/officeDocument/2006/relationships/image" Target="../media/image121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wmf"/><Relationship Id="rId3" Type="http://schemas.openxmlformats.org/officeDocument/2006/relationships/oleObject" Target="../embeddings/oleObject122.bin"/><Relationship Id="rId7" Type="http://schemas.openxmlformats.org/officeDocument/2006/relationships/oleObject" Target="../embeddings/oleObject12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25.wmf"/><Relationship Id="rId5" Type="http://schemas.openxmlformats.org/officeDocument/2006/relationships/oleObject" Target="../embeddings/oleObject123.bin"/><Relationship Id="rId10" Type="http://schemas.openxmlformats.org/officeDocument/2006/relationships/image" Target="../media/image127.wmf"/><Relationship Id="rId4" Type="http://schemas.openxmlformats.org/officeDocument/2006/relationships/image" Target="../media/image124.wmf"/><Relationship Id="rId9" Type="http://schemas.openxmlformats.org/officeDocument/2006/relationships/oleObject" Target="../embeddings/oleObject125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wmf"/><Relationship Id="rId3" Type="http://schemas.openxmlformats.org/officeDocument/2006/relationships/oleObject" Target="../embeddings/oleObject126.bin"/><Relationship Id="rId7" Type="http://schemas.openxmlformats.org/officeDocument/2006/relationships/oleObject" Target="../embeddings/oleObject12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29.wmf"/><Relationship Id="rId5" Type="http://schemas.openxmlformats.org/officeDocument/2006/relationships/oleObject" Target="../embeddings/oleObject127.bin"/><Relationship Id="rId10" Type="http://schemas.openxmlformats.org/officeDocument/2006/relationships/image" Target="../media/image131.wmf"/><Relationship Id="rId4" Type="http://schemas.openxmlformats.org/officeDocument/2006/relationships/image" Target="../media/image128.wmf"/><Relationship Id="rId9" Type="http://schemas.openxmlformats.org/officeDocument/2006/relationships/oleObject" Target="../embeddings/oleObject129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9.vml"/><Relationship Id="rId4" Type="http://schemas.openxmlformats.org/officeDocument/2006/relationships/image" Target="../media/image132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wmf"/><Relationship Id="rId13" Type="http://schemas.openxmlformats.org/officeDocument/2006/relationships/oleObject" Target="../embeddings/oleObject136.bin"/><Relationship Id="rId18" Type="http://schemas.openxmlformats.org/officeDocument/2006/relationships/image" Target="../media/image140.wmf"/><Relationship Id="rId26" Type="http://schemas.openxmlformats.org/officeDocument/2006/relationships/image" Target="../media/image144.wmf"/><Relationship Id="rId3" Type="http://schemas.openxmlformats.org/officeDocument/2006/relationships/oleObject" Target="../embeddings/oleObject131.bin"/><Relationship Id="rId21" Type="http://schemas.openxmlformats.org/officeDocument/2006/relationships/oleObject" Target="../embeddings/oleObject140.bin"/><Relationship Id="rId7" Type="http://schemas.openxmlformats.org/officeDocument/2006/relationships/oleObject" Target="../embeddings/oleObject133.bin"/><Relationship Id="rId12" Type="http://schemas.openxmlformats.org/officeDocument/2006/relationships/image" Target="../media/image137.wmf"/><Relationship Id="rId17" Type="http://schemas.openxmlformats.org/officeDocument/2006/relationships/oleObject" Target="../embeddings/oleObject138.bin"/><Relationship Id="rId25" Type="http://schemas.openxmlformats.org/officeDocument/2006/relationships/oleObject" Target="../embeddings/oleObject14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39.wmf"/><Relationship Id="rId20" Type="http://schemas.openxmlformats.org/officeDocument/2006/relationships/image" Target="../media/image141.wmf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34.wmf"/><Relationship Id="rId11" Type="http://schemas.openxmlformats.org/officeDocument/2006/relationships/oleObject" Target="../embeddings/oleObject135.bin"/><Relationship Id="rId24" Type="http://schemas.openxmlformats.org/officeDocument/2006/relationships/image" Target="../media/image143.wmf"/><Relationship Id="rId5" Type="http://schemas.openxmlformats.org/officeDocument/2006/relationships/oleObject" Target="../embeddings/oleObject132.bin"/><Relationship Id="rId15" Type="http://schemas.openxmlformats.org/officeDocument/2006/relationships/oleObject" Target="../embeddings/oleObject137.bin"/><Relationship Id="rId23" Type="http://schemas.openxmlformats.org/officeDocument/2006/relationships/oleObject" Target="../embeddings/oleObject141.bin"/><Relationship Id="rId10" Type="http://schemas.openxmlformats.org/officeDocument/2006/relationships/image" Target="../media/image136.wmf"/><Relationship Id="rId19" Type="http://schemas.openxmlformats.org/officeDocument/2006/relationships/oleObject" Target="../embeddings/oleObject139.bin"/><Relationship Id="rId4" Type="http://schemas.openxmlformats.org/officeDocument/2006/relationships/image" Target="../media/image133.wmf"/><Relationship Id="rId9" Type="http://schemas.openxmlformats.org/officeDocument/2006/relationships/oleObject" Target="../embeddings/oleObject134.bin"/><Relationship Id="rId14" Type="http://schemas.openxmlformats.org/officeDocument/2006/relationships/image" Target="../media/image138.wmf"/><Relationship Id="rId22" Type="http://schemas.openxmlformats.org/officeDocument/2006/relationships/image" Target="../media/image142.wmf"/><Relationship Id="rId27" Type="http://schemas.openxmlformats.org/officeDocument/2006/relationships/oleObject" Target="../embeddings/oleObject143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7.wmf"/><Relationship Id="rId13" Type="http://schemas.openxmlformats.org/officeDocument/2006/relationships/oleObject" Target="../embeddings/oleObject149.bin"/><Relationship Id="rId3" Type="http://schemas.openxmlformats.org/officeDocument/2006/relationships/oleObject" Target="../embeddings/oleObject144.bin"/><Relationship Id="rId7" Type="http://schemas.openxmlformats.org/officeDocument/2006/relationships/oleObject" Target="../embeddings/oleObject146.bin"/><Relationship Id="rId12" Type="http://schemas.openxmlformats.org/officeDocument/2006/relationships/image" Target="../media/image149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51.wmf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46.wmf"/><Relationship Id="rId11" Type="http://schemas.openxmlformats.org/officeDocument/2006/relationships/oleObject" Target="../embeddings/oleObject148.bin"/><Relationship Id="rId5" Type="http://schemas.openxmlformats.org/officeDocument/2006/relationships/oleObject" Target="../embeddings/oleObject145.bin"/><Relationship Id="rId15" Type="http://schemas.openxmlformats.org/officeDocument/2006/relationships/oleObject" Target="../embeddings/oleObject150.bin"/><Relationship Id="rId10" Type="http://schemas.openxmlformats.org/officeDocument/2006/relationships/image" Target="../media/image148.wmf"/><Relationship Id="rId4" Type="http://schemas.openxmlformats.org/officeDocument/2006/relationships/image" Target="../media/image145.wmf"/><Relationship Id="rId9" Type="http://schemas.openxmlformats.org/officeDocument/2006/relationships/oleObject" Target="../embeddings/oleObject147.bin"/><Relationship Id="rId14" Type="http://schemas.openxmlformats.org/officeDocument/2006/relationships/image" Target="../media/image150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2.vml"/><Relationship Id="rId4" Type="http://schemas.openxmlformats.org/officeDocument/2006/relationships/image" Target="../media/image152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5.wmf"/><Relationship Id="rId13" Type="http://schemas.openxmlformats.org/officeDocument/2006/relationships/oleObject" Target="../embeddings/oleObject157.bin"/><Relationship Id="rId18" Type="http://schemas.openxmlformats.org/officeDocument/2006/relationships/image" Target="../media/image160.wmf"/><Relationship Id="rId3" Type="http://schemas.openxmlformats.org/officeDocument/2006/relationships/oleObject" Target="../embeddings/oleObject152.bin"/><Relationship Id="rId21" Type="http://schemas.openxmlformats.org/officeDocument/2006/relationships/oleObject" Target="../embeddings/oleObject161.bin"/><Relationship Id="rId7" Type="http://schemas.openxmlformats.org/officeDocument/2006/relationships/oleObject" Target="../embeddings/oleObject154.bin"/><Relationship Id="rId12" Type="http://schemas.openxmlformats.org/officeDocument/2006/relationships/image" Target="../media/image157.wmf"/><Relationship Id="rId17" Type="http://schemas.openxmlformats.org/officeDocument/2006/relationships/oleObject" Target="../embeddings/oleObject15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59.wmf"/><Relationship Id="rId20" Type="http://schemas.openxmlformats.org/officeDocument/2006/relationships/image" Target="../media/image161.wmf"/><Relationship Id="rId1" Type="http://schemas.openxmlformats.org/officeDocument/2006/relationships/vmlDrawing" Target="../drawings/vmlDrawing23.vml"/><Relationship Id="rId6" Type="http://schemas.openxmlformats.org/officeDocument/2006/relationships/image" Target="../media/image154.wmf"/><Relationship Id="rId11" Type="http://schemas.openxmlformats.org/officeDocument/2006/relationships/oleObject" Target="../embeddings/oleObject156.bin"/><Relationship Id="rId5" Type="http://schemas.openxmlformats.org/officeDocument/2006/relationships/oleObject" Target="../embeddings/oleObject153.bin"/><Relationship Id="rId15" Type="http://schemas.openxmlformats.org/officeDocument/2006/relationships/oleObject" Target="../embeddings/oleObject158.bin"/><Relationship Id="rId10" Type="http://schemas.openxmlformats.org/officeDocument/2006/relationships/image" Target="../media/image156.wmf"/><Relationship Id="rId19" Type="http://schemas.openxmlformats.org/officeDocument/2006/relationships/oleObject" Target="../embeddings/oleObject160.bin"/><Relationship Id="rId4" Type="http://schemas.openxmlformats.org/officeDocument/2006/relationships/image" Target="../media/image153.wmf"/><Relationship Id="rId9" Type="http://schemas.openxmlformats.org/officeDocument/2006/relationships/oleObject" Target="../embeddings/oleObject155.bin"/><Relationship Id="rId14" Type="http://schemas.openxmlformats.org/officeDocument/2006/relationships/image" Target="../media/image158.wmf"/><Relationship Id="rId22" Type="http://schemas.openxmlformats.org/officeDocument/2006/relationships/image" Target="../media/image162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5.wmf"/><Relationship Id="rId13" Type="http://schemas.openxmlformats.org/officeDocument/2006/relationships/oleObject" Target="../embeddings/oleObject167.bin"/><Relationship Id="rId18" Type="http://schemas.openxmlformats.org/officeDocument/2006/relationships/oleObject" Target="../embeddings/oleObject170.bin"/><Relationship Id="rId3" Type="http://schemas.openxmlformats.org/officeDocument/2006/relationships/oleObject" Target="../embeddings/oleObject162.bin"/><Relationship Id="rId7" Type="http://schemas.openxmlformats.org/officeDocument/2006/relationships/oleObject" Target="../embeddings/oleObject164.bin"/><Relationship Id="rId12" Type="http://schemas.openxmlformats.org/officeDocument/2006/relationships/image" Target="../media/image167.wmf"/><Relationship Id="rId17" Type="http://schemas.openxmlformats.org/officeDocument/2006/relationships/oleObject" Target="../embeddings/oleObject16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69.wmf"/><Relationship Id="rId1" Type="http://schemas.openxmlformats.org/officeDocument/2006/relationships/vmlDrawing" Target="../drawings/vmlDrawing24.vml"/><Relationship Id="rId6" Type="http://schemas.openxmlformats.org/officeDocument/2006/relationships/image" Target="../media/image164.wmf"/><Relationship Id="rId11" Type="http://schemas.openxmlformats.org/officeDocument/2006/relationships/oleObject" Target="../embeddings/oleObject166.bin"/><Relationship Id="rId5" Type="http://schemas.openxmlformats.org/officeDocument/2006/relationships/oleObject" Target="../embeddings/oleObject163.bin"/><Relationship Id="rId15" Type="http://schemas.openxmlformats.org/officeDocument/2006/relationships/oleObject" Target="../embeddings/oleObject168.bin"/><Relationship Id="rId10" Type="http://schemas.openxmlformats.org/officeDocument/2006/relationships/image" Target="../media/image166.wmf"/><Relationship Id="rId19" Type="http://schemas.openxmlformats.org/officeDocument/2006/relationships/image" Target="../media/image170.wmf"/><Relationship Id="rId4" Type="http://schemas.openxmlformats.org/officeDocument/2006/relationships/image" Target="../media/image163.wmf"/><Relationship Id="rId9" Type="http://schemas.openxmlformats.org/officeDocument/2006/relationships/oleObject" Target="../embeddings/oleObject165.bin"/><Relationship Id="rId14" Type="http://schemas.openxmlformats.org/officeDocument/2006/relationships/image" Target="../media/image168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4.wmf"/><Relationship Id="rId13" Type="http://schemas.openxmlformats.org/officeDocument/2006/relationships/oleObject" Target="../embeddings/oleObject175.bin"/><Relationship Id="rId3" Type="http://schemas.openxmlformats.org/officeDocument/2006/relationships/oleObject" Target="../embeddings/oleObject171.bin"/><Relationship Id="rId7" Type="http://schemas.openxmlformats.org/officeDocument/2006/relationships/oleObject" Target="../embeddings/oleObject163.bin"/><Relationship Id="rId12" Type="http://schemas.openxmlformats.org/officeDocument/2006/relationships/image" Target="../media/image173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75.wmf"/><Relationship Id="rId1" Type="http://schemas.openxmlformats.org/officeDocument/2006/relationships/vmlDrawing" Target="../drawings/vmlDrawing25.vml"/><Relationship Id="rId6" Type="http://schemas.openxmlformats.org/officeDocument/2006/relationships/image" Target="../media/image170.wmf"/><Relationship Id="rId11" Type="http://schemas.openxmlformats.org/officeDocument/2006/relationships/oleObject" Target="../embeddings/oleObject174.bin"/><Relationship Id="rId5" Type="http://schemas.openxmlformats.org/officeDocument/2006/relationships/oleObject" Target="../embeddings/oleObject172.bin"/><Relationship Id="rId15" Type="http://schemas.openxmlformats.org/officeDocument/2006/relationships/oleObject" Target="../embeddings/oleObject176.bin"/><Relationship Id="rId10" Type="http://schemas.openxmlformats.org/officeDocument/2006/relationships/image" Target="../media/image172.wmf"/><Relationship Id="rId4" Type="http://schemas.openxmlformats.org/officeDocument/2006/relationships/image" Target="../media/image171.wmf"/><Relationship Id="rId9" Type="http://schemas.openxmlformats.org/officeDocument/2006/relationships/oleObject" Target="../embeddings/oleObject173.bin"/><Relationship Id="rId14" Type="http://schemas.openxmlformats.org/officeDocument/2006/relationships/image" Target="../media/image174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8.wmf"/><Relationship Id="rId3" Type="http://schemas.openxmlformats.org/officeDocument/2006/relationships/oleObject" Target="../embeddings/oleObject177.bin"/><Relationship Id="rId7" Type="http://schemas.openxmlformats.org/officeDocument/2006/relationships/oleObject" Target="../embeddings/oleObject17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177.wmf"/><Relationship Id="rId5" Type="http://schemas.openxmlformats.org/officeDocument/2006/relationships/oleObject" Target="../embeddings/oleObject178.bin"/><Relationship Id="rId4" Type="http://schemas.openxmlformats.org/officeDocument/2006/relationships/image" Target="../media/image176.wmf"/></Relationships>
</file>

<file path=ppt/slides/_rels/slide28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85.bin"/><Relationship Id="rId18" Type="http://schemas.openxmlformats.org/officeDocument/2006/relationships/image" Target="../media/image186.wmf"/><Relationship Id="rId26" Type="http://schemas.openxmlformats.org/officeDocument/2006/relationships/oleObject" Target="../embeddings/oleObject192.bin"/><Relationship Id="rId3" Type="http://schemas.openxmlformats.org/officeDocument/2006/relationships/oleObject" Target="../embeddings/oleObject180.bin"/><Relationship Id="rId21" Type="http://schemas.openxmlformats.org/officeDocument/2006/relationships/oleObject" Target="../embeddings/oleObject189.bin"/><Relationship Id="rId34" Type="http://schemas.openxmlformats.org/officeDocument/2006/relationships/image" Target="../media/image193.wmf"/><Relationship Id="rId7" Type="http://schemas.openxmlformats.org/officeDocument/2006/relationships/oleObject" Target="../embeddings/oleObject182.bin"/><Relationship Id="rId12" Type="http://schemas.openxmlformats.org/officeDocument/2006/relationships/image" Target="../media/image183.wmf"/><Relationship Id="rId17" Type="http://schemas.openxmlformats.org/officeDocument/2006/relationships/oleObject" Target="../embeddings/oleObject187.bin"/><Relationship Id="rId25" Type="http://schemas.openxmlformats.org/officeDocument/2006/relationships/image" Target="../media/image189.wmf"/><Relationship Id="rId33" Type="http://schemas.openxmlformats.org/officeDocument/2006/relationships/oleObject" Target="../embeddings/oleObject19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85.wmf"/><Relationship Id="rId20" Type="http://schemas.openxmlformats.org/officeDocument/2006/relationships/image" Target="../media/image187.wmf"/><Relationship Id="rId29" Type="http://schemas.openxmlformats.org/officeDocument/2006/relationships/oleObject" Target="../embeddings/oleObject194.bin"/><Relationship Id="rId1" Type="http://schemas.openxmlformats.org/officeDocument/2006/relationships/vmlDrawing" Target="../drawings/vmlDrawing27.vml"/><Relationship Id="rId6" Type="http://schemas.openxmlformats.org/officeDocument/2006/relationships/image" Target="../media/image180.wmf"/><Relationship Id="rId11" Type="http://schemas.openxmlformats.org/officeDocument/2006/relationships/oleObject" Target="../embeddings/oleObject184.bin"/><Relationship Id="rId24" Type="http://schemas.openxmlformats.org/officeDocument/2006/relationships/oleObject" Target="../embeddings/oleObject191.bin"/><Relationship Id="rId32" Type="http://schemas.openxmlformats.org/officeDocument/2006/relationships/image" Target="../media/image192.wmf"/><Relationship Id="rId5" Type="http://schemas.openxmlformats.org/officeDocument/2006/relationships/oleObject" Target="../embeddings/oleObject181.bin"/><Relationship Id="rId15" Type="http://schemas.openxmlformats.org/officeDocument/2006/relationships/oleObject" Target="../embeddings/oleObject186.bin"/><Relationship Id="rId23" Type="http://schemas.openxmlformats.org/officeDocument/2006/relationships/oleObject" Target="../embeddings/oleObject190.bin"/><Relationship Id="rId28" Type="http://schemas.openxmlformats.org/officeDocument/2006/relationships/oleObject" Target="../embeddings/oleObject193.bin"/><Relationship Id="rId36" Type="http://schemas.openxmlformats.org/officeDocument/2006/relationships/image" Target="../media/image194.wmf"/><Relationship Id="rId10" Type="http://schemas.openxmlformats.org/officeDocument/2006/relationships/image" Target="../media/image182.wmf"/><Relationship Id="rId19" Type="http://schemas.openxmlformats.org/officeDocument/2006/relationships/oleObject" Target="../embeddings/oleObject188.bin"/><Relationship Id="rId31" Type="http://schemas.openxmlformats.org/officeDocument/2006/relationships/oleObject" Target="../embeddings/oleObject195.bin"/><Relationship Id="rId4" Type="http://schemas.openxmlformats.org/officeDocument/2006/relationships/image" Target="../media/image179.wmf"/><Relationship Id="rId9" Type="http://schemas.openxmlformats.org/officeDocument/2006/relationships/oleObject" Target="../embeddings/oleObject183.bin"/><Relationship Id="rId14" Type="http://schemas.openxmlformats.org/officeDocument/2006/relationships/image" Target="../media/image184.wmf"/><Relationship Id="rId22" Type="http://schemas.openxmlformats.org/officeDocument/2006/relationships/image" Target="../media/image188.wmf"/><Relationship Id="rId27" Type="http://schemas.openxmlformats.org/officeDocument/2006/relationships/image" Target="../media/image190.wmf"/><Relationship Id="rId30" Type="http://schemas.openxmlformats.org/officeDocument/2006/relationships/image" Target="../media/image191.wmf"/><Relationship Id="rId35" Type="http://schemas.openxmlformats.org/officeDocument/2006/relationships/oleObject" Target="../embeddings/oleObject197.bin"/><Relationship Id="rId8" Type="http://schemas.openxmlformats.org/officeDocument/2006/relationships/image" Target="../media/image181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7.wmf"/><Relationship Id="rId3" Type="http://schemas.openxmlformats.org/officeDocument/2006/relationships/oleObject" Target="../embeddings/oleObject198.bin"/><Relationship Id="rId7" Type="http://schemas.openxmlformats.org/officeDocument/2006/relationships/oleObject" Target="../embeddings/oleObject200.bin"/><Relationship Id="rId12" Type="http://schemas.openxmlformats.org/officeDocument/2006/relationships/image" Target="../media/image19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196.wmf"/><Relationship Id="rId11" Type="http://schemas.openxmlformats.org/officeDocument/2006/relationships/oleObject" Target="../embeddings/oleObject202.bin"/><Relationship Id="rId5" Type="http://schemas.openxmlformats.org/officeDocument/2006/relationships/oleObject" Target="../embeddings/oleObject199.bin"/><Relationship Id="rId10" Type="http://schemas.openxmlformats.org/officeDocument/2006/relationships/image" Target="../media/image198.wmf"/><Relationship Id="rId4" Type="http://schemas.openxmlformats.org/officeDocument/2006/relationships/image" Target="../media/image195.wmf"/><Relationship Id="rId9" Type="http://schemas.openxmlformats.org/officeDocument/2006/relationships/oleObject" Target="../embeddings/oleObject201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2.wmf"/><Relationship Id="rId13" Type="http://schemas.openxmlformats.org/officeDocument/2006/relationships/oleObject" Target="../embeddings/oleObject208.bin"/><Relationship Id="rId18" Type="http://schemas.openxmlformats.org/officeDocument/2006/relationships/image" Target="../media/image207.wmf"/><Relationship Id="rId3" Type="http://schemas.openxmlformats.org/officeDocument/2006/relationships/oleObject" Target="../embeddings/oleObject203.bin"/><Relationship Id="rId21" Type="http://schemas.openxmlformats.org/officeDocument/2006/relationships/oleObject" Target="../embeddings/oleObject212.bin"/><Relationship Id="rId7" Type="http://schemas.openxmlformats.org/officeDocument/2006/relationships/oleObject" Target="../embeddings/oleObject205.bin"/><Relationship Id="rId12" Type="http://schemas.openxmlformats.org/officeDocument/2006/relationships/image" Target="../media/image204.wmf"/><Relationship Id="rId17" Type="http://schemas.openxmlformats.org/officeDocument/2006/relationships/oleObject" Target="../embeddings/oleObject21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06.wmf"/><Relationship Id="rId20" Type="http://schemas.openxmlformats.org/officeDocument/2006/relationships/image" Target="../media/image208.wmf"/><Relationship Id="rId1" Type="http://schemas.openxmlformats.org/officeDocument/2006/relationships/vmlDrawing" Target="../drawings/vmlDrawing29.vml"/><Relationship Id="rId6" Type="http://schemas.openxmlformats.org/officeDocument/2006/relationships/image" Target="../media/image201.wmf"/><Relationship Id="rId11" Type="http://schemas.openxmlformats.org/officeDocument/2006/relationships/oleObject" Target="../embeddings/oleObject207.bin"/><Relationship Id="rId24" Type="http://schemas.openxmlformats.org/officeDocument/2006/relationships/image" Target="../media/image210.wmf"/><Relationship Id="rId5" Type="http://schemas.openxmlformats.org/officeDocument/2006/relationships/oleObject" Target="../embeddings/oleObject204.bin"/><Relationship Id="rId15" Type="http://schemas.openxmlformats.org/officeDocument/2006/relationships/oleObject" Target="../embeddings/oleObject209.bin"/><Relationship Id="rId23" Type="http://schemas.openxmlformats.org/officeDocument/2006/relationships/oleObject" Target="../embeddings/oleObject213.bin"/><Relationship Id="rId10" Type="http://schemas.openxmlformats.org/officeDocument/2006/relationships/image" Target="../media/image203.wmf"/><Relationship Id="rId19" Type="http://schemas.openxmlformats.org/officeDocument/2006/relationships/oleObject" Target="../embeddings/oleObject211.bin"/><Relationship Id="rId4" Type="http://schemas.openxmlformats.org/officeDocument/2006/relationships/image" Target="../media/image200.wmf"/><Relationship Id="rId9" Type="http://schemas.openxmlformats.org/officeDocument/2006/relationships/oleObject" Target="../embeddings/oleObject206.bin"/><Relationship Id="rId14" Type="http://schemas.openxmlformats.org/officeDocument/2006/relationships/image" Target="../media/image205.wmf"/><Relationship Id="rId22" Type="http://schemas.openxmlformats.org/officeDocument/2006/relationships/image" Target="../media/image209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2.wmf"/><Relationship Id="rId13" Type="http://schemas.openxmlformats.org/officeDocument/2006/relationships/oleObject" Target="../embeddings/oleObject219.bin"/><Relationship Id="rId18" Type="http://schemas.openxmlformats.org/officeDocument/2006/relationships/image" Target="../media/image217.wmf"/><Relationship Id="rId3" Type="http://schemas.openxmlformats.org/officeDocument/2006/relationships/oleObject" Target="../embeddings/oleObject214.bin"/><Relationship Id="rId7" Type="http://schemas.openxmlformats.org/officeDocument/2006/relationships/oleObject" Target="../embeddings/oleObject216.bin"/><Relationship Id="rId12" Type="http://schemas.openxmlformats.org/officeDocument/2006/relationships/image" Target="../media/image214.wmf"/><Relationship Id="rId17" Type="http://schemas.openxmlformats.org/officeDocument/2006/relationships/oleObject" Target="../embeddings/oleObject22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16.wmf"/><Relationship Id="rId1" Type="http://schemas.openxmlformats.org/officeDocument/2006/relationships/vmlDrawing" Target="../drawings/vmlDrawing30.vml"/><Relationship Id="rId6" Type="http://schemas.openxmlformats.org/officeDocument/2006/relationships/image" Target="../media/image211.wmf"/><Relationship Id="rId11" Type="http://schemas.openxmlformats.org/officeDocument/2006/relationships/oleObject" Target="../embeddings/oleObject218.bin"/><Relationship Id="rId5" Type="http://schemas.openxmlformats.org/officeDocument/2006/relationships/oleObject" Target="../embeddings/oleObject215.bin"/><Relationship Id="rId15" Type="http://schemas.openxmlformats.org/officeDocument/2006/relationships/oleObject" Target="../embeddings/oleObject220.bin"/><Relationship Id="rId10" Type="http://schemas.openxmlformats.org/officeDocument/2006/relationships/image" Target="../media/image213.wmf"/><Relationship Id="rId4" Type="http://schemas.openxmlformats.org/officeDocument/2006/relationships/image" Target="../media/image210.wmf"/><Relationship Id="rId9" Type="http://schemas.openxmlformats.org/officeDocument/2006/relationships/oleObject" Target="../embeddings/oleObject217.bin"/><Relationship Id="rId14" Type="http://schemas.openxmlformats.org/officeDocument/2006/relationships/image" Target="../media/image215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9.wmf"/><Relationship Id="rId3" Type="http://schemas.openxmlformats.org/officeDocument/2006/relationships/oleObject" Target="../embeddings/oleObject222.bin"/><Relationship Id="rId7" Type="http://schemas.openxmlformats.org/officeDocument/2006/relationships/oleObject" Target="../embeddings/oleObject224.bin"/><Relationship Id="rId12" Type="http://schemas.openxmlformats.org/officeDocument/2006/relationships/image" Target="../media/image22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1.vml"/><Relationship Id="rId6" Type="http://schemas.openxmlformats.org/officeDocument/2006/relationships/image" Target="../media/image218.wmf"/><Relationship Id="rId11" Type="http://schemas.openxmlformats.org/officeDocument/2006/relationships/oleObject" Target="../embeddings/oleObject226.bin"/><Relationship Id="rId5" Type="http://schemas.openxmlformats.org/officeDocument/2006/relationships/oleObject" Target="../embeddings/oleObject223.bin"/><Relationship Id="rId10" Type="http://schemas.openxmlformats.org/officeDocument/2006/relationships/image" Target="../media/image220.wmf"/><Relationship Id="rId4" Type="http://schemas.openxmlformats.org/officeDocument/2006/relationships/image" Target="../media/image217.wmf"/><Relationship Id="rId9" Type="http://schemas.openxmlformats.org/officeDocument/2006/relationships/oleObject" Target="../embeddings/oleObject225.bin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3.wmf"/><Relationship Id="rId3" Type="http://schemas.openxmlformats.org/officeDocument/2006/relationships/oleObject" Target="../embeddings/oleObject227.bin"/><Relationship Id="rId7" Type="http://schemas.openxmlformats.org/officeDocument/2006/relationships/oleObject" Target="../embeddings/oleObject229.bin"/><Relationship Id="rId12" Type="http://schemas.openxmlformats.org/officeDocument/2006/relationships/image" Target="../media/image22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2.vml"/><Relationship Id="rId6" Type="http://schemas.openxmlformats.org/officeDocument/2006/relationships/image" Target="../media/image222.wmf"/><Relationship Id="rId11" Type="http://schemas.openxmlformats.org/officeDocument/2006/relationships/oleObject" Target="../embeddings/oleObject231.bin"/><Relationship Id="rId5" Type="http://schemas.openxmlformats.org/officeDocument/2006/relationships/oleObject" Target="../embeddings/oleObject228.bin"/><Relationship Id="rId10" Type="http://schemas.openxmlformats.org/officeDocument/2006/relationships/image" Target="../media/image224.wmf"/><Relationship Id="rId4" Type="http://schemas.openxmlformats.org/officeDocument/2006/relationships/image" Target="../media/image221.wmf"/><Relationship Id="rId9" Type="http://schemas.openxmlformats.org/officeDocument/2006/relationships/oleObject" Target="../embeddings/oleObject230.bin"/></Relationships>
</file>

<file path=ppt/slides/_rels/slide34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37.bin"/><Relationship Id="rId18" Type="http://schemas.openxmlformats.org/officeDocument/2006/relationships/image" Target="../media/image233.wmf"/><Relationship Id="rId26" Type="http://schemas.openxmlformats.org/officeDocument/2006/relationships/image" Target="../media/image237.wmf"/><Relationship Id="rId3" Type="http://schemas.openxmlformats.org/officeDocument/2006/relationships/oleObject" Target="../embeddings/oleObject232.bin"/><Relationship Id="rId21" Type="http://schemas.openxmlformats.org/officeDocument/2006/relationships/oleObject" Target="../embeddings/oleObject241.bin"/><Relationship Id="rId34" Type="http://schemas.openxmlformats.org/officeDocument/2006/relationships/image" Target="../media/image241.wmf"/><Relationship Id="rId7" Type="http://schemas.openxmlformats.org/officeDocument/2006/relationships/oleObject" Target="../embeddings/oleObject234.bin"/><Relationship Id="rId12" Type="http://schemas.openxmlformats.org/officeDocument/2006/relationships/image" Target="../media/image230.wmf"/><Relationship Id="rId17" Type="http://schemas.openxmlformats.org/officeDocument/2006/relationships/oleObject" Target="../embeddings/oleObject239.bin"/><Relationship Id="rId25" Type="http://schemas.openxmlformats.org/officeDocument/2006/relationships/oleObject" Target="../embeddings/oleObject243.bin"/><Relationship Id="rId33" Type="http://schemas.openxmlformats.org/officeDocument/2006/relationships/oleObject" Target="../embeddings/oleObject24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32.wmf"/><Relationship Id="rId20" Type="http://schemas.openxmlformats.org/officeDocument/2006/relationships/image" Target="../media/image234.wmf"/><Relationship Id="rId29" Type="http://schemas.openxmlformats.org/officeDocument/2006/relationships/oleObject" Target="../embeddings/oleObject245.bin"/><Relationship Id="rId1" Type="http://schemas.openxmlformats.org/officeDocument/2006/relationships/vmlDrawing" Target="../drawings/vmlDrawing33.vml"/><Relationship Id="rId6" Type="http://schemas.openxmlformats.org/officeDocument/2006/relationships/image" Target="../media/image227.wmf"/><Relationship Id="rId11" Type="http://schemas.openxmlformats.org/officeDocument/2006/relationships/oleObject" Target="../embeddings/oleObject236.bin"/><Relationship Id="rId24" Type="http://schemas.openxmlformats.org/officeDocument/2006/relationships/image" Target="../media/image236.wmf"/><Relationship Id="rId32" Type="http://schemas.openxmlformats.org/officeDocument/2006/relationships/image" Target="../media/image240.wmf"/><Relationship Id="rId5" Type="http://schemas.openxmlformats.org/officeDocument/2006/relationships/oleObject" Target="../embeddings/oleObject233.bin"/><Relationship Id="rId15" Type="http://schemas.openxmlformats.org/officeDocument/2006/relationships/oleObject" Target="../embeddings/oleObject238.bin"/><Relationship Id="rId23" Type="http://schemas.openxmlformats.org/officeDocument/2006/relationships/oleObject" Target="../embeddings/oleObject242.bin"/><Relationship Id="rId28" Type="http://schemas.openxmlformats.org/officeDocument/2006/relationships/image" Target="../media/image238.wmf"/><Relationship Id="rId36" Type="http://schemas.openxmlformats.org/officeDocument/2006/relationships/image" Target="../media/image242.wmf"/><Relationship Id="rId10" Type="http://schemas.openxmlformats.org/officeDocument/2006/relationships/image" Target="../media/image229.wmf"/><Relationship Id="rId19" Type="http://schemas.openxmlformats.org/officeDocument/2006/relationships/oleObject" Target="../embeddings/oleObject240.bin"/><Relationship Id="rId31" Type="http://schemas.openxmlformats.org/officeDocument/2006/relationships/oleObject" Target="../embeddings/oleObject246.bin"/><Relationship Id="rId4" Type="http://schemas.openxmlformats.org/officeDocument/2006/relationships/image" Target="../media/image226.wmf"/><Relationship Id="rId9" Type="http://schemas.openxmlformats.org/officeDocument/2006/relationships/oleObject" Target="../embeddings/oleObject235.bin"/><Relationship Id="rId14" Type="http://schemas.openxmlformats.org/officeDocument/2006/relationships/image" Target="../media/image231.wmf"/><Relationship Id="rId22" Type="http://schemas.openxmlformats.org/officeDocument/2006/relationships/image" Target="../media/image235.wmf"/><Relationship Id="rId27" Type="http://schemas.openxmlformats.org/officeDocument/2006/relationships/oleObject" Target="../embeddings/oleObject244.bin"/><Relationship Id="rId30" Type="http://schemas.openxmlformats.org/officeDocument/2006/relationships/image" Target="../media/image239.wmf"/><Relationship Id="rId35" Type="http://schemas.openxmlformats.org/officeDocument/2006/relationships/oleObject" Target="../embeddings/oleObject248.bin"/><Relationship Id="rId8" Type="http://schemas.openxmlformats.org/officeDocument/2006/relationships/image" Target="../media/image228.w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5.wmf"/><Relationship Id="rId13" Type="http://schemas.openxmlformats.org/officeDocument/2006/relationships/oleObject" Target="../embeddings/oleObject254.bin"/><Relationship Id="rId18" Type="http://schemas.openxmlformats.org/officeDocument/2006/relationships/image" Target="../media/image249.wmf"/><Relationship Id="rId3" Type="http://schemas.openxmlformats.org/officeDocument/2006/relationships/oleObject" Target="../embeddings/oleObject249.bin"/><Relationship Id="rId21" Type="http://schemas.openxmlformats.org/officeDocument/2006/relationships/oleObject" Target="../embeddings/oleObject259.bin"/><Relationship Id="rId7" Type="http://schemas.openxmlformats.org/officeDocument/2006/relationships/oleObject" Target="../embeddings/oleObject251.bin"/><Relationship Id="rId12" Type="http://schemas.openxmlformats.org/officeDocument/2006/relationships/image" Target="../media/image247.wmf"/><Relationship Id="rId17" Type="http://schemas.openxmlformats.org/officeDocument/2006/relationships/oleObject" Target="../embeddings/oleObject25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48.wmf"/><Relationship Id="rId20" Type="http://schemas.openxmlformats.org/officeDocument/2006/relationships/oleObject" Target="../embeddings/oleObject258.bin"/><Relationship Id="rId1" Type="http://schemas.openxmlformats.org/officeDocument/2006/relationships/vmlDrawing" Target="../drawings/vmlDrawing34.vml"/><Relationship Id="rId6" Type="http://schemas.openxmlformats.org/officeDocument/2006/relationships/image" Target="../media/image244.wmf"/><Relationship Id="rId11" Type="http://schemas.openxmlformats.org/officeDocument/2006/relationships/oleObject" Target="../embeddings/oleObject253.bin"/><Relationship Id="rId24" Type="http://schemas.openxmlformats.org/officeDocument/2006/relationships/oleObject" Target="../embeddings/oleObject261.bin"/><Relationship Id="rId5" Type="http://schemas.openxmlformats.org/officeDocument/2006/relationships/oleObject" Target="../embeddings/oleObject250.bin"/><Relationship Id="rId15" Type="http://schemas.openxmlformats.org/officeDocument/2006/relationships/oleObject" Target="../embeddings/oleObject255.bin"/><Relationship Id="rId23" Type="http://schemas.openxmlformats.org/officeDocument/2006/relationships/image" Target="../media/image250.wmf"/><Relationship Id="rId10" Type="http://schemas.openxmlformats.org/officeDocument/2006/relationships/image" Target="../media/image246.wmf"/><Relationship Id="rId19" Type="http://schemas.openxmlformats.org/officeDocument/2006/relationships/oleObject" Target="../embeddings/oleObject257.bin"/><Relationship Id="rId4" Type="http://schemas.openxmlformats.org/officeDocument/2006/relationships/image" Target="../media/image243.wmf"/><Relationship Id="rId9" Type="http://schemas.openxmlformats.org/officeDocument/2006/relationships/oleObject" Target="../embeddings/oleObject252.bin"/><Relationship Id="rId14" Type="http://schemas.openxmlformats.org/officeDocument/2006/relationships/image" Target="../media/image241.wmf"/><Relationship Id="rId22" Type="http://schemas.openxmlformats.org/officeDocument/2006/relationships/oleObject" Target="../embeddings/oleObject260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>
            <a:extLst>
              <a:ext uri="{FF2B5EF4-FFF2-40B4-BE49-F238E27FC236}">
                <a16:creationId xmlns:a16="http://schemas.microsoft.com/office/drawing/2014/main" id="{153A746F-4996-4F7F-821A-117E6113C9B7}"/>
              </a:ext>
            </a:extLst>
          </p:cNvPr>
          <p:cNvSpPr txBox="1">
            <a:spLocks/>
          </p:cNvSpPr>
          <p:nvPr/>
        </p:nvSpPr>
        <p:spPr>
          <a:xfrm>
            <a:off x="685800" y="1606813"/>
            <a:ext cx="7772400" cy="11017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2022</a:t>
            </a:r>
            <a:r>
              <a:rPr lang="zh-CN" altLang="en-US" sz="3600" b="1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年</a:t>
            </a:r>
            <a:r>
              <a:rPr lang="en-US" altLang="zh-CN" sz="3600" b="1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11</a:t>
            </a:r>
            <a:r>
              <a:rPr lang="zh-CN" altLang="en-US" sz="3600" b="1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月高数</a:t>
            </a:r>
            <a:r>
              <a:rPr lang="en-US" altLang="zh-CN" sz="3600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K(I)</a:t>
            </a:r>
            <a:r>
              <a:rPr lang="zh-CN" altLang="en-US" sz="3600" b="1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期中试题解析</a:t>
            </a:r>
          </a:p>
        </p:txBody>
      </p:sp>
    </p:spTree>
    <p:extLst>
      <p:ext uri="{BB962C8B-B14F-4D97-AF65-F5344CB8AC3E}">
        <p14:creationId xmlns:p14="http://schemas.microsoft.com/office/powerpoint/2010/main" val="2982027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">
            <a:extLst>
              <a:ext uri="{FF2B5EF4-FFF2-40B4-BE49-F238E27FC236}">
                <a16:creationId xmlns:a16="http://schemas.microsoft.com/office/drawing/2014/main" id="{A80A2216-F62E-49AB-87F2-33ACA1522F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5675" y="195486"/>
            <a:ext cx="214174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 b="1">
                <a:solidFill>
                  <a:schemeClr val="accent1"/>
                </a:solidFill>
                <a:latin typeface="Verdana" pitchFamily="34" charset="0"/>
                <a:ea typeface="宋体" charset="-122"/>
              </a:defRPr>
            </a:lvl1pPr>
            <a:lvl2pPr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2pPr>
            <a:lvl3pPr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3pPr>
            <a:lvl4pPr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4pPr>
            <a:lvl5pPr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9pPr>
          </a:lstStyle>
          <a:p>
            <a:r>
              <a:rPr lang="zh-CN" altLang="en-US" sz="2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一、</a:t>
            </a:r>
            <a:r>
              <a:rPr lang="en-US" altLang="zh-CN" sz="2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</a:t>
            </a:r>
            <a:r>
              <a:rPr lang="zh-CN" altLang="en-US" sz="2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填空题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4AA7FDC4-537F-479E-BB88-7FAA8B2EC1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9582529"/>
              </p:ext>
            </p:extLst>
          </p:nvPr>
        </p:nvGraphicFramePr>
        <p:xfrm>
          <a:off x="1784552" y="684012"/>
          <a:ext cx="21336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94" name="Equation" r:id="rId3" imgW="2133360" imgH="431640" progId="Equation.DSMT4">
                  <p:embed/>
                </p:oleObj>
              </mc:Choice>
              <mc:Fallback>
                <p:oleObj name="Equation" r:id="rId3" imgW="213336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84552" y="684012"/>
                        <a:ext cx="213360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9DE31F85-C689-49D5-84D3-0287F7CC9D8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7061516"/>
              </p:ext>
            </p:extLst>
          </p:nvPr>
        </p:nvGraphicFramePr>
        <p:xfrm>
          <a:off x="4273550" y="744902"/>
          <a:ext cx="5969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95" name="Equation" r:id="rId5" imgW="596880" imgH="330120" progId="Equation.DSMT4">
                  <p:embed/>
                </p:oleObj>
              </mc:Choice>
              <mc:Fallback>
                <p:oleObj name="Equation" r:id="rId5" imgW="59688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273550" y="744902"/>
                        <a:ext cx="5969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" name="组合 16">
            <a:extLst>
              <a:ext uri="{FF2B5EF4-FFF2-40B4-BE49-F238E27FC236}">
                <a16:creationId xmlns:a16="http://schemas.microsoft.com/office/drawing/2014/main" id="{1DEEFB8C-876F-4FA7-9357-8C5FA4526E94}"/>
              </a:ext>
            </a:extLst>
          </p:cNvPr>
          <p:cNvGrpSpPr/>
          <p:nvPr/>
        </p:nvGrpSpPr>
        <p:grpSpPr>
          <a:xfrm>
            <a:off x="733536" y="667965"/>
            <a:ext cx="7595852" cy="461665"/>
            <a:chOff x="792572" y="849581"/>
            <a:chExt cx="7595852" cy="461665"/>
          </a:xfrm>
        </p:grpSpPr>
        <p:sp>
          <p:nvSpPr>
            <p:cNvPr id="3" name="文本框 14">
              <a:extLst>
                <a:ext uri="{FF2B5EF4-FFF2-40B4-BE49-F238E27FC236}">
                  <a16:creationId xmlns:a16="http://schemas.microsoft.com/office/drawing/2014/main" id="{13AF33A9-F062-4A4B-ACC0-0C41B34AB8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2572" y="849581"/>
              <a:ext cx="759585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accent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solidFill>
                    <a:schemeClr val="tx1"/>
                  </a:solidFill>
                  <a:latin typeface="+mn-ea"/>
                  <a:ea typeface="+mn-ea"/>
                </a:rPr>
                <a:t>1.</a:t>
              </a:r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函数              在    上的最大值为         </a:t>
              </a:r>
              <a:r>
                <a:rPr lang="en-US" altLang="zh-CN" sz="2400" dirty="0">
                  <a:solidFill>
                    <a:schemeClr val="tx1"/>
                  </a:solidFill>
                  <a:latin typeface="+mn-ea"/>
                  <a:ea typeface="+mn-ea"/>
                </a:rPr>
                <a:t>.</a:t>
              </a:r>
              <a:endPara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CA3B00BE-5B21-45DA-AAD8-F21D46E6389A}"/>
                </a:ext>
              </a:extLst>
            </p:cNvPr>
            <p:cNvCxnSpPr>
              <a:cxnSpLocks/>
            </p:cNvCxnSpPr>
            <p:nvPr/>
          </p:nvCxnSpPr>
          <p:spPr>
            <a:xfrm>
              <a:off x="6876256" y="1230928"/>
              <a:ext cx="1152128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矩形 8">
            <a:extLst>
              <a:ext uri="{FF2B5EF4-FFF2-40B4-BE49-F238E27FC236}">
                <a16:creationId xmlns:a16="http://schemas.microsoft.com/office/drawing/2014/main" id="{0229B6C3-31F2-4992-8FBD-7099D6EE21B2}"/>
              </a:ext>
            </a:extLst>
          </p:cNvPr>
          <p:cNvSpPr/>
          <p:nvPr/>
        </p:nvSpPr>
        <p:spPr>
          <a:xfrm>
            <a:off x="782671" y="1302314"/>
            <a:ext cx="310694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zh-CN" altLang="zh-CN" sz="2400" b="1" dirty="0">
                <a:ea typeface="Times New Roman" panose="02020603050405020304" pitchFamily="18" charset="0"/>
              </a:rPr>
              <a:t> </a:t>
            </a:r>
            <a:r>
              <a:rPr lang="zh-CN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法一</a:t>
            </a:r>
            <a:r>
              <a:rPr lang="zh-CN" altLang="zh-CN" sz="2400" b="1" dirty="0">
                <a:ea typeface="Times New Roman" panose="02020603050405020304" pitchFamily="18" charset="0"/>
              </a:rPr>
              <a:t> </a:t>
            </a:r>
            <a:r>
              <a:rPr lang="zh-CN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柯西不等式</a:t>
            </a:r>
            <a:endParaRPr lang="zh-CN" altLang="en-US" sz="2400" dirty="0"/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78688363-E1CE-4DF6-85C8-0C3385933A3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9742389"/>
              </p:ext>
            </p:extLst>
          </p:nvPr>
        </p:nvGraphicFramePr>
        <p:xfrm>
          <a:off x="550012" y="1810804"/>
          <a:ext cx="79629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96" name="Equation" r:id="rId7" imgW="7962840" imgH="419040" progId="Equation.DSMT4">
                  <p:embed/>
                </p:oleObj>
              </mc:Choice>
              <mc:Fallback>
                <p:oleObj name="Equation" r:id="rId7" imgW="796284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50012" y="1810804"/>
                        <a:ext cx="79629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" name="组合 17">
            <a:extLst>
              <a:ext uri="{FF2B5EF4-FFF2-40B4-BE49-F238E27FC236}">
                <a16:creationId xmlns:a16="http://schemas.microsoft.com/office/drawing/2014/main" id="{D6BE410C-4D3C-4CC1-84CD-B19E2BA47A71}"/>
              </a:ext>
            </a:extLst>
          </p:cNvPr>
          <p:cNvGrpSpPr/>
          <p:nvPr/>
        </p:nvGrpSpPr>
        <p:grpSpPr>
          <a:xfrm>
            <a:off x="550012" y="2401613"/>
            <a:ext cx="5428602" cy="812800"/>
            <a:chOff x="439542" y="2654703"/>
            <a:chExt cx="5428602" cy="812800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85ED8E25-53C9-486D-9D26-AF1AE33A32C0}"/>
                </a:ext>
              </a:extLst>
            </p:cNvPr>
            <p:cNvSpPr/>
            <p:nvPr/>
          </p:nvSpPr>
          <p:spPr>
            <a:xfrm>
              <a:off x="439542" y="2830271"/>
              <a:ext cx="542860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zh-CN" sz="2400" b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当且仅当</a:t>
              </a:r>
              <a:r>
                <a:rPr lang="en-US" altLang="zh-CN" sz="2400" b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                              </a:t>
              </a:r>
              <a:r>
                <a:rPr lang="zh-CN" altLang="en-US" sz="2400" b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时等号成立</a:t>
              </a:r>
              <a:r>
                <a:rPr lang="en-US" altLang="zh-CN" sz="2400" b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.</a:t>
              </a:r>
              <a:endParaRPr lang="zh-CN" altLang="en-US" sz="2400" b="1" dirty="0"/>
            </a:p>
          </p:txBody>
        </p:sp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96D4B8EB-EE0C-41FE-87A8-305F36D56B9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58841631"/>
                </p:ext>
              </p:extLst>
            </p:nvPr>
          </p:nvGraphicFramePr>
          <p:xfrm>
            <a:off x="1826655" y="2654703"/>
            <a:ext cx="2146300" cy="812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297" name="Equation" r:id="rId9" imgW="2145960" imgH="812520" progId="Equation.DSMT4">
                    <p:embed/>
                  </p:oleObj>
                </mc:Choice>
                <mc:Fallback>
                  <p:oleObj name="Equation" r:id="rId9" imgW="2145960" imgH="8125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826655" y="2654703"/>
                          <a:ext cx="2146300" cy="812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" name="矩形 12">
            <a:extLst>
              <a:ext uri="{FF2B5EF4-FFF2-40B4-BE49-F238E27FC236}">
                <a16:creationId xmlns:a16="http://schemas.microsoft.com/office/drawing/2014/main" id="{607C8BD8-995E-4CEE-92ED-DCB5FCA82D98}"/>
              </a:ext>
            </a:extLst>
          </p:cNvPr>
          <p:cNvSpPr/>
          <p:nvPr/>
        </p:nvSpPr>
        <p:spPr>
          <a:xfrm>
            <a:off x="583771" y="3294861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endParaRPr lang="zh-CN" altLang="en-US" dirty="0"/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BBF602BA-1A1C-43A2-8FE4-143F7710BC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6711981"/>
              </p:ext>
            </p:extLst>
          </p:nvPr>
        </p:nvGraphicFramePr>
        <p:xfrm>
          <a:off x="1441645" y="3328843"/>
          <a:ext cx="4178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98" name="Equation" r:id="rId11" imgW="4178160" imgH="393480" progId="Equation.DSMT4">
                  <p:embed/>
                </p:oleObj>
              </mc:Choice>
              <mc:Fallback>
                <p:oleObj name="Equation" r:id="rId11" imgW="417816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441645" y="3328843"/>
                        <a:ext cx="41783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4FCD00D3-4B7E-4764-BBF3-71B8A108FC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705756"/>
              </p:ext>
            </p:extLst>
          </p:nvPr>
        </p:nvGraphicFramePr>
        <p:xfrm>
          <a:off x="1187624" y="4138248"/>
          <a:ext cx="48514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99" name="Equation" r:id="rId13" imgW="4851360" imgH="520560" progId="Equation.DSMT4">
                  <p:embed/>
                </p:oleObj>
              </mc:Choice>
              <mc:Fallback>
                <p:oleObj name="Equation" r:id="rId13" imgW="4851360" imgH="520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187624" y="4138248"/>
                        <a:ext cx="485140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CF6F0D66-29A6-4338-9A18-DE87FDC42E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5349248"/>
              </p:ext>
            </p:extLst>
          </p:nvPr>
        </p:nvGraphicFramePr>
        <p:xfrm>
          <a:off x="7276898" y="738829"/>
          <a:ext cx="1651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00" name="Equation" r:id="rId15" imgW="164880" imgH="279360" progId="Equation.DSMT4">
                  <p:embed/>
                </p:oleObj>
              </mc:Choice>
              <mc:Fallback>
                <p:oleObj name="Equation" r:id="rId15" imgW="16488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276898" y="738829"/>
                        <a:ext cx="1651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48838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5CDE634-E2BF-4AF6-8E7D-2E02888FBF2B}"/>
              </a:ext>
            </a:extLst>
          </p:cNvPr>
          <p:cNvSpPr/>
          <p:nvPr/>
        </p:nvSpPr>
        <p:spPr>
          <a:xfrm>
            <a:off x="827584" y="367258"/>
            <a:ext cx="806489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当且仅当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               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时等号成立，即          时等号成立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zh-CN" altLang="en-US" sz="2400" b="1" dirty="0"/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35B3C736-8E7C-4963-8554-962BF4CA31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6172149"/>
              </p:ext>
            </p:extLst>
          </p:nvPr>
        </p:nvGraphicFramePr>
        <p:xfrm>
          <a:off x="2259013" y="179388"/>
          <a:ext cx="16129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03" name="Equation" r:id="rId3" imgW="1612800" imgH="838080" progId="Equation.DSMT4">
                  <p:embed/>
                </p:oleObj>
              </mc:Choice>
              <mc:Fallback>
                <p:oleObj name="Equation" r:id="rId3" imgW="1612800" imgH="838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59013" y="179388"/>
                        <a:ext cx="1612900" cy="838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5D3F7F56-4707-4A29-B2B6-DDD778A05EE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3666854"/>
              </p:ext>
            </p:extLst>
          </p:nvPr>
        </p:nvGraphicFramePr>
        <p:xfrm>
          <a:off x="6243282" y="458390"/>
          <a:ext cx="5969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04" name="Equation" r:id="rId5" imgW="596880" imgH="279360" progId="Equation.DSMT4">
                  <p:embed/>
                </p:oleObj>
              </mc:Choice>
              <mc:Fallback>
                <p:oleObj name="Equation" r:id="rId5" imgW="59688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243282" y="458390"/>
                        <a:ext cx="5969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组合 6">
            <a:extLst>
              <a:ext uri="{FF2B5EF4-FFF2-40B4-BE49-F238E27FC236}">
                <a16:creationId xmlns:a16="http://schemas.microsoft.com/office/drawing/2014/main" id="{E92D7903-5492-4570-AD45-0316237ED93E}"/>
              </a:ext>
            </a:extLst>
          </p:cNvPr>
          <p:cNvGrpSpPr/>
          <p:nvPr/>
        </p:nvGrpSpPr>
        <p:grpSpPr>
          <a:xfrm>
            <a:off x="427474" y="1264493"/>
            <a:ext cx="2199566" cy="536964"/>
            <a:chOff x="427474" y="1264493"/>
            <a:chExt cx="2199566" cy="536964"/>
          </a:xfrm>
        </p:grpSpPr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F24A8EA4-E872-4BE2-A63E-E89962046D4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4617183"/>
                </p:ext>
              </p:extLst>
            </p:nvPr>
          </p:nvGraphicFramePr>
          <p:xfrm>
            <a:off x="1331640" y="1280757"/>
            <a:ext cx="1295400" cy="520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305" name="Equation" r:id="rId7" imgW="1295280" imgH="520560" progId="Equation.DSMT4">
                    <p:embed/>
                  </p:oleObj>
                </mc:Choice>
                <mc:Fallback>
                  <p:oleObj name="Equation" r:id="rId7" imgW="1295280" imgH="5205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331640" y="1280757"/>
                          <a:ext cx="1295400" cy="520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AE1D1F16-4BFF-4904-BA82-44817012424E}"/>
                </a:ext>
              </a:extLst>
            </p:cNvPr>
            <p:cNvSpPr/>
            <p:nvPr/>
          </p:nvSpPr>
          <p:spPr>
            <a:xfrm>
              <a:off x="427474" y="1264493"/>
              <a:ext cx="800219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zh-CN" sz="2400" b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从而</a:t>
              </a:r>
              <a:endParaRPr lang="zh-CN" altLang="en-US" sz="2400" b="1" dirty="0"/>
            </a:p>
          </p:txBody>
        </p:sp>
      </p:grpSp>
      <p:sp>
        <p:nvSpPr>
          <p:cNvPr id="8" name="矩形 7">
            <a:extLst>
              <a:ext uri="{FF2B5EF4-FFF2-40B4-BE49-F238E27FC236}">
                <a16:creationId xmlns:a16="http://schemas.microsoft.com/office/drawing/2014/main" id="{A3E9EDDD-7581-43E7-9B80-A093D59904C2}"/>
              </a:ext>
            </a:extLst>
          </p:cNvPr>
          <p:cNvSpPr/>
          <p:nvPr/>
        </p:nvSpPr>
        <p:spPr>
          <a:xfrm>
            <a:off x="791515" y="2110085"/>
            <a:ext cx="87235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法二</a:t>
            </a:r>
            <a:r>
              <a:rPr lang="zh-CN" altLang="zh-CN" sz="2400" b="1" dirty="0">
                <a:solidFill>
                  <a:srgbClr val="0066FF"/>
                </a:solidFill>
                <a:ea typeface="Times New Roman" panose="02020603050405020304" pitchFamily="18" charset="0"/>
              </a:rPr>
              <a:t> </a:t>
            </a:r>
            <a:endParaRPr lang="zh-CN" altLang="en-US" sz="2400" dirty="0">
              <a:solidFill>
                <a:srgbClr val="0066FF"/>
              </a:solidFill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7E6AEA87-E31E-4D62-BEB3-32FEA072FBFB}"/>
              </a:ext>
            </a:extLst>
          </p:cNvPr>
          <p:cNvGrpSpPr/>
          <p:nvPr/>
        </p:nvGrpSpPr>
        <p:grpSpPr>
          <a:xfrm>
            <a:off x="1543162" y="2110084"/>
            <a:ext cx="6485222" cy="461665"/>
            <a:chOff x="1543162" y="2110084"/>
            <a:chExt cx="6485222" cy="461665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C93A9CCE-2F32-4F25-A2BE-7B9E5176CD08}"/>
                </a:ext>
              </a:extLst>
            </p:cNvPr>
            <p:cNvSpPr/>
            <p:nvPr/>
          </p:nvSpPr>
          <p:spPr>
            <a:xfrm>
              <a:off x="1543162" y="2110084"/>
              <a:ext cx="648522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易求得    在          内存在唯一驻点           从而</a:t>
              </a:r>
              <a:r>
                <a:rPr lang="zh-CN" altLang="zh-CN" sz="2400" b="1" dirty="0">
                  <a:ea typeface="Times New Roman" panose="02020603050405020304" pitchFamily="18" charset="0"/>
                </a:rPr>
                <a:t> </a:t>
              </a:r>
              <a:endParaRPr lang="zh-CN" altLang="en-US" sz="2400" dirty="0"/>
            </a:p>
          </p:txBody>
        </p:sp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E38FE206-F1C1-4DCA-A1F7-58054E5BA24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80441856"/>
                </p:ext>
              </p:extLst>
            </p:nvPr>
          </p:nvGraphicFramePr>
          <p:xfrm>
            <a:off x="2596750" y="2253291"/>
            <a:ext cx="2159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306" name="Equation" r:id="rId9" imgW="215640" imgH="266400" progId="Equation.DSMT4">
                    <p:embed/>
                  </p:oleObj>
                </mc:Choice>
                <mc:Fallback>
                  <p:oleObj name="Equation" r:id="rId9" imgW="215640" imgH="2664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2596750" y="2253291"/>
                          <a:ext cx="215900" cy="266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D4ACE890-7C82-42E3-AC42-EEB0EEF7631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72290785"/>
                </p:ext>
              </p:extLst>
            </p:nvPr>
          </p:nvGraphicFramePr>
          <p:xfrm>
            <a:off x="3236913" y="2169466"/>
            <a:ext cx="6350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307" name="Equation" r:id="rId11" imgW="634680" imgH="342720" progId="Equation.DSMT4">
                    <p:embed/>
                  </p:oleObj>
                </mc:Choice>
                <mc:Fallback>
                  <p:oleObj name="Equation" r:id="rId11" imgW="6346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3236913" y="2169466"/>
                          <a:ext cx="6350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55684155-46E8-4FA8-8134-2D2E3C1B5C9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79387214"/>
                </p:ext>
              </p:extLst>
            </p:nvPr>
          </p:nvGraphicFramePr>
          <p:xfrm>
            <a:off x="6141100" y="2189791"/>
            <a:ext cx="6731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308" name="Equation" r:id="rId13" imgW="672840" imgH="330120" progId="Equation.DSMT4">
                    <p:embed/>
                  </p:oleObj>
                </mc:Choice>
                <mc:Fallback>
                  <p:oleObj name="Equation" r:id="rId13" imgW="67284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6141100" y="2189791"/>
                          <a:ext cx="6731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23BCD8CC-37FC-4C86-81AA-76AE2BCB0CE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3235276"/>
              </p:ext>
            </p:extLst>
          </p:nvPr>
        </p:nvGraphicFramePr>
        <p:xfrm>
          <a:off x="1331640" y="3082618"/>
          <a:ext cx="62992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09" name="Equation" r:id="rId15" imgW="6298920" imgH="583920" progId="Equation.DSMT4">
                  <p:embed/>
                </p:oleObj>
              </mc:Choice>
              <mc:Fallback>
                <p:oleObj name="Equation" r:id="rId15" imgW="6298920" imgH="58392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F24A8EA4-E872-4BE2-A63E-E89962046D4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331640" y="3082618"/>
                        <a:ext cx="6299200" cy="584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140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4">
            <a:extLst>
              <a:ext uri="{FF2B5EF4-FFF2-40B4-BE49-F238E27FC236}">
                <a16:creationId xmlns:a16="http://schemas.microsoft.com/office/drawing/2014/main" id="{D60AE3D3-2B57-41E6-9375-F948521711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560" y="339502"/>
            <a:ext cx="316835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</a:rPr>
              <a:t>2.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设         则极限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BA5627FC-C2C9-4F6B-AA4B-6EA332BF2F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0609026"/>
              </p:ext>
            </p:extLst>
          </p:nvPr>
        </p:nvGraphicFramePr>
        <p:xfrm>
          <a:off x="3643855" y="157584"/>
          <a:ext cx="18923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78" name="Equation" r:id="rId3" imgW="1892160" imgH="825480" progId="Equation.DSMT4">
                  <p:embed/>
                </p:oleObj>
              </mc:Choice>
              <mc:Fallback>
                <p:oleObj name="Equation" r:id="rId3" imgW="1892160" imgH="825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643855" y="157584"/>
                        <a:ext cx="1892300" cy="825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组合 6">
            <a:extLst>
              <a:ext uri="{FF2B5EF4-FFF2-40B4-BE49-F238E27FC236}">
                <a16:creationId xmlns:a16="http://schemas.microsoft.com/office/drawing/2014/main" id="{65E3F18E-08F2-4C04-AE5C-A8DD27DA30DA}"/>
              </a:ext>
            </a:extLst>
          </p:cNvPr>
          <p:cNvGrpSpPr/>
          <p:nvPr/>
        </p:nvGrpSpPr>
        <p:grpSpPr>
          <a:xfrm>
            <a:off x="5652120" y="406712"/>
            <a:ext cx="1486947" cy="461665"/>
            <a:chOff x="6084168" y="521419"/>
            <a:chExt cx="1486947" cy="461665"/>
          </a:xfrm>
        </p:grpSpPr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AED5A8D6-B7A7-4913-AEE6-2681AF20E005}"/>
                </a:ext>
              </a:extLst>
            </p:cNvPr>
            <p:cNvCxnSpPr>
              <a:cxnSpLocks/>
            </p:cNvCxnSpPr>
            <p:nvPr/>
          </p:nvCxnSpPr>
          <p:spPr>
            <a:xfrm>
              <a:off x="6084168" y="804048"/>
              <a:ext cx="1152128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A2370191-1F7F-46F1-8E47-F6AF2C6E898C}"/>
                </a:ext>
              </a:extLst>
            </p:cNvPr>
            <p:cNvSpPr/>
            <p:nvPr/>
          </p:nvSpPr>
          <p:spPr>
            <a:xfrm>
              <a:off x="7232561" y="521419"/>
              <a:ext cx="338554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solidFill>
                    <a:prstClr val="black"/>
                  </a:solidFill>
                  <a:latin typeface="宋体" panose="02010600030101010101" pitchFamily="2" charset="-122"/>
                </a:rPr>
                <a:t>.</a:t>
              </a:r>
              <a:endParaRPr lang="zh-CN" altLang="en-US" dirty="0"/>
            </a:p>
          </p:txBody>
        </p:sp>
      </p:grpSp>
      <p:sp>
        <p:nvSpPr>
          <p:cNvPr id="6" name="矩形 5">
            <a:extLst>
              <a:ext uri="{FF2B5EF4-FFF2-40B4-BE49-F238E27FC236}">
                <a16:creationId xmlns:a16="http://schemas.microsoft.com/office/drawing/2014/main" id="{C65D5443-2EC6-46FC-A61D-7C42BBD2FB86}"/>
              </a:ext>
            </a:extLst>
          </p:cNvPr>
          <p:cNvSpPr/>
          <p:nvPr/>
        </p:nvSpPr>
        <p:spPr>
          <a:xfrm>
            <a:off x="521653" y="1506438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解析</a:t>
            </a:r>
            <a:endParaRPr lang="zh-CN" altLang="en-US" sz="2400" dirty="0"/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01628626-2CD3-4AE8-89EA-D869A66778E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6033819"/>
              </p:ext>
            </p:extLst>
          </p:nvPr>
        </p:nvGraphicFramePr>
        <p:xfrm>
          <a:off x="1327062" y="438451"/>
          <a:ext cx="11684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79" name="Equation" r:id="rId5" imgW="1168200" imgH="330120" progId="Equation.DSMT4">
                  <p:embed/>
                </p:oleObj>
              </mc:Choice>
              <mc:Fallback>
                <p:oleObj name="Equation" r:id="rId5" imgW="116820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327062" y="438451"/>
                        <a:ext cx="11684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F046F81F-3849-42ED-B99D-9783194326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746800"/>
              </p:ext>
            </p:extLst>
          </p:nvPr>
        </p:nvGraphicFramePr>
        <p:xfrm>
          <a:off x="1503578" y="1324521"/>
          <a:ext cx="30353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80" name="Equation" r:id="rId7" imgW="3035160" imgH="825480" progId="Equation.DSMT4">
                  <p:embed/>
                </p:oleObj>
              </mc:Choice>
              <mc:Fallback>
                <p:oleObj name="Equation" r:id="rId7" imgW="3035160" imgH="825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03578" y="1324521"/>
                        <a:ext cx="3035300" cy="825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46EE82A3-707E-4435-944D-FDEFA928FAA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2221864"/>
              </p:ext>
            </p:extLst>
          </p:nvPr>
        </p:nvGraphicFramePr>
        <p:xfrm>
          <a:off x="5622634" y="1324521"/>
          <a:ext cx="29845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81" name="Equation" r:id="rId9" imgW="2984400" imgH="825480" progId="Equation.DSMT4">
                  <p:embed/>
                </p:oleObj>
              </mc:Choice>
              <mc:Fallback>
                <p:oleObj name="Equation" r:id="rId9" imgW="2984400" imgH="825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622634" y="1324521"/>
                        <a:ext cx="2984500" cy="825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>
            <a:extLst>
              <a:ext uri="{FF2B5EF4-FFF2-40B4-BE49-F238E27FC236}">
                <a16:creationId xmlns:a16="http://schemas.microsoft.com/office/drawing/2014/main" id="{1807E8D0-C264-4FB1-A1F6-907D284D2DD8}"/>
              </a:ext>
            </a:extLst>
          </p:cNvPr>
          <p:cNvSpPr/>
          <p:nvPr/>
        </p:nvSpPr>
        <p:spPr>
          <a:xfrm>
            <a:off x="4834534" y="1563638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而</a:t>
            </a:r>
            <a:endParaRPr lang="zh-CN" altLang="en-US" sz="2400" b="1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834B68A-D9DB-4C8F-A5CB-CCF449667941}"/>
              </a:ext>
            </a:extLst>
          </p:cNvPr>
          <p:cNvSpPr/>
          <p:nvPr/>
        </p:nvSpPr>
        <p:spPr>
          <a:xfrm>
            <a:off x="610139" y="2787774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endParaRPr lang="zh-CN" altLang="en-US" sz="2400" b="1" dirty="0"/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9C70378E-E22A-41F9-B71A-904DD8C5A37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4826248"/>
              </p:ext>
            </p:extLst>
          </p:nvPr>
        </p:nvGraphicFramePr>
        <p:xfrm>
          <a:off x="1445521" y="2580730"/>
          <a:ext cx="22479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82" name="Equation" r:id="rId11" imgW="2247840" imgH="825480" progId="Equation.DSMT4">
                  <p:embed/>
                </p:oleObj>
              </mc:Choice>
              <mc:Fallback>
                <p:oleObj name="Equation" r:id="rId11" imgW="2247840" imgH="825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445521" y="2580730"/>
                        <a:ext cx="2247900" cy="825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2074AA24-37DF-4F2E-9874-7999168FD39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9550574"/>
              </p:ext>
            </p:extLst>
          </p:nvPr>
        </p:nvGraphicFramePr>
        <p:xfrm>
          <a:off x="6099317" y="202034"/>
          <a:ext cx="2540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83" name="Equation" r:id="rId13" imgW="253800" imgH="736560" progId="Equation.DSMT4">
                  <p:embed/>
                </p:oleObj>
              </mc:Choice>
              <mc:Fallback>
                <p:oleObj name="Equation" r:id="rId13" imgW="25380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099317" y="202034"/>
                        <a:ext cx="2540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89705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/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E35A243-6F8C-4487-BF33-FF3E67DE01DB}"/>
              </a:ext>
            </a:extLst>
          </p:cNvPr>
          <p:cNvSpPr/>
          <p:nvPr/>
        </p:nvSpPr>
        <p:spPr>
          <a:xfrm>
            <a:off x="599212" y="339502"/>
            <a:ext cx="63490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+mn-ea"/>
              </a:rPr>
              <a:t>3.</a:t>
            </a:r>
            <a:r>
              <a:rPr lang="zh-CN" altLang="en-US" sz="2400" b="1" dirty="0">
                <a:latin typeface="+mn-ea"/>
              </a:rPr>
              <a:t>曲线           在点     处的切线方程为</a:t>
            </a:r>
            <a:endParaRPr lang="zh-CN" altLang="en-US" sz="2400" b="1" dirty="0"/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F0E06C15-D040-4B65-BCAE-C793AC2FFF6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896042"/>
              </p:ext>
            </p:extLst>
          </p:nvPr>
        </p:nvGraphicFramePr>
        <p:xfrm>
          <a:off x="1707208" y="375086"/>
          <a:ext cx="15875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440" name="Equation" r:id="rId3" imgW="1587240" imgH="406080" progId="Equation.DSMT4">
                  <p:embed/>
                </p:oleObj>
              </mc:Choice>
              <mc:Fallback>
                <p:oleObj name="Equation" r:id="rId3" imgW="158724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07208" y="375086"/>
                        <a:ext cx="15875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B584A12E-EFD9-487F-8FB2-E1EFC86C0C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8286961"/>
              </p:ext>
            </p:extLst>
          </p:nvPr>
        </p:nvGraphicFramePr>
        <p:xfrm>
          <a:off x="4002867" y="406836"/>
          <a:ext cx="546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441" name="Equation" r:id="rId5" imgW="545760" imgH="342720" progId="Equation.DSMT4">
                  <p:embed/>
                </p:oleObj>
              </mc:Choice>
              <mc:Fallback>
                <p:oleObj name="Equation" r:id="rId5" imgW="54576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002867" y="406836"/>
                        <a:ext cx="5461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组合 4">
            <a:extLst>
              <a:ext uri="{FF2B5EF4-FFF2-40B4-BE49-F238E27FC236}">
                <a16:creationId xmlns:a16="http://schemas.microsoft.com/office/drawing/2014/main" id="{D2907135-1ADA-45F9-8097-86B72A3AF478}"/>
              </a:ext>
            </a:extLst>
          </p:cNvPr>
          <p:cNvGrpSpPr/>
          <p:nvPr/>
        </p:nvGrpSpPr>
        <p:grpSpPr>
          <a:xfrm>
            <a:off x="6948264" y="550653"/>
            <a:ext cx="1486947" cy="461665"/>
            <a:chOff x="6084168" y="521419"/>
            <a:chExt cx="1486947" cy="461665"/>
          </a:xfrm>
        </p:grpSpPr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9AED6C29-6FDF-4591-B8C3-B5C6B0C8DF12}"/>
                </a:ext>
              </a:extLst>
            </p:cNvPr>
            <p:cNvCxnSpPr>
              <a:cxnSpLocks/>
            </p:cNvCxnSpPr>
            <p:nvPr/>
          </p:nvCxnSpPr>
          <p:spPr>
            <a:xfrm>
              <a:off x="6084168" y="804048"/>
              <a:ext cx="1152128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AD7D2D52-5933-40FB-99E2-6CF0035D3151}"/>
                </a:ext>
              </a:extLst>
            </p:cNvPr>
            <p:cNvSpPr/>
            <p:nvPr/>
          </p:nvSpPr>
          <p:spPr>
            <a:xfrm>
              <a:off x="7232561" y="521419"/>
              <a:ext cx="338554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solidFill>
                    <a:prstClr val="black"/>
                  </a:solidFill>
                  <a:latin typeface="宋体" panose="02010600030101010101" pitchFamily="2" charset="-122"/>
                </a:rPr>
                <a:t>.</a:t>
              </a:r>
              <a:endParaRPr lang="zh-CN" altLang="en-US" dirty="0"/>
            </a:p>
          </p:txBody>
        </p:sp>
      </p:grpSp>
      <p:sp>
        <p:nvSpPr>
          <p:cNvPr id="8" name="矩形 7">
            <a:extLst>
              <a:ext uri="{FF2B5EF4-FFF2-40B4-BE49-F238E27FC236}">
                <a16:creationId xmlns:a16="http://schemas.microsoft.com/office/drawing/2014/main" id="{57359E88-48C6-49B2-8846-D0735B163AAF}"/>
              </a:ext>
            </a:extLst>
          </p:cNvPr>
          <p:cNvSpPr/>
          <p:nvPr/>
        </p:nvSpPr>
        <p:spPr>
          <a:xfrm>
            <a:off x="539552" y="1173460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解析</a:t>
            </a:r>
            <a:endParaRPr lang="zh-CN" altLang="en-US" sz="2400" dirty="0"/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973408BD-FF44-4E63-8625-531F69AC2164}"/>
              </a:ext>
            </a:extLst>
          </p:cNvPr>
          <p:cNvGrpSpPr/>
          <p:nvPr/>
        </p:nvGrpSpPr>
        <p:grpSpPr>
          <a:xfrm>
            <a:off x="1363621" y="1173460"/>
            <a:ext cx="3424403" cy="461665"/>
            <a:chOff x="1363621" y="1173460"/>
            <a:chExt cx="3424403" cy="461665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CA36B914-AB19-426B-ADCC-1C569625D759}"/>
                </a:ext>
              </a:extLst>
            </p:cNvPr>
            <p:cNvSpPr/>
            <p:nvPr/>
          </p:nvSpPr>
          <p:spPr>
            <a:xfrm>
              <a:off x="1363621" y="1173460"/>
              <a:ext cx="3424403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方程两边对   求导得</a:t>
              </a:r>
              <a:endParaRPr lang="zh-CN" altLang="en-US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B9C82222-1268-4083-93E0-1B7504732D9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69235865"/>
                </p:ext>
              </p:extLst>
            </p:nvPr>
          </p:nvGraphicFramePr>
          <p:xfrm>
            <a:off x="3059832" y="1302692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442" name="Equation" r:id="rId7" imgW="190440" imgH="203040" progId="Equation.DSMT4">
                    <p:embed/>
                  </p:oleObj>
                </mc:Choice>
                <mc:Fallback>
                  <p:oleObj name="Equation" r:id="rId7" imgW="19044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059832" y="1302692"/>
                          <a:ext cx="1905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7BA6008D-0B34-4156-A718-5829AEFA4D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4024576"/>
              </p:ext>
            </p:extLst>
          </p:nvPr>
        </p:nvGraphicFramePr>
        <p:xfrm>
          <a:off x="3059832" y="1739446"/>
          <a:ext cx="2273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443" name="Equation" r:id="rId9" imgW="2273040" imgH="736560" progId="Equation.DSMT4">
                  <p:embed/>
                </p:oleObj>
              </mc:Choice>
              <mc:Fallback>
                <p:oleObj name="Equation" r:id="rId9" imgW="227304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059832" y="1739446"/>
                        <a:ext cx="22733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" name="组合 20">
            <a:extLst>
              <a:ext uri="{FF2B5EF4-FFF2-40B4-BE49-F238E27FC236}">
                <a16:creationId xmlns:a16="http://schemas.microsoft.com/office/drawing/2014/main" id="{AE8E69A1-7AE2-4491-A4B3-EBC64DFA40E2}"/>
              </a:ext>
            </a:extLst>
          </p:cNvPr>
          <p:cNvGrpSpPr/>
          <p:nvPr/>
        </p:nvGrpSpPr>
        <p:grpSpPr>
          <a:xfrm>
            <a:off x="599212" y="2715766"/>
            <a:ext cx="4733920" cy="461665"/>
            <a:chOff x="599212" y="2715766"/>
            <a:chExt cx="4733920" cy="461665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909780A8-241E-4793-AA5B-DA4E9B413041}"/>
                </a:ext>
              </a:extLst>
            </p:cNvPr>
            <p:cNvSpPr/>
            <p:nvPr/>
          </p:nvSpPr>
          <p:spPr>
            <a:xfrm>
              <a:off x="599212" y="2715766"/>
              <a:ext cx="3424403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将         代入上式得</a:t>
              </a:r>
              <a:endParaRPr lang="zh-CN" altLang="en-US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F2D507B8-0FBF-499F-AF88-F518C274D15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23407823"/>
                </p:ext>
              </p:extLst>
            </p:nvPr>
          </p:nvGraphicFramePr>
          <p:xfrm>
            <a:off x="1008152" y="2834531"/>
            <a:ext cx="12827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444" name="Equation" r:id="rId11" imgW="1282680" imgH="342720" progId="Equation.DSMT4">
                    <p:embed/>
                  </p:oleObj>
                </mc:Choice>
                <mc:Fallback>
                  <p:oleObj name="Equation" r:id="rId11" imgW="12826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008152" y="2834531"/>
                          <a:ext cx="12827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506486B6-9CB1-4650-869A-292799287E2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54082893"/>
                </p:ext>
              </p:extLst>
            </p:nvPr>
          </p:nvGraphicFramePr>
          <p:xfrm>
            <a:off x="4050432" y="2768798"/>
            <a:ext cx="12827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445" name="Equation" r:id="rId13" imgW="1282680" imgH="355320" progId="Equation.DSMT4">
                    <p:embed/>
                  </p:oleObj>
                </mc:Choice>
                <mc:Fallback>
                  <p:oleObj name="Equation" r:id="rId13" imgW="1282680" imgH="3553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4050432" y="2768798"/>
                          <a:ext cx="12827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" name="矩形 14">
            <a:extLst>
              <a:ext uri="{FF2B5EF4-FFF2-40B4-BE49-F238E27FC236}">
                <a16:creationId xmlns:a16="http://schemas.microsoft.com/office/drawing/2014/main" id="{27836112-7049-4A01-8EEF-453A9162CB93}"/>
              </a:ext>
            </a:extLst>
          </p:cNvPr>
          <p:cNvSpPr/>
          <p:nvPr/>
        </p:nvSpPr>
        <p:spPr>
          <a:xfrm>
            <a:off x="614290" y="3508375"/>
            <a:ext cx="302160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从而所求切线方程为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7CE5C466-C11F-48F2-B39B-8627D0213AB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3184720"/>
              </p:ext>
            </p:extLst>
          </p:nvPr>
        </p:nvGraphicFramePr>
        <p:xfrm>
          <a:off x="3640884" y="3567757"/>
          <a:ext cx="1993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446" name="Equation" r:id="rId15" imgW="1993680" imgH="342720" progId="Equation.DSMT4">
                  <p:embed/>
                </p:oleObj>
              </mc:Choice>
              <mc:Fallback>
                <p:oleObj name="Equation" r:id="rId15" imgW="19936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640884" y="3567757"/>
                        <a:ext cx="19939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2" name="组合 21">
            <a:extLst>
              <a:ext uri="{FF2B5EF4-FFF2-40B4-BE49-F238E27FC236}">
                <a16:creationId xmlns:a16="http://schemas.microsoft.com/office/drawing/2014/main" id="{6EF1DAFA-022F-4886-A5A9-855E48FE99BD}"/>
              </a:ext>
            </a:extLst>
          </p:cNvPr>
          <p:cNvGrpSpPr/>
          <p:nvPr/>
        </p:nvGrpSpPr>
        <p:grpSpPr>
          <a:xfrm>
            <a:off x="5652120" y="3508374"/>
            <a:ext cx="2218556" cy="461665"/>
            <a:chOff x="5652120" y="3508374"/>
            <a:chExt cx="2218556" cy="461665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27609CAC-AD07-405D-802D-01CA1F1A5EBE}"/>
                </a:ext>
              </a:extLst>
            </p:cNvPr>
            <p:cNvSpPr/>
            <p:nvPr/>
          </p:nvSpPr>
          <p:spPr>
            <a:xfrm>
              <a:off x="5652120" y="3508374"/>
              <a:ext cx="57606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即</a:t>
              </a:r>
              <a:endParaRPr lang="zh-CN" altLang="en-US" dirty="0"/>
            </a:p>
          </p:txBody>
        </p:sp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87CED604-BC1B-452A-9D8D-8F29AEEDDBC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30862750"/>
                </p:ext>
              </p:extLst>
            </p:nvPr>
          </p:nvGraphicFramePr>
          <p:xfrm>
            <a:off x="6156176" y="3578188"/>
            <a:ext cx="17145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447" name="Equation" r:id="rId17" imgW="1714320" imgH="342720" progId="Equation.DSMT4">
                    <p:embed/>
                  </p:oleObj>
                </mc:Choice>
                <mc:Fallback>
                  <p:oleObj name="Equation" r:id="rId17" imgW="171432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6156176" y="3578188"/>
                          <a:ext cx="17145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2AB48BF9-345F-4C7C-BDBA-114CD21EBE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1259035"/>
              </p:ext>
            </p:extLst>
          </p:nvPr>
        </p:nvGraphicFramePr>
        <p:xfrm>
          <a:off x="6948264" y="396944"/>
          <a:ext cx="1651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448" name="Equation" r:id="rId19" imgW="1650960" imgH="342720" progId="Equation.DSMT4">
                  <p:embed/>
                </p:oleObj>
              </mc:Choice>
              <mc:Fallback>
                <p:oleObj name="Equation" r:id="rId19" imgW="165096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6948264" y="396944"/>
                        <a:ext cx="16510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0319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4463D0C-596C-4F4B-A485-46DDF557C82F}"/>
              </a:ext>
            </a:extLst>
          </p:cNvPr>
          <p:cNvSpPr/>
          <p:nvPr/>
        </p:nvSpPr>
        <p:spPr>
          <a:xfrm>
            <a:off x="599212" y="339502"/>
            <a:ext cx="123648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+mn-ea"/>
              </a:rPr>
              <a:t>4.</a:t>
            </a:r>
            <a:r>
              <a:rPr lang="zh-CN" altLang="en-US" sz="2400" b="1" dirty="0">
                <a:latin typeface="+mn-ea"/>
              </a:rPr>
              <a:t>极限</a:t>
            </a:r>
            <a:endParaRPr lang="zh-CN" altLang="en-US" sz="2400" b="1" dirty="0"/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A000E021-BACC-4426-91D9-594903FFA6C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9256289"/>
              </p:ext>
            </p:extLst>
          </p:nvPr>
        </p:nvGraphicFramePr>
        <p:xfrm>
          <a:off x="1619672" y="123478"/>
          <a:ext cx="17272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413" name="Equation" r:id="rId3" imgW="1726920" imgH="736560" progId="Equation.DSMT4">
                  <p:embed/>
                </p:oleObj>
              </mc:Choice>
              <mc:Fallback>
                <p:oleObj name="Equation" r:id="rId3" imgW="172692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19672" y="123478"/>
                        <a:ext cx="17272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3">
            <a:extLst>
              <a:ext uri="{FF2B5EF4-FFF2-40B4-BE49-F238E27FC236}">
                <a16:creationId xmlns:a16="http://schemas.microsoft.com/office/drawing/2014/main" id="{0C9431CE-9BB5-4674-A8A1-927B32C8BD3B}"/>
              </a:ext>
            </a:extLst>
          </p:cNvPr>
          <p:cNvGrpSpPr/>
          <p:nvPr/>
        </p:nvGrpSpPr>
        <p:grpSpPr>
          <a:xfrm>
            <a:off x="3346872" y="398413"/>
            <a:ext cx="1486947" cy="461665"/>
            <a:chOff x="6084168" y="521419"/>
            <a:chExt cx="1486947" cy="461665"/>
          </a:xfrm>
        </p:grpSpPr>
        <p:cxnSp>
          <p:nvCxnSpPr>
            <p:cNvPr id="5" name="直接连接符 4">
              <a:extLst>
                <a:ext uri="{FF2B5EF4-FFF2-40B4-BE49-F238E27FC236}">
                  <a16:creationId xmlns:a16="http://schemas.microsoft.com/office/drawing/2014/main" id="{10B7A70A-6D69-4624-9109-7D13E5E047DE}"/>
                </a:ext>
              </a:extLst>
            </p:cNvPr>
            <p:cNvCxnSpPr>
              <a:cxnSpLocks/>
            </p:cNvCxnSpPr>
            <p:nvPr/>
          </p:nvCxnSpPr>
          <p:spPr>
            <a:xfrm>
              <a:off x="6084168" y="804048"/>
              <a:ext cx="1152128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56C6B5DD-6B2E-460D-8902-9EC446B29060}"/>
                </a:ext>
              </a:extLst>
            </p:cNvPr>
            <p:cNvSpPr/>
            <p:nvPr/>
          </p:nvSpPr>
          <p:spPr>
            <a:xfrm>
              <a:off x="7232561" y="521419"/>
              <a:ext cx="338554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solidFill>
                    <a:prstClr val="black"/>
                  </a:solidFill>
                  <a:latin typeface="宋体" panose="02010600030101010101" pitchFamily="2" charset="-122"/>
                </a:rPr>
                <a:t>.</a:t>
              </a:r>
              <a:endParaRPr lang="zh-CN" altLang="en-US" dirty="0"/>
            </a:p>
          </p:txBody>
        </p:sp>
      </p:grpSp>
      <p:sp>
        <p:nvSpPr>
          <p:cNvPr id="7" name="矩形 6">
            <a:extLst>
              <a:ext uri="{FF2B5EF4-FFF2-40B4-BE49-F238E27FC236}">
                <a16:creationId xmlns:a16="http://schemas.microsoft.com/office/drawing/2014/main" id="{3C79F42E-0C25-4AA6-B6C5-C55BE0E358D7}"/>
              </a:ext>
            </a:extLst>
          </p:cNvPr>
          <p:cNvSpPr/>
          <p:nvPr/>
        </p:nvSpPr>
        <p:spPr>
          <a:xfrm>
            <a:off x="575695" y="1179066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解析</a:t>
            </a:r>
            <a:endParaRPr lang="zh-CN" altLang="en-US" sz="2400" dirty="0"/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CD1B2D28-2D68-42C2-8FDF-F05FEC0C6453}"/>
              </a:ext>
            </a:extLst>
          </p:cNvPr>
          <p:cNvGrpSpPr/>
          <p:nvPr/>
        </p:nvGrpSpPr>
        <p:grpSpPr>
          <a:xfrm>
            <a:off x="1508579" y="1000031"/>
            <a:ext cx="2109433" cy="640700"/>
            <a:chOff x="1508579" y="1000031"/>
            <a:chExt cx="2109433" cy="640700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2B16AD80-48B2-41E5-A1E3-9ABCA5D5A545}"/>
                </a:ext>
              </a:extLst>
            </p:cNvPr>
            <p:cNvSpPr/>
            <p:nvPr/>
          </p:nvSpPr>
          <p:spPr>
            <a:xfrm>
              <a:off x="1508579" y="1179066"/>
              <a:ext cx="543141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令</a:t>
              </a:r>
              <a:endParaRPr lang="zh-CN" altLang="en-US" sz="2400" dirty="0"/>
            </a:p>
          </p:txBody>
        </p:sp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1A76BDB3-09C7-4E6F-A9B4-C56BBD2E85E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4400336"/>
                </p:ext>
              </p:extLst>
            </p:nvPr>
          </p:nvGraphicFramePr>
          <p:xfrm>
            <a:off x="1979712" y="1000031"/>
            <a:ext cx="1638300" cy="622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414" name="Equation" r:id="rId5" imgW="1638000" imgH="622080" progId="Equation.DSMT4">
                    <p:embed/>
                  </p:oleObj>
                </mc:Choice>
                <mc:Fallback>
                  <p:oleObj name="Equation" r:id="rId5" imgW="1638000" imgH="6220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979712" y="1000031"/>
                          <a:ext cx="1638300" cy="622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82C852B4-116E-4920-80D7-5AC582B718D1}"/>
              </a:ext>
            </a:extLst>
          </p:cNvPr>
          <p:cNvGrpSpPr/>
          <p:nvPr/>
        </p:nvGrpSpPr>
        <p:grpSpPr>
          <a:xfrm>
            <a:off x="3676115" y="1081088"/>
            <a:ext cx="3237448" cy="736600"/>
            <a:chOff x="3676115" y="1081088"/>
            <a:chExt cx="3237448" cy="736600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630990EB-6410-4681-BEC6-49237945EEF5}"/>
                </a:ext>
              </a:extLst>
            </p:cNvPr>
            <p:cNvSpPr/>
            <p:nvPr/>
          </p:nvSpPr>
          <p:spPr>
            <a:xfrm>
              <a:off x="3676115" y="1218284"/>
              <a:ext cx="163830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取对数得</a:t>
              </a:r>
              <a:endParaRPr lang="zh-CN" altLang="en-US" sz="2400" dirty="0"/>
            </a:p>
          </p:txBody>
        </p:sp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24BE38A2-BCE7-40AE-A2E1-0C5E69B19B8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73305423"/>
                </p:ext>
              </p:extLst>
            </p:nvPr>
          </p:nvGraphicFramePr>
          <p:xfrm>
            <a:off x="5097463" y="1081088"/>
            <a:ext cx="18161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415" name="Equation" r:id="rId7" imgW="1815840" imgH="736560" progId="Equation.DSMT4">
                    <p:embed/>
                  </p:oleObj>
                </mc:Choice>
                <mc:Fallback>
                  <p:oleObj name="Equation" r:id="rId7" imgW="1815840" imgH="7365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5097463" y="1081088"/>
                          <a:ext cx="1816100" cy="736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CC8BB0B9-D42F-4D27-954B-655DED7EAA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2441049"/>
              </p:ext>
            </p:extLst>
          </p:nvPr>
        </p:nvGraphicFramePr>
        <p:xfrm>
          <a:off x="1081010" y="2203450"/>
          <a:ext cx="25908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416" name="Equation" r:id="rId9" imgW="2590560" imgH="736560" progId="Equation.DSMT4">
                  <p:embed/>
                </p:oleObj>
              </mc:Choice>
              <mc:Fallback>
                <p:oleObj name="Equation" r:id="rId9" imgW="2590560" imgH="73656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A000E021-BACC-4426-91D9-594903FFA6C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081010" y="2203450"/>
                        <a:ext cx="25908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70667F2F-4476-42A6-9C0E-88D94BAB8E9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5650342"/>
              </p:ext>
            </p:extLst>
          </p:nvPr>
        </p:nvGraphicFramePr>
        <p:xfrm>
          <a:off x="3718779" y="1860550"/>
          <a:ext cx="1562100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417" name="Equation" r:id="rId11" imgW="1562040" imgH="1079280" progId="Equation.DSMT4">
                  <p:embed/>
                </p:oleObj>
              </mc:Choice>
              <mc:Fallback>
                <p:oleObj name="Equation" r:id="rId11" imgW="1562040" imgH="107928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CC8BB0B9-D42F-4D27-954B-655DED7EAA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718779" y="1860550"/>
                        <a:ext cx="1562100" cy="1079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5C22552D-6ED3-4BDD-82C0-20A9C820F34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9722851"/>
              </p:ext>
            </p:extLst>
          </p:nvPr>
        </p:nvGraphicFramePr>
        <p:xfrm>
          <a:off x="5506922" y="2202552"/>
          <a:ext cx="23622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418" name="Equation" r:id="rId13" imgW="2361960" imgH="736560" progId="Equation.DSMT4">
                  <p:embed/>
                </p:oleObj>
              </mc:Choice>
              <mc:Fallback>
                <p:oleObj name="Equation" r:id="rId13" imgW="2361960" imgH="73656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70667F2F-4476-42A6-9C0E-88D94BAB8E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506922" y="2202552"/>
                        <a:ext cx="23622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926C0DEB-5069-4B41-9D61-9E053C78397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5420064"/>
              </p:ext>
            </p:extLst>
          </p:nvPr>
        </p:nvGraphicFramePr>
        <p:xfrm>
          <a:off x="1204495" y="3463551"/>
          <a:ext cx="22352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419" name="Equation" r:id="rId15" imgW="2234880" imgH="736560" progId="Equation.DSMT4">
                  <p:embed/>
                </p:oleObj>
              </mc:Choice>
              <mc:Fallback>
                <p:oleObj name="Equation" r:id="rId15" imgW="223488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204495" y="3463551"/>
                        <a:ext cx="22352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D5B8735A-3C30-4BA6-9F6B-4F50FE7CA54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6158027"/>
              </p:ext>
            </p:extLst>
          </p:nvPr>
        </p:nvGraphicFramePr>
        <p:xfrm>
          <a:off x="3723863" y="99750"/>
          <a:ext cx="4064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420" name="Equation" r:id="rId17" imgW="406080" imgH="545760" progId="Equation.DSMT4">
                  <p:embed/>
                </p:oleObj>
              </mc:Choice>
              <mc:Fallback>
                <p:oleObj name="Equation" r:id="rId17" imgW="406080" imgH="5457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723863" y="99750"/>
                        <a:ext cx="406400" cy="546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6299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4B4D69A-ED66-4313-ADC5-090EE24EE3C9}"/>
              </a:ext>
            </a:extLst>
          </p:cNvPr>
          <p:cNvSpPr/>
          <p:nvPr/>
        </p:nvSpPr>
        <p:spPr>
          <a:xfrm>
            <a:off x="671220" y="85901"/>
            <a:ext cx="81492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+mn-ea"/>
              </a:rPr>
              <a:t>5.</a:t>
            </a:r>
            <a:r>
              <a:rPr lang="zh-CN" altLang="en-US" sz="2400" b="1" dirty="0">
                <a:latin typeface="+mn-ea"/>
              </a:rPr>
              <a:t>设方程                     确定了函数        且</a:t>
            </a:r>
            <a:endParaRPr lang="zh-CN" altLang="en-US" sz="2400" b="1" dirty="0"/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883EB618-DF8F-4FF4-9120-575EA6F5C6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6548546"/>
              </p:ext>
            </p:extLst>
          </p:nvPr>
        </p:nvGraphicFramePr>
        <p:xfrm>
          <a:off x="2051720" y="113533"/>
          <a:ext cx="3149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469" name="Equation" r:id="rId3" imgW="3149280" imgH="406080" progId="Equation.DSMT4">
                  <p:embed/>
                </p:oleObj>
              </mc:Choice>
              <mc:Fallback>
                <p:oleObj name="Equation" r:id="rId3" imgW="314928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051720" y="113533"/>
                        <a:ext cx="31496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401196E1-447B-438C-8EC8-5A6054AF99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1915852"/>
              </p:ext>
            </p:extLst>
          </p:nvPr>
        </p:nvGraphicFramePr>
        <p:xfrm>
          <a:off x="6804248" y="145283"/>
          <a:ext cx="1143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470" name="Equation" r:id="rId5" imgW="1143000" imgH="342720" progId="Equation.DSMT4">
                  <p:embed/>
                </p:oleObj>
              </mc:Choice>
              <mc:Fallback>
                <p:oleObj name="Equation" r:id="rId5" imgW="114300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804248" y="145283"/>
                        <a:ext cx="11430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6E7C8F32-1A51-4663-B717-359CA5F2C1F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6315599"/>
              </p:ext>
            </p:extLst>
          </p:nvPr>
        </p:nvGraphicFramePr>
        <p:xfrm>
          <a:off x="261020" y="693613"/>
          <a:ext cx="35814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471" name="Equation" r:id="rId7" imgW="3581280" imgH="723600" progId="Equation.DSMT4">
                  <p:embed/>
                </p:oleObj>
              </mc:Choice>
              <mc:Fallback>
                <p:oleObj name="Equation" r:id="rId7" imgW="3581280" imgH="723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61020" y="693613"/>
                        <a:ext cx="35814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E7755705-9163-4223-9E34-04C0BF079D99}"/>
              </a:ext>
            </a:extLst>
          </p:cNvPr>
          <p:cNvSpPr/>
          <p:nvPr/>
        </p:nvSpPr>
        <p:spPr>
          <a:xfrm>
            <a:off x="3779912" y="824730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则</a:t>
            </a:r>
            <a:endParaRPr lang="zh-CN" altLang="en-US" dirty="0"/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398D6644-0651-46FA-9829-0DA918BC25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5787436"/>
              </p:ext>
            </p:extLst>
          </p:nvPr>
        </p:nvGraphicFramePr>
        <p:xfrm>
          <a:off x="4280517" y="666675"/>
          <a:ext cx="9906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472" name="Equation" r:id="rId9" imgW="990360" imgH="825480" progId="Equation.DSMT4">
                  <p:embed/>
                </p:oleObj>
              </mc:Choice>
              <mc:Fallback>
                <p:oleObj name="Equation" r:id="rId9" imgW="990360" imgH="825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280517" y="666675"/>
                        <a:ext cx="990600" cy="825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组合 7">
            <a:extLst>
              <a:ext uri="{FF2B5EF4-FFF2-40B4-BE49-F238E27FC236}">
                <a16:creationId xmlns:a16="http://schemas.microsoft.com/office/drawing/2014/main" id="{22C81165-58DC-4564-BF05-D1F2A93203F8}"/>
              </a:ext>
            </a:extLst>
          </p:cNvPr>
          <p:cNvGrpSpPr/>
          <p:nvPr/>
        </p:nvGrpSpPr>
        <p:grpSpPr>
          <a:xfrm>
            <a:off x="5301836" y="955848"/>
            <a:ext cx="1486947" cy="461665"/>
            <a:chOff x="6084168" y="521419"/>
            <a:chExt cx="1486947" cy="461665"/>
          </a:xfrm>
        </p:grpSpPr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C83792C5-B26F-4EAF-927F-878965B66576}"/>
                </a:ext>
              </a:extLst>
            </p:cNvPr>
            <p:cNvCxnSpPr>
              <a:cxnSpLocks/>
            </p:cNvCxnSpPr>
            <p:nvPr/>
          </p:nvCxnSpPr>
          <p:spPr>
            <a:xfrm>
              <a:off x="6084168" y="804048"/>
              <a:ext cx="1152128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27ACA11A-09FA-451E-8DA9-A5B5945F40DA}"/>
                </a:ext>
              </a:extLst>
            </p:cNvPr>
            <p:cNvSpPr/>
            <p:nvPr/>
          </p:nvSpPr>
          <p:spPr>
            <a:xfrm>
              <a:off x="7232561" y="521419"/>
              <a:ext cx="338554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solidFill>
                    <a:prstClr val="black"/>
                  </a:solidFill>
                  <a:latin typeface="宋体" panose="02010600030101010101" pitchFamily="2" charset="-122"/>
                </a:rPr>
                <a:t>.</a:t>
              </a:r>
              <a:endParaRPr lang="zh-CN" altLang="en-US" dirty="0"/>
            </a:p>
          </p:txBody>
        </p:sp>
      </p:grpSp>
      <p:sp>
        <p:nvSpPr>
          <p:cNvPr id="11" name="矩形 10">
            <a:extLst>
              <a:ext uri="{FF2B5EF4-FFF2-40B4-BE49-F238E27FC236}">
                <a16:creationId xmlns:a16="http://schemas.microsoft.com/office/drawing/2014/main" id="{89482316-5A1C-4466-85D5-8AA2357C6F9F}"/>
              </a:ext>
            </a:extLst>
          </p:cNvPr>
          <p:cNvSpPr/>
          <p:nvPr/>
        </p:nvSpPr>
        <p:spPr>
          <a:xfrm>
            <a:off x="596665" y="1817161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解析</a:t>
            </a:r>
            <a:endParaRPr lang="zh-CN" altLang="en-US" sz="2400" dirty="0"/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9D89D279-E6F2-43C5-AE69-C4B2FBA282F1}"/>
              </a:ext>
            </a:extLst>
          </p:cNvPr>
          <p:cNvGrpSpPr/>
          <p:nvPr/>
        </p:nvGrpSpPr>
        <p:grpSpPr>
          <a:xfrm>
            <a:off x="1400090" y="1817161"/>
            <a:ext cx="3171910" cy="461665"/>
            <a:chOff x="1400090" y="1817161"/>
            <a:chExt cx="3171910" cy="461665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9C7B6313-FE8A-4A2C-B943-3A0B5D9A1A33}"/>
                </a:ext>
              </a:extLst>
            </p:cNvPr>
            <p:cNvSpPr/>
            <p:nvPr/>
          </p:nvSpPr>
          <p:spPr>
            <a:xfrm>
              <a:off x="1400090" y="1817161"/>
              <a:ext cx="317191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方程两边对  求导得</a:t>
              </a:r>
              <a:endPara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1E590D9E-CEB6-4E1B-ABE8-F32F96512B4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05552005"/>
                </p:ext>
              </p:extLst>
            </p:nvPr>
          </p:nvGraphicFramePr>
          <p:xfrm>
            <a:off x="3059832" y="1969821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6473" name="Equation" r:id="rId11" imgW="190440" imgH="203040" progId="Equation.DSMT4">
                    <p:embed/>
                  </p:oleObj>
                </mc:Choice>
                <mc:Fallback>
                  <p:oleObj name="Equation" r:id="rId11" imgW="19044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3059832" y="1969821"/>
                          <a:ext cx="1905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039C3ED4-2FE2-4A00-A0E4-E002C81E305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9707193"/>
              </p:ext>
            </p:extLst>
          </p:nvPr>
        </p:nvGraphicFramePr>
        <p:xfrm>
          <a:off x="752064" y="2541658"/>
          <a:ext cx="60579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474" name="Equation" r:id="rId13" imgW="6057720" imgH="406080" progId="Equation.DSMT4">
                  <p:embed/>
                </p:oleObj>
              </mc:Choice>
              <mc:Fallback>
                <p:oleObj name="Equation" r:id="rId13" imgW="605772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52064" y="2541658"/>
                        <a:ext cx="60579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F170A31A-BFBB-443D-9599-C1576726EF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4486423"/>
              </p:ext>
            </p:extLst>
          </p:nvPr>
        </p:nvGraphicFramePr>
        <p:xfrm>
          <a:off x="773447" y="3096730"/>
          <a:ext cx="75565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475" name="Equation" r:id="rId15" imgW="7556400" imgH="723600" progId="Equation.DSMT4">
                  <p:embed/>
                </p:oleObj>
              </mc:Choice>
              <mc:Fallback>
                <p:oleObj name="Equation" r:id="rId15" imgW="7556400" imgH="723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73447" y="3096730"/>
                        <a:ext cx="75565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" name="组合 19">
            <a:extLst>
              <a:ext uri="{FF2B5EF4-FFF2-40B4-BE49-F238E27FC236}">
                <a16:creationId xmlns:a16="http://schemas.microsoft.com/office/drawing/2014/main" id="{64110D28-8B02-40F5-B360-04BAEA990901}"/>
              </a:ext>
            </a:extLst>
          </p:cNvPr>
          <p:cNvGrpSpPr/>
          <p:nvPr/>
        </p:nvGrpSpPr>
        <p:grpSpPr>
          <a:xfrm>
            <a:off x="752065" y="4026184"/>
            <a:ext cx="2307767" cy="825500"/>
            <a:chOff x="752065" y="4026184"/>
            <a:chExt cx="2307767" cy="825500"/>
          </a:xfrm>
        </p:grpSpPr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D8CF23FC-EEE6-4426-987E-B92867E81F9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51394837"/>
                </p:ext>
              </p:extLst>
            </p:nvPr>
          </p:nvGraphicFramePr>
          <p:xfrm>
            <a:off x="1523132" y="4026184"/>
            <a:ext cx="1536700" cy="825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6476" name="Equation" r:id="rId17" imgW="1536480" imgH="825480" progId="Equation.DSMT4">
                    <p:embed/>
                  </p:oleObj>
                </mc:Choice>
                <mc:Fallback>
                  <p:oleObj name="Equation" r:id="rId17" imgW="1536480" imgH="8254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1523132" y="4026184"/>
                          <a:ext cx="1536700" cy="825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255B66AA-C05E-4B0A-B64F-D73110CAF3BC}"/>
                </a:ext>
              </a:extLst>
            </p:cNvPr>
            <p:cNvSpPr/>
            <p:nvPr/>
          </p:nvSpPr>
          <p:spPr>
            <a:xfrm>
              <a:off x="752065" y="4184465"/>
              <a:ext cx="86760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解得</a:t>
              </a:r>
              <a:endParaRPr lang="zh-CN" altLang="en-US" dirty="0"/>
            </a:p>
          </p:txBody>
        </p:sp>
      </p:grpSp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4E811B64-984C-49AD-AE69-3923631A09D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7896637"/>
              </p:ext>
            </p:extLst>
          </p:nvPr>
        </p:nvGraphicFramePr>
        <p:xfrm>
          <a:off x="5614826" y="562989"/>
          <a:ext cx="4445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477" name="Equation" r:id="rId19" imgW="444240" imgH="736560" progId="Equation.DSMT4">
                  <p:embed/>
                </p:oleObj>
              </mc:Choice>
              <mc:Fallback>
                <p:oleObj name="Equation" r:id="rId19" imgW="44424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614826" y="562989"/>
                        <a:ext cx="4445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56029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7CC5052-0D5B-448B-9D77-376224366A6F}"/>
              </a:ext>
            </a:extLst>
          </p:cNvPr>
          <p:cNvSpPr/>
          <p:nvPr/>
        </p:nvSpPr>
        <p:spPr>
          <a:xfrm>
            <a:off x="611560" y="195486"/>
            <a:ext cx="273272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6.</a:t>
            </a: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设          则</a:t>
            </a:r>
            <a:endParaRPr lang="zh-CN" altLang="en-US" dirty="0"/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CC43AF86-53CE-445C-BB8F-9F254CD025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0794602"/>
              </p:ext>
            </p:extLst>
          </p:nvPr>
        </p:nvGraphicFramePr>
        <p:xfrm>
          <a:off x="1259632" y="195486"/>
          <a:ext cx="1536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323" name="Equation" r:id="rId3" imgW="1536480" imgH="406080" progId="Equation.DSMT4">
                  <p:embed/>
                </p:oleObj>
              </mc:Choice>
              <mc:Fallback>
                <p:oleObj name="Equation" r:id="rId3" imgW="153648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59632" y="195486"/>
                        <a:ext cx="15367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CD55CE36-7815-4EB3-965E-FB5348B4919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2835207"/>
              </p:ext>
            </p:extLst>
          </p:nvPr>
        </p:nvGraphicFramePr>
        <p:xfrm>
          <a:off x="3190145" y="212763"/>
          <a:ext cx="1397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324" name="Equation" r:id="rId5" imgW="1396800" imgH="406080" progId="Equation.DSMT4">
                  <p:embed/>
                </p:oleObj>
              </mc:Choice>
              <mc:Fallback>
                <p:oleObj name="Equation" r:id="rId5" imgW="139680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190145" y="212763"/>
                        <a:ext cx="13970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组合 4">
            <a:extLst>
              <a:ext uri="{FF2B5EF4-FFF2-40B4-BE49-F238E27FC236}">
                <a16:creationId xmlns:a16="http://schemas.microsoft.com/office/drawing/2014/main" id="{E279FF70-5720-4B32-9B76-66B821B0AB0C}"/>
              </a:ext>
            </a:extLst>
          </p:cNvPr>
          <p:cNvGrpSpPr/>
          <p:nvPr/>
        </p:nvGrpSpPr>
        <p:grpSpPr>
          <a:xfrm>
            <a:off x="4651322" y="371387"/>
            <a:ext cx="1486947" cy="461665"/>
            <a:chOff x="6084168" y="521419"/>
            <a:chExt cx="1486947" cy="461665"/>
          </a:xfrm>
        </p:grpSpPr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E47C6B8C-51E0-4E09-9793-7BB5906C24DC}"/>
                </a:ext>
              </a:extLst>
            </p:cNvPr>
            <p:cNvCxnSpPr>
              <a:cxnSpLocks/>
            </p:cNvCxnSpPr>
            <p:nvPr/>
          </p:nvCxnSpPr>
          <p:spPr>
            <a:xfrm>
              <a:off x="6084168" y="804048"/>
              <a:ext cx="1152128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0C797646-D0E6-4A6D-8097-0A7CD5E35D42}"/>
                </a:ext>
              </a:extLst>
            </p:cNvPr>
            <p:cNvSpPr/>
            <p:nvPr/>
          </p:nvSpPr>
          <p:spPr>
            <a:xfrm>
              <a:off x="7232561" y="521419"/>
              <a:ext cx="338554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solidFill>
                    <a:prstClr val="black"/>
                  </a:solidFill>
                  <a:latin typeface="宋体" panose="02010600030101010101" pitchFamily="2" charset="-122"/>
                </a:rPr>
                <a:t>.</a:t>
              </a:r>
              <a:endParaRPr lang="zh-CN" altLang="en-US" dirty="0"/>
            </a:p>
          </p:txBody>
        </p:sp>
      </p:grpSp>
      <p:sp>
        <p:nvSpPr>
          <p:cNvPr id="8" name="矩形 7">
            <a:extLst>
              <a:ext uri="{FF2B5EF4-FFF2-40B4-BE49-F238E27FC236}">
                <a16:creationId xmlns:a16="http://schemas.microsoft.com/office/drawing/2014/main" id="{8DACA11E-1632-45E0-BDE9-F925260A1DC2}"/>
              </a:ext>
            </a:extLst>
          </p:cNvPr>
          <p:cNvSpPr/>
          <p:nvPr/>
        </p:nvSpPr>
        <p:spPr>
          <a:xfrm>
            <a:off x="611560" y="987574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解析</a:t>
            </a:r>
            <a:endParaRPr lang="zh-CN" altLang="en-US" sz="24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03130A6-023E-4613-A489-40FFE15DA6B7}"/>
              </a:ext>
            </a:extLst>
          </p:cNvPr>
          <p:cNvSpPr/>
          <p:nvPr/>
        </p:nvSpPr>
        <p:spPr>
          <a:xfrm>
            <a:off x="1590642" y="987573"/>
            <a:ext cx="269332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由莱布尼兹公式得</a:t>
            </a:r>
            <a:endParaRPr lang="zh-CN" altLang="en-US" sz="2400" dirty="0"/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FDA41CC1-011C-45D5-995C-8D6D37CF356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2764949"/>
              </p:ext>
            </p:extLst>
          </p:nvPr>
        </p:nvGraphicFramePr>
        <p:xfrm>
          <a:off x="866045" y="1923678"/>
          <a:ext cx="60452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325" name="Equation" r:id="rId7" imgW="6045120" imgH="723600" progId="Equation.DSMT4">
                  <p:embed/>
                </p:oleObj>
              </mc:Choice>
              <mc:Fallback>
                <p:oleObj name="Equation" r:id="rId7" imgW="6045120" imgH="72360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CD55CE36-7815-4EB3-965E-FB5348B4919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66045" y="1923678"/>
                        <a:ext cx="60452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58D05E1D-6585-4D9E-8797-5C66A8B59AC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9706418"/>
              </p:ext>
            </p:extLst>
          </p:nvPr>
        </p:nvGraphicFramePr>
        <p:xfrm>
          <a:off x="925860" y="3491062"/>
          <a:ext cx="2971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326" name="Equation" r:id="rId9" imgW="2971800" imgH="406080" progId="Equation.DSMT4">
                  <p:embed/>
                </p:oleObj>
              </mc:Choice>
              <mc:Fallback>
                <p:oleObj name="Equation" r:id="rId9" imgW="2971800" imgH="40608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CD55CE36-7815-4EB3-965E-FB5348B4919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925860" y="3491062"/>
                        <a:ext cx="29718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8B3992FC-8AA4-455C-9CCB-C4D8CCE917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0951060"/>
              </p:ext>
            </p:extLst>
          </p:nvPr>
        </p:nvGraphicFramePr>
        <p:xfrm>
          <a:off x="4665069" y="276263"/>
          <a:ext cx="14732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327" name="Equation" r:id="rId11" imgW="1473120" imgH="279360" progId="Equation.DSMT4">
                  <p:embed/>
                </p:oleObj>
              </mc:Choice>
              <mc:Fallback>
                <p:oleObj name="Equation" r:id="rId11" imgW="147312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665069" y="276263"/>
                        <a:ext cx="14732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35867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A553AA5B-786E-4A79-A840-0AFC457C9B22}"/>
              </a:ext>
            </a:extLst>
          </p:cNvPr>
          <p:cNvGrpSpPr/>
          <p:nvPr/>
        </p:nvGrpSpPr>
        <p:grpSpPr>
          <a:xfrm>
            <a:off x="611560" y="195486"/>
            <a:ext cx="6696743" cy="774700"/>
            <a:chOff x="683568" y="110976"/>
            <a:chExt cx="6696743" cy="774700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643C578E-3109-47C0-806D-0B467D468FE8}"/>
                </a:ext>
              </a:extLst>
            </p:cNvPr>
            <p:cNvSpPr/>
            <p:nvPr/>
          </p:nvSpPr>
          <p:spPr>
            <a:xfrm>
              <a:off x="683568" y="267494"/>
              <a:ext cx="511256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7.</a:t>
              </a:r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函数            的可去间断点有 </a:t>
              </a:r>
              <a:endParaRPr lang="zh-CN" altLang="en-US" dirty="0"/>
            </a:p>
          </p:txBody>
        </p:sp>
        <p:graphicFrame>
          <p:nvGraphicFramePr>
            <p:cNvPr id="3" name="对象 2">
              <a:extLst>
                <a:ext uri="{FF2B5EF4-FFF2-40B4-BE49-F238E27FC236}">
                  <a16:creationId xmlns:a16="http://schemas.microsoft.com/office/drawing/2014/main" id="{139F7DE7-18D0-4D01-BFEF-30E7F22F49C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49631337"/>
                </p:ext>
              </p:extLst>
            </p:nvPr>
          </p:nvGraphicFramePr>
          <p:xfrm>
            <a:off x="1763688" y="110976"/>
            <a:ext cx="1676400" cy="774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576" name="Equation" r:id="rId3" imgW="1676160" imgH="774360" progId="Equation.DSMT4">
                    <p:embed/>
                  </p:oleObj>
                </mc:Choice>
                <mc:Fallback>
                  <p:oleObj name="Equation" r:id="rId3" imgW="1676160" imgH="774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763688" y="110976"/>
                          <a:ext cx="1676400" cy="774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9447A855-C3A1-4912-8E62-2FF87A3E8DFD}"/>
                </a:ext>
              </a:extLst>
            </p:cNvPr>
            <p:cNvGrpSpPr/>
            <p:nvPr/>
          </p:nvGrpSpPr>
          <p:grpSpPr>
            <a:xfrm>
              <a:off x="5703914" y="345752"/>
              <a:ext cx="1676397" cy="461665"/>
              <a:chOff x="6084168" y="521419"/>
              <a:chExt cx="1676397" cy="461665"/>
            </a:xfrm>
          </p:grpSpPr>
          <p:cxnSp>
            <p:nvCxnSpPr>
              <p:cNvPr id="5" name="直接连接符 4">
                <a:extLst>
                  <a:ext uri="{FF2B5EF4-FFF2-40B4-BE49-F238E27FC236}">
                    <a16:creationId xmlns:a16="http://schemas.microsoft.com/office/drawing/2014/main" id="{233B5656-5ED6-4C59-AF10-2AAD4A9B769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84168" y="804048"/>
                <a:ext cx="1152128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F0876989-676C-4D43-9CCD-5D313D3D143C}"/>
                  </a:ext>
                </a:extLst>
              </p:cNvPr>
              <p:cNvSpPr/>
              <p:nvPr/>
            </p:nvSpPr>
            <p:spPr>
              <a:xfrm>
                <a:off x="7232560" y="521419"/>
                <a:ext cx="528005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2400" b="1" dirty="0">
                    <a:solidFill>
                      <a:prstClr val="black"/>
                    </a:solidFill>
                    <a:latin typeface="宋体" panose="02010600030101010101" pitchFamily="2" charset="-122"/>
                  </a:rPr>
                  <a:t>个</a:t>
                </a:r>
                <a:r>
                  <a:rPr lang="en-US" altLang="zh-CN" sz="2400" b="1" dirty="0">
                    <a:solidFill>
                      <a:prstClr val="black"/>
                    </a:solidFill>
                    <a:latin typeface="宋体" panose="02010600030101010101" pitchFamily="2" charset="-122"/>
                  </a:rPr>
                  <a:t>.</a:t>
                </a:r>
                <a:endParaRPr lang="zh-CN" altLang="en-US" b="1" dirty="0"/>
              </a:p>
            </p:txBody>
          </p:sp>
        </p:grpSp>
      </p:grpSp>
      <p:sp>
        <p:nvSpPr>
          <p:cNvPr id="8" name="矩形 7">
            <a:extLst>
              <a:ext uri="{FF2B5EF4-FFF2-40B4-BE49-F238E27FC236}">
                <a16:creationId xmlns:a16="http://schemas.microsoft.com/office/drawing/2014/main" id="{C0BAA39D-C7A9-4F53-8F63-27C40C47B544}"/>
              </a:ext>
            </a:extLst>
          </p:cNvPr>
          <p:cNvSpPr/>
          <p:nvPr/>
        </p:nvSpPr>
        <p:spPr>
          <a:xfrm>
            <a:off x="611560" y="1173460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解析</a:t>
            </a:r>
            <a:endParaRPr lang="zh-CN" altLang="en-US" sz="2400" dirty="0"/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D1BFB02D-DDB6-4D77-811D-AA79E3116212}"/>
              </a:ext>
            </a:extLst>
          </p:cNvPr>
          <p:cNvGrpSpPr/>
          <p:nvPr/>
        </p:nvGrpSpPr>
        <p:grpSpPr>
          <a:xfrm>
            <a:off x="1414985" y="1193017"/>
            <a:ext cx="6727079" cy="461665"/>
            <a:chOff x="1414985" y="1193017"/>
            <a:chExt cx="6727079" cy="461665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73D0283C-CCBB-44BC-AD98-8C0B8D293B35}"/>
                </a:ext>
              </a:extLst>
            </p:cNvPr>
            <p:cNvSpPr/>
            <p:nvPr/>
          </p:nvSpPr>
          <p:spPr>
            <a:xfrm>
              <a:off x="1414985" y="1193017"/>
              <a:ext cx="5749303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函数         当         无定义，且         时分子</a:t>
              </a:r>
              <a:endParaRPr lang="zh-CN" altLang="en-US" sz="2400" dirty="0"/>
            </a:p>
          </p:txBody>
        </p:sp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AF17CDA0-4942-43A9-A83B-C0FA12206D7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6392258"/>
                </p:ext>
              </p:extLst>
            </p:nvPr>
          </p:nvGraphicFramePr>
          <p:xfrm>
            <a:off x="2123728" y="1288185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577" name="Equation" r:id="rId5" imgW="622080" imgH="342720" progId="Equation.DSMT4">
                    <p:embed/>
                  </p:oleObj>
                </mc:Choice>
                <mc:Fallback>
                  <p:oleObj name="Equation" r:id="rId5" imgW="6220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123728" y="1288185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74D797A2-7097-4366-BF97-1C8B52F7B11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81601653"/>
                </p:ext>
              </p:extLst>
            </p:nvPr>
          </p:nvGraphicFramePr>
          <p:xfrm>
            <a:off x="3105150" y="1265238"/>
            <a:ext cx="6985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578" name="Equation" r:id="rId7" imgW="698400" imgH="279360" progId="Equation.DSMT4">
                    <p:embed/>
                  </p:oleObj>
                </mc:Choice>
                <mc:Fallback>
                  <p:oleObj name="Equation" r:id="rId7" imgW="698400" imgH="279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105150" y="1265238"/>
                          <a:ext cx="6985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F249E04E-6818-4B66-B436-ACB2D551C69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84709965"/>
                </p:ext>
              </p:extLst>
            </p:nvPr>
          </p:nvGraphicFramePr>
          <p:xfrm>
            <a:off x="5408659" y="1259425"/>
            <a:ext cx="5969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579" name="Equation" r:id="rId9" imgW="596880" imgH="279360" progId="Equation.DSMT4">
                    <p:embed/>
                  </p:oleObj>
                </mc:Choice>
                <mc:Fallback>
                  <p:oleObj name="Equation" r:id="rId9" imgW="596880" imgH="279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5408659" y="1259425"/>
                          <a:ext cx="5969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86B58D04-46BC-454C-A2A6-F5B3E14511D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03444455"/>
                </p:ext>
              </p:extLst>
            </p:nvPr>
          </p:nvGraphicFramePr>
          <p:xfrm>
            <a:off x="6948264" y="1232487"/>
            <a:ext cx="11938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580" name="Equation" r:id="rId11" imgW="1193760" imgH="342720" progId="Equation.DSMT4">
                    <p:embed/>
                  </p:oleObj>
                </mc:Choice>
                <mc:Fallback>
                  <p:oleObj name="Equation" r:id="rId11" imgW="119376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6948264" y="1232487"/>
                          <a:ext cx="11938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9E75C535-7E01-4FC2-A4AA-9ADD86786D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6129372"/>
              </p:ext>
            </p:extLst>
          </p:nvPr>
        </p:nvGraphicFramePr>
        <p:xfrm>
          <a:off x="768350" y="1877513"/>
          <a:ext cx="76073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581" name="Equation" r:id="rId13" imgW="7607160" imgH="825480" progId="Equation.DSMT4">
                  <p:embed/>
                </p:oleObj>
              </mc:Choice>
              <mc:Fallback>
                <p:oleObj name="Equation" r:id="rId13" imgW="7607160" imgH="825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68350" y="1877513"/>
                        <a:ext cx="7607300" cy="825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4" name="组合 23">
            <a:extLst>
              <a:ext uri="{FF2B5EF4-FFF2-40B4-BE49-F238E27FC236}">
                <a16:creationId xmlns:a16="http://schemas.microsoft.com/office/drawing/2014/main" id="{DDA2F498-1CB8-484D-8798-3B204C6F1D0C}"/>
              </a:ext>
            </a:extLst>
          </p:cNvPr>
          <p:cNvGrpSpPr/>
          <p:nvPr/>
        </p:nvGrpSpPr>
        <p:grpSpPr>
          <a:xfrm>
            <a:off x="683568" y="2899469"/>
            <a:ext cx="3120082" cy="461665"/>
            <a:chOff x="683568" y="2899469"/>
            <a:chExt cx="3120082" cy="461665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AE151C76-664B-417E-874B-70D8CAB3B876}"/>
                </a:ext>
              </a:extLst>
            </p:cNvPr>
            <p:cNvSpPr/>
            <p:nvPr/>
          </p:nvSpPr>
          <p:spPr>
            <a:xfrm>
              <a:off x="683568" y="2899469"/>
              <a:ext cx="312008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故         为可去间断点</a:t>
              </a:r>
              <a:r>
                <a:rPr lang="en-US" altLang="zh-CN" sz="24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.</a:t>
              </a:r>
              <a:r>
                <a:rPr lang="zh-CN" altLang="en-US" sz="24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endParaRPr lang="zh-CN" altLang="en-US" dirty="0"/>
            </a:p>
          </p:txBody>
        </p:sp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5F992C28-86E9-4947-ADFC-4B1453730D4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120708"/>
                </p:ext>
              </p:extLst>
            </p:nvPr>
          </p:nvGraphicFramePr>
          <p:xfrm>
            <a:off x="1116535" y="2990601"/>
            <a:ext cx="5969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582" name="Equation" r:id="rId15" imgW="596880" imgH="279360" progId="Equation.DSMT4">
                    <p:embed/>
                  </p:oleObj>
                </mc:Choice>
                <mc:Fallback>
                  <p:oleObj name="Equation" r:id="rId15" imgW="596880" imgH="279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1116535" y="2990601"/>
                          <a:ext cx="5969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E7F0A55E-821A-46AD-B66F-CBDB0E6305E7}"/>
              </a:ext>
            </a:extLst>
          </p:cNvPr>
          <p:cNvGrpSpPr/>
          <p:nvPr/>
        </p:nvGrpSpPr>
        <p:grpSpPr>
          <a:xfrm>
            <a:off x="647700" y="3586826"/>
            <a:ext cx="4247339" cy="774700"/>
            <a:chOff x="647700" y="3586826"/>
            <a:chExt cx="4247339" cy="774700"/>
          </a:xfrm>
        </p:grpSpPr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A8A21DFB-EBD5-4313-B9F3-D8FC749C8E1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71583533"/>
                </p:ext>
              </p:extLst>
            </p:nvPr>
          </p:nvGraphicFramePr>
          <p:xfrm>
            <a:off x="647700" y="3865563"/>
            <a:ext cx="19685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583" name="Equation" r:id="rId17" imgW="1968480" imgH="330120" progId="Equation.DSMT4">
                    <p:embed/>
                  </p:oleObj>
                </mc:Choice>
                <mc:Fallback>
                  <p:oleObj name="Equation" r:id="rId17" imgW="196848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647700" y="3865563"/>
                          <a:ext cx="19685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307C5E96-28ED-49A1-95DE-022718AAB218}"/>
                </a:ext>
              </a:extLst>
            </p:cNvPr>
            <p:cNvSpPr/>
            <p:nvPr/>
          </p:nvSpPr>
          <p:spPr>
            <a:xfrm>
              <a:off x="2581647" y="3800217"/>
              <a:ext cx="49404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时</a:t>
              </a:r>
              <a:endParaRPr lang="zh-CN" altLang="en-US" dirty="0"/>
            </a:p>
          </p:txBody>
        </p:sp>
        <p:graphicFrame>
          <p:nvGraphicFramePr>
            <p:cNvPr id="20" name="对象 19">
              <a:extLst>
                <a:ext uri="{FF2B5EF4-FFF2-40B4-BE49-F238E27FC236}">
                  <a16:creationId xmlns:a16="http://schemas.microsoft.com/office/drawing/2014/main" id="{9A924FF6-4B61-4201-A836-C82A69E8DF2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11415564"/>
                </p:ext>
              </p:extLst>
            </p:nvPr>
          </p:nvGraphicFramePr>
          <p:xfrm>
            <a:off x="3078939" y="3586826"/>
            <a:ext cx="1816100" cy="774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584" name="Equation" r:id="rId19" imgW="1815840" imgH="774360" progId="Equation.DSMT4">
                    <p:embed/>
                  </p:oleObj>
                </mc:Choice>
                <mc:Fallback>
                  <p:oleObj name="Equation" r:id="rId19" imgW="1815840" imgH="774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3078939" y="3586826"/>
                          <a:ext cx="1816100" cy="774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" name="矩形 20">
            <a:extLst>
              <a:ext uri="{FF2B5EF4-FFF2-40B4-BE49-F238E27FC236}">
                <a16:creationId xmlns:a16="http://schemas.microsoft.com/office/drawing/2014/main" id="{BE5F0E4A-ABDF-4EFD-86E3-FB3595452C59}"/>
              </a:ext>
            </a:extLst>
          </p:cNvPr>
          <p:cNvSpPr/>
          <p:nvPr/>
        </p:nvSpPr>
        <p:spPr>
          <a:xfrm>
            <a:off x="4895039" y="3743343"/>
            <a:ext cx="305083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ea typeface="楷体" panose="02010609060101010101" pitchFamily="49" charset="-122"/>
                <a:cs typeface="Times New Roman" panose="02020603050405020304" pitchFamily="18" charset="0"/>
              </a:rPr>
              <a:t>从</a:t>
            </a:r>
            <a:r>
              <a:rPr lang="zh-CN" altLang="zh-CN" sz="2400" b="1" dirty="0">
                <a:ea typeface="楷体" panose="02010609060101010101" pitchFamily="49" charset="-122"/>
                <a:cs typeface="Times New Roman" panose="02020603050405020304" pitchFamily="18" charset="0"/>
              </a:rPr>
              <a:t>而均为无穷间断点</a:t>
            </a:r>
            <a:r>
              <a:rPr lang="en-US" altLang="zh-CN" sz="2400" b="1" dirty="0"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zh-CN" altLang="en-US" sz="2400" b="1" dirty="0"/>
          </a:p>
        </p:txBody>
      </p:sp>
      <p:graphicFrame>
        <p:nvGraphicFramePr>
          <p:cNvPr id="26" name="对象 25">
            <a:extLst>
              <a:ext uri="{FF2B5EF4-FFF2-40B4-BE49-F238E27FC236}">
                <a16:creationId xmlns:a16="http://schemas.microsoft.com/office/drawing/2014/main" id="{3F24219E-CE80-4B45-B200-A73BDCB8681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9837377"/>
              </p:ext>
            </p:extLst>
          </p:nvPr>
        </p:nvGraphicFramePr>
        <p:xfrm>
          <a:off x="6144470" y="376429"/>
          <a:ext cx="1270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585" name="Equation" r:id="rId21" imgW="126720" imgH="266400" progId="Equation.DSMT4">
                  <p:embed/>
                </p:oleObj>
              </mc:Choice>
              <mc:Fallback>
                <p:oleObj name="Equation" r:id="rId21" imgW="126720" imgH="266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6144470" y="376429"/>
                        <a:ext cx="1270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60492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0D475CE1-8521-427B-9390-D17CAB6591F7}"/>
              </a:ext>
            </a:extLst>
          </p:cNvPr>
          <p:cNvGrpSpPr/>
          <p:nvPr/>
        </p:nvGrpSpPr>
        <p:grpSpPr>
          <a:xfrm>
            <a:off x="611560" y="267494"/>
            <a:ext cx="8210966" cy="914400"/>
            <a:chOff x="299988" y="267494"/>
            <a:chExt cx="8210966" cy="914400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E8B9B311-03DE-4DBD-A230-05B5129A2C08}"/>
                </a:ext>
              </a:extLst>
            </p:cNvPr>
            <p:cNvSpPr/>
            <p:nvPr/>
          </p:nvSpPr>
          <p:spPr>
            <a:xfrm>
              <a:off x="299988" y="493862"/>
              <a:ext cx="122413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8.</a:t>
              </a:r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函数</a:t>
              </a:r>
              <a:endParaRPr lang="zh-CN" altLang="en-US" dirty="0"/>
            </a:p>
          </p:txBody>
        </p:sp>
        <p:graphicFrame>
          <p:nvGraphicFramePr>
            <p:cNvPr id="3" name="对象 2">
              <a:extLst>
                <a:ext uri="{FF2B5EF4-FFF2-40B4-BE49-F238E27FC236}">
                  <a16:creationId xmlns:a16="http://schemas.microsoft.com/office/drawing/2014/main" id="{60932747-260A-4F54-9B42-7433D75B0FA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52908751"/>
                </p:ext>
              </p:extLst>
            </p:nvPr>
          </p:nvGraphicFramePr>
          <p:xfrm>
            <a:off x="1308100" y="267494"/>
            <a:ext cx="3263900" cy="914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425" name="Equation" r:id="rId3" imgW="3263760" imgH="914400" progId="Equation.DSMT4">
                    <p:embed/>
                  </p:oleObj>
                </mc:Choice>
                <mc:Fallback>
                  <p:oleObj name="Equation" r:id="rId3" imgW="3263760" imgH="9144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308100" y="267494"/>
                          <a:ext cx="3263900" cy="914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290DFB74-CCD3-40E3-94CB-160679FAB1E4}"/>
                </a:ext>
              </a:extLst>
            </p:cNvPr>
            <p:cNvSpPr/>
            <p:nvPr/>
          </p:nvSpPr>
          <p:spPr>
            <a:xfrm>
              <a:off x="4692476" y="493861"/>
              <a:ext cx="266429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可微分，则常数</a:t>
              </a:r>
              <a:endParaRPr lang="zh-CN" altLang="en-US" dirty="0"/>
            </a:p>
          </p:txBody>
        </p:sp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2F240086-F542-4E6F-901D-1D6F1F65215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14203448"/>
                </p:ext>
              </p:extLst>
            </p:nvPr>
          </p:nvGraphicFramePr>
          <p:xfrm>
            <a:off x="6996856" y="667282"/>
            <a:ext cx="4318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426" name="Equation" r:id="rId5" imgW="431640" imgH="203040" progId="Equation.DSMT4">
                    <p:embed/>
                  </p:oleObj>
                </mc:Choice>
                <mc:Fallback>
                  <p:oleObj name="Equation" r:id="rId5" imgW="43164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6996856" y="667282"/>
                          <a:ext cx="4318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7AFF1BE1-6DE9-4C48-81BA-F16945B67C0A}"/>
                </a:ext>
              </a:extLst>
            </p:cNvPr>
            <p:cNvGrpSpPr/>
            <p:nvPr/>
          </p:nvGrpSpPr>
          <p:grpSpPr>
            <a:xfrm>
              <a:off x="7462103" y="639649"/>
              <a:ext cx="1048851" cy="461665"/>
              <a:chOff x="6084168" y="538024"/>
              <a:chExt cx="1048851" cy="461665"/>
            </a:xfrm>
          </p:grpSpPr>
          <p:cxnSp>
            <p:nvCxnSpPr>
              <p:cNvPr id="7" name="直接连接符 6">
                <a:extLst>
                  <a:ext uri="{FF2B5EF4-FFF2-40B4-BE49-F238E27FC236}">
                    <a16:creationId xmlns:a16="http://schemas.microsoft.com/office/drawing/2014/main" id="{D192CB1F-9C71-44A8-A802-6F53F4AC4B6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84168" y="804048"/>
                <a:ext cx="710297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E3660F56-A5DD-4B3F-B78F-F535B6C0FF1A}"/>
                  </a:ext>
                </a:extLst>
              </p:cNvPr>
              <p:cNvSpPr/>
              <p:nvPr/>
            </p:nvSpPr>
            <p:spPr>
              <a:xfrm>
                <a:off x="6794465" y="538024"/>
                <a:ext cx="33855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prstClr val="black"/>
                    </a:solidFill>
                    <a:latin typeface="宋体" panose="02010600030101010101" pitchFamily="2" charset="-122"/>
                  </a:rPr>
                  <a:t>.</a:t>
                </a:r>
                <a:endParaRPr lang="zh-CN" altLang="en-US" dirty="0"/>
              </a:p>
            </p:txBody>
          </p:sp>
        </p:grpSp>
      </p:grpSp>
      <p:sp>
        <p:nvSpPr>
          <p:cNvPr id="10" name="矩形 9">
            <a:extLst>
              <a:ext uri="{FF2B5EF4-FFF2-40B4-BE49-F238E27FC236}">
                <a16:creationId xmlns:a16="http://schemas.microsoft.com/office/drawing/2014/main" id="{98DF0EDE-C11C-4825-B18E-9FCDC1F4DC6F}"/>
              </a:ext>
            </a:extLst>
          </p:cNvPr>
          <p:cNvSpPr/>
          <p:nvPr/>
        </p:nvSpPr>
        <p:spPr>
          <a:xfrm>
            <a:off x="611560" y="1563638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解析</a:t>
            </a:r>
            <a:endParaRPr lang="zh-CN" altLang="en-US" sz="2400" dirty="0"/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CE431229-EE98-4E1D-A966-536060D63BF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9271102"/>
              </p:ext>
            </p:extLst>
          </p:nvPr>
        </p:nvGraphicFramePr>
        <p:xfrm>
          <a:off x="1619672" y="1411479"/>
          <a:ext cx="46990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427" name="Equation" r:id="rId7" imgW="4698720" imgH="774360" progId="Equation.DSMT4">
                  <p:embed/>
                </p:oleObj>
              </mc:Choice>
              <mc:Fallback>
                <p:oleObj name="Equation" r:id="rId7" imgW="4698720" imgH="774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619672" y="1411479"/>
                        <a:ext cx="46990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1FBE7D03-13D7-4EED-ACC2-98194134150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1326540"/>
              </p:ext>
            </p:extLst>
          </p:nvPr>
        </p:nvGraphicFramePr>
        <p:xfrm>
          <a:off x="1476375" y="2499742"/>
          <a:ext cx="64135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428" name="Equation" r:id="rId9" imgW="6413400" imgH="736560" progId="Equation.DSMT4">
                  <p:embed/>
                </p:oleObj>
              </mc:Choice>
              <mc:Fallback>
                <p:oleObj name="Equation" r:id="rId9" imgW="6413400" imgH="73656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CE431229-EE98-4E1D-A966-536060D63BF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476375" y="2499742"/>
                        <a:ext cx="64135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DD489DCA-B44E-4151-9F7E-990F2A15B4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3134385"/>
              </p:ext>
            </p:extLst>
          </p:nvPr>
        </p:nvGraphicFramePr>
        <p:xfrm>
          <a:off x="1475113" y="3780247"/>
          <a:ext cx="11430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429" name="Equation" r:id="rId11" imgW="1143000" imgH="330120" progId="Equation.DSMT4">
                  <p:embed/>
                </p:oleObj>
              </mc:Choice>
              <mc:Fallback>
                <p:oleObj name="Equation" r:id="rId11" imgW="114300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475113" y="3780247"/>
                        <a:ext cx="11430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435C3A2D-BE8F-4B7F-BBB5-7242BC5F961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9609716"/>
              </p:ext>
            </p:extLst>
          </p:nvPr>
        </p:nvGraphicFramePr>
        <p:xfrm>
          <a:off x="3099555" y="3730394"/>
          <a:ext cx="8890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430" name="Equation" r:id="rId13" imgW="888840" imgH="279360" progId="Equation.DSMT4">
                  <p:embed/>
                </p:oleObj>
              </mc:Choice>
              <mc:Fallback>
                <p:oleObj name="Equation" r:id="rId13" imgW="88884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099555" y="3730394"/>
                        <a:ext cx="8890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9E79D9A2-D3B0-40A8-A9C6-F88808F84C9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0113266"/>
              </p:ext>
            </p:extLst>
          </p:nvPr>
        </p:nvGraphicFramePr>
        <p:xfrm>
          <a:off x="7862416" y="576683"/>
          <a:ext cx="3556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431" name="Equation" r:id="rId15" imgW="355320" imgH="266400" progId="Equation.DSMT4">
                  <p:embed/>
                </p:oleObj>
              </mc:Choice>
              <mc:Fallback>
                <p:oleObj name="Equation" r:id="rId15" imgW="355320" imgH="266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862416" y="576683"/>
                        <a:ext cx="3556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05758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4ED0A1F9-81DF-4A34-82EE-7E26F72A56BD}"/>
              </a:ext>
            </a:extLst>
          </p:cNvPr>
          <p:cNvGrpSpPr/>
          <p:nvPr/>
        </p:nvGrpSpPr>
        <p:grpSpPr>
          <a:xfrm>
            <a:off x="683568" y="339502"/>
            <a:ext cx="5231363" cy="584200"/>
            <a:chOff x="611560" y="432594"/>
            <a:chExt cx="5231363" cy="584200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BE22D878-891D-40D9-93C4-472BADD3DE8E}"/>
                </a:ext>
              </a:extLst>
            </p:cNvPr>
            <p:cNvSpPr/>
            <p:nvPr/>
          </p:nvSpPr>
          <p:spPr>
            <a:xfrm>
              <a:off x="611560" y="493862"/>
              <a:ext cx="122413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9.</a:t>
              </a:r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极限</a:t>
              </a:r>
              <a:endParaRPr lang="zh-CN" altLang="en-US" dirty="0"/>
            </a:p>
          </p:txBody>
        </p:sp>
        <p:graphicFrame>
          <p:nvGraphicFramePr>
            <p:cNvPr id="3" name="对象 2">
              <a:extLst>
                <a:ext uri="{FF2B5EF4-FFF2-40B4-BE49-F238E27FC236}">
                  <a16:creationId xmlns:a16="http://schemas.microsoft.com/office/drawing/2014/main" id="{A9B17D67-CA04-4E70-98E2-B59985389EC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51281290"/>
                </p:ext>
              </p:extLst>
            </p:nvPr>
          </p:nvGraphicFramePr>
          <p:xfrm>
            <a:off x="1691680" y="432594"/>
            <a:ext cx="2552700" cy="584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369" name="Equation" r:id="rId3" imgW="2552400" imgH="583920" progId="Equation.DSMT4">
                    <p:embed/>
                  </p:oleObj>
                </mc:Choice>
                <mc:Fallback>
                  <p:oleObj name="Equation" r:id="rId3" imgW="2552400" imgH="5839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691680" y="432594"/>
                          <a:ext cx="2552700" cy="584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0AF532E6-3D7D-4082-AF5D-56145D9421E8}"/>
                </a:ext>
              </a:extLst>
            </p:cNvPr>
            <p:cNvGrpSpPr/>
            <p:nvPr/>
          </p:nvGrpSpPr>
          <p:grpSpPr>
            <a:xfrm>
              <a:off x="4355976" y="555129"/>
              <a:ext cx="1486947" cy="461665"/>
              <a:chOff x="6084168" y="521419"/>
              <a:chExt cx="1486947" cy="461665"/>
            </a:xfrm>
          </p:grpSpPr>
          <p:cxnSp>
            <p:nvCxnSpPr>
              <p:cNvPr id="5" name="直接连接符 4">
                <a:extLst>
                  <a:ext uri="{FF2B5EF4-FFF2-40B4-BE49-F238E27FC236}">
                    <a16:creationId xmlns:a16="http://schemas.microsoft.com/office/drawing/2014/main" id="{6FB0911A-C2F9-4C90-B9DA-7E37A157C89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84168" y="804048"/>
                <a:ext cx="1152128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7C661A26-F6CC-4F19-9900-0A88CABDD869}"/>
                  </a:ext>
                </a:extLst>
              </p:cNvPr>
              <p:cNvSpPr/>
              <p:nvPr/>
            </p:nvSpPr>
            <p:spPr>
              <a:xfrm>
                <a:off x="7232561" y="521419"/>
                <a:ext cx="33855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prstClr val="black"/>
                    </a:solidFill>
                    <a:latin typeface="宋体" panose="02010600030101010101" pitchFamily="2" charset="-122"/>
                  </a:rPr>
                  <a:t>.</a:t>
                </a:r>
                <a:endParaRPr lang="zh-CN" altLang="en-US" dirty="0"/>
              </a:p>
            </p:txBody>
          </p:sp>
        </p:grpSp>
      </p:grpSp>
      <p:sp>
        <p:nvSpPr>
          <p:cNvPr id="8" name="矩形 7">
            <a:extLst>
              <a:ext uri="{FF2B5EF4-FFF2-40B4-BE49-F238E27FC236}">
                <a16:creationId xmlns:a16="http://schemas.microsoft.com/office/drawing/2014/main" id="{C29E6B50-A729-41E1-B3F1-FA9D00B333C6}"/>
              </a:ext>
            </a:extLst>
          </p:cNvPr>
          <p:cNvSpPr/>
          <p:nvPr/>
        </p:nvSpPr>
        <p:spPr>
          <a:xfrm>
            <a:off x="672950" y="1207691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解析</a:t>
            </a:r>
            <a:endParaRPr lang="zh-CN" altLang="en-US" sz="2400" dirty="0"/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8B0FD82B-58AF-4B39-8333-8F5D355AC1C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1015066"/>
              </p:ext>
            </p:extLst>
          </p:nvPr>
        </p:nvGraphicFramePr>
        <p:xfrm>
          <a:off x="1579538" y="1170616"/>
          <a:ext cx="54737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70" name="Equation" r:id="rId5" imgW="5473440" imgH="583920" progId="Equation.DSMT4">
                  <p:embed/>
                </p:oleObj>
              </mc:Choice>
              <mc:Fallback>
                <p:oleObj name="Equation" r:id="rId5" imgW="5473440" imgH="5839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79538" y="1170616"/>
                        <a:ext cx="5473700" cy="584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EE896C9E-2F57-4BD1-86E0-4D048421E46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6070553"/>
              </p:ext>
            </p:extLst>
          </p:nvPr>
        </p:nvGraphicFramePr>
        <p:xfrm>
          <a:off x="1365250" y="1855763"/>
          <a:ext cx="64135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71" name="Equation" r:id="rId7" imgW="6413400" imgH="914400" progId="Equation.DSMT4">
                  <p:embed/>
                </p:oleObj>
              </mc:Choice>
              <mc:Fallback>
                <p:oleObj name="Equation" r:id="rId7" imgW="6413400" imgH="914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365250" y="1855763"/>
                        <a:ext cx="6413500" cy="914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8538D6A6-FBA4-43A2-920A-B8B157702F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5834938"/>
              </p:ext>
            </p:extLst>
          </p:nvPr>
        </p:nvGraphicFramePr>
        <p:xfrm>
          <a:off x="1333500" y="2956570"/>
          <a:ext cx="3238500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72" name="Equation" r:id="rId9" imgW="3238200" imgH="1676160" progId="Equation.DSMT4">
                  <p:embed/>
                </p:oleObj>
              </mc:Choice>
              <mc:Fallback>
                <p:oleObj name="Equation" r:id="rId9" imgW="3238200" imgH="16761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333500" y="2956570"/>
                        <a:ext cx="3238500" cy="167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EEFE7111-AEE1-4B11-A31E-30EEFD6DDB5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1659363"/>
              </p:ext>
            </p:extLst>
          </p:nvPr>
        </p:nvGraphicFramePr>
        <p:xfrm>
          <a:off x="4930162" y="407760"/>
          <a:ext cx="1270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73" name="Equation" r:id="rId11" imgW="126720" imgH="266400" progId="Equation.DSMT4">
                  <p:embed/>
                </p:oleObj>
              </mc:Choice>
              <mc:Fallback>
                <p:oleObj name="Equation" r:id="rId11" imgW="126720" imgH="266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930162" y="407760"/>
                        <a:ext cx="1270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17000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C:\Users\HP\Documents\Tencent Files\380743487\FileRecv\MobileFile\IMG_0827.PNG">
            <a:extLst>
              <a:ext uri="{FF2B5EF4-FFF2-40B4-BE49-F238E27FC236}">
                <a16:creationId xmlns:a16="http://schemas.microsoft.com/office/drawing/2014/main" id="{735A95B7-BD69-4B2A-9079-1985266FA9A8}"/>
              </a:ext>
            </a:extLst>
          </p:cNvPr>
          <p:cNvPicPr/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100000"/>
                    </a14:imgEffect>
                    <a14:imgEffect>
                      <a14:brightnessContrast bright="5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68" y="267494"/>
            <a:ext cx="3456384" cy="250202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737FB8C2-6C1A-4FF7-A05A-A2F66175D3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6471032"/>
              </p:ext>
            </p:extLst>
          </p:nvPr>
        </p:nvGraphicFramePr>
        <p:xfrm>
          <a:off x="971600" y="2416969"/>
          <a:ext cx="23622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89" name="Equation" r:id="rId5" imgW="2361960" imgH="469800" progId="Equation.DSMT4">
                  <p:embed/>
                </p:oleObj>
              </mc:Choice>
              <mc:Fallback>
                <p:oleObj name="Equation" r:id="rId5" imgW="2361960" imgH="469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71600" y="2416969"/>
                        <a:ext cx="2362200" cy="469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组合 8">
            <a:extLst>
              <a:ext uri="{FF2B5EF4-FFF2-40B4-BE49-F238E27FC236}">
                <a16:creationId xmlns:a16="http://schemas.microsoft.com/office/drawing/2014/main" id="{6DC9A39D-CF3F-42B6-B3B6-C1E3C1D8CAB9}"/>
              </a:ext>
            </a:extLst>
          </p:cNvPr>
          <p:cNvGrpSpPr/>
          <p:nvPr/>
        </p:nvGrpSpPr>
        <p:grpSpPr>
          <a:xfrm>
            <a:off x="611560" y="3479318"/>
            <a:ext cx="3538696" cy="584200"/>
            <a:chOff x="611560" y="3479318"/>
            <a:chExt cx="3538696" cy="584200"/>
          </a:xfrm>
        </p:grpSpPr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DD8BBC05-86EE-44CA-B0D8-6831125EF49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10434248"/>
                </p:ext>
              </p:extLst>
            </p:nvPr>
          </p:nvGraphicFramePr>
          <p:xfrm>
            <a:off x="611560" y="3479318"/>
            <a:ext cx="2413000" cy="584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390" name="Equation" r:id="rId7" imgW="2412720" imgH="583920" progId="Equation.DSMT4">
                    <p:embed/>
                  </p:oleObj>
                </mc:Choice>
                <mc:Fallback>
                  <p:oleObj name="Equation" r:id="rId7" imgW="2412720" imgH="5839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611560" y="3479318"/>
                          <a:ext cx="2413000" cy="584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2301031F-7B0E-4EF8-9A17-DA4453628760}"/>
                </a:ext>
              </a:extLst>
            </p:cNvPr>
            <p:cNvSpPr/>
            <p:nvPr/>
          </p:nvSpPr>
          <p:spPr>
            <a:xfrm>
              <a:off x="3037451" y="3540585"/>
              <a:ext cx="1112805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srgbClr val="0066FF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不存在</a:t>
              </a:r>
              <a:endParaRPr lang="zh-CN" altLang="en-US" sz="2400" dirty="0"/>
            </a:p>
          </p:txBody>
        </p:sp>
      </p:grpSp>
      <p:sp>
        <p:nvSpPr>
          <p:cNvPr id="7" name="矩形 6">
            <a:extLst>
              <a:ext uri="{FF2B5EF4-FFF2-40B4-BE49-F238E27FC236}">
                <a16:creationId xmlns:a16="http://schemas.microsoft.com/office/drawing/2014/main" id="{7E191377-32D1-42B1-9BB2-A1C0A0ED7C92}"/>
              </a:ext>
            </a:extLst>
          </p:cNvPr>
          <p:cNvSpPr/>
          <p:nvPr/>
        </p:nvSpPr>
        <p:spPr>
          <a:xfrm>
            <a:off x="4788024" y="483518"/>
            <a:ext cx="17924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常见错误：</a:t>
            </a:r>
            <a:r>
              <a:rPr lang="zh-CN" altLang="zh-CN" sz="2400" b="1" dirty="0">
                <a:ea typeface="Times New Roman" panose="02020603050405020304" pitchFamily="18" charset="0"/>
              </a:rPr>
              <a:t> </a:t>
            </a:r>
            <a:endParaRPr lang="zh-CN" altLang="en-US" sz="2400" b="1" dirty="0"/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F4578F87-1AD6-49F5-9A2B-331E6C2950B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5380327"/>
              </p:ext>
            </p:extLst>
          </p:nvPr>
        </p:nvGraphicFramePr>
        <p:xfrm>
          <a:off x="4788024" y="1226408"/>
          <a:ext cx="23114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91" name="Equation" r:id="rId9" imgW="2311200" imgH="583920" progId="Equation.DSMT4">
                  <p:embed/>
                </p:oleObj>
              </mc:Choice>
              <mc:Fallback>
                <p:oleObj name="Equation" r:id="rId9" imgW="2311200" imgH="5839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788024" y="1226408"/>
                        <a:ext cx="2311400" cy="584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1E2FDFF6-02B2-47F6-BCE0-243C413947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7113901"/>
              </p:ext>
            </p:extLst>
          </p:nvPr>
        </p:nvGraphicFramePr>
        <p:xfrm>
          <a:off x="4572000" y="1944023"/>
          <a:ext cx="30099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92" name="Equation" r:id="rId11" imgW="3009600" imgH="825480" progId="Equation.DSMT4">
                  <p:embed/>
                </p:oleObj>
              </mc:Choice>
              <mc:Fallback>
                <p:oleObj name="Equation" r:id="rId11" imgW="3009600" imgH="825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572000" y="1944023"/>
                        <a:ext cx="3009900" cy="825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A42DD47E-9BF3-4431-AC74-A2481137FAB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4197800"/>
              </p:ext>
            </p:extLst>
          </p:nvPr>
        </p:nvGraphicFramePr>
        <p:xfrm>
          <a:off x="4572000" y="2897907"/>
          <a:ext cx="3657600" cy="1282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93" name="Equation" r:id="rId13" imgW="3657600" imgH="1282680" progId="Equation.DSMT4">
                  <p:embed/>
                </p:oleObj>
              </mc:Choice>
              <mc:Fallback>
                <p:oleObj name="Equation" r:id="rId13" imgW="3657600" imgH="1282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572000" y="2897907"/>
                        <a:ext cx="3657600" cy="1282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48B7229A-A109-4D2C-8BE1-9F89A2BDF389}"/>
              </a:ext>
            </a:extLst>
          </p:cNvPr>
          <p:cNvSpPr/>
          <p:nvPr/>
        </p:nvSpPr>
        <p:spPr>
          <a:xfrm>
            <a:off x="7941479" y="2452663"/>
            <a:ext cx="57624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0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×</a:t>
            </a:r>
            <a:endParaRPr lang="zh-CN" altLang="en-US" sz="4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3117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C:\Users\HP\Documents\Tencent Files\380743487\FileRecv\MobileFile\IMG_0828.PNG">
            <a:extLst>
              <a:ext uri="{FF2B5EF4-FFF2-40B4-BE49-F238E27FC236}">
                <a16:creationId xmlns:a16="http://schemas.microsoft.com/office/drawing/2014/main" id="{A3A1D496-F215-4215-84A2-FA3156A12339}"/>
              </a:ext>
            </a:extLst>
          </p:cNvPr>
          <p:cNvPicPr/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100000"/>
                    </a14:imgEffect>
                    <a14:imgEffect>
                      <a14:brightnessContrast bright="5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390188"/>
            <a:ext cx="3312368" cy="217159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8EA8E583-3649-4B2F-9137-9EBF93DC0A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1668847"/>
              </p:ext>
            </p:extLst>
          </p:nvPr>
        </p:nvGraphicFramePr>
        <p:xfrm>
          <a:off x="701204" y="2556615"/>
          <a:ext cx="24130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470" name="Equation" r:id="rId5" imgW="2412720" imgH="469800" progId="Equation.DSMT4">
                  <p:embed/>
                </p:oleObj>
              </mc:Choice>
              <mc:Fallback>
                <p:oleObj name="Equation" r:id="rId5" imgW="2412720" imgH="469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01204" y="2556615"/>
                        <a:ext cx="2413000" cy="469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组合 11">
            <a:extLst>
              <a:ext uri="{FF2B5EF4-FFF2-40B4-BE49-F238E27FC236}">
                <a16:creationId xmlns:a16="http://schemas.microsoft.com/office/drawing/2014/main" id="{751B9125-AD2C-4097-A1D6-B7129C4ECFAD}"/>
              </a:ext>
            </a:extLst>
          </p:cNvPr>
          <p:cNvGrpSpPr/>
          <p:nvPr/>
        </p:nvGrpSpPr>
        <p:grpSpPr>
          <a:xfrm>
            <a:off x="650404" y="3579862"/>
            <a:ext cx="3469886" cy="584200"/>
            <a:chOff x="650404" y="3579862"/>
            <a:chExt cx="3469886" cy="584200"/>
          </a:xfrm>
        </p:grpSpPr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82128025-B147-4049-B428-2499B5D1DEA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71495638"/>
                </p:ext>
              </p:extLst>
            </p:nvPr>
          </p:nvGraphicFramePr>
          <p:xfrm>
            <a:off x="650404" y="3579862"/>
            <a:ext cx="2463800" cy="584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471" name="Equation" r:id="rId7" imgW="2463480" imgH="583920" progId="Equation.DSMT4">
                    <p:embed/>
                  </p:oleObj>
                </mc:Choice>
                <mc:Fallback>
                  <p:oleObj name="Equation" r:id="rId7" imgW="2463480" imgH="5839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650404" y="3579862"/>
                          <a:ext cx="2463800" cy="584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9159612B-7CF8-4953-A159-5AC855BB947A}"/>
                </a:ext>
              </a:extLst>
            </p:cNvPr>
            <p:cNvSpPr/>
            <p:nvPr/>
          </p:nvSpPr>
          <p:spPr>
            <a:xfrm>
              <a:off x="3007485" y="3621306"/>
              <a:ext cx="1112805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srgbClr val="0066FF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不存在</a:t>
              </a:r>
              <a:endParaRPr lang="zh-CN" altLang="en-US" sz="2400" dirty="0"/>
            </a:p>
          </p:txBody>
        </p:sp>
      </p:grp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2B1C9CF2-3DD1-42CF-8BBD-61D9BE7622F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8007501"/>
              </p:ext>
            </p:extLst>
          </p:nvPr>
        </p:nvGraphicFramePr>
        <p:xfrm>
          <a:off x="4637790" y="171790"/>
          <a:ext cx="23622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472" name="Equation" r:id="rId9" imgW="2361960" imgH="583920" progId="Equation.DSMT4">
                  <p:embed/>
                </p:oleObj>
              </mc:Choice>
              <mc:Fallback>
                <p:oleObj name="Equation" r:id="rId9" imgW="2361960" imgH="5839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637790" y="171790"/>
                        <a:ext cx="2362200" cy="584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6BA80DEB-A100-42DF-96A7-7A58F2EAFEE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5020636"/>
              </p:ext>
            </p:extLst>
          </p:nvPr>
        </p:nvGraphicFramePr>
        <p:xfrm>
          <a:off x="4400989" y="819623"/>
          <a:ext cx="33401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473" name="Equation" r:id="rId11" imgW="3340080" imgH="583920" progId="Equation.DSMT4">
                  <p:embed/>
                </p:oleObj>
              </mc:Choice>
              <mc:Fallback>
                <p:oleObj name="Equation" r:id="rId11" imgW="3340080" imgH="5839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400989" y="819623"/>
                        <a:ext cx="3340100" cy="584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D398D410-34F6-4F0C-AEF1-E6BF202D132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6105631"/>
              </p:ext>
            </p:extLst>
          </p:nvPr>
        </p:nvGraphicFramePr>
        <p:xfrm>
          <a:off x="4400989" y="1419377"/>
          <a:ext cx="32131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474" name="Equation" r:id="rId13" imgW="3213000" imgH="583920" progId="Equation.DSMT4">
                  <p:embed/>
                </p:oleObj>
              </mc:Choice>
              <mc:Fallback>
                <p:oleObj name="Equation" r:id="rId13" imgW="3213000" imgH="5839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400989" y="1419377"/>
                        <a:ext cx="3213100" cy="584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CE062A7D-D490-48DC-915A-B0FBAA3E062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7434123"/>
              </p:ext>
            </p:extLst>
          </p:nvPr>
        </p:nvGraphicFramePr>
        <p:xfrm>
          <a:off x="4400989" y="1997948"/>
          <a:ext cx="33401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475" name="Equation" r:id="rId15" imgW="3340080" imgH="914400" progId="Equation.DSMT4">
                  <p:embed/>
                </p:oleObj>
              </mc:Choice>
              <mc:Fallback>
                <p:oleObj name="Equation" r:id="rId15" imgW="3340080" imgH="914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400989" y="1997948"/>
                        <a:ext cx="3340100" cy="914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78395346-24DB-4DD8-BA7B-60F028A7506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3658960"/>
              </p:ext>
            </p:extLst>
          </p:nvPr>
        </p:nvGraphicFramePr>
        <p:xfrm>
          <a:off x="4388718" y="3007894"/>
          <a:ext cx="3352800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476" name="Equation" r:id="rId17" imgW="3352680" imgH="1676160" progId="Equation.DSMT4">
                  <p:embed/>
                </p:oleObj>
              </mc:Choice>
              <mc:Fallback>
                <p:oleObj name="Equation" r:id="rId17" imgW="3352680" imgH="16761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388718" y="3007894"/>
                        <a:ext cx="3352800" cy="167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41069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B8BF1BFD-5382-43F4-9DA1-35420570ABE6}"/>
              </a:ext>
            </a:extLst>
          </p:cNvPr>
          <p:cNvGrpSpPr/>
          <p:nvPr/>
        </p:nvGrpSpPr>
        <p:grpSpPr>
          <a:xfrm>
            <a:off x="683568" y="314407"/>
            <a:ext cx="7416824" cy="461665"/>
            <a:chOff x="683568" y="314407"/>
            <a:chExt cx="7416824" cy="461665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F02914D-BB5A-40D2-B2A3-84859C7608B7}"/>
                </a:ext>
              </a:extLst>
            </p:cNvPr>
            <p:cNvSpPr/>
            <p:nvPr/>
          </p:nvSpPr>
          <p:spPr>
            <a:xfrm>
              <a:off x="683568" y="314407"/>
              <a:ext cx="741682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zh-CN" sz="2400" b="1" dirty="0">
                  <a:cs typeface="Times New Roman" panose="02020603050405020304" pitchFamily="18" charset="0"/>
                </a:rPr>
                <a:t>二、设</a:t>
              </a:r>
              <a:r>
                <a:rPr lang="en-US" altLang="zh-CN" sz="2400" b="1" dirty="0">
                  <a:cs typeface="Times New Roman" panose="02020603050405020304" pitchFamily="18" charset="0"/>
                </a:rPr>
                <a:t>                    </a:t>
              </a:r>
              <a:r>
                <a:rPr lang="zh-CN" altLang="en-US" sz="2400" b="1" dirty="0">
                  <a:cs typeface="Times New Roman" panose="02020603050405020304" pitchFamily="18" charset="0"/>
                </a:rPr>
                <a:t>满足                 且对任意                   有                </a:t>
              </a:r>
              <a:r>
                <a:rPr lang="en-US" altLang="zh-CN" sz="2400" b="1" dirty="0">
                  <a:cs typeface="Times New Roman" panose="02020603050405020304" pitchFamily="18" charset="0"/>
                </a:rPr>
                <a:t>              </a:t>
              </a:r>
              <a:endParaRPr lang="zh-CN" altLang="en-US" sz="2400" b="1" dirty="0"/>
            </a:p>
          </p:txBody>
        </p:sp>
        <p:graphicFrame>
          <p:nvGraphicFramePr>
            <p:cNvPr id="3" name="对象 2">
              <a:extLst>
                <a:ext uri="{FF2B5EF4-FFF2-40B4-BE49-F238E27FC236}">
                  <a16:creationId xmlns:a16="http://schemas.microsoft.com/office/drawing/2014/main" id="{57908C4B-5660-4C01-A2F2-62BA3138C86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55662383"/>
                </p:ext>
              </p:extLst>
            </p:nvPr>
          </p:nvGraphicFramePr>
          <p:xfrm>
            <a:off x="1691680" y="373789"/>
            <a:ext cx="13208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680" name="Equation" r:id="rId3" imgW="1320480" imgH="342720" progId="Equation.DSMT4">
                    <p:embed/>
                  </p:oleObj>
                </mc:Choice>
                <mc:Fallback>
                  <p:oleObj name="Equation" r:id="rId3" imgW="13204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691680" y="373789"/>
                          <a:ext cx="13208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05FF7D12-5D7A-4E2C-92E3-D777C501808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05764608"/>
                </p:ext>
              </p:extLst>
            </p:nvPr>
          </p:nvGraphicFramePr>
          <p:xfrm>
            <a:off x="3707904" y="390957"/>
            <a:ext cx="10287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681" name="Equation" r:id="rId5" imgW="1028520" imgH="342720" progId="Equation.DSMT4">
                    <p:embed/>
                  </p:oleObj>
                </mc:Choice>
                <mc:Fallback>
                  <p:oleObj name="Equation" r:id="rId5" imgW="102852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707904" y="390957"/>
                          <a:ext cx="10287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323A2666-553E-4F83-882A-E7E2DB1DFE3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20835523"/>
                </p:ext>
              </p:extLst>
            </p:nvPr>
          </p:nvGraphicFramePr>
          <p:xfrm>
            <a:off x="6084168" y="403657"/>
            <a:ext cx="10668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682" name="Equation" r:id="rId7" imgW="1066680" imgH="330120" progId="Equation.DSMT4">
                    <p:embed/>
                  </p:oleObj>
                </mc:Choice>
                <mc:Fallback>
                  <p:oleObj name="Equation" r:id="rId7" imgW="106668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6084168" y="403657"/>
                          <a:ext cx="10668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B1FA0FD5-E2CA-47AA-B22F-1648C753DF0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6749343"/>
              </p:ext>
            </p:extLst>
          </p:nvPr>
        </p:nvGraphicFramePr>
        <p:xfrm>
          <a:off x="395536" y="1059582"/>
          <a:ext cx="2895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683" name="Equation" r:id="rId9" imgW="2895480" imgH="406080" progId="Equation.DSMT4">
                  <p:embed/>
                </p:oleObj>
              </mc:Choice>
              <mc:Fallback>
                <p:oleObj name="Equation" r:id="rId9" imgW="289548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95536" y="1059582"/>
                        <a:ext cx="28956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46D7FD44-F8D1-42F9-94DD-38A972A2ABCD}"/>
              </a:ext>
            </a:extLst>
          </p:cNvPr>
          <p:cNvSpPr/>
          <p:nvPr/>
        </p:nvSpPr>
        <p:spPr>
          <a:xfrm>
            <a:off x="3347865" y="1059582"/>
            <a:ext cx="86409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cs typeface="Times New Roman" panose="02020603050405020304" pitchFamily="18" charset="0"/>
              </a:rPr>
              <a:t>证明</a:t>
            </a:r>
            <a:endParaRPr lang="zh-CN" altLang="en-US" dirty="0"/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D2DF1225-BADA-40E5-BFAC-ED6F78D2B0E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8730144"/>
              </p:ext>
            </p:extLst>
          </p:nvPr>
        </p:nvGraphicFramePr>
        <p:xfrm>
          <a:off x="4052168" y="1118964"/>
          <a:ext cx="2032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684" name="Equation" r:id="rId11" imgW="2031840" imgH="342720" progId="Equation.DSMT4">
                  <p:embed/>
                </p:oleObj>
              </mc:Choice>
              <mc:Fallback>
                <p:oleObj name="Equation" r:id="rId11" imgW="203184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052168" y="1118964"/>
                        <a:ext cx="20320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>
            <a:extLst>
              <a:ext uri="{FF2B5EF4-FFF2-40B4-BE49-F238E27FC236}">
                <a16:creationId xmlns:a16="http://schemas.microsoft.com/office/drawing/2014/main" id="{898D8FF8-4046-4550-97A4-9A99787FF259}"/>
              </a:ext>
            </a:extLst>
          </p:cNvPr>
          <p:cNvSpPr/>
          <p:nvPr/>
        </p:nvSpPr>
        <p:spPr>
          <a:xfrm>
            <a:off x="611559" y="1836398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解析</a:t>
            </a:r>
            <a:endParaRPr lang="zh-CN" altLang="en-US" sz="2400" dirty="0"/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21DB38E5-324A-41E0-8F61-65AE7B9D59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3463757"/>
              </p:ext>
            </p:extLst>
          </p:nvPr>
        </p:nvGraphicFramePr>
        <p:xfrm>
          <a:off x="1476375" y="1872729"/>
          <a:ext cx="9906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685" name="Equation" r:id="rId13" imgW="990360" imgH="291960" progId="Equation.DSMT4">
                  <p:embed/>
                </p:oleObj>
              </mc:Choice>
              <mc:Fallback>
                <p:oleObj name="Equation" r:id="rId13" imgW="990360" imgH="291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476375" y="1872729"/>
                        <a:ext cx="990600" cy="292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1E123286-723F-4EBF-B898-ABF8039599B1}"/>
              </a:ext>
            </a:extLst>
          </p:cNvPr>
          <p:cNvSpPr/>
          <p:nvPr/>
        </p:nvSpPr>
        <p:spPr>
          <a:xfrm>
            <a:off x="2494061" y="1771089"/>
            <a:ext cx="172819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由题意得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66392B56-3733-46EC-B027-27278C6D8C4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5866888"/>
              </p:ext>
            </p:extLst>
          </p:nvPr>
        </p:nvGraphicFramePr>
        <p:xfrm>
          <a:off x="4124336" y="1612379"/>
          <a:ext cx="35306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686" name="Equation" r:id="rId15" imgW="3530520" imgH="812520" progId="Equation.DSMT4">
                  <p:embed/>
                </p:oleObj>
              </mc:Choice>
              <mc:Fallback>
                <p:oleObj name="Equation" r:id="rId15" imgW="353052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124336" y="1612379"/>
                        <a:ext cx="35306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矩形 13">
            <a:extLst>
              <a:ext uri="{FF2B5EF4-FFF2-40B4-BE49-F238E27FC236}">
                <a16:creationId xmlns:a16="http://schemas.microsoft.com/office/drawing/2014/main" id="{2A560C98-6A87-41F2-A990-0AC3E7B4B122}"/>
              </a:ext>
            </a:extLst>
          </p:cNvPr>
          <p:cNvSpPr/>
          <p:nvPr/>
        </p:nvSpPr>
        <p:spPr>
          <a:xfrm>
            <a:off x="539552" y="2762917"/>
            <a:ext cx="222091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由夹逼准则得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026005E4-CD03-44D0-8F88-BB7894CDC42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8027256"/>
              </p:ext>
            </p:extLst>
          </p:nvPr>
        </p:nvGraphicFramePr>
        <p:xfrm>
          <a:off x="2915816" y="2675021"/>
          <a:ext cx="4102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687" name="Equation" r:id="rId17" imgW="4101840" imgH="736560" progId="Equation.DSMT4">
                  <p:embed/>
                </p:oleObj>
              </mc:Choice>
              <mc:Fallback>
                <p:oleObj name="Equation" r:id="rId17" imgW="410184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915816" y="2675021"/>
                        <a:ext cx="41021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" name="组合 20">
            <a:extLst>
              <a:ext uri="{FF2B5EF4-FFF2-40B4-BE49-F238E27FC236}">
                <a16:creationId xmlns:a16="http://schemas.microsoft.com/office/drawing/2014/main" id="{D13DF7F4-DA03-4EC5-A091-BB52E7127168}"/>
              </a:ext>
            </a:extLst>
          </p:cNvPr>
          <p:cNvGrpSpPr/>
          <p:nvPr/>
        </p:nvGrpSpPr>
        <p:grpSpPr>
          <a:xfrm>
            <a:off x="611558" y="3523912"/>
            <a:ext cx="2220912" cy="461665"/>
            <a:chOff x="611558" y="3523912"/>
            <a:chExt cx="2220912" cy="461665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5AD2DB36-6A3C-44C1-85B6-4B2492229621}"/>
                </a:ext>
              </a:extLst>
            </p:cNvPr>
            <p:cNvSpPr/>
            <p:nvPr/>
          </p:nvSpPr>
          <p:spPr>
            <a:xfrm>
              <a:off x="611558" y="3523912"/>
              <a:ext cx="222091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由  的任意性，</a:t>
              </a:r>
              <a:endParaRPr lang="zh-CN" altLang="en-US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65AA8D76-9074-416A-9511-F56B507CBEF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09212532"/>
                </p:ext>
              </p:extLst>
            </p:nvPr>
          </p:nvGraphicFramePr>
          <p:xfrm>
            <a:off x="1013271" y="3721070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688" name="Equation" r:id="rId19" imgW="190440" imgH="203040" progId="Equation.DSMT4">
                    <p:embed/>
                  </p:oleObj>
                </mc:Choice>
                <mc:Fallback>
                  <p:oleObj name="Equation" r:id="rId19" imgW="19044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1013271" y="3721070"/>
                          <a:ext cx="1905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74637E6A-312A-4190-BD98-1C87BB5F4A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0861204"/>
              </p:ext>
            </p:extLst>
          </p:nvPr>
        </p:nvGraphicFramePr>
        <p:xfrm>
          <a:off x="2776613" y="3599226"/>
          <a:ext cx="20066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689" name="Equation" r:id="rId21" imgW="2006280" imgH="355320" progId="Equation.DSMT4">
                  <p:embed/>
                </p:oleObj>
              </mc:Choice>
              <mc:Fallback>
                <p:oleObj name="Equation" r:id="rId21" imgW="200628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2776613" y="3599226"/>
                        <a:ext cx="20066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id="{B5D61CFF-141A-4300-8ECB-C8C29F04A5AB}"/>
              </a:ext>
            </a:extLst>
          </p:cNvPr>
          <p:cNvSpPr/>
          <p:nvPr/>
        </p:nvSpPr>
        <p:spPr>
          <a:xfrm>
            <a:off x="4833848" y="3513637"/>
            <a:ext cx="9622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于是</a:t>
            </a:r>
            <a:endParaRPr lang="zh-CN" altLang="en-US" dirty="0"/>
          </a:p>
        </p:txBody>
      </p:sp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57FAE2C6-4466-4379-9F83-B6EFED03CBC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3878137"/>
              </p:ext>
            </p:extLst>
          </p:nvPr>
        </p:nvGraphicFramePr>
        <p:xfrm>
          <a:off x="3047504" y="4384812"/>
          <a:ext cx="2463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690" name="Equation" r:id="rId23" imgW="2463480" imgH="342720" progId="Equation.DSMT4">
                  <p:embed/>
                </p:oleObj>
              </mc:Choice>
              <mc:Fallback>
                <p:oleObj name="Equation" r:id="rId23" imgW="24634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3047504" y="4384812"/>
                        <a:ext cx="24638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84157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4" grpId="0"/>
      <p:bldP spid="1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A153CB9-5533-4279-99E2-45BE014EF732}"/>
              </a:ext>
            </a:extLst>
          </p:cNvPr>
          <p:cNvSpPr/>
          <p:nvPr/>
        </p:nvSpPr>
        <p:spPr>
          <a:xfrm>
            <a:off x="677660" y="189453"/>
            <a:ext cx="828092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b="1" dirty="0">
                <a:cs typeface="Times New Roman" panose="02020603050405020304" pitchFamily="18" charset="0"/>
              </a:rPr>
              <a:t>三、讨论函数</a:t>
            </a:r>
            <a:r>
              <a:rPr lang="en-US" altLang="zh-CN" sz="2400" b="1" dirty="0">
                <a:cs typeface="Times New Roman" panose="02020603050405020304" pitchFamily="18" charset="0"/>
              </a:rPr>
              <a:t>                      </a:t>
            </a:r>
            <a:r>
              <a:rPr lang="zh-CN" altLang="en-US" sz="2400" b="1" dirty="0">
                <a:cs typeface="Times New Roman" panose="02020603050405020304" pitchFamily="18" charset="0"/>
              </a:rPr>
              <a:t>的连续性，其中       表示不超过</a:t>
            </a:r>
            <a:endParaRPr lang="zh-CN" altLang="en-US" sz="2400" b="1" dirty="0"/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DA4FFE91-CA95-48A7-BF5D-B70AFBA3BA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2965813"/>
              </p:ext>
            </p:extLst>
          </p:nvPr>
        </p:nvGraphicFramePr>
        <p:xfrm>
          <a:off x="2602286" y="250278"/>
          <a:ext cx="1422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731" name="Equation" r:id="rId3" imgW="1422360" imgH="342720" progId="Equation.DSMT4">
                  <p:embed/>
                </p:oleObj>
              </mc:Choice>
              <mc:Fallback>
                <p:oleObj name="Equation" r:id="rId3" imgW="142236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602286" y="250278"/>
                        <a:ext cx="14224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CF6FD592-1949-47B5-A6EE-F5B1DC27C1F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3370748"/>
              </p:ext>
            </p:extLst>
          </p:nvPr>
        </p:nvGraphicFramePr>
        <p:xfrm>
          <a:off x="6307483" y="250278"/>
          <a:ext cx="3683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732" name="Equation" r:id="rId5" imgW="368280" imgH="330120" progId="Equation.DSMT4">
                  <p:embed/>
                </p:oleObj>
              </mc:Choice>
              <mc:Fallback>
                <p:oleObj name="Equation" r:id="rId5" imgW="36828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307483" y="250278"/>
                        <a:ext cx="3683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7AC3C87E-1A7E-4228-99C8-2DFB8FCB42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7305558"/>
              </p:ext>
            </p:extLst>
          </p:nvPr>
        </p:nvGraphicFramePr>
        <p:xfrm>
          <a:off x="8269932" y="320128"/>
          <a:ext cx="1905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733" name="Equation" r:id="rId7" imgW="190440" imgH="203040" progId="Equation.DSMT4">
                  <p:embed/>
                </p:oleObj>
              </mc:Choice>
              <mc:Fallback>
                <p:oleObj name="Equation" r:id="rId7" imgW="19044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269932" y="320128"/>
                        <a:ext cx="1905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8FF9D3EE-1CD6-4D4A-9740-D6C738C90F92}"/>
              </a:ext>
            </a:extLst>
          </p:cNvPr>
          <p:cNvSpPr/>
          <p:nvPr/>
        </p:nvSpPr>
        <p:spPr>
          <a:xfrm>
            <a:off x="217424" y="669408"/>
            <a:ext cx="19063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cs typeface="Times New Roman" panose="02020603050405020304" pitchFamily="18" charset="0"/>
              </a:rPr>
              <a:t>的最大整数</a:t>
            </a:r>
            <a:r>
              <a:rPr lang="en-US" altLang="zh-CN" sz="2400" b="1" dirty="0">
                <a:solidFill>
                  <a:prstClr val="black"/>
                </a:solidFill>
                <a:cs typeface="Times New Roman" panose="02020603050405020304" pitchFamily="18" charset="0"/>
              </a:rPr>
              <a:t>.</a:t>
            </a:r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55E2F-EA25-4508-B97D-6AC533A43B88}"/>
              </a:ext>
            </a:extLst>
          </p:cNvPr>
          <p:cNvSpPr/>
          <p:nvPr/>
        </p:nvSpPr>
        <p:spPr>
          <a:xfrm>
            <a:off x="502625" y="1244412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解析</a:t>
            </a:r>
            <a:endParaRPr lang="zh-CN" altLang="en-US" sz="2400" dirty="0"/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3BDFC28-0A24-4972-8548-95188B7C5870}"/>
              </a:ext>
            </a:extLst>
          </p:cNvPr>
          <p:cNvGrpSpPr/>
          <p:nvPr/>
        </p:nvGrpSpPr>
        <p:grpSpPr>
          <a:xfrm>
            <a:off x="1306613" y="1257993"/>
            <a:ext cx="6073699" cy="471767"/>
            <a:chOff x="1306613" y="1257993"/>
            <a:chExt cx="6073699" cy="471767"/>
          </a:xfrm>
        </p:grpSpPr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7180E038-13A7-47AE-81D3-AC683FB9F73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83855509"/>
                </p:ext>
              </p:extLst>
            </p:nvPr>
          </p:nvGraphicFramePr>
          <p:xfrm>
            <a:off x="1799056" y="1317375"/>
            <a:ext cx="37338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734" name="Equation" r:id="rId9" imgW="3733560" imgH="342720" progId="Equation.DSMT4">
                    <p:embed/>
                  </p:oleObj>
                </mc:Choice>
                <mc:Fallback>
                  <p:oleObj name="Equation" r:id="rId9" imgW="373356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799056" y="1317375"/>
                          <a:ext cx="37338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D0620924-9381-4D36-BE76-14AE43A61D5F}"/>
                </a:ext>
              </a:extLst>
            </p:cNvPr>
            <p:cNvSpPr/>
            <p:nvPr/>
          </p:nvSpPr>
          <p:spPr>
            <a:xfrm>
              <a:off x="1306613" y="1257993"/>
              <a:ext cx="492443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zh-CN" altLang="en-US" sz="2400" b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当</a:t>
              </a:r>
              <a:endParaRPr lang="zh-CN" altLang="en-US" sz="2400" dirty="0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6705CCB8-F7EE-4E6F-9348-E0E357C8C386}"/>
                </a:ext>
              </a:extLst>
            </p:cNvPr>
            <p:cNvSpPr/>
            <p:nvPr/>
          </p:nvSpPr>
          <p:spPr>
            <a:xfrm>
              <a:off x="5580112" y="1268095"/>
              <a:ext cx="180020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/>
              <a:r>
                <a:rPr lang="zh-CN" altLang="en-US" sz="24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显然连续；</a:t>
              </a:r>
              <a:endParaRPr lang="zh-CN" altLang="en-US" sz="2400" dirty="0">
                <a:solidFill>
                  <a:prstClr val="black"/>
                </a:solidFill>
              </a:endParaRPr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11DA8B8F-3976-4C46-BF4C-6BBDA4A3CE32}"/>
              </a:ext>
            </a:extLst>
          </p:cNvPr>
          <p:cNvGrpSpPr/>
          <p:nvPr/>
        </p:nvGrpSpPr>
        <p:grpSpPr>
          <a:xfrm>
            <a:off x="430637" y="1840619"/>
            <a:ext cx="2650999" cy="461665"/>
            <a:chOff x="430637" y="1840619"/>
            <a:chExt cx="2650999" cy="461665"/>
          </a:xfrm>
        </p:grpSpPr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F9F9FBED-15E7-4D02-AE41-8908407C9AF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64106695"/>
                </p:ext>
              </p:extLst>
            </p:nvPr>
          </p:nvGraphicFramePr>
          <p:xfrm>
            <a:off x="859136" y="1905824"/>
            <a:ext cx="22225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735" name="Equation" r:id="rId11" imgW="2222280" imgH="330120" progId="Equation.DSMT4">
                    <p:embed/>
                  </p:oleObj>
                </mc:Choice>
                <mc:Fallback>
                  <p:oleObj name="Equation" r:id="rId11" imgW="222228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859136" y="1905824"/>
                          <a:ext cx="22225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96F3A798-030F-4FB1-A6EA-5BB7468D957F}"/>
                </a:ext>
              </a:extLst>
            </p:cNvPr>
            <p:cNvSpPr/>
            <p:nvPr/>
          </p:nvSpPr>
          <p:spPr>
            <a:xfrm>
              <a:off x="430637" y="1840619"/>
              <a:ext cx="49404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zh-CN" altLang="en-US" sz="24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当</a:t>
              </a:r>
              <a:endParaRPr lang="zh-CN" altLang="en-US" sz="2400" dirty="0">
                <a:solidFill>
                  <a:prstClr val="black"/>
                </a:solidFill>
              </a:endParaRPr>
            </a:p>
          </p:txBody>
        </p:sp>
      </p:grp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EB55D670-0326-4AE3-BCC9-55B3E3D1980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0596994"/>
              </p:ext>
            </p:extLst>
          </p:nvPr>
        </p:nvGraphicFramePr>
        <p:xfrm>
          <a:off x="3275856" y="1871774"/>
          <a:ext cx="40640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736" name="Equation" r:id="rId13" imgW="4063680" imgH="495000" progId="Equation.DSMT4">
                  <p:embed/>
                </p:oleObj>
              </mc:Choice>
              <mc:Fallback>
                <p:oleObj name="Equation" r:id="rId13" imgW="4063680" imgH="495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275856" y="1871774"/>
                        <a:ext cx="4064000" cy="495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BD71F61D-3A5C-4C26-BBF9-D4E1197E6C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4241004"/>
              </p:ext>
            </p:extLst>
          </p:nvPr>
        </p:nvGraphicFramePr>
        <p:xfrm>
          <a:off x="3313486" y="2371628"/>
          <a:ext cx="28702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737" name="Equation" r:id="rId15" imgW="2869920" imgH="533160" progId="Equation.DSMT4">
                  <p:embed/>
                </p:oleObj>
              </mc:Choice>
              <mc:Fallback>
                <p:oleObj name="Equation" r:id="rId15" imgW="2869920" imgH="5331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313486" y="2371628"/>
                        <a:ext cx="2870200" cy="533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4" name="组合 23">
            <a:extLst>
              <a:ext uri="{FF2B5EF4-FFF2-40B4-BE49-F238E27FC236}">
                <a16:creationId xmlns:a16="http://schemas.microsoft.com/office/drawing/2014/main" id="{B748C67F-C4EE-4216-BD2A-12E00C65AC8E}"/>
              </a:ext>
            </a:extLst>
          </p:cNvPr>
          <p:cNvGrpSpPr/>
          <p:nvPr/>
        </p:nvGrpSpPr>
        <p:grpSpPr>
          <a:xfrm>
            <a:off x="531423" y="2938964"/>
            <a:ext cx="5001433" cy="461665"/>
            <a:chOff x="1306050" y="3061033"/>
            <a:chExt cx="5001433" cy="461665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2A3A2847-6F0E-45F9-9886-96F3586C8016}"/>
                </a:ext>
              </a:extLst>
            </p:cNvPr>
            <p:cNvSpPr/>
            <p:nvPr/>
          </p:nvSpPr>
          <p:spPr>
            <a:xfrm>
              <a:off x="1306050" y="3061033"/>
              <a:ext cx="803425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zh-CN" altLang="en-US" sz="24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从而</a:t>
              </a:r>
              <a:endParaRPr lang="zh-CN" altLang="en-US" sz="2400" dirty="0">
                <a:solidFill>
                  <a:prstClr val="black"/>
                </a:solidFill>
              </a:endParaRPr>
            </a:p>
          </p:txBody>
        </p:sp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8B1EDC65-689F-4143-996F-CB8A2C41505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81809496"/>
                </p:ext>
              </p:extLst>
            </p:nvPr>
          </p:nvGraphicFramePr>
          <p:xfrm>
            <a:off x="2026130" y="3126765"/>
            <a:ext cx="21590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738" name="Equation" r:id="rId17" imgW="2158920" imgH="330120" progId="Equation.DSMT4">
                    <p:embed/>
                  </p:oleObj>
                </mc:Choice>
                <mc:Fallback>
                  <p:oleObj name="Equation" r:id="rId17" imgW="215892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2026130" y="3126765"/>
                          <a:ext cx="21590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68E2264E-F792-4468-8521-0C887817C167}"/>
                </a:ext>
              </a:extLst>
            </p:cNvPr>
            <p:cNvSpPr/>
            <p:nvPr/>
          </p:nvSpPr>
          <p:spPr>
            <a:xfrm>
              <a:off x="4164260" y="3061033"/>
              <a:ext cx="2143223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/>
              <a:r>
                <a:rPr lang="zh-CN" altLang="en-US" sz="24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为跳跃间断点</a:t>
              </a:r>
              <a:r>
                <a:rPr lang="en-US" altLang="zh-CN" sz="24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;</a:t>
              </a:r>
              <a:endParaRPr lang="zh-CN" altLang="en-US" sz="2400" dirty="0">
                <a:solidFill>
                  <a:prstClr val="black"/>
                </a:solidFill>
              </a:endParaRPr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464860D8-93E7-4D51-B300-CFAA5C42BC35}"/>
              </a:ext>
            </a:extLst>
          </p:cNvPr>
          <p:cNvGrpSpPr/>
          <p:nvPr/>
        </p:nvGrpSpPr>
        <p:grpSpPr>
          <a:xfrm>
            <a:off x="523174" y="3637857"/>
            <a:ext cx="5265268" cy="495300"/>
            <a:chOff x="1214944" y="3490441"/>
            <a:chExt cx="5265268" cy="495300"/>
          </a:xfrm>
        </p:grpSpPr>
        <p:graphicFrame>
          <p:nvGraphicFramePr>
            <p:cNvPr id="20" name="对象 19">
              <a:extLst>
                <a:ext uri="{FF2B5EF4-FFF2-40B4-BE49-F238E27FC236}">
                  <a16:creationId xmlns:a16="http://schemas.microsoft.com/office/drawing/2014/main" id="{42F5986E-C7C9-4F4E-A1A8-DF3F458EA78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78898582"/>
                </p:ext>
              </p:extLst>
            </p:nvPr>
          </p:nvGraphicFramePr>
          <p:xfrm>
            <a:off x="1649511" y="3556173"/>
            <a:ext cx="7239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739" name="Equation" r:id="rId19" imgW="723600" imgH="330120" progId="Equation.DSMT4">
                    <p:embed/>
                  </p:oleObj>
                </mc:Choice>
                <mc:Fallback>
                  <p:oleObj name="Equation" r:id="rId19" imgW="72360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1649511" y="3556173"/>
                          <a:ext cx="7239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345047E7-98AB-4DCB-B873-2226BB41C4B9}"/>
                </a:ext>
              </a:extLst>
            </p:cNvPr>
            <p:cNvSpPr/>
            <p:nvPr/>
          </p:nvSpPr>
          <p:spPr>
            <a:xfrm>
              <a:off x="1214944" y="3490441"/>
              <a:ext cx="49404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zh-CN" altLang="en-US" sz="24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当</a:t>
              </a:r>
              <a:endParaRPr lang="zh-CN" altLang="en-US" sz="2400" dirty="0">
                <a:solidFill>
                  <a:prstClr val="black"/>
                </a:solidFill>
              </a:endParaRPr>
            </a:p>
          </p:txBody>
        </p:sp>
        <p:graphicFrame>
          <p:nvGraphicFramePr>
            <p:cNvPr id="22" name="对象 21">
              <a:extLst>
                <a:ext uri="{FF2B5EF4-FFF2-40B4-BE49-F238E27FC236}">
                  <a16:creationId xmlns:a16="http://schemas.microsoft.com/office/drawing/2014/main" id="{FCE82792-A39C-44B1-9F47-6A8D00A4B73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44098988"/>
                </p:ext>
              </p:extLst>
            </p:nvPr>
          </p:nvGraphicFramePr>
          <p:xfrm>
            <a:off x="2530512" y="3490441"/>
            <a:ext cx="3949700" cy="495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740" name="Equation" r:id="rId21" imgW="3949560" imgH="495000" progId="Equation.DSMT4">
                    <p:embed/>
                  </p:oleObj>
                </mc:Choice>
                <mc:Fallback>
                  <p:oleObj name="Equation" r:id="rId21" imgW="3949560" imgH="4950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2530512" y="3490441"/>
                          <a:ext cx="3949700" cy="495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4190C12A-6301-49BF-B77E-4C7F070B8DE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5227531"/>
              </p:ext>
            </p:extLst>
          </p:nvPr>
        </p:nvGraphicFramePr>
        <p:xfrm>
          <a:off x="5930774" y="3647560"/>
          <a:ext cx="30226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741" name="Equation" r:id="rId23" imgW="3022560" imgH="495000" progId="Equation.DSMT4">
                  <p:embed/>
                </p:oleObj>
              </mc:Choice>
              <mc:Fallback>
                <p:oleObj name="Equation" r:id="rId23" imgW="3022560" imgH="495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5930774" y="3647560"/>
                        <a:ext cx="3022600" cy="495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9" name="组合 28">
            <a:extLst>
              <a:ext uri="{FF2B5EF4-FFF2-40B4-BE49-F238E27FC236}">
                <a16:creationId xmlns:a16="http://schemas.microsoft.com/office/drawing/2014/main" id="{2C1D03FE-5965-4F34-8F8B-1447454D6628}"/>
              </a:ext>
            </a:extLst>
          </p:cNvPr>
          <p:cNvGrpSpPr/>
          <p:nvPr/>
        </p:nvGrpSpPr>
        <p:grpSpPr>
          <a:xfrm>
            <a:off x="612428" y="4322969"/>
            <a:ext cx="3022600" cy="461665"/>
            <a:chOff x="612428" y="4322969"/>
            <a:chExt cx="3022600" cy="461665"/>
          </a:xfrm>
        </p:grpSpPr>
        <p:graphicFrame>
          <p:nvGraphicFramePr>
            <p:cNvPr id="26" name="对象 25">
              <a:extLst>
                <a:ext uri="{FF2B5EF4-FFF2-40B4-BE49-F238E27FC236}">
                  <a16:creationId xmlns:a16="http://schemas.microsoft.com/office/drawing/2014/main" id="{2A810800-2C1C-4949-AF37-76EC045CC19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94957085"/>
                </p:ext>
              </p:extLst>
            </p:nvPr>
          </p:nvGraphicFramePr>
          <p:xfrm>
            <a:off x="1356399" y="4399917"/>
            <a:ext cx="6477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742" name="Equation" r:id="rId25" imgW="647640" imgH="279360" progId="Equation.DSMT4">
                    <p:embed/>
                  </p:oleObj>
                </mc:Choice>
                <mc:Fallback>
                  <p:oleObj name="Equation" r:id="rId25" imgW="647640" imgH="279360" progId="Equation.DSMT4">
                    <p:embed/>
                    <p:pic>
                      <p:nvPicPr>
                        <p:cNvPr id="20" name="对象 19">
                          <a:extLst>
                            <a:ext uri="{FF2B5EF4-FFF2-40B4-BE49-F238E27FC236}">
                              <a16:creationId xmlns:a16="http://schemas.microsoft.com/office/drawing/2014/main" id="{42F5986E-C7C9-4F4E-A1A8-DF3F458EA78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1356399" y="4399917"/>
                          <a:ext cx="6477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4D04C11B-6F8A-494A-A6FE-C736F27857BA}"/>
                </a:ext>
              </a:extLst>
            </p:cNvPr>
            <p:cNvSpPr/>
            <p:nvPr/>
          </p:nvSpPr>
          <p:spPr>
            <a:xfrm>
              <a:off x="612428" y="4322969"/>
              <a:ext cx="302260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/>
              <a:r>
                <a:rPr lang="zh-CN" altLang="en-US" sz="24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从而          为连续点</a:t>
              </a:r>
              <a:r>
                <a:rPr lang="en-US" altLang="zh-CN" sz="24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.</a:t>
              </a:r>
              <a:endParaRPr lang="zh-CN" altLang="en-US" sz="2400" dirty="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3735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28FBD9E-ECE0-4087-91D3-342856346B0B}"/>
              </a:ext>
            </a:extLst>
          </p:cNvPr>
          <p:cNvSpPr/>
          <p:nvPr/>
        </p:nvSpPr>
        <p:spPr>
          <a:xfrm>
            <a:off x="827584" y="309860"/>
            <a:ext cx="41764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cs typeface="Times New Roman" panose="02020603050405020304" pitchFamily="18" charset="0"/>
              </a:rPr>
              <a:t>四、求极限</a:t>
            </a:r>
            <a:endParaRPr lang="zh-CN" altLang="en-US" sz="2400" dirty="0"/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D85C771D-CA25-4C0E-8664-2C2FA9B37C6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4544838"/>
              </p:ext>
            </p:extLst>
          </p:nvPr>
        </p:nvGraphicFramePr>
        <p:xfrm>
          <a:off x="2555776" y="172392"/>
          <a:ext cx="26289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458" name="Equation" r:id="rId3" imgW="2628720" imgH="736560" progId="Equation.DSMT4">
                  <p:embed/>
                </p:oleObj>
              </mc:Choice>
              <mc:Fallback>
                <p:oleObj name="Equation" r:id="rId3" imgW="262872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55776" y="172392"/>
                        <a:ext cx="26289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732B9DF8-644A-439B-982E-E013D965A727}"/>
              </a:ext>
            </a:extLst>
          </p:cNvPr>
          <p:cNvSpPr/>
          <p:nvPr/>
        </p:nvSpPr>
        <p:spPr>
          <a:xfrm>
            <a:off x="827584" y="1059582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解析</a:t>
            </a:r>
            <a:endParaRPr lang="zh-CN" altLang="en-US" sz="24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A64C5F4-A3B5-4780-AA17-153B70A76B52}"/>
              </a:ext>
            </a:extLst>
          </p:cNvPr>
          <p:cNvSpPr/>
          <p:nvPr/>
        </p:nvSpPr>
        <p:spPr>
          <a:xfrm>
            <a:off x="1631009" y="1059582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法一</a:t>
            </a:r>
            <a:endParaRPr lang="zh-CN" altLang="en-US" sz="2400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EA5152A6-4697-402D-98C9-DE03C937A82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3944595"/>
              </p:ext>
            </p:extLst>
          </p:nvPr>
        </p:nvGraphicFramePr>
        <p:xfrm>
          <a:off x="1115616" y="1492250"/>
          <a:ext cx="6578600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459" name="Equation" r:id="rId5" imgW="6578280" imgH="1079280" progId="Equation.DSMT4">
                  <p:embed/>
                </p:oleObj>
              </mc:Choice>
              <mc:Fallback>
                <p:oleObj name="Equation" r:id="rId5" imgW="6578280" imgH="1079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15616" y="1492250"/>
                        <a:ext cx="6578600" cy="1079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BCD77FA0-3585-47C2-A190-24119DEEBAC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0630180"/>
              </p:ext>
            </p:extLst>
          </p:nvPr>
        </p:nvGraphicFramePr>
        <p:xfrm>
          <a:off x="841276" y="2859782"/>
          <a:ext cx="3429000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460" name="Equation" r:id="rId7" imgW="3429000" imgH="1079280" progId="Equation.DSMT4">
                  <p:embed/>
                </p:oleObj>
              </mc:Choice>
              <mc:Fallback>
                <p:oleObj name="Equation" r:id="rId7" imgW="3429000" imgH="1079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41276" y="2859782"/>
                        <a:ext cx="3429000" cy="1079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85E7E44D-D10A-4820-9887-8A94BFE7DB6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0332920"/>
              </p:ext>
            </p:extLst>
          </p:nvPr>
        </p:nvGraphicFramePr>
        <p:xfrm>
          <a:off x="4404916" y="3202682"/>
          <a:ext cx="33528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461" name="Equation" r:id="rId9" imgW="3352680" imgH="736560" progId="Equation.DSMT4">
                  <p:embed/>
                </p:oleObj>
              </mc:Choice>
              <mc:Fallback>
                <p:oleObj name="Equation" r:id="rId9" imgW="335268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404916" y="3202682"/>
                        <a:ext cx="33528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80057FAB-957B-4BEB-94A3-C09F737C874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2463135"/>
              </p:ext>
            </p:extLst>
          </p:nvPr>
        </p:nvGraphicFramePr>
        <p:xfrm>
          <a:off x="827584" y="4119144"/>
          <a:ext cx="2527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462" name="Equation" r:id="rId11" imgW="2527200" imgH="736560" progId="Equation.DSMT4">
                  <p:embed/>
                </p:oleObj>
              </mc:Choice>
              <mc:Fallback>
                <p:oleObj name="Equation" r:id="rId11" imgW="252720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827584" y="4119144"/>
                        <a:ext cx="25273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94175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A8628C0D-8F60-4DC6-8415-906A9E165CE5}"/>
              </a:ext>
            </a:extLst>
          </p:cNvPr>
          <p:cNvSpPr/>
          <p:nvPr/>
        </p:nvSpPr>
        <p:spPr>
          <a:xfrm>
            <a:off x="755576" y="411510"/>
            <a:ext cx="541121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法二   对分子采用拉格朗日中值定理</a:t>
            </a:r>
            <a:endParaRPr lang="zh-CN" altLang="en-US" sz="2400" dirty="0"/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3A0257FF-7C19-4E8A-852C-FE28C9501D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6230226"/>
              </p:ext>
            </p:extLst>
          </p:nvPr>
        </p:nvGraphicFramePr>
        <p:xfrm>
          <a:off x="908485" y="1203598"/>
          <a:ext cx="25527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592" name="Equation" r:id="rId3" imgW="2552400" imgH="736560" progId="Equation.DSMT4">
                  <p:embed/>
                </p:oleObj>
              </mc:Choice>
              <mc:Fallback>
                <p:oleObj name="Equation" r:id="rId3" imgW="255240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08485" y="1203598"/>
                        <a:ext cx="25527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33356E71-9070-4BFC-AC50-02FE0D1F61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9242347"/>
              </p:ext>
            </p:extLst>
          </p:nvPr>
        </p:nvGraphicFramePr>
        <p:xfrm>
          <a:off x="683568" y="2067694"/>
          <a:ext cx="28702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593" name="Equation" r:id="rId5" imgW="2869920" imgH="736560" progId="Equation.DSMT4">
                  <p:embed/>
                </p:oleObj>
              </mc:Choice>
              <mc:Fallback>
                <p:oleObj name="Equation" r:id="rId5" imgW="286992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83568" y="2067694"/>
                        <a:ext cx="28702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7E021EEA-4063-412A-AF29-97AC5A08A77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7703624"/>
              </p:ext>
            </p:extLst>
          </p:nvPr>
        </p:nvGraphicFramePr>
        <p:xfrm>
          <a:off x="683568" y="2956215"/>
          <a:ext cx="25019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594" name="Equation" r:id="rId7" imgW="2501640" imgH="888840" progId="Equation.DSMT4">
                  <p:embed/>
                </p:oleObj>
              </mc:Choice>
              <mc:Fallback>
                <p:oleObj name="Equation" r:id="rId7" imgW="2501640" imgH="8888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83568" y="2956215"/>
                        <a:ext cx="2501900" cy="889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0880A4DE-0162-41D9-BB81-A24508737A2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7944183"/>
              </p:ext>
            </p:extLst>
          </p:nvPr>
        </p:nvGraphicFramePr>
        <p:xfrm>
          <a:off x="683433" y="3939902"/>
          <a:ext cx="25400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595" name="Equation" r:id="rId9" imgW="2539800" imgH="736560" progId="Equation.DSMT4">
                  <p:embed/>
                </p:oleObj>
              </mc:Choice>
              <mc:Fallback>
                <p:oleObj name="Equation" r:id="rId9" imgW="253980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83433" y="3939902"/>
                        <a:ext cx="25400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组合 12">
            <a:extLst>
              <a:ext uri="{FF2B5EF4-FFF2-40B4-BE49-F238E27FC236}">
                <a16:creationId xmlns:a16="http://schemas.microsoft.com/office/drawing/2014/main" id="{34D42272-FB57-49D4-BBF8-68109F0CA71B}"/>
              </a:ext>
            </a:extLst>
          </p:cNvPr>
          <p:cNvGrpSpPr/>
          <p:nvPr/>
        </p:nvGrpSpPr>
        <p:grpSpPr>
          <a:xfrm>
            <a:off x="3473413" y="2110085"/>
            <a:ext cx="3127344" cy="461665"/>
            <a:chOff x="4324977" y="2340918"/>
            <a:chExt cx="3127344" cy="461665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EF81305E-2A5F-4E24-9990-73941FB7B228}"/>
                </a:ext>
              </a:extLst>
            </p:cNvPr>
            <p:cNvSpPr/>
            <p:nvPr/>
          </p:nvSpPr>
          <p:spPr>
            <a:xfrm>
              <a:off x="4324977" y="2340918"/>
              <a:ext cx="312734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2400" b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(   </a:t>
              </a:r>
              <a:r>
                <a:rPr lang="zh-CN" altLang="en-US" sz="2400" b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介于 与         之间</a:t>
              </a:r>
              <a:r>
                <a:rPr lang="en-US" altLang="zh-CN" sz="2400" b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)</a:t>
              </a:r>
              <a:endParaRPr lang="zh-CN" altLang="en-US" dirty="0"/>
            </a:p>
          </p:txBody>
        </p:sp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B0FF293E-57A9-44C8-B71E-90CFE58921E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78333438"/>
                </p:ext>
              </p:extLst>
            </p:nvPr>
          </p:nvGraphicFramePr>
          <p:xfrm>
            <a:off x="4563481" y="2435994"/>
            <a:ext cx="2032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596" name="Equation" r:id="rId11" imgW="203040" imgH="330120" progId="Equation.DSMT4">
                    <p:embed/>
                  </p:oleObj>
                </mc:Choice>
                <mc:Fallback>
                  <p:oleObj name="Equation" r:id="rId11" imgW="20304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4563481" y="2435994"/>
                          <a:ext cx="2032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89B37B15-5B07-4F1C-8DFA-304C8581BA9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7175192"/>
                </p:ext>
              </p:extLst>
            </p:nvPr>
          </p:nvGraphicFramePr>
          <p:xfrm>
            <a:off x="5292080" y="2499494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597" name="Equation" r:id="rId13" imgW="190440" imgH="203040" progId="Equation.DSMT4">
                    <p:embed/>
                  </p:oleObj>
                </mc:Choice>
                <mc:Fallback>
                  <p:oleObj name="Equation" r:id="rId13" imgW="19044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5292080" y="2499494"/>
                          <a:ext cx="1905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E2CB03C5-0165-48B0-A1F5-48B29926655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94013589"/>
                </p:ext>
              </p:extLst>
            </p:nvPr>
          </p:nvGraphicFramePr>
          <p:xfrm>
            <a:off x="5796136" y="2432050"/>
            <a:ext cx="5842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598" name="Equation" r:id="rId15" imgW="583920" imgH="279360" progId="Equation.DSMT4">
                    <p:embed/>
                  </p:oleObj>
                </mc:Choice>
                <mc:Fallback>
                  <p:oleObj name="Equation" r:id="rId15" imgW="583920" imgH="279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5796136" y="2432050"/>
                          <a:ext cx="5842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59877B74-ACE3-44E6-986F-D38D6C290E67}"/>
              </a:ext>
            </a:extLst>
          </p:cNvPr>
          <p:cNvGrpSpPr/>
          <p:nvPr/>
        </p:nvGrpSpPr>
        <p:grpSpPr>
          <a:xfrm>
            <a:off x="3436529" y="3112286"/>
            <a:ext cx="3271055" cy="461665"/>
            <a:chOff x="3461185" y="3131095"/>
            <a:chExt cx="3271055" cy="461665"/>
          </a:xfrm>
        </p:grpSpPr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62D3F38D-747F-437D-AF99-53041E34F89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44038077"/>
                </p:ext>
              </p:extLst>
            </p:nvPr>
          </p:nvGraphicFramePr>
          <p:xfrm>
            <a:off x="3461185" y="3190478"/>
            <a:ext cx="12319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599" name="Equation" r:id="rId17" imgW="1231560" imgH="342720" progId="Equation.DSMT4">
                    <p:embed/>
                  </p:oleObj>
                </mc:Choice>
                <mc:Fallback>
                  <p:oleObj name="Equation" r:id="rId17" imgW="1231560" imgH="342720" progId="Equation.DSMT4">
                    <p:embed/>
                    <p:pic>
                      <p:nvPicPr>
                        <p:cNvPr id="10" name="对象 9">
                          <a:extLst>
                            <a:ext uri="{FF2B5EF4-FFF2-40B4-BE49-F238E27FC236}">
                              <a16:creationId xmlns:a16="http://schemas.microsoft.com/office/drawing/2014/main" id="{B0FF293E-57A9-44C8-B71E-90CFE58921E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3461185" y="3190478"/>
                          <a:ext cx="12319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97E4EB6C-842F-4E70-9FBB-F58103217F7A}"/>
                </a:ext>
              </a:extLst>
            </p:cNvPr>
            <p:cNvSpPr/>
            <p:nvPr/>
          </p:nvSpPr>
          <p:spPr>
            <a:xfrm>
              <a:off x="4631016" y="3131095"/>
              <a:ext cx="210122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为等价无穷小</a:t>
              </a:r>
              <a:r>
                <a:rPr lang="en-US" altLang="zh-CN" sz="2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)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36846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D545C36-4AC1-4234-AA6C-8DEF1399E196}"/>
              </a:ext>
            </a:extLst>
          </p:cNvPr>
          <p:cNvSpPr/>
          <p:nvPr/>
        </p:nvSpPr>
        <p:spPr>
          <a:xfrm>
            <a:off x="755576" y="195486"/>
            <a:ext cx="210987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srgbClr val="0066FF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法三 泰勒公式</a:t>
            </a:r>
            <a:endParaRPr lang="zh-CN" altLang="en-US" sz="2400" dirty="0">
              <a:solidFill>
                <a:srgbClr val="0066FF"/>
              </a:solidFill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FA1A756D-9FD7-4F9F-A59F-932660B43E3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4845023"/>
              </p:ext>
            </p:extLst>
          </p:nvPr>
        </p:nvGraphicFramePr>
        <p:xfrm>
          <a:off x="899592" y="653675"/>
          <a:ext cx="50038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61" name="Equation" r:id="rId3" imgW="5003640" imgH="774360" progId="Equation.DSMT4">
                  <p:embed/>
                </p:oleObj>
              </mc:Choice>
              <mc:Fallback>
                <p:oleObj name="Equation" r:id="rId3" imgW="5003640" imgH="774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99592" y="653675"/>
                        <a:ext cx="50038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E2CA624B-0338-4E9F-8B32-771F92CFF05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7039761"/>
              </p:ext>
            </p:extLst>
          </p:nvPr>
        </p:nvGraphicFramePr>
        <p:xfrm>
          <a:off x="899592" y="1562084"/>
          <a:ext cx="32385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62" name="Equation" r:id="rId5" imgW="3238200" imgH="774360" progId="Equation.DSMT4">
                  <p:embed/>
                </p:oleObj>
              </mc:Choice>
              <mc:Fallback>
                <p:oleObj name="Equation" r:id="rId5" imgW="3238200" imgH="774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99592" y="1562084"/>
                        <a:ext cx="32385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2CE140F1-BB2A-4F79-B8C3-10D0D1E560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94226642"/>
              </p:ext>
            </p:extLst>
          </p:nvPr>
        </p:nvGraphicFramePr>
        <p:xfrm>
          <a:off x="727178" y="2470494"/>
          <a:ext cx="80899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63" name="Equation" r:id="rId7" imgW="8089560" imgH="952200" progId="Equation.DSMT4">
                  <p:embed/>
                </p:oleObj>
              </mc:Choice>
              <mc:Fallback>
                <p:oleObj name="Equation" r:id="rId7" imgW="8089560" imgH="952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27178" y="2470494"/>
                        <a:ext cx="8089900" cy="952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F1C54342-305D-49B0-A482-EF5163D756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5510833"/>
              </p:ext>
            </p:extLst>
          </p:nvPr>
        </p:nvGraphicFramePr>
        <p:xfrm>
          <a:off x="1485280" y="3705627"/>
          <a:ext cx="30734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64" name="Equation" r:id="rId9" imgW="3073320" imgH="888840" progId="Equation.DSMT4">
                  <p:embed/>
                </p:oleObj>
              </mc:Choice>
              <mc:Fallback>
                <p:oleObj name="Equation" r:id="rId9" imgW="3073320" imgH="8888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485280" y="3705627"/>
                        <a:ext cx="3073400" cy="889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65291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ABE2D4FB-C909-4A89-8760-7C55F964213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8511327"/>
              </p:ext>
            </p:extLst>
          </p:nvPr>
        </p:nvGraphicFramePr>
        <p:xfrm>
          <a:off x="441325" y="195486"/>
          <a:ext cx="2070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90" name="Equation" r:id="rId3" imgW="2070000" imgH="342720" progId="Equation.DSMT4">
                  <p:embed/>
                </p:oleObj>
              </mc:Choice>
              <mc:Fallback>
                <p:oleObj name="Equation" r:id="rId3" imgW="207000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41325" y="195486"/>
                        <a:ext cx="20701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A447E74B-0809-434C-963C-353B33EBDD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7374534"/>
              </p:ext>
            </p:extLst>
          </p:nvPr>
        </p:nvGraphicFramePr>
        <p:xfrm>
          <a:off x="177800" y="940966"/>
          <a:ext cx="8788400" cy="182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91" name="Equation" r:id="rId5" imgW="8788320" imgH="1828800" progId="Equation.DSMT4">
                  <p:embed/>
                </p:oleObj>
              </mc:Choice>
              <mc:Fallback>
                <p:oleObj name="Equation" r:id="rId5" imgW="8788320" imgH="1828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77800" y="940966"/>
                        <a:ext cx="8788400" cy="1828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2BB6AB2E-D2F2-4886-98F9-89D48B8F66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9570408"/>
              </p:ext>
            </p:extLst>
          </p:nvPr>
        </p:nvGraphicFramePr>
        <p:xfrm>
          <a:off x="177800" y="2859782"/>
          <a:ext cx="80137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92" name="Equation" r:id="rId7" imgW="8013600" imgH="888840" progId="Equation.DSMT4">
                  <p:embed/>
                </p:oleObj>
              </mc:Choice>
              <mc:Fallback>
                <p:oleObj name="Equation" r:id="rId7" imgW="8013600" imgH="8888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77800" y="2859782"/>
                        <a:ext cx="8013700" cy="889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758C0000-88D7-4B0B-829D-C54FBEC9104C}"/>
              </a:ext>
            </a:extLst>
          </p:cNvPr>
          <p:cNvSpPr/>
          <p:nvPr/>
        </p:nvSpPr>
        <p:spPr>
          <a:xfrm>
            <a:off x="3923928" y="1419622"/>
            <a:ext cx="864096" cy="792088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57B5CB2-826E-4DAB-B0B8-F374BED9B4E1}"/>
              </a:ext>
            </a:extLst>
          </p:cNvPr>
          <p:cNvSpPr/>
          <p:nvPr/>
        </p:nvSpPr>
        <p:spPr>
          <a:xfrm>
            <a:off x="3059832" y="2852378"/>
            <a:ext cx="1296144" cy="792088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AD81045B-59E2-439E-9676-BF3C9354BF0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9529683"/>
              </p:ext>
            </p:extLst>
          </p:nvPr>
        </p:nvGraphicFramePr>
        <p:xfrm>
          <a:off x="177800" y="4173314"/>
          <a:ext cx="16129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93" name="Equation" r:id="rId9" imgW="1612800" imgH="774360" progId="Equation.DSMT4">
                  <p:embed/>
                </p:oleObj>
              </mc:Choice>
              <mc:Fallback>
                <p:oleObj name="Equation" r:id="rId9" imgW="1612800" imgH="774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77800" y="4173314"/>
                        <a:ext cx="16129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14763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56F86278-7BEF-4E20-8B54-B1DD76BF43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8924942"/>
              </p:ext>
            </p:extLst>
          </p:nvPr>
        </p:nvGraphicFramePr>
        <p:xfrm>
          <a:off x="1115616" y="627534"/>
          <a:ext cx="5181600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22" name="Equation" r:id="rId3" imgW="5181480" imgH="1117440" progId="Equation.DSMT4">
                  <p:embed/>
                </p:oleObj>
              </mc:Choice>
              <mc:Fallback>
                <p:oleObj name="Equation" r:id="rId3" imgW="5181480" imgH="11174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15616" y="627534"/>
                        <a:ext cx="5181600" cy="1117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7167CAA5-0B3C-4E97-8FC6-B958F842C111}"/>
              </a:ext>
            </a:extLst>
          </p:cNvPr>
          <p:cNvSpPr/>
          <p:nvPr/>
        </p:nvSpPr>
        <p:spPr>
          <a:xfrm>
            <a:off x="899592" y="2859782"/>
            <a:ext cx="4523995" cy="4792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361950">
              <a:lnSpc>
                <a:spcPct val="115000"/>
              </a:lnSpc>
            </a:pPr>
            <a:r>
              <a:rPr lang="zh-CN" altLang="zh-CN" sz="2400" b="1" kern="100" dirty="0">
                <a:solidFill>
                  <a:srgbClr val="0066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法四 </a:t>
            </a:r>
            <a:r>
              <a:rPr lang="en-US" altLang="zh-CN" sz="2400" b="1" kern="100" dirty="0">
                <a:solidFill>
                  <a:srgbClr val="0066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lang="zh-CN" altLang="zh-CN" sz="2400" b="1" kern="100" dirty="0">
                <a:solidFill>
                  <a:srgbClr val="0066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使用洛必达法则</a:t>
            </a:r>
            <a:r>
              <a:rPr lang="en-US" altLang="zh-CN" sz="24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zh-CN" altLang="zh-CN" sz="2400" b="1" kern="1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略</a:t>
            </a:r>
            <a:r>
              <a:rPr lang="en-US" altLang="zh-CN" sz="24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en-US" altLang="zh-CN" sz="24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zh-CN" altLang="zh-CN" sz="24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05890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3A84FAE-C075-4D31-8F3C-5F0D82CEA8EB}"/>
              </a:ext>
            </a:extLst>
          </p:cNvPr>
          <p:cNvSpPr/>
          <p:nvPr/>
        </p:nvSpPr>
        <p:spPr>
          <a:xfrm>
            <a:off x="755664" y="411510"/>
            <a:ext cx="568854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b="1" dirty="0">
                <a:cs typeface="Times New Roman" panose="02020603050405020304" pitchFamily="18" charset="0"/>
              </a:rPr>
              <a:t>五、利用函数的</a:t>
            </a:r>
            <a:r>
              <a:rPr lang="en-US" altLang="zh-CN" sz="2400" b="1" dirty="0">
                <a:cs typeface="Times New Roman" panose="02020603050405020304" pitchFamily="18" charset="0"/>
              </a:rPr>
              <a:t>           </a:t>
            </a:r>
            <a:r>
              <a:rPr lang="zh-CN" altLang="en-US" sz="2400" b="1" dirty="0">
                <a:cs typeface="Times New Roman" panose="02020603050405020304" pitchFamily="18" charset="0"/>
              </a:rPr>
              <a:t>定义证明</a:t>
            </a:r>
            <a:endParaRPr lang="zh-CN" altLang="en-US" sz="2400" b="1" dirty="0"/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9B585E3A-12E7-441C-AF4C-F430867112C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0780348"/>
              </p:ext>
            </p:extLst>
          </p:nvPr>
        </p:nvGraphicFramePr>
        <p:xfrm>
          <a:off x="3059832" y="492125"/>
          <a:ext cx="6477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830" name="Equation" r:id="rId3" imgW="647640" imgH="279360" progId="Equation.DSMT4">
                  <p:embed/>
                </p:oleObj>
              </mc:Choice>
              <mc:Fallback>
                <p:oleObj name="Equation" r:id="rId3" imgW="64764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59832" y="492125"/>
                        <a:ext cx="6477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7DEC56A7-74C9-490C-9E47-CD92B524827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7169238"/>
              </p:ext>
            </p:extLst>
          </p:nvPr>
        </p:nvGraphicFramePr>
        <p:xfrm>
          <a:off x="5004048" y="244475"/>
          <a:ext cx="20955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831" name="Equation" r:id="rId5" imgW="2095200" imgH="774360" progId="Equation.DSMT4">
                  <p:embed/>
                </p:oleObj>
              </mc:Choice>
              <mc:Fallback>
                <p:oleObj name="Equation" r:id="rId5" imgW="2095200" imgH="774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004048" y="244475"/>
                        <a:ext cx="20955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80F97608-AF6A-47F3-8598-2900592012A1}"/>
              </a:ext>
            </a:extLst>
          </p:cNvPr>
          <p:cNvSpPr/>
          <p:nvPr/>
        </p:nvSpPr>
        <p:spPr>
          <a:xfrm>
            <a:off x="691047" y="1275606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解析</a:t>
            </a:r>
            <a:endParaRPr lang="zh-CN" altLang="en-US" sz="2400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28CF4502-44CB-45B9-8350-CAE2F9BD9CC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0551634"/>
              </p:ext>
            </p:extLst>
          </p:nvPr>
        </p:nvGraphicFramePr>
        <p:xfrm>
          <a:off x="1619672" y="1021656"/>
          <a:ext cx="36195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832" name="Equation" r:id="rId7" imgW="3619440" imgH="888840" progId="Equation.DSMT4">
                  <p:embed/>
                </p:oleObj>
              </mc:Choice>
              <mc:Fallback>
                <p:oleObj name="Equation" r:id="rId7" imgW="3619440" imgH="8888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619672" y="1021656"/>
                        <a:ext cx="3619500" cy="889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7" name="组合 26">
            <a:extLst>
              <a:ext uri="{FF2B5EF4-FFF2-40B4-BE49-F238E27FC236}">
                <a16:creationId xmlns:a16="http://schemas.microsoft.com/office/drawing/2014/main" id="{8B84AB02-F2D0-4B29-8632-B9E3AAE660FF}"/>
              </a:ext>
            </a:extLst>
          </p:cNvPr>
          <p:cNvGrpSpPr/>
          <p:nvPr/>
        </p:nvGrpSpPr>
        <p:grpSpPr>
          <a:xfrm>
            <a:off x="5280577" y="1211337"/>
            <a:ext cx="3583059" cy="485651"/>
            <a:chOff x="5280577" y="1211337"/>
            <a:chExt cx="3583059" cy="485651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899A49D3-CF96-474B-B038-FC3A821965E5}"/>
                </a:ext>
              </a:extLst>
            </p:cNvPr>
            <p:cNvSpPr/>
            <p:nvPr/>
          </p:nvSpPr>
          <p:spPr>
            <a:xfrm>
              <a:off x="5280577" y="1235323"/>
              <a:ext cx="803425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限制</a:t>
              </a:r>
              <a:endParaRPr lang="zh-CN" altLang="en-US" sz="2400" dirty="0"/>
            </a:p>
          </p:txBody>
        </p:sp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26BEE818-D7DD-46C9-AD14-504CD580CAB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46208714"/>
                </p:ext>
              </p:extLst>
            </p:nvPr>
          </p:nvGraphicFramePr>
          <p:xfrm>
            <a:off x="6051798" y="1301055"/>
            <a:ext cx="11684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833" name="Equation" r:id="rId9" imgW="1168200" imgH="330120" progId="Equation.DSMT4">
                    <p:embed/>
                  </p:oleObj>
                </mc:Choice>
                <mc:Fallback>
                  <p:oleObj name="Equation" r:id="rId9" imgW="116820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6051798" y="1301055"/>
                          <a:ext cx="11684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F1848069-9D98-47F3-A706-F75F328AE36E}"/>
                </a:ext>
              </a:extLst>
            </p:cNvPr>
            <p:cNvSpPr/>
            <p:nvPr/>
          </p:nvSpPr>
          <p:spPr>
            <a:xfrm>
              <a:off x="7226796" y="1211337"/>
              <a:ext cx="49404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则</a:t>
              </a:r>
              <a:endParaRPr lang="zh-CN" altLang="en-US" sz="2400" dirty="0"/>
            </a:p>
          </p:txBody>
        </p:sp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3DCCDD71-B2C4-4F38-8CAA-F8482E310D2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49126985"/>
                </p:ext>
              </p:extLst>
            </p:nvPr>
          </p:nvGraphicFramePr>
          <p:xfrm>
            <a:off x="7695236" y="1308101"/>
            <a:ext cx="11684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834" name="Equation" r:id="rId11" imgW="1168200" imgH="330120" progId="Equation.DSMT4">
                    <p:embed/>
                  </p:oleObj>
                </mc:Choice>
                <mc:Fallback>
                  <p:oleObj name="Equation" r:id="rId11" imgW="116820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7695236" y="1308101"/>
                          <a:ext cx="11684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2EE72FBC-6904-41B1-A275-AF582E5DB71B}"/>
              </a:ext>
            </a:extLst>
          </p:cNvPr>
          <p:cNvGrpSpPr/>
          <p:nvPr/>
        </p:nvGrpSpPr>
        <p:grpSpPr>
          <a:xfrm>
            <a:off x="659471" y="2041483"/>
            <a:ext cx="2080097" cy="812800"/>
            <a:chOff x="659471" y="2041483"/>
            <a:chExt cx="2080097" cy="812800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0E0019FB-EA79-4D52-BF70-012D7237AE26}"/>
                </a:ext>
              </a:extLst>
            </p:cNvPr>
            <p:cNvSpPr/>
            <p:nvPr/>
          </p:nvSpPr>
          <p:spPr>
            <a:xfrm>
              <a:off x="659471" y="2217050"/>
              <a:ext cx="803425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从而</a:t>
              </a:r>
              <a:endParaRPr lang="zh-CN" altLang="en-US" sz="2400" dirty="0"/>
            </a:p>
          </p:txBody>
        </p:sp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0BD6EDA8-1C57-41FF-AF86-F21756D649B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71121194"/>
                </p:ext>
              </p:extLst>
            </p:nvPr>
          </p:nvGraphicFramePr>
          <p:xfrm>
            <a:off x="1494968" y="2041483"/>
            <a:ext cx="1244600" cy="812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835" name="Equation" r:id="rId13" imgW="1244520" imgH="812520" progId="Equation.DSMT4">
                    <p:embed/>
                  </p:oleObj>
                </mc:Choice>
                <mc:Fallback>
                  <p:oleObj name="Equation" r:id="rId13" imgW="1244520" imgH="8125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1494968" y="2041483"/>
                          <a:ext cx="1244600" cy="812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6762C2ED-F20E-42E6-8783-6FF0EECD76A6}"/>
              </a:ext>
            </a:extLst>
          </p:cNvPr>
          <p:cNvGrpSpPr/>
          <p:nvPr/>
        </p:nvGrpSpPr>
        <p:grpSpPr>
          <a:xfrm>
            <a:off x="2739568" y="2019500"/>
            <a:ext cx="3481175" cy="889000"/>
            <a:chOff x="2739568" y="2019500"/>
            <a:chExt cx="3481175" cy="889000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3B78D81F-8F77-4C2D-A458-9BC7AB00A6C4}"/>
                </a:ext>
              </a:extLst>
            </p:cNvPr>
            <p:cNvSpPr/>
            <p:nvPr/>
          </p:nvSpPr>
          <p:spPr>
            <a:xfrm>
              <a:off x="2739568" y="2191941"/>
              <a:ext cx="803425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所以</a:t>
              </a:r>
              <a:endParaRPr lang="zh-CN" altLang="en-US" sz="2400" dirty="0"/>
            </a:p>
          </p:txBody>
        </p:sp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943DC48A-90EE-4F9A-BB61-1BC259E4925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0425834"/>
                </p:ext>
              </p:extLst>
            </p:nvPr>
          </p:nvGraphicFramePr>
          <p:xfrm>
            <a:off x="3528343" y="2019500"/>
            <a:ext cx="2692400" cy="889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836" name="Equation" r:id="rId15" imgW="2692080" imgH="888840" progId="Equation.DSMT4">
                    <p:embed/>
                  </p:oleObj>
                </mc:Choice>
                <mc:Fallback>
                  <p:oleObj name="Equation" r:id="rId15" imgW="2692080" imgH="8888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3528343" y="2019500"/>
                          <a:ext cx="2692400" cy="889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975425DC-9F16-4BBB-8B6C-1A2670D0F4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1437434"/>
              </p:ext>
            </p:extLst>
          </p:nvPr>
        </p:nvGraphicFramePr>
        <p:xfrm>
          <a:off x="763350" y="3136511"/>
          <a:ext cx="9398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837" name="Equation" r:id="rId17" imgW="939600" imgH="330120" progId="Equation.DSMT4">
                  <p:embed/>
                </p:oleObj>
              </mc:Choice>
              <mc:Fallback>
                <p:oleObj name="Equation" r:id="rId17" imgW="93960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763350" y="3136511"/>
                        <a:ext cx="9398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" name="组合 29">
            <a:extLst>
              <a:ext uri="{FF2B5EF4-FFF2-40B4-BE49-F238E27FC236}">
                <a16:creationId xmlns:a16="http://schemas.microsoft.com/office/drawing/2014/main" id="{2B94C1BA-6C23-47A3-AC13-94456265D5BC}"/>
              </a:ext>
            </a:extLst>
          </p:cNvPr>
          <p:cNvGrpSpPr/>
          <p:nvPr/>
        </p:nvGrpSpPr>
        <p:grpSpPr>
          <a:xfrm>
            <a:off x="1715555" y="2852245"/>
            <a:ext cx="2963880" cy="889000"/>
            <a:chOff x="1715555" y="2852245"/>
            <a:chExt cx="2963880" cy="889000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B31591B4-A86C-4FF9-AAB1-F949CCAB2DDC}"/>
                </a:ext>
              </a:extLst>
            </p:cNvPr>
            <p:cNvSpPr/>
            <p:nvPr/>
          </p:nvSpPr>
          <p:spPr>
            <a:xfrm>
              <a:off x="1715555" y="3022184"/>
              <a:ext cx="803425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要使</a:t>
              </a:r>
              <a:endParaRPr lang="zh-CN" altLang="en-US" sz="2400" dirty="0"/>
            </a:p>
          </p:txBody>
        </p:sp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A02DC3C2-1359-419B-9705-0E8222DC486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39513129"/>
                </p:ext>
              </p:extLst>
            </p:nvPr>
          </p:nvGraphicFramePr>
          <p:xfrm>
            <a:off x="2520435" y="2852245"/>
            <a:ext cx="2159000" cy="889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838" name="Equation" r:id="rId19" imgW="2158920" imgH="888840" progId="Equation.DSMT4">
                    <p:embed/>
                  </p:oleObj>
                </mc:Choice>
                <mc:Fallback>
                  <p:oleObj name="Equation" r:id="rId19" imgW="2158920" imgH="8888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2520435" y="2852245"/>
                          <a:ext cx="2159000" cy="889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20C34F60-48CD-437A-BA5A-83AF0AAE1120}"/>
              </a:ext>
            </a:extLst>
          </p:cNvPr>
          <p:cNvGrpSpPr/>
          <p:nvPr/>
        </p:nvGrpSpPr>
        <p:grpSpPr>
          <a:xfrm>
            <a:off x="4645538" y="3022184"/>
            <a:ext cx="3322327" cy="499568"/>
            <a:chOff x="4645538" y="3022184"/>
            <a:chExt cx="3322327" cy="499568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61EC9300-699D-49A0-8635-4F615748960A}"/>
                </a:ext>
              </a:extLst>
            </p:cNvPr>
            <p:cNvSpPr/>
            <p:nvPr/>
          </p:nvSpPr>
          <p:spPr>
            <a:xfrm>
              <a:off x="4645538" y="3022184"/>
              <a:ext cx="140626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只要取</a:t>
              </a:r>
              <a:endParaRPr lang="zh-CN" altLang="en-US" sz="2400" dirty="0"/>
            </a:p>
          </p:txBody>
        </p:sp>
        <p:graphicFrame>
          <p:nvGraphicFramePr>
            <p:cNvPr id="20" name="对象 19">
              <a:extLst>
                <a:ext uri="{FF2B5EF4-FFF2-40B4-BE49-F238E27FC236}">
                  <a16:creationId xmlns:a16="http://schemas.microsoft.com/office/drawing/2014/main" id="{7C7806EC-DE90-487B-9331-4A6AA26A4DD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92595126"/>
                </p:ext>
              </p:extLst>
            </p:nvPr>
          </p:nvGraphicFramePr>
          <p:xfrm>
            <a:off x="5682289" y="3097986"/>
            <a:ext cx="17018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839" name="Equation" r:id="rId21" imgW="1701720" imgH="342720" progId="Equation.DSMT4">
                    <p:embed/>
                  </p:oleObj>
                </mc:Choice>
                <mc:Fallback>
                  <p:oleObj name="Equation" r:id="rId21" imgW="170172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5682289" y="3097986"/>
                          <a:ext cx="17018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25117321-A038-4C5A-8F7F-1008C6612CCB}"/>
                </a:ext>
              </a:extLst>
            </p:cNvPr>
            <p:cNvSpPr/>
            <p:nvPr/>
          </p:nvSpPr>
          <p:spPr>
            <a:xfrm>
              <a:off x="7473819" y="3060087"/>
              <a:ext cx="49404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则</a:t>
              </a:r>
              <a:endParaRPr lang="zh-CN" altLang="en-US" dirty="0"/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EA7446CB-87D4-459F-9FEE-3BDCA3337B2C}"/>
              </a:ext>
            </a:extLst>
          </p:cNvPr>
          <p:cNvGrpSpPr/>
          <p:nvPr/>
        </p:nvGrpSpPr>
        <p:grpSpPr>
          <a:xfrm>
            <a:off x="755664" y="3909146"/>
            <a:ext cx="2385616" cy="461665"/>
            <a:chOff x="755664" y="3909146"/>
            <a:chExt cx="2385616" cy="461665"/>
          </a:xfrm>
        </p:grpSpPr>
        <p:graphicFrame>
          <p:nvGraphicFramePr>
            <p:cNvPr id="22" name="对象 21">
              <a:extLst>
                <a:ext uri="{FF2B5EF4-FFF2-40B4-BE49-F238E27FC236}">
                  <a16:creationId xmlns:a16="http://schemas.microsoft.com/office/drawing/2014/main" id="{974C5535-3B88-4ED1-AA7F-3BF9CE6224A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64449923"/>
                </p:ext>
              </p:extLst>
            </p:nvPr>
          </p:nvGraphicFramePr>
          <p:xfrm>
            <a:off x="755664" y="4022590"/>
            <a:ext cx="15621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840" name="Equation" r:id="rId23" imgW="1562040" imgH="330120" progId="Equation.DSMT4">
                    <p:embed/>
                  </p:oleObj>
                </mc:Choice>
                <mc:Fallback>
                  <p:oleObj name="Equation" r:id="rId23" imgW="156204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755664" y="4022590"/>
                          <a:ext cx="15621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48A956E4-74DA-40E4-B6AD-2EE86CC27A38}"/>
                </a:ext>
              </a:extLst>
            </p:cNvPr>
            <p:cNvSpPr/>
            <p:nvPr/>
          </p:nvSpPr>
          <p:spPr>
            <a:xfrm>
              <a:off x="2337855" y="3909146"/>
              <a:ext cx="803425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时，</a:t>
              </a:r>
              <a:endParaRPr lang="zh-CN" altLang="en-US" dirty="0"/>
            </a:p>
          </p:txBody>
        </p:sp>
      </p:grpSp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9275608E-4BBA-4FA2-A186-E3666932C3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8921793"/>
              </p:ext>
            </p:extLst>
          </p:nvPr>
        </p:nvGraphicFramePr>
        <p:xfrm>
          <a:off x="3169868" y="3731978"/>
          <a:ext cx="30607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841" name="Equation" r:id="rId25" imgW="3060360" imgH="888840" progId="Equation.DSMT4">
                  <p:embed/>
                </p:oleObj>
              </mc:Choice>
              <mc:Fallback>
                <p:oleObj name="Equation" r:id="rId25" imgW="3060360" imgH="8888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3169868" y="3731978"/>
                        <a:ext cx="3060700" cy="889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3" name="组合 32">
            <a:extLst>
              <a:ext uri="{FF2B5EF4-FFF2-40B4-BE49-F238E27FC236}">
                <a16:creationId xmlns:a16="http://schemas.microsoft.com/office/drawing/2014/main" id="{5B177F6A-47ED-4FF6-A9C1-179C2F372C40}"/>
              </a:ext>
            </a:extLst>
          </p:cNvPr>
          <p:cNvGrpSpPr/>
          <p:nvPr/>
        </p:nvGrpSpPr>
        <p:grpSpPr>
          <a:xfrm>
            <a:off x="6296123" y="3710047"/>
            <a:ext cx="2567513" cy="774700"/>
            <a:chOff x="6296123" y="3710047"/>
            <a:chExt cx="2567513" cy="774700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CC4D4D04-9B6B-43AD-9E1C-AD26BAD44B66}"/>
                </a:ext>
              </a:extLst>
            </p:cNvPr>
            <p:cNvSpPr/>
            <p:nvPr/>
          </p:nvSpPr>
          <p:spPr>
            <a:xfrm>
              <a:off x="6296123" y="3877483"/>
              <a:ext cx="49404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故</a:t>
              </a:r>
              <a:endParaRPr lang="zh-CN" altLang="en-US" dirty="0"/>
            </a:p>
          </p:txBody>
        </p:sp>
        <p:graphicFrame>
          <p:nvGraphicFramePr>
            <p:cNvPr id="26" name="对象 25">
              <a:extLst>
                <a:ext uri="{FF2B5EF4-FFF2-40B4-BE49-F238E27FC236}">
                  <a16:creationId xmlns:a16="http://schemas.microsoft.com/office/drawing/2014/main" id="{1AA3F25C-A522-43BF-BE36-805FDB0B420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39710573"/>
                </p:ext>
              </p:extLst>
            </p:nvPr>
          </p:nvGraphicFramePr>
          <p:xfrm>
            <a:off x="6768136" y="3710047"/>
            <a:ext cx="2095500" cy="774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842" name="Equation" r:id="rId27" imgW="2095200" imgH="774360" progId="Equation.DSMT4">
                    <p:embed/>
                  </p:oleObj>
                </mc:Choice>
                <mc:Fallback>
                  <p:oleObj name="Equation" r:id="rId27" imgW="2095200" imgH="774360" progId="Equation.DSMT4">
                    <p:embed/>
                    <p:pic>
                      <p:nvPicPr>
                        <p:cNvPr id="4" name="对象 3">
                          <a:extLst>
                            <a:ext uri="{FF2B5EF4-FFF2-40B4-BE49-F238E27FC236}">
                              <a16:creationId xmlns:a16="http://schemas.microsoft.com/office/drawing/2014/main" id="{7DEC56A7-74C9-490C-9E47-CD92B5248276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6768136" y="3710047"/>
                          <a:ext cx="2095500" cy="774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498584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6A923C72-468F-44FB-BA20-D86C87DB25BA}"/>
              </a:ext>
            </a:extLst>
          </p:cNvPr>
          <p:cNvGrpSpPr/>
          <p:nvPr/>
        </p:nvGrpSpPr>
        <p:grpSpPr>
          <a:xfrm>
            <a:off x="611560" y="267494"/>
            <a:ext cx="8164423" cy="939800"/>
            <a:chOff x="755665" y="173038"/>
            <a:chExt cx="8164423" cy="939800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25AB8798-8FEB-4EDA-943D-5A75AB0816F3}"/>
                </a:ext>
              </a:extLst>
            </p:cNvPr>
            <p:cNvSpPr/>
            <p:nvPr/>
          </p:nvSpPr>
          <p:spPr>
            <a:xfrm>
              <a:off x="755665" y="411510"/>
              <a:ext cx="115204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cs typeface="Times New Roman" panose="02020603050405020304" pitchFamily="18" charset="0"/>
                </a:rPr>
                <a:t>六</a:t>
              </a:r>
              <a:r>
                <a:rPr lang="zh-CN" altLang="zh-CN" sz="2400" b="1" dirty="0">
                  <a:cs typeface="Times New Roman" panose="02020603050405020304" pitchFamily="18" charset="0"/>
                </a:rPr>
                <a:t>、</a:t>
              </a:r>
              <a:r>
                <a:rPr lang="zh-CN" altLang="en-US" sz="2400" b="1" dirty="0">
                  <a:cs typeface="Times New Roman" panose="02020603050405020304" pitchFamily="18" charset="0"/>
                </a:rPr>
                <a:t>设</a:t>
              </a:r>
              <a:endParaRPr lang="zh-CN" altLang="en-US" sz="2400" b="1" dirty="0"/>
            </a:p>
          </p:txBody>
        </p:sp>
        <p:graphicFrame>
          <p:nvGraphicFramePr>
            <p:cNvPr id="3" name="对象 2">
              <a:extLst>
                <a:ext uri="{FF2B5EF4-FFF2-40B4-BE49-F238E27FC236}">
                  <a16:creationId xmlns:a16="http://schemas.microsoft.com/office/drawing/2014/main" id="{6F1F4455-B8F2-42C7-BDDE-AE7CA963582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68990564"/>
                </p:ext>
              </p:extLst>
            </p:nvPr>
          </p:nvGraphicFramePr>
          <p:xfrm>
            <a:off x="1939925" y="173038"/>
            <a:ext cx="3556000" cy="939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633" name="Equation" r:id="rId3" imgW="3555720" imgH="939600" progId="Equation.DSMT4">
                    <p:embed/>
                  </p:oleObj>
                </mc:Choice>
                <mc:Fallback>
                  <p:oleObj name="Equation" r:id="rId3" imgW="3555720" imgH="939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939925" y="173038"/>
                          <a:ext cx="3556000" cy="939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43268E7F-A2CF-4927-8957-C62E0DCFC5EE}"/>
                </a:ext>
              </a:extLst>
            </p:cNvPr>
            <p:cNvSpPr/>
            <p:nvPr/>
          </p:nvSpPr>
          <p:spPr>
            <a:xfrm>
              <a:off x="5364088" y="411509"/>
              <a:ext cx="273630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cs typeface="Times New Roman" panose="02020603050405020304" pitchFamily="18" charset="0"/>
                </a:rPr>
                <a:t>确定函数</a:t>
              </a:r>
              <a:endParaRPr lang="zh-CN" altLang="en-US" dirty="0"/>
            </a:p>
          </p:txBody>
        </p:sp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CCCE9629-0012-4775-BA3D-8F5A1B73311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00645276"/>
                </p:ext>
              </p:extLst>
            </p:nvPr>
          </p:nvGraphicFramePr>
          <p:xfrm>
            <a:off x="6732240" y="452845"/>
            <a:ext cx="11430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634" name="Equation" r:id="rId5" imgW="1143000" imgH="342720" progId="Equation.DSMT4">
                    <p:embed/>
                  </p:oleObj>
                </mc:Choice>
                <mc:Fallback>
                  <p:oleObj name="Equation" r:id="rId5" imgW="114300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6732240" y="452845"/>
                          <a:ext cx="11430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E8D77900-3BF0-4DEA-9F6E-7B19DD48CAB6}"/>
                </a:ext>
              </a:extLst>
            </p:cNvPr>
            <p:cNvSpPr/>
            <p:nvPr/>
          </p:nvSpPr>
          <p:spPr>
            <a:xfrm>
              <a:off x="7875240" y="393462"/>
              <a:ext cx="49404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cs typeface="Times New Roman" panose="02020603050405020304" pitchFamily="18" charset="0"/>
                </a:rPr>
                <a:t>求</a:t>
              </a:r>
              <a:endParaRPr lang="zh-CN" altLang="en-US" dirty="0"/>
            </a:p>
          </p:txBody>
        </p:sp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2AA044F6-6356-45BD-A7D3-0C98C6C594F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76074568"/>
                </p:ext>
              </p:extLst>
            </p:nvPr>
          </p:nvGraphicFramePr>
          <p:xfrm>
            <a:off x="8310488" y="236944"/>
            <a:ext cx="609600" cy="774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635" name="Equation" r:id="rId7" imgW="609480" imgH="774360" progId="Equation.DSMT4">
                    <p:embed/>
                  </p:oleObj>
                </mc:Choice>
                <mc:Fallback>
                  <p:oleObj name="Equation" r:id="rId7" imgW="609480" imgH="774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8310488" y="236944"/>
                          <a:ext cx="609600" cy="774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" name="矩形 8">
            <a:extLst>
              <a:ext uri="{FF2B5EF4-FFF2-40B4-BE49-F238E27FC236}">
                <a16:creationId xmlns:a16="http://schemas.microsoft.com/office/drawing/2014/main" id="{9227A91E-DD9B-442C-8D3B-180FF6218DB3}"/>
              </a:ext>
            </a:extLst>
          </p:cNvPr>
          <p:cNvSpPr/>
          <p:nvPr/>
        </p:nvSpPr>
        <p:spPr>
          <a:xfrm>
            <a:off x="539552" y="1494992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解析</a:t>
            </a:r>
            <a:endParaRPr lang="zh-CN" altLang="en-US" sz="2400" dirty="0"/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7A81F0C2-8BD4-44C3-8EAE-DC537CE399E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0429459"/>
              </p:ext>
            </p:extLst>
          </p:nvPr>
        </p:nvGraphicFramePr>
        <p:xfrm>
          <a:off x="1509482" y="1357524"/>
          <a:ext cx="1435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36" name="Equation" r:id="rId9" imgW="1434960" imgH="736560" progId="Equation.DSMT4">
                  <p:embed/>
                </p:oleObj>
              </mc:Choice>
              <mc:Fallback>
                <p:oleObj name="Equation" r:id="rId9" imgW="143496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09482" y="1357524"/>
                        <a:ext cx="14351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>
            <a:extLst>
              <a:ext uri="{FF2B5EF4-FFF2-40B4-BE49-F238E27FC236}">
                <a16:creationId xmlns:a16="http://schemas.microsoft.com/office/drawing/2014/main" id="{4AB1FA6E-87F0-46E8-8098-C0B3A6182192}"/>
              </a:ext>
            </a:extLst>
          </p:cNvPr>
          <p:cNvSpPr/>
          <p:nvPr/>
        </p:nvSpPr>
        <p:spPr>
          <a:xfrm>
            <a:off x="3111087" y="1490524"/>
            <a:ext cx="239701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由隐函数求导得</a:t>
            </a:r>
            <a:endParaRPr lang="zh-CN" altLang="en-US" sz="2400" dirty="0"/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5AAA9D50-7C02-4D66-8760-6F46D209764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2401792"/>
              </p:ext>
            </p:extLst>
          </p:nvPr>
        </p:nvGraphicFramePr>
        <p:xfrm>
          <a:off x="5436096" y="1327656"/>
          <a:ext cx="20066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37" name="Equation" r:id="rId11" imgW="2006280" imgH="787320" progId="Equation.DSMT4">
                  <p:embed/>
                </p:oleObj>
              </mc:Choice>
              <mc:Fallback>
                <p:oleObj name="Equation" r:id="rId11" imgW="2006280" imgH="787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436096" y="1327656"/>
                        <a:ext cx="20066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 12">
            <a:extLst>
              <a:ext uri="{FF2B5EF4-FFF2-40B4-BE49-F238E27FC236}">
                <a16:creationId xmlns:a16="http://schemas.microsoft.com/office/drawing/2014/main" id="{38C18F00-2A78-4AA4-8191-D7564D888C63}"/>
              </a:ext>
            </a:extLst>
          </p:cNvPr>
          <p:cNvSpPr/>
          <p:nvPr/>
        </p:nvSpPr>
        <p:spPr>
          <a:xfrm>
            <a:off x="7505572" y="1490523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endParaRPr lang="zh-CN" altLang="en-US" dirty="0"/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989E517A-BA7F-4703-ADC2-890BB3EA41A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4724884"/>
              </p:ext>
            </p:extLst>
          </p:nvPr>
        </p:nvGraphicFramePr>
        <p:xfrm>
          <a:off x="1529202" y="2230331"/>
          <a:ext cx="36957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38" name="Equation" r:id="rId13" imgW="3695400" imgH="799920" progId="Equation.DSMT4">
                  <p:embed/>
                </p:oleObj>
              </mc:Choice>
              <mc:Fallback>
                <p:oleObj name="Equation" r:id="rId13" imgW="3695400" imgH="7999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29202" y="2230331"/>
                        <a:ext cx="3695700" cy="80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3E1612DF-B901-4F31-9FD2-8079D3D250E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8177717"/>
              </p:ext>
            </p:extLst>
          </p:nvPr>
        </p:nvGraphicFramePr>
        <p:xfrm>
          <a:off x="1497920" y="3092850"/>
          <a:ext cx="4953000" cy="153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39" name="Equation" r:id="rId15" imgW="4952880" imgH="1536480" progId="Equation.DSMT4">
                  <p:embed/>
                </p:oleObj>
              </mc:Choice>
              <mc:Fallback>
                <p:oleObj name="Equation" r:id="rId15" imgW="4952880" imgH="1536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497920" y="3092850"/>
                        <a:ext cx="4953000" cy="153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52476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382DA9AC-C652-4A75-8FA5-C9D1F97C036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0047098"/>
              </p:ext>
            </p:extLst>
          </p:nvPr>
        </p:nvGraphicFramePr>
        <p:xfrm>
          <a:off x="971600" y="555526"/>
          <a:ext cx="53594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89" name="Equation" r:id="rId3" imgW="5359320" imgH="825480" progId="Equation.DSMT4">
                  <p:embed/>
                </p:oleObj>
              </mc:Choice>
              <mc:Fallback>
                <p:oleObj name="Equation" r:id="rId3" imgW="5359320" imgH="825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71600" y="555526"/>
                        <a:ext cx="5359400" cy="825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335699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>
            <a:extLst>
              <a:ext uri="{FF2B5EF4-FFF2-40B4-BE49-F238E27FC236}">
                <a16:creationId xmlns:a16="http://schemas.microsoft.com/office/drawing/2014/main" id="{161B5515-4887-4D0B-B572-3EF16C863B30}"/>
              </a:ext>
            </a:extLst>
          </p:cNvPr>
          <p:cNvGrpSpPr/>
          <p:nvPr/>
        </p:nvGrpSpPr>
        <p:grpSpPr>
          <a:xfrm>
            <a:off x="323528" y="298241"/>
            <a:ext cx="8496944" cy="1116530"/>
            <a:chOff x="323528" y="298241"/>
            <a:chExt cx="8496944" cy="1116530"/>
          </a:xfrm>
        </p:grpSpPr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9C22F069-9BA4-4100-81A6-BA359D37FA5C}"/>
                </a:ext>
              </a:extLst>
            </p:cNvPr>
            <p:cNvGrpSpPr/>
            <p:nvPr/>
          </p:nvGrpSpPr>
          <p:grpSpPr>
            <a:xfrm>
              <a:off x="611560" y="298241"/>
              <a:ext cx="8208912" cy="506859"/>
              <a:chOff x="611560" y="505966"/>
              <a:chExt cx="8208912" cy="506859"/>
            </a:xfrm>
          </p:grpSpPr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997B4B25-1363-4EB8-878D-0D3B161E945C}"/>
                  </a:ext>
                </a:extLst>
              </p:cNvPr>
              <p:cNvSpPr/>
              <p:nvPr/>
            </p:nvSpPr>
            <p:spPr>
              <a:xfrm>
                <a:off x="611560" y="505966"/>
                <a:ext cx="8208912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2400" b="1" dirty="0">
                    <a:cs typeface="Times New Roman" panose="02020603050405020304" pitchFamily="18" charset="0"/>
                  </a:rPr>
                  <a:t>七</a:t>
                </a:r>
                <a:r>
                  <a:rPr lang="zh-CN" altLang="zh-CN" sz="2400" b="1" dirty="0">
                    <a:cs typeface="Times New Roman" panose="02020603050405020304" pitchFamily="18" charset="0"/>
                  </a:rPr>
                  <a:t>、</a:t>
                </a:r>
                <a:r>
                  <a:rPr lang="zh-CN" altLang="en-US" sz="2400" b="1" dirty="0">
                    <a:cs typeface="Times New Roman" panose="02020603050405020304" pitchFamily="18" charset="0"/>
                  </a:rPr>
                  <a:t>设函数          在               内可导，且                   和               </a:t>
                </a:r>
                <a:endParaRPr lang="zh-CN" altLang="en-US" sz="2400" b="1" dirty="0"/>
              </a:p>
            </p:txBody>
          </p:sp>
          <p:graphicFrame>
            <p:nvGraphicFramePr>
              <p:cNvPr id="3" name="对象 2">
                <a:extLst>
                  <a:ext uri="{FF2B5EF4-FFF2-40B4-BE49-F238E27FC236}">
                    <a16:creationId xmlns:a16="http://schemas.microsoft.com/office/drawing/2014/main" id="{5A3BABC3-4421-4243-A182-1E51A94109A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423543793"/>
                  </p:ext>
                </p:extLst>
              </p:nvPr>
            </p:nvGraphicFramePr>
            <p:xfrm>
              <a:off x="2267744" y="565348"/>
              <a:ext cx="622300" cy="3429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3773" name="Equation" r:id="rId3" imgW="622080" imgH="342720" progId="Equation.DSMT4">
                      <p:embed/>
                    </p:oleObj>
                  </mc:Choice>
                  <mc:Fallback>
                    <p:oleObj name="Equation" r:id="rId3" imgW="622080" imgH="34272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2267744" y="565348"/>
                            <a:ext cx="622300" cy="3429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" name="对象 3">
                <a:extLst>
                  <a:ext uri="{FF2B5EF4-FFF2-40B4-BE49-F238E27FC236}">
                    <a16:creationId xmlns:a16="http://schemas.microsoft.com/office/drawing/2014/main" id="{1A4CAD02-8DE1-4004-BF8C-71EEDB86FBB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428401069"/>
                  </p:ext>
                </p:extLst>
              </p:nvPr>
            </p:nvGraphicFramePr>
            <p:xfrm>
              <a:off x="3275856" y="565348"/>
              <a:ext cx="901700" cy="3429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3774" name="Equation" r:id="rId5" imgW="901440" imgH="342720" progId="Equation.DSMT4">
                      <p:embed/>
                    </p:oleObj>
                  </mc:Choice>
                  <mc:Fallback>
                    <p:oleObj name="Equation" r:id="rId5" imgW="901440" imgH="34272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3275856" y="565348"/>
                            <a:ext cx="901700" cy="3429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" name="对象 4">
                <a:extLst>
                  <a:ext uri="{FF2B5EF4-FFF2-40B4-BE49-F238E27FC236}">
                    <a16:creationId xmlns:a16="http://schemas.microsoft.com/office/drawing/2014/main" id="{7666AE90-B9C8-42A6-B7AC-DD31541C598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19735837"/>
                  </p:ext>
                </p:extLst>
              </p:nvPr>
            </p:nvGraphicFramePr>
            <p:xfrm>
              <a:off x="5868144" y="530225"/>
              <a:ext cx="1155700" cy="482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3775" name="Equation" r:id="rId7" imgW="1155600" imgH="482400" progId="Equation.DSMT4">
                      <p:embed/>
                    </p:oleObj>
                  </mc:Choice>
                  <mc:Fallback>
                    <p:oleObj name="Equation" r:id="rId7" imgW="1155600" imgH="4824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5868144" y="530225"/>
                            <a:ext cx="1155700" cy="4826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" name="对象 5">
                <a:extLst>
                  <a:ext uri="{FF2B5EF4-FFF2-40B4-BE49-F238E27FC236}">
                    <a16:creationId xmlns:a16="http://schemas.microsoft.com/office/drawing/2014/main" id="{D8B6A7C9-F05C-440C-BC9B-B16A3CB51D7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848882631"/>
                  </p:ext>
                </p:extLst>
              </p:nvPr>
            </p:nvGraphicFramePr>
            <p:xfrm>
              <a:off x="7469669" y="507628"/>
              <a:ext cx="1231900" cy="482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3776" name="Equation" r:id="rId9" imgW="1231560" imgH="482400" progId="Equation.DSMT4">
                      <p:embed/>
                    </p:oleObj>
                  </mc:Choice>
                  <mc:Fallback>
                    <p:oleObj name="Equation" r:id="rId9" imgW="1231560" imgH="4824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0"/>
                          <a:stretch>
                            <a:fillRect/>
                          </a:stretch>
                        </p:blipFill>
                        <p:spPr>
                          <a:xfrm>
                            <a:off x="7469669" y="507628"/>
                            <a:ext cx="1231900" cy="4826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CA5C6519-2833-4738-89C4-7141FED7D8DD}"/>
                </a:ext>
              </a:extLst>
            </p:cNvPr>
            <p:cNvGrpSpPr/>
            <p:nvPr/>
          </p:nvGrpSpPr>
          <p:grpSpPr>
            <a:xfrm>
              <a:off x="323528" y="915566"/>
              <a:ext cx="2586462" cy="499205"/>
              <a:chOff x="323528" y="915566"/>
              <a:chExt cx="2586462" cy="499205"/>
            </a:xfrm>
          </p:grpSpPr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9B6C37AE-89E9-4949-98A4-9CE5CFBD1850}"/>
                  </a:ext>
                </a:extLst>
              </p:cNvPr>
              <p:cNvSpPr/>
              <p:nvPr/>
            </p:nvSpPr>
            <p:spPr>
              <a:xfrm>
                <a:off x="323528" y="915566"/>
                <a:ext cx="1512168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2400" b="1" dirty="0">
                    <a:solidFill>
                      <a:prstClr val="black"/>
                    </a:solidFill>
                    <a:cs typeface="Times New Roman" panose="02020603050405020304" pitchFamily="18" charset="0"/>
                  </a:rPr>
                  <a:t>存在，求</a:t>
                </a:r>
                <a:endParaRPr lang="zh-CN" altLang="en-US" dirty="0"/>
              </a:p>
            </p:txBody>
          </p:sp>
          <p:graphicFrame>
            <p:nvGraphicFramePr>
              <p:cNvPr id="9" name="对象 8">
                <a:extLst>
                  <a:ext uri="{FF2B5EF4-FFF2-40B4-BE49-F238E27FC236}">
                    <a16:creationId xmlns:a16="http://schemas.microsoft.com/office/drawing/2014/main" id="{E301EDE3-5F3D-408D-B834-C55F4E3995C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220495402"/>
                  </p:ext>
                </p:extLst>
              </p:nvPr>
            </p:nvGraphicFramePr>
            <p:xfrm>
              <a:off x="1627290" y="932171"/>
              <a:ext cx="1282700" cy="482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3777" name="Equation" r:id="rId11" imgW="1282680" imgH="482400" progId="Equation.DSMT4">
                      <p:embed/>
                    </p:oleObj>
                  </mc:Choice>
                  <mc:Fallback>
                    <p:oleObj name="Equation" r:id="rId11" imgW="1282680" imgH="4824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2"/>
                          <a:stretch>
                            <a:fillRect/>
                          </a:stretch>
                        </p:blipFill>
                        <p:spPr>
                          <a:xfrm>
                            <a:off x="1627290" y="932171"/>
                            <a:ext cx="1282700" cy="4826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12" name="矩形 11">
            <a:extLst>
              <a:ext uri="{FF2B5EF4-FFF2-40B4-BE49-F238E27FC236}">
                <a16:creationId xmlns:a16="http://schemas.microsoft.com/office/drawing/2014/main" id="{3656D859-D3E7-4CA0-8B21-516E7306BA43}"/>
              </a:ext>
            </a:extLst>
          </p:cNvPr>
          <p:cNvSpPr/>
          <p:nvPr/>
        </p:nvSpPr>
        <p:spPr>
          <a:xfrm>
            <a:off x="539552" y="1635646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解析</a:t>
            </a:r>
            <a:endParaRPr lang="zh-CN" altLang="en-US" sz="2400" dirty="0"/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CFCA6E39-DA89-4897-AB05-A5FC3F027F58}"/>
              </a:ext>
            </a:extLst>
          </p:cNvPr>
          <p:cNvGrpSpPr/>
          <p:nvPr/>
        </p:nvGrpSpPr>
        <p:grpSpPr>
          <a:xfrm>
            <a:off x="1380267" y="1661829"/>
            <a:ext cx="4037346" cy="528425"/>
            <a:chOff x="1380267" y="1661829"/>
            <a:chExt cx="4037346" cy="528425"/>
          </a:xfrm>
        </p:grpSpPr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42479280-8B54-46B1-BEB8-954446E984E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28471343"/>
                </p:ext>
              </p:extLst>
            </p:nvPr>
          </p:nvGraphicFramePr>
          <p:xfrm>
            <a:off x="1874313" y="1707654"/>
            <a:ext cx="3543300" cy="482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778" name="Equation" r:id="rId13" imgW="3543120" imgH="482400" progId="Equation.DSMT4">
                    <p:embed/>
                  </p:oleObj>
                </mc:Choice>
                <mc:Fallback>
                  <p:oleObj name="Equation" r:id="rId13" imgW="3543120" imgH="4824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1874313" y="1707654"/>
                          <a:ext cx="3543300" cy="482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9A7E6511-442C-4FD0-AE91-657781827C82}"/>
                </a:ext>
              </a:extLst>
            </p:cNvPr>
            <p:cNvSpPr/>
            <p:nvPr/>
          </p:nvSpPr>
          <p:spPr>
            <a:xfrm>
              <a:off x="1380267" y="1661829"/>
              <a:ext cx="49404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cs typeface="Times New Roman" panose="02020603050405020304" pitchFamily="18" charset="0"/>
                </a:rPr>
                <a:t>令</a:t>
              </a:r>
              <a:endParaRPr lang="zh-CN" altLang="en-US" dirty="0"/>
            </a:p>
          </p:txBody>
        </p:sp>
      </p:grpSp>
      <p:sp>
        <p:nvSpPr>
          <p:cNvPr id="15" name="矩形 14">
            <a:extLst>
              <a:ext uri="{FF2B5EF4-FFF2-40B4-BE49-F238E27FC236}">
                <a16:creationId xmlns:a16="http://schemas.microsoft.com/office/drawing/2014/main" id="{61C0190D-7EEC-4ADA-AC35-B931652AFC94}"/>
              </a:ext>
            </a:extLst>
          </p:cNvPr>
          <p:cNvSpPr/>
          <p:nvPr/>
        </p:nvSpPr>
        <p:spPr>
          <a:xfrm>
            <a:off x="5508104" y="1661829"/>
            <a:ext cx="295465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ea typeface="楷体" panose="02010609060101010101" pitchFamily="49" charset="-122"/>
                <a:cs typeface="Times New Roman" panose="02020603050405020304" pitchFamily="18" charset="0"/>
              </a:rPr>
              <a:t>由</a:t>
            </a:r>
            <a:r>
              <a:rPr lang="zh-CN" altLang="zh-CN" sz="2400" b="1" dirty="0">
                <a:solidFill>
                  <a:srgbClr val="FF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广义洛必达法则</a:t>
            </a:r>
            <a:r>
              <a:rPr lang="zh-CN" altLang="zh-CN" sz="2400" b="1" dirty="0">
                <a:ea typeface="楷体" panose="02010609060101010101" pitchFamily="49" charset="-122"/>
                <a:cs typeface="Times New Roman" panose="02020603050405020304" pitchFamily="18" charset="0"/>
              </a:rPr>
              <a:t>得</a:t>
            </a:r>
            <a:endParaRPr lang="zh-CN" altLang="en-US" sz="2400" b="1" dirty="0"/>
          </a:p>
        </p:txBody>
      </p:sp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FE8401B3-4FFA-4896-B620-6F1A4408642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7924443"/>
              </p:ext>
            </p:extLst>
          </p:nvPr>
        </p:nvGraphicFramePr>
        <p:xfrm>
          <a:off x="1259632" y="2432486"/>
          <a:ext cx="63627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779" name="Equation" r:id="rId15" imgW="6362640" imgH="774360" progId="Equation.DSMT4">
                  <p:embed/>
                </p:oleObj>
              </mc:Choice>
              <mc:Fallback>
                <p:oleObj name="Equation" r:id="rId15" imgW="6362640" imgH="774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259632" y="2432486"/>
                        <a:ext cx="63627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47E22A40-836C-429C-B818-F765C080C63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4243745"/>
              </p:ext>
            </p:extLst>
          </p:nvPr>
        </p:nvGraphicFramePr>
        <p:xfrm>
          <a:off x="1476375" y="3457550"/>
          <a:ext cx="35306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780" name="Equation" r:id="rId17" imgW="3530520" imgH="482400" progId="Equation.DSMT4">
                  <p:embed/>
                </p:oleObj>
              </mc:Choice>
              <mc:Fallback>
                <p:oleObj name="Equation" r:id="rId17" imgW="353052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476375" y="3457550"/>
                        <a:ext cx="3530600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3" name="组合 22">
            <a:extLst>
              <a:ext uri="{FF2B5EF4-FFF2-40B4-BE49-F238E27FC236}">
                <a16:creationId xmlns:a16="http://schemas.microsoft.com/office/drawing/2014/main" id="{55773DBE-B4FD-4691-94C3-8E78961B742D}"/>
              </a:ext>
            </a:extLst>
          </p:cNvPr>
          <p:cNvGrpSpPr/>
          <p:nvPr/>
        </p:nvGrpSpPr>
        <p:grpSpPr>
          <a:xfrm>
            <a:off x="1133244" y="4285088"/>
            <a:ext cx="3738496" cy="508206"/>
            <a:chOff x="1133244" y="4285088"/>
            <a:chExt cx="3738496" cy="508206"/>
          </a:xfrm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913D34AF-7AF1-4BDD-9D86-48B68F83D453}"/>
                </a:ext>
              </a:extLst>
            </p:cNvPr>
            <p:cNvSpPr/>
            <p:nvPr/>
          </p:nvSpPr>
          <p:spPr>
            <a:xfrm>
              <a:off x="1133244" y="4285088"/>
              <a:ext cx="803425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cs typeface="Times New Roman" panose="02020603050405020304" pitchFamily="18" charset="0"/>
                </a:rPr>
                <a:t>从而</a:t>
              </a:r>
              <a:endParaRPr lang="zh-CN" altLang="en-US" dirty="0"/>
            </a:p>
          </p:txBody>
        </p:sp>
        <p:graphicFrame>
          <p:nvGraphicFramePr>
            <p:cNvPr id="19" name="对象 18">
              <a:extLst>
                <a:ext uri="{FF2B5EF4-FFF2-40B4-BE49-F238E27FC236}">
                  <a16:creationId xmlns:a16="http://schemas.microsoft.com/office/drawing/2014/main" id="{A8F368B7-CB0D-4E52-963D-9DF7C95EE20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66772202"/>
                </p:ext>
              </p:extLst>
            </p:nvPr>
          </p:nvGraphicFramePr>
          <p:xfrm>
            <a:off x="1886744" y="4378031"/>
            <a:ext cx="7620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781" name="Equation" r:id="rId19" imgW="761760" imgH="330120" progId="Equation.DSMT4">
                    <p:embed/>
                  </p:oleObj>
                </mc:Choice>
                <mc:Fallback>
                  <p:oleObj name="Equation" r:id="rId19" imgW="76176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1886744" y="4378031"/>
                          <a:ext cx="7620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7C99F5E9-CA36-4949-971E-9DB040E41E01}"/>
                </a:ext>
              </a:extLst>
            </p:cNvPr>
            <p:cNvSpPr/>
            <p:nvPr/>
          </p:nvSpPr>
          <p:spPr>
            <a:xfrm>
              <a:off x="2690169" y="4287675"/>
              <a:ext cx="712075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cs typeface="Times New Roman" panose="02020603050405020304" pitchFamily="18" charset="0"/>
                </a:rPr>
                <a:t>即</a:t>
              </a:r>
              <a:endParaRPr lang="zh-CN" altLang="en-US" dirty="0"/>
            </a:p>
          </p:txBody>
        </p:sp>
        <p:graphicFrame>
          <p:nvGraphicFramePr>
            <p:cNvPr id="21" name="对象 20">
              <a:extLst>
                <a:ext uri="{FF2B5EF4-FFF2-40B4-BE49-F238E27FC236}">
                  <a16:creationId xmlns:a16="http://schemas.microsoft.com/office/drawing/2014/main" id="{686D11E6-6ADF-4F63-97FB-2BDCA548DF1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96533764"/>
                </p:ext>
              </p:extLst>
            </p:nvPr>
          </p:nvGraphicFramePr>
          <p:xfrm>
            <a:off x="3131840" y="4310694"/>
            <a:ext cx="1739900" cy="482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782" name="Equation" r:id="rId21" imgW="1739880" imgH="482400" progId="Equation.DSMT4">
                    <p:embed/>
                  </p:oleObj>
                </mc:Choice>
                <mc:Fallback>
                  <p:oleObj name="Equation" r:id="rId21" imgW="1739880" imgH="4824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3131840" y="4310694"/>
                          <a:ext cx="1739900" cy="482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4214390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508C3ACC-0F0A-479D-A8D3-D61423D5C664}"/>
              </a:ext>
            </a:extLst>
          </p:cNvPr>
          <p:cNvGrpSpPr/>
          <p:nvPr/>
        </p:nvGrpSpPr>
        <p:grpSpPr>
          <a:xfrm>
            <a:off x="216790" y="160773"/>
            <a:ext cx="8675690" cy="1680057"/>
            <a:chOff x="216790" y="160773"/>
            <a:chExt cx="8675690" cy="1680057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24EB1735-EE39-4F33-AF9A-4903F8F148DB}"/>
                </a:ext>
              </a:extLst>
            </p:cNvPr>
            <p:cNvSpPr/>
            <p:nvPr/>
          </p:nvSpPr>
          <p:spPr>
            <a:xfrm>
              <a:off x="216790" y="1203598"/>
              <a:ext cx="237626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cs typeface="Times New Roman" panose="02020603050405020304" pitchFamily="18" charset="0"/>
                </a:rPr>
                <a:t>收敛，并求极限</a:t>
              </a:r>
              <a:endParaRPr lang="zh-CN" altLang="en-US" sz="2400" b="1" dirty="0"/>
            </a:p>
          </p:txBody>
        </p:sp>
        <p:graphicFrame>
          <p:nvGraphicFramePr>
            <p:cNvPr id="3" name="对象 2">
              <a:extLst>
                <a:ext uri="{FF2B5EF4-FFF2-40B4-BE49-F238E27FC236}">
                  <a16:creationId xmlns:a16="http://schemas.microsoft.com/office/drawing/2014/main" id="{014A944E-2B93-437C-8CF0-D285FB08C12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19868083"/>
                </p:ext>
              </p:extLst>
            </p:nvPr>
          </p:nvGraphicFramePr>
          <p:xfrm>
            <a:off x="1691680" y="160773"/>
            <a:ext cx="48006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774" name="Equation" r:id="rId3" imgW="4800600" imgH="736560" progId="Equation.DSMT4">
                    <p:embed/>
                  </p:oleObj>
                </mc:Choice>
                <mc:Fallback>
                  <p:oleObj name="Equation" r:id="rId3" imgW="4800600" imgH="7365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691680" y="160773"/>
                          <a:ext cx="4800600" cy="736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09C452C7-39FB-4034-97EC-82A497E433DD}"/>
                </a:ext>
              </a:extLst>
            </p:cNvPr>
            <p:cNvSpPr/>
            <p:nvPr/>
          </p:nvSpPr>
          <p:spPr>
            <a:xfrm>
              <a:off x="6492280" y="298241"/>
              <a:ext cx="240020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cs typeface="Times New Roman" panose="02020603050405020304" pitchFamily="18" charset="0"/>
                </a:rPr>
                <a:t>证明数列</a:t>
              </a:r>
              <a:endParaRPr lang="zh-CN" altLang="en-US" sz="2400" b="1" dirty="0"/>
            </a:p>
          </p:txBody>
        </p:sp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B4D4E623-6BA8-464E-BC1B-211769F1896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72337086"/>
                </p:ext>
              </p:extLst>
            </p:nvPr>
          </p:nvGraphicFramePr>
          <p:xfrm>
            <a:off x="7982701" y="352531"/>
            <a:ext cx="533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775" name="Equation" r:id="rId5" imgW="533160" imgH="380880" progId="Equation.DSMT4">
                    <p:embed/>
                  </p:oleObj>
                </mc:Choice>
                <mc:Fallback>
                  <p:oleObj name="Equation" r:id="rId5" imgW="53316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7982701" y="352531"/>
                          <a:ext cx="5334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59643807-0571-4ECA-B910-E9179BE78783}"/>
                </a:ext>
              </a:extLst>
            </p:cNvPr>
            <p:cNvSpPr/>
            <p:nvPr/>
          </p:nvSpPr>
          <p:spPr>
            <a:xfrm>
              <a:off x="618094" y="352531"/>
              <a:ext cx="115212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cs typeface="Times New Roman" panose="02020603050405020304" pitchFamily="18" charset="0"/>
                </a:rPr>
                <a:t>八</a:t>
              </a:r>
              <a:r>
                <a:rPr lang="zh-CN" altLang="zh-CN" sz="2400" b="1" dirty="0">
                  <a:cs typeface="Times New Roman" panose="02020603050405020304" pitchFamily="18" charset="0"/>
                </a:rPr>
                <a:t>、</a:t>
              </a:r>
              <a:r>
                <a:rPr lang="zh-CN" altLang="en-US" sz="2400" b="1" dirty="0">
                  <a:cs typeface="Times New Roman" panose="02020603050405020304" pitchFamily="18" charset="0"/>
                </a:rPr>
                <a:t>设</a:t>
              </a:r>
              <a:endParaRPr lang="zh-CN" altLang="en-US" sz="2400" b="1" dirty="0"/>
            </a:p>
          </p:txBody>
        </p:sp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80BD55A8-6640-4C39-A2E5-7FE14588B51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21641030"/>
                </p:ext>
              </p:extLst>
            </p:nvPr>
          </p:nvGraphicFramePr>
          <p:xfrm>
            <a:off x="2546715" y="1028030"/>
            <a:ext cx="3911600" cy="812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776" name="Equation" r:id="rId7" imgW="3911400" imgH="812520" progId="Equation.DSMT4">
                    <p:embed/>
                  </p:oleObj>
                </mc:Choice>
                <mc:Fallback>
                  <p:oleObj name="Equation" r:id="rId7" imgW="3911400" imgH="8125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546715" y="1028030"/>
                          <a:ext cx="3911600" cy="812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" name="矩形 8">
            <a:extLst>
              <a:ext uri="{FF2B5EF4-FFF2-40B4-BE49-F238E27FC236}">
                <a16:creationId xmlns:a16="http://schemas.microsoft.com/office/drawing/2014/main" id="{9A8437BD-2060-4510-ABC9-F423ECF0A420}"/>
              </a:ext>
            </a:extLst>
          </p:cNvPr>
          <p:cNvSpPr/>
          <p:nvPr/>
        </p:nvSpPr>
        <p:spPr>
          <a:xfrm>
            <a:off x="539552" y="1996637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解析</a:t>
            </a:r>
            <a:endParaRPr lang="zh-CN" altLang="en-US" sz="2400" dirty="0"/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8303BD91-3A56-4A79-8134-14B5E968FD42}"/>
              </a:ext>
            </a:extLst>
          </p:cNvPr>
          <p:cNvGrpSpPr/>
          <p:nvPr/>
        </p:nvGrpSpPr>
        <p:grpSpPr>
          <a:xfrm>
            <a:off x="1294252" y="1822884"/>
            <a:ext cx="7558968" cy="736600"/>
            <a:chOff x="1342977" y="1851496"/>
            <a:chExt cx="7558968" cy="736600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34ABF6B3-220D-416C-83A2-FA05CB67B5B4}"/>
                </a:ext>
              </a:extLst>
            </p:cNvPr>
            <p:cNvSpPr/>
            <p:nvPr/>
          </p:nvSpPr>
          <p:spPr>
            <a:xfrm>
              <a:off x="1342977" y="2022791"/>
              <a:ext cx="3897221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zh-CN" sz="2400" b="1" dirty="0">
                  <a:ea typeface="楷体" panose="02010609060101010101" pitchFamily="49" charset="-122"/>
                  <a:cs typeface="Times New Roman" panose="02020603050405020304" pitchFamily="18" charset="0"/>
                </a:rPr>
                <a:t>由拉格朗日中值定理可得，</a:t>
              </a:r>
              <a:endParaRPr lang="zh-CN" altLang="en-US" sz="2400" b="1" dirty="0"/>
            </a:p>
          </p:txBody>
        </p:sp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ABD0C39C-815B-4077-A4B3-1FA58CD6407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37601408"/>
                </p:ext>
              </p:extLst>
            </p:nvPr>
          </p:nvGraphicFramePr>
          <p:xfrm>
            <a:off x="6488945" y="1851496"/>
            <a:ext cx="24130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777" name="Equation" r:id="rId9" imgW="2412720" imgH="736560" progId="Equation.DSMT4">
                    <p:embed/>
                  </p:oleObj>
                </mc:Choice>
                <mc:Fallback>
                  <p:oleObj name="Equation" r:id="rId9" imgW="2412720" imgH="7365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6488945" y="1851496"/>
                          <a:ext cx="2413000" cy="736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02E62451-D8BF-4E01-9441-4500317CEEB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8159607"/>
                </p:ext>
              </p:extLst>
            </p:nvPr>
          </p:nvGraphicFramePr>
          <p:xfrm>
            <a:off x="5215564" y="2113923"/>
            <a:ext cx="6477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778" name="Equation" r:id="rId11" imgW="647640" imgH="279360" progId="Equation.DSMT4">
                    <p:embed/>
                  </p:oleObj>
                </mc:Choice>
                <mc:Fallback>
                  <p:oleObj name="Equation" r:id="rId11" imgW="647640" imgH="279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5215564" y="2113923"/>
                          <a:ext cx="6477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3A2529C1-246A-4DF4-9F29-6030C61EEAEA}"/>
                </a:ext>
              </a:extLst>
            </p:cNvPr>
            <p:cNvSpPr/>
            <p:nvPr/>
          </p:nvSpPr>
          <p:spPr>
            <a:xfrm>
              <a:off x="5863264" y="2015563"/>
              <a:ext cx="803425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时，</a:t>
              </a:r>
              <a:endParaRPr lang="zh-CN" altLang="en-US" dirty="0"/>
            </a:p>
          </p:txBody>
        </p:sp>
      </p:grp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DF4C82A2-F1B9-49FB-86CD-7C763D96BD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053298"/>
              </p:ext>
            </p:extLst>
          </p:nvPr>
        </p:nvGraphicFramePr>
        <p:xfrm>
          <a:off x="1561743" y="2644855"/>
          <a:ext cx="2527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779" name="Equation" r:id="rId13" imgW="2527200" imgH="736560" progId="Equation.DSMT4">
                  <p:embed/>
                </p:oleObj>
              </mc:Choice>
              <mc:Fallback>
                <p:oleObj name="Equation" r:id="rId13" imgW="252720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61743" y="2644855"/>
                        <a:ext cx="25273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矩形 15">
            <a:extLst>
              <a:ext uri="{FF2B5EF4-FFF2-40B4-BE49-F238E27FC236}">
                <a16:creationId xmlns:a16="http://schemas.microsoft.com/office/drawing/2014/main" id="{E4D6628B-15FB-4CEA-A497-0D1BC55D0ADE}"/>
              </a:ext>
            </a:extLst>
          </p:cNvPr>
          <p:cNvSpPr/>
          <p:nvPr/>
        </p:nvSpPr>
        <p:spPr>
          <a:xfrm>
            <a:off x="526930" y="2782323"/>
            <a:ext cx="129614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从而有</a:t>
            </a:r>
            <a:endParaRPr lang="zh-CN" altLang="en-US" dirty="0"/>
          </a:p>
        </p:txBody>
      </p: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1C574FBF-358B-437B-B452-DEA372B37CA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2084775"/>
              </p:ext>
            </p:extLst>
          </p:nvPr>
        </p:nvGraphicFramePr>
        <p:xfrm>
          <a:off x="5052022" y="2631593"/>
          <a:ext cx="36957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780" name="Equation" r:id="rId15" imgW="3695400" imgH="736560" progId="Equation.DSMT4">
                  <p:embed/>
                </p:oleObj>
              </mc:Choice>
              <mc:Fallback>
                <p:oleObj name="Equation" r:id="rId15" imgW="369540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052022" y="2631593"/>
                        <a:ext cx="36957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矩形 17">
            <a:extLst>
              <a:ext uri="{FF2B5EF4-FFF2-40B4-BE49-F238E27FC236}">
                <a16:creationId xmlns:a16="http://schemas.microsoft.com/office/drawing/2014/main" id="{575DD854-1BD0-4B36-9518-AB5939DF2B4A}"/>
              </a:ext>
            </a:extLst>
          </p:cNvPr>
          <p:cNvSpPr/>
          <p:nvPr/>
        </p:nvSpPr>
        <p:spPr>
          <a:xfrm>
            <a:off x="4193626" y="2769060"/>
            <a:ext cx="9361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endParaRPr lang="zh-CN" altLang="en-US" dirty="0"/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FAD62CC3-1E02-4836-9D78-7E634864D33E}"/>
              </a:ext>
            </a:extLst>
          </p:cNvPr>
          <p:cNvGrpSpPr/>
          <p:nvPr/>
        </p:nvGrpSpPr>
        <p:grpSpPr>
          <a:xfrm>
            <a:off x="514279" y="3518923"/>
            <a:ext cx="3265634" cy="461665"/>
            <a:chOff x="514279" y="3518923"/>
            <a:chExt cx="3265634" cy="461665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6E9E7C2A-9AC7-46C3-9429-49FF827B7E1E}"/>
                </a:ext>
              </a:extLst>
            </p:cNvPr>
            <p:cNvSpPr/>
            <p:nvPr/>
          </p:nvSpPr>
          <p:spPr>
            <a:xfrm>
              <a:off x="514279" y="3518923"/>
              <a:ext cx="326563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故数列          </a:t>
              </a:r>
              <a:r>
                <a:rPr lang="zh-CN" altLang="en-US" sz="2400" b="1" dirty="0">
                  <a:solidFill>
                    <a:srgbClr val="FF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单调递减</a:t>
              </a:r>
              <a:r>
                <a:rPr lang="en-US" altLang="zh-CN" sz="2400" b="1" dirty="0">
                  <a:solidFill>
                    <a:prstClr val="black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.</a:t>
              </a:r>
              <a:endParaRPr lang="zh-CN" altLang="en-US" dirty="0"/>
            </a:p>
          </p:txBody>
        </p:sp>
        <p:graphicFrame>
          <p:nvGraphicFramePr>
            <p:cNvPr id="20" name="对象 19">
              <a:extLst>
                <a:ext uri="{FF2B5EF4-FFF2-40B4-BE49-F238E27FC236}">
                  <a16:creationId xmlns:a16="http://schemas.microsoft.com/office/drawing/2014/main" id="{C23A2905-6F7C-436D-A98D-BEB33B81901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26145657"/>
                </p:ext>
              </p:extLst>
            </p:nvPr>
          </p:nvGraphicFramePr>
          <p:xfrm>
            <a:off x="1561743" y="3548511"/>
            <a:ext cx="533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781" name="Equation" r:id="rId17" imgW="533160" imgH="380880" progId="Equation.DSMT4">
                    <p:embed/>
                  </p:oleObj>
                </mc:Choice>
                <mc:Fallback>
                  <p:oleObj name="Equation" r:id="rId17" imgW="533160" imgH="380880" progId="Equation.DSMT4">
                    <p:embed/>
                    <p:pic>
                      <p:nvPicPr>
                        <p:cNvPr id="5" name="对象 4">
                          <a:extLst>
                            <a:ext uri="{FF2B5EF4-FFF2-40B4-BE49-F238E27FC236}">
                              <a16:creationId xmlns:a16="http://schemas.microsoft.com/office/drawing/2014/main" id="{B4D4E623-6BA8-464E-BC1B-211769F1896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561743" y="3548511"/>
                          <a:ext cx="5334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87B1F3FA-5D0D-478F-B884-D8736839A9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806349"/>
              </p:ext>
            </p:extLst>
          </p:nvPr>
        </p:nvGraphicFramePr>
        <p:xfrm>
          <a:off x="2139343" y="4153196"/>
          <a:ext cx="3340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782" name="Equation" r:id="rId18" imgW="3340080" imgH="736560" progId="Equation.DSMT4">
                  <p:embed/>
                </p:oleObj>
              </mc:Choice>
              <mc:Fallback>
                <p:oleObj name="Equation" r:id="rId18" imgW="334008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2139343" y="4153196"/>
                        <a:ext cx="33401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矩形 22">
            <a:extLst>
              <a:ext uri="{FF2B5EF4-FFF2-40B4-BE49-F238E27FC236}">
                <a16:creationId xmlns:a16="http://schemas.microsoft.com/office/drawing/2014/main" id="{9E5EEBDC-87C3-4F9B-B815-86345CDB3406}"/>
              </a:ext>
            </a:extLst>
          </p:cNvPr>
          <p:cNvSpPr/>
          <p:nvPr/>
        </p:nvSpPr>
        <p:spPr>
          <a:xfrm>
            <a:off x="631888" y="4255523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又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65141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6" grpId="0"/>
      <p:bldP spid="18" grpId="0"/>
      <p:bldP spid="2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2BF8F6EB-2A42-4027-A99A-43F78AB8DC7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90846863"/>
              </p:ext>
            </p:extLst>
          </p:nvPr>
        </p:nvGraphicFramePr>
        <p:xfrm>
          <a:off x="527050" y="1203598"/>
          <a:ext cx="80899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767" name="Equation" r:id="rId3" imgW="8089560" imgH="736560" progId="Equation.DSMT4">
                  <p:embed/>
                </p:oleObj>
              </mc:Choice>
              <mc:Fallback>
                <p:oleObj name="Equation" r:id="rId3" imgW="8089560" imgH="736560" progId="Equation.DSMT4">
                  <p:embed/>
                  <p:pic>
                    <p:nvPicPr>
                      <p:cNvPr id="24" name="对象 23">
                        <a:extLst>
                          <a:ext uri="{FF2B5EF4-FFF2-40B4-BE49-F238E27FC236}">
                            <a16:creationId xmlns:a16="http://schemas.microsoft.com/office/drawing/2014/main" id="{5475D90F-CB8E-4542-AB7A-926F6C1FBB4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27050" y="1203598"/>
                        <a:ext cx="80899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BA989451-5C13-4162-BAC3-AA4A3885B06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7224325"/>
              </p:ext>
            </p:extLst>
          </p:nvPr>
        </p:nvGraphicFramePr>
        <p:xfrm>
          <a:off x="395536" y="267494"/>
          <a:ext cx="3340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768" name="Equation" r:id="rId5" imgW="3340080" imgH="736560" progId="Equation.DSMT4">
                  <p:embed/>
                </p:oleObj>
              </mc:Choice>
              <mc:Fallback>
                <p:oleObj name="Equation" r:id="rId5" imgW="3340080" imgH="736560" progId="Equation.DSMT4">
                  <p:embed/>
                  <p:pic>
                    <p:nvPicPr>
                      <p:cNvPr id="22" name="对象 21">
                        <a:extLst>
                          <a:ext uri="{FF2B5EF4-FFF2-40B4-BE49-F238E27FC236}">
                            <a16:creationId xmlns:a16="http://schemas.microsoft.com/office/drawing/2014/main" id="{87B1F3FA-5D0D-478F-B884-D8736839A9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95536" y="267494"/>
                        <a:ext cx="33401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组合 12">
            <a:extLst>
              <a:ext uri="{FF2B5EF4-FFF2-40B4-BE49-F238E27FC236}">
                <a16:creationId xmlns:a16="http://schemas.microsoft.com/office/drawing/2014/main" id="{1256B0D9-98AE-47C0-BC08-80C59D4D23B1}"/>
              </a:ext>
            </a:extLst>
          </p:cNvPr>
          <p:cNvGrpSpPr/>
          <p:nvPr/>
        </p:nvGrpSpPr>
        <p:grpSpPr>
          <a:xfrm>
            <a:off x="755576" y="2127560"/>
            <a:ext cx="6552728" cy="461665"/>
            <a:chOff x="755576" y="2127560"/>
            <a:chExt cx="6552728" cy="461665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60F2894E-5876-4162-8FCE-D583F9116A51}"/>
                </a:ext>
              </a:extLst>
            </p:cNvPr>
            <p:cNvSpPr/>
            <p:nvPr/>
          </p:nvSpPr>
          <p:spPr>
            <a:xfrm>
              <a:off x="755576" y="2127560"/>
              <a:ext cx="655272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从而数列        满足                     即数列        </a:t>
              </a:r>
              <a:r>
                <a:rPr lang="zh-CN" altLang="en-US" sz="2400" b="1" dirty="0">
                  <a:solidFill>
                    <a:srgbClr val="FF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有界</a:t>
              </a:r>
              <a:r>
                <a:rPr lang="en-US" altLang="zh-CN" sz="2400" b="1" dirty="0">
                  <a:solidFill>
                    <a:prstClr val="black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.</a:t>
              </a:r>
              <a:r>
                <a:rPr lang="zh-CN" altLang="en-US" sz="2400" b="1" dirty="0">
                  <a:solidFill>
                    <a:prstClr val="black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                     </a:t>
              </a:r>
              <a:endParaRPr lang="zh-CN" altLang="en-US" dirty="0"/>
            </a:p>
          </p:txBody>
        </p:sp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2E475FD8-EB8C-4D7B-AEDB-51BFB4EC8F3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55160093"/>
                </p:ext>
              </p:extLst>
            </p:nvPr>
          </p:nvGraphicFramePr>
          <p:xfrm>
            <a:off x="2100313" y="2167892"/>
            <a:ext cx="533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769" name="Equation" r:id="rId7" imgW="533160" imgH="380880" progId="Equation.DSMT4">
                    <p:embed/>
                  </p:oleObj>
                </mc:Choice>
                <mc:Fallback>
                  <p:oleObj name="Equation" r:id="rId7" imgW="533160" imgH="380880" progId="Equation.DSMT4">
                    <p:embed/>
                    <p:pic>
                      <p:nvPicPr>
                        <p:cNvPr id="5" name="对象 4">
                          <a:extLst>
                            <a:ext uri="{FF2B5EF4-FFF2-40B4-BE49-F238E27FC236}">
                              <a16:creationId xmlns:a16="http://schemas.microsoft.com/office/drawing/2014/main" id="{B4D4E623-6BA8-464E-BC1B-211769F1896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100313" y="2167892"/>
                          <a:ext cx="5334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5B5E2480-2E44-4B43-9228-0A067B57592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22263793"/>
                </p:ext>
              </p:extLst>
            </p:nvPr>
          </p:nvGraphicFramePr>
          <p:xfrm>
            <a:off x="3205106" y="2190750"/>
            <a:ext cx="13716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770" name="Equation" r:id="rId9" imgW="1371600" imgH="380880" progId="Equation.DSMT4">
                    <p:embed/>
                  </p:oleObj>
                </mc:Choice>
                <mc:Fallback>
                  <p:oleObj name="Equation" r:id="rId9" imgW="137160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3205106" y="2190750"/>
                          <a:ext cx="13716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E9304D84-A319-498F-9E06-B735CB687F6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95713915"/>
                </p:ext>
              </p:extLst>
            </p:nvPr>
          </p:nvGraphicFramePr>
          <p:xfrm>
            <a:off x="5580112" y="2166097"/>
            <a:ext cx="533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771" name="Equation" r:id="rId7" imgW="533160" imgH="380880" progId="Equation.DSMT4">
                    <p:embed/>
                  </p:oleObj>
                </mc:Choice>
                <mc:Fallback>
                  <p:oleObj name="Equation" r:id="rId7" imgW="533160" imgH="380880" progId="Equation.DSMT4">
                    <p:embed/>
                    <p:pic>
                      <p:nvPicPr>
                        <p:cNvPr id="5" name="对象 4">
                          <a:extLst>
                            <a:ext uri="{FF2B5EF4-FFF2-40B4-BE49-F238E27FC236}">
                              <a16:creationId xmlns:a16="http://schemas.microsoft.com/office/drawing/2014/main" id="{2E475FD8-EB8C-4D7B-AEDB-51BFB4EC8F36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5580112" y="2166097"/>
                          <a:ext cx="5334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1B079A38-73B3-45EF-976C-786C132EDC80}"/>
              </a:ext>
            </a:extLst>
          </p:cNvPr>
          <p:cNvGrpSpPr/>
          <p:nvPr/>
        </p:nvGrpSpPr>
        <p:grpSpPr>
          <a:xfrm>
            <a:off x="755576" y="2776587"/>
            <a:ext cx="4968552" cy="461665"/>
            <a:chOff x="755576" y="2776587"/>
            <a:chExt cx="4968552" cy="461665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3B8F22FA-5739-4E95-8D20-989EFE9531B7}"/>
                </a:ext>
              </a:extLst>
            </p:cNvPr>
            <p:cNvSpPr/>
            <p:nvPr/>
          </p:nvSpPr>
          <p:spPr>
            <a:xfrm>
              <a:off x="755576" y="2776587"/>
              <a:ext cx="496855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由单调有界准则知，数列         收敛</a:t>
              </a:r>
              <a:r>
                <a:rPr lang="en-US" altLang="zh-CN" sz="2400" b="1" dirty="0">
                  <a:solidFill>
                    <a:prstClr val="black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.</a:t>
              </a:r>
              <a:endParaRPr lang="zh-CN" altLang="en-US" dirty="0"/>
            </a:p>
          </p:txBody>
        </p:sp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609261ED-1F33-40B8-B56A-89C22B7569F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33292993"/>
                </p:ext>
              </p:extLst>
            </p:nvPr>
          </p:nvGraphicFramePr>
          <p:xfrm>
            <a:off x="4280744" y="2816919"/>
            <a:ext cx="533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772" name="Equation" r:id="rId7" imgW="533160" imgH="380880" progId="Equation.DSMT4">
                    <p:embed/>
                  </p:oleObj>
                </mc:Choice>
                <mc:Fallback>
                  <p:oleObj name="Equation" r:id="rId7" imgW="533160" imgH="380880" progId="Equation.DSMT4">
                    <p:embed/>
                    <p:pic>
                      <p:nvPicPr>
                        <p:cNvPr id="7" name="对象 6">
                          <a:extLst>
                            <a:ext uri="{FF2B5EF4-FFF2-40B4-BE49-F238E27FC236}">
                              <a16:creationId xmlns:a16="http://schemas.microsoft.com/office/drawing/2014/main" id="{E9304D84-A319-498F-9E06-B735CB687F6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280744" y="2816919"/>
                          <a:ext cx="5334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7D7B4EE8-14A1-4645-86A8-FF79A44459D5}"/>
              </a:ext>
            </a:extLst>
          </p:cNvPr>
          <p:cNvGrpSpPr/>
          <p:nvPr/>
        </p:nvGrpSpPr>
        <p:grpSpPr>
          <a:xfrm>
            <a:off x="780606" y="3425614"/>
            <a:ext cx="1843939" cy="540891"/>
            <a:chOff x="780606" y="3425614"/>
            <a:chExt cx="1843939" cy="540891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D63C92A4-EB2A-4F63-8296-6ED9C0A88A89}"/>
                </a:ext>
              </a:extLst>
            </p:cNvPr>
            <p:cNvSpPr/>
            <p:nvPr/>
          </p:nvSpPr>
          <p:spPr>
            <a:xfrm>
              <a:off x="780606" y="3425614"/>
              <a:ext cx="49404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设</a:t>
              </a:r>
              <a:endParaRPr lang="zh-CN" altLang="en-US" dirty="0"/>
            </a:p>
          </p:txBody>
        </p:sp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4349EEA0-7D02-429C-A3C0-DEF4AA4995F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95604837"/>
                </p:ext>
              </p:extLst>
            </p:nvPr>
          </p:nvGraphicFramePr>
          <p:xfrm>
            <a:off x="1202145" y="3483905"/>
            <a:ext cx="1422400" cy="482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773" name="Equation" r:id="rId11" imgW="1422360" imgH="482400" progId="Equation.DSMT4">
                    <p:embed/>
                  </p:oleObj>
                </mc:Choice>
                <mc:Fallback>
                  <p:oleObj name="Equation" r:id="rId11" imgW="1422360" imgH="4824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202145" y="3483905"/>
                          <a:ext cx="1422400" cy="482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3DF90B26-E731-4631-8BE4-E2C4F1159E8E}"/>
              </a:ext>
            </a:extLst>
          </p:cNvPr>
          <p:cNvGrpSpPr/>
          <p:nvPr/>
        </p:nvGrpSpPr>
        <p:grpSpPr>
          <a:xfrm>
            <a:off x="2711060" y="3425613"/>
            <a:ext cx="2764961" cy="514289"/>
            <a:chOff x="2711060" y="3425613"/>
            <a:chExt cx="2764961" cy="514289"/>
          </a:xfrm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F0288111-E3B4-465A-B263-A7001C700D2B}"/>
                </a:ext>
              </a:extLst>
            </p:cNvPr>
            <p:cNvSpPr/>
            <p:nvPr/>
          </p:nvSpPr>
          <p:spPr>
            <a:xfrm>
              <a:off x="2711060" y="3425613"/>
              <a:ext cx="49404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则</a:t>
              </a:r>
              <a:endParaRPr lang="zh-CN" altLang="en-US" dirty="0"/>
            </a:p>
          </p:txBody>
        </p:sp>
        <p:graphicFrame>
          <p:nvGraphicFramePr>
            <p:cNvPr id="19" name="对象 18">
              <a:extLst>
                <a:ext uri="{FF2B5EF4-FFF2-40B4-BE49-F238E27FC236}">
                  <a16:creationId xmlns:a16="http://schemas.microsoft.com/office/drawing/2014/main" id="{84FDBDD1-35F3-4437-87D7-28D6E395815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15358239"/>
                </p:ext>
              </p:extLst>
            </p:nvPr>
          </p:nvGraphicFramePr>
          <p:xfrm>
            <a:off x="3291621" y="3457302"/>
            <a:ext cx="2184400" cy="482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774" name="Equation" r:id="rId13" imgW="2184120" imgH="482400" progId="Equation.DSMT4">
                    <p:embed/>
                  </p:oleObj>
                </mc:Choice>
                <mc:Fallback>
                  <p:oleObj name="Equation" r:id="rId13" imgW="2184120" imgH="4824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3291621" y="3457302"/>
                          <a:ext cx="2184400" cy="482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0" name="矩形 19">
            <a:extLst>
              <a:ext uri="{FF2B5EF4-FFF2-40B4-BE49-F238E27FC236}">
                <a16:creationId xmlns:a16="http://schemas.microsoft.com/office/drawing/2014/main" id="{F73F95FB-8145-4B36-B69B-5E852D49AFF0}"/>
              </a:ext>
            </a:extLst>
          </p:cNvPr>
          <p:cNvSpPr/>
          <p:nvPr/>
        </p:nvSpPr>
        <p:spPr>
          <a:xfrm>
            <a:off x="5547648" y="3413189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endParaRPr lang="zh-CN" altLang="en-US" dirty="0"/>
          </a:p>
        </p:txBody>
      </p:sp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557C550D-7751-4E30-94B8-5B5161A3FEF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848786"/>
              </p:ext>
            </p:extLst>
          </p:nvPr>
        </p:nvGraphicFramePr>
        <p:xfrm>
          <a:off x="1216391" y="3998193"/>
          <a:ext cx="59055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775" name="Equation" r:id="rId15" imgW="5905440" imgH="812520" progId="Equation.DSMT4">
                  <p:embed/>
                </p:oleObj>
              </mc:Choice>
              <mc:Fallback>
                <p:oleObj name="Equation" r:id="rId15" imgW="590544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216391" y="3998193"/>
                        <a:ext cx="59055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91673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E5C0F22A-DB6B-4656-B1EE-697488AE337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755862"/>
              </p:ext>
            </p:extLst>
          </p:nvPr>
        </p:nvGraphicFramePr>
        <p:xfrm>
          <a:off x="1187624" y="411510"/>
          <a:ext cx="59055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619" name="Equation" r:id="rId3" imgW="5905440" imgH="812520" progId="Equation.DSMT4">
                  <p:embed/>
                </p:oleObj>
              </mc:Choice>
              <mc:Fallback>
                <p:oleObj name="Equation" r:id="rId3" imgW="5905440" imgH="812520" progId="Equation.DSMT4">
                  <p:embed/>
                  <p:pic>
                    <p:nvPicPr>
                      <p:cNvPr id="21" name="对象 20">
                        <a:extLst>
                          <a:ext uri="{FF2B5EF4-FFF2-40B4-BE49-F238E27FC236}">
                            <a16:creationId xmlns:a16="http://schemas.microsoft.com/office/drawing/2014/main" id="{557C550D-7751-4E30-94B8-5B5161A3FE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87624" y="411510"/>
                        <a:ext cx="59055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9D20E9DD-AAED-4ABA-8066-6C8A1E27F5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3017695"/>
              </p:ext>
            </p:extLst>
          </p:nvPr>
        </p:nvGraphicFramePr>
        <p:xfrm>
          <a:off x="2051720" y="1851670"/>
          <a:ext cx="60325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620" name="Equation" r:id="rId5" imgW="6032160" imgH="812520" progId="Equation.DSMT4">
                  <p:embed/>
                </p:oleObj>
              </mc:Choice>
              <mc:Fallback>
                <p:oleObj name="Equation" r:id="rId5" imgW="603216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051720" y="1851670"/>
                        <a:ext cx="60325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A24568EA-9574-42E1-A381-453C45B14E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4377521"/>
              </p:ext>
            </p:extLst>
          </p:nvPr>
        </p:nvGraphicFramePr>
        <p:xfrm>
          <a:off x="1835696" y="3147814"/>
          <a:ext cx="21209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621" name="Equation" r:id="rId7" imgW="2120760" imgH="736560" progId="Equation.DSMT4">
                  <p:embed/>
                </p:oleObj>
              </mc:Choice>
              <mc:Fallback>
                <p:oleObj name="Equation" r:id="rId7" imgW="212076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835696" y="3147814"/>
                        <a:ext cx="21209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CE5EC485-BBA1-42D6-B207-873B471F95A5}"/>
              </a:ext>
            </a:extLst>
          </p:cNvPr>
          <p:cNvSpPr/>
          <p:nvPr/>
        </p:nvSpPr>
        <p:spPr>
          <a:xfrm>
            <a:off x="1083876" y="2070063"/>
            <a:ext cx="97474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24188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>
            <a:extLst>
              <a:ext uri="{FF2B5EF4-FFF2-40B4-BE49-F238E27FC236}">
                <a16:creationId xmlns:a16="http://schemas.microsoft.com/office/drawing/2014/main" id="{59B6E285-FBA8-4351-AF76-AFF7A7CA0390}"/>
              </a:ext>
            </a:extLst>
          </p:cNvPr>
          <p:cNvGrpSpPr/>
          <p:nvPr/>
        </p:nvGrpSpPr>
        <p:grpSpPr>
          <a:xfrm>
            <a:off x="179512" y="339502"/>
            <a:ext cx="8712968" cy="1530626"/>
            <a:chOff x="179512" y="339502"/>
            <a:chExt cx="8712968" cy="153062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03CFF0BC-2D5E-4750-AAC5-7914E231F363}"/>
                </a:ext>
              </a:extLst>
            </p:cNvPr>
            <p:cNvSpPr/>
            <p:nvPr/>
          </p:nvSpPr>
          <p:spPr>
            <a:xfrm>
              <a:off x="827584" y="339502"/>
              <a:ext cx="806489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zh-CN" sz="2400" b="1" dirty="0">
                  <a:cs typeface="Times New Roman" panose="02020603050405020304" pitchFamily="18" charset="0"/>
                </a:rPr>
                <a:t>九、设</a:t>
              </a:r>
              <a:r>
                <a:rPr lang="zh-CN" altLang="zh-CN" sz="2400" b="1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奇函数</a:t>
              </a:r>
              <a:r>
                <a:rPr lang="en-US" altLang="zh-CN" sz="2400" b="1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          </a:t>
              </a:r>
              <a:r>
                <a:rPr lang="zh-CN" altLang="en-US" sz="2400" b="1" dirty="0">
                  <a:cs typeface="Times New Roman" panose="02020603050405020304" pitchFamily="18" charset="0"/>
                </a:rPr>
                <a:t>在            上连续，在            内二阶可导且</a:t>
              </a:r>
              <a:endParaRPr lang="zh-CN" altLang="en-US" sz="2400" b="1" dirty="0"/>
            </a:p>
          </p:txBody>
        </p:sp>
        <p:graphicFrame>
          <p:nvGraphicFramePr>
            <p:cNvPr id="3" name="对象 2">
              <a:extLst>
                <a:ext uri="{FF2B5EF4-FFF2-40B4-BE49-F238E27FC236}">
                  <a16:creationId xmlns:a16="http://schemas.microsoft.com/office/drawing/2014/main" id="{5A2B1E2C-7381-45CC-A632-BED43EF129E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93251839"/>
                </p:ext>
              </p:extLst>
            </p:nvPr>
          </p:nvGraphicFramePr>
          <p:xfrm>
            <a:off x="2771800" y="398884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045" name="Equation" r:id="rId3" imgW="622080" imgH="342720" progId="Equation.DSMT4">
                    <p:embed/>
                  </p:oleObj>
                </mc:Choice>
                <mc:Fallback>
                  <p:oleObj name="Equation" r:id="rId3" imgW="6220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771800" y="398884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BF2A3B14-E63F-4480-B26C-CA5B9E34319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65410259"/>
                </p:ext>
              </p:extLst>
            </p:nvPr>
          </p:nvGraphicFramePr>
          <p:xfrm>
            <a:off x="3779912" y="386097"/>
            <a:ext cx="7112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046" name="Equation" r:id="rId5" imgW="711000" imgH="330120" progId="Equation.DSMT4">
                    <p:embed/>
                  </p:oleObj>
                </mc:Choice>
                <mc:Fallback>
                  <p:oleObj name="Equation" r:id="rId5" imgW="71100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779912" y="386097"/>
                          <a:ext cx="7112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CECF1C60-F8C6-41B3-BF00-2FDBCA1AEAD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98220095"/>
                </p:ext>
              </p:extLst>
            </p:nvPr>
          </p:nvGraphicFramePr>
          <p:xfrm>
            <a:off x="6137126" y="406330"/>
            <a:ext cx="749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047" name="Equation" r:id="rId7" imgW="749160" imgH="342720" progId="Equation.DSMT4">
                    <p:embed/>
                  </p:oleObj>
                </mc:Choice>
                <mc:Fallback>
                  <p:oleObj name="Equation" r:id="rId7" imgW="74916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6137126" y="406330"/>
                          <a:ext cx="749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2191510A-64C2-4CF6-8858-F76B0DB226C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16452109"/>
                </p:ext>
              </p:extLst>
            </p:nvPr>
          </p:nvGraphicFramePr>
          <p:xfrm>
            <a:off x="179512" y="915566"/>
            <a:ext cx="10287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048" name="Equation" r:id="rId9" imgW="1028520" imgH="342720" progId="Equation.DSMT4">
                    <p:embed/>
                  </p:oleObj>
                </mc:Choice>
                <mc:Fallback>
                  <p:oleObj name="Equation" r:id="rId9" imgW="102852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79512" y="915566"/>
                          <a:ext cx="10287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9E6AFF9F-EA40-493D-BEBE-D2BD107723EF}"/>
                </a:ext>
              </a:extLst>
            </p:cNvPr>
            <p:cNvSpPr/>
            <p:nvPr/>
          </p:nvSpPr>
          <p:spPr>
            <a:xfrm>
              <a:off x="1229352" y="856183"/>
              <a:ext cx="593493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+mj-ea"/>
                  <a:ea typeface="+mj-ea"/>
                  <a:cs typeface="Times New Roman" panose="02020603050405020304" pitchFamily="18" charset="0"/>
                </a:rPr>
                <a:t>证明：</a:t>
              </a:r>
              <a:r>
                <a:rPr lang="en-US" altLang="zh-CN" sz="2400" b="1" dirty="0">
                  <a:solidFill>
                    <a:prstClr val="black"/>
                  </a:solidFill>
                  <a:latin typeface="+mj-ea"/>
                  <a:ea typeface="+mj-ea"/>
                  <a:cs typeface="Times New Roman" panose="02020603050405020304" pitchFamily="18" charset="0"/>
                  <a:sym typeface="Wingdings" panose="05000000000000000000" pitchFamily="2" charset="2"/>
                </a:rPr>
                <a:t>(1)</a:t>
              </a:r>
              <a:r>
                <a:rPr lang="zh-CN" altLang="en-US" sz="2400" b="1" dirty="0">
                  <a:solidFill>
                    <a:prstClr val="black"/>
                  </a:solidFill>
                  <a:latin typeface="+mj-ea"/>
                  <a:ea typeface="+mj-ea"/>
                  <a:cs typeface="Times New Roman" panose="02020603050405020304" pitchFamily="18" charset="0"/>
                  <a:sym typeface="Wingdings" panose="05000000000000000000" pitchFamily="2" charset="2"/>
                </a:rPr>
                <a:t>存在         使得</a:t>
              </a:r>
              <a:endParaRPr lang="zh-CN" altLang="en-US" b="1" dirty="0">
                <a:latin typeface="+mj-ea"/>
                <a:ea typeface="+mj-ea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2B664643-64BE-4F50-AD88-9367F303A26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14461372"/>
                </p:ext>
              </p:extLst>
            </p:nvPr>
          </p:nvGraphicFramePr>
          <p:xfrm>
            <a:off x="3360812" y="916043"/>
            <a:ext cx="1130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049" name="Equation" r:id="rId11" imgW="1130040" imgH="342720" progId="Equation.DSMT4">
                    <p:embed/>
                  </p:oleObj>
                </mc:Choice>
                <mc:Fallback>
                  <p:oleObj name="Equation" r:id="rId11" imgW="113004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3360812" y="916043"/>
                          <a:ext cx="1130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BE5DC000-83AF-4763-95CB-A285FB6ADAA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36295189"/>
                </p:ext>
              </p:extLst>
            </p:nvPr>
          </p:nvGraphicFramePr>
          <p:xfrm>
            <a:off x="5296031" y="930068"/>
            <a:ext cx="11811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050" name="Equation" r:id="rId13" imgW="1180800" imgH="355320" progId="Equation.DSMT4">
                    <p:embed/>
                  </p:oleObj>
                </mc:Choice>
                <mc:Fallback>
                  <p:oleObj name="Equation" r:id="rId13" imgW="1180800" imgH="3553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5296031" y="930068"/>
                          <a:ext cx="11811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29B351CF-3423-4040-9263-A5546D2261BF}"/>
                </a:ext>
              </a:extLst>
            </p:cNvPr>
            <p:cNvSpPr/>
            <p:nvPr/>
          </p:nvSpPr>
          <p:spPr>
            <a:xfrm>
              <a:off x="2123728" y="1408463"/>
              <a:ext cx="593493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2400" b="1" dirty="0">
                  <a:solidFill>
                    <a:prstClr val="black"/>
                  </a:solidFill>
                  <a:latin typeface="+mj-ea"/>
                  <a:ea typeface="+mj-ea"/>
                  <a:cs typeface="Times New Roman" panose="02020603050405020304" pitchFamily="18" charset="0"/>
                  <a:sym typeface="Wingdings" panose="05000000000000000000" pitchFamily="2" charset="2"/>
                </a:rPr>
                <a:t>(2)</a:t>
              </a:r>
              <a:r>
                <a:rPr lang="zh-CN" altLang="en-US" sz="2400" b="1" dirty="0">
                  <a:solidFill>
                    <a:prstClr val="black"/>
                  </a:solidFill>
                  <a:latin typeface="+mj-ea"/>
                  <a:ea typeface="+mj-ea"/>
                  <a:cs typeface="Times New Roman" panose="02020603050405020304" pitchFamily="18" charset="0"/>
                  <a:sym typeface="Wingdings" panose="05000000000000000000" pitchFamily="2" charset="2"/>
                </a:rPr>
                <a:t>存在         使得</a:t>
              </a:r>
              <a:endParaRPr lang="zh-CN" altLang="en-US" b="1" dirty="0">
                <a:latin typeface="+mj-ea"/>
                <a:ea typeface="+mj-ea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50A7911A-36D0-4644-94D6-E2CEF02890E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2687304"/>
                </p:ext>
              </p:extLst>
            </p:nvPr>
          </p:nvGraphicFramePr>
          <p:xfrm>
            <a:off x="3339672" y="1492107"/>
            <a:ext cx="1130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051" name="Equation" r:id="rId15" imgW="1130040" imgH="342720" progId="Equation.DSMT4">
                    <p:embed/>
                  </p:oleObj>
                </mc:Choice>
                <mc:Fallback>
                  <p:oleObj name="Equation" r:id="rId15" imgW="1130040" imgH="342720" progId="Equation.DSMT4">
                    <p:embed/>
                    <p:pic>
                      <p:nvPicPr>
                        <p:cNvPr id="8" name="对象 7">
                          <a:extLst>
                            <a:ext uri="{FF2B5EF4-FFF2-40B4-BE49-F238E27FC236}">
                              <a16:creationId xmlns:a16="http://schemas.microsoft.com/office/drawing/2014/main" id="{2B664643-64BE-4F50-AD88-9367F303A26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3339672" y="1492107"/>
                          <a:ext cx="1130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1D984662-767B-4645-A50E-33574CA9D62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314741"/>
                </p:ext>
              </p:extLst>
            </p:nvPr>
          </p:nvGraphicFramePr>
          <p:xfrm>
            <a:off x="5296031" y="1485757"/>
            <a:ext cx="21717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052" name="Equation" r:id="rId17" imgW="2171520" imgH="355320" progId="Equation.DSMT4">
                    <p:embed/>
                  </p:oleObj>
                </mc:Choice>
                <mc:Fallback>
                  <p:oleObj name="Equation" r:id="rId17" imgW="2171520" imgH="355320" progId="Equation.DSMT4">
                    <p:embed/>
                    <p:pic>
                      <p:nvPicPr>
                        <p:cNvPr id="9" name="对象 8">
                          <a:extLst>
                            <a:ext uri="{FF2B5EF4-FFF2-40B4-BE49-F238E27FC236}">
                              <a16:creationId xmlns:a16="http://schemas.microsoft.com/office/drawing/2014/main" id="{BE5DC000-83AF-4763-95CB-A285FB6ADAA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5296031" y="1485757"/>
                          <a:ext cx="21717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5B1C9150-F727-4070-AB0D-E111EA29FE15}"/>
              </a:ext>
            </a:extLst>
          </p:cNvPr>
          <p:cNvSpPr/>
          <p:nvPr/>
        </p:nvSpPr>
        <p:spPr>
          <a:xfrm>
            <a:off x="732948" y="2139000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解析</a:t>
            </a:r>
            <a:endParaRPr lang="zh-CN" altLang="en-US" sz="2400" dirty="0"/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8903CCD1-6EF7-40FC-80D5-3A570786DA4C}"/>
              </a:ext>
            </a:extLst>
          </p:cNvPr>
          <p:cNvGrpSpPr/>
          <p:nvPr/>
        </p:nvGrpSpPr>
        <p:grpSpPr>
          <a:xfrm>
            <a:off x="1446948" y="2138999"/>
            <a:ext cx="4757435" cy="461665"/>
            <a:chOff x="1446948" y="2138999"/>
            <a:chExt cx="4757435" cy="461665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963903E2-3AE6-4170-86CE-0D1CF8A8A8A3}"/>
                </a:ext>
              </a:extLst>
            </p:cNvPr>
            <p:cNvSpPr/>
            <p:nvPr/>
          </p:nvSpPr>
          <p:spPr>
            <a:xfrm>
              <a:off x="1446948" y="2138999"/>
              <a:ext cx="3849083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2400" b="1" dirty="0">
                  <a:solidFill>
                    <a:prstClr val="black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  <a:sym typeface="Wingdings" panose="05000000000000000000" pitchFamily="2" charset="2"/>
                </a:rPr>
                <a:t>(1)</a:t>
              </a:r>
              <a:r>
                <a:rPr lang="zh-CN" altLang="en-US" sz="2400" b="1" dirty="0">
                  <a:solidFill>
                    <a:prstClr val="black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  <a:sym typeface="Wingdings" panose="05000000000000000000" pitchFamily="2" charset="2"/>
                </a:rPr>
                <a:t>因为    为奇函数，故</a:t>
              </a:r>
              <a:endParaRPr lang="zh-CN" altLang="en-US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14BCF7BB-E998-4AB7-B203-57E94D5EDE7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6471706"/>
                </p:ext>
              </p:extLst>
            </p:nvPr>
          </p:nvGraphicFramePr>
          <p:xfrm>
            <a:off x="2627784" y="2198381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053" name="Equation" r:id="rId19" imgW="622080" imgH="342720" progId="Equation.DSMT4">
                    <p:embed/>
                  </p:oleObj>
                </mc:Choice>
                <mc:Fallback>
                  <p:oleObj name="Equation" r:id="rId19" imgW="6220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2627784" y="2198381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4B94A769-E860-4513-B6C9-B467DAA76B0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06684814"/>
                </p:ext>
              </p:extLst>
            </p:nvPr>
          </p:nvGraphicFramePr>
          <p:xfrm>
            <a:off x="5074083" y="2198381"/>
            <a:ext cx="1130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054" name="Equation" r:id="rId21" imgW="1130040" imgH="342720" progId="Equation.DSMT4">
                    <p:embed/>
                  </p:oleObj>
                </mc:Choice>
                <mc:Fallback>
                  <p:oleObj name="Equation" r:id="rId21" imgW="113004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5074083" y="2198381"/>
                          <a:ext cx="1130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9" name="矩形 18">
            <a:extLst>
              <a:ext uri="{FF2B5EF4-FFF2-40B4-BE49-F238E27FC236}">
                <a16:creationId xmlns:a16="http://schemas.microsoft.com/office/drawing/2014/main" id="{4AF3FECA-E7BD-4EF1-8E09-E30D5342DA73}"/>
              </a:ext>
            </a:extLst>
          </p:cNvPr>
          <p:cNvSpPr/>
          <p:nvPr/>
        </p:nvSpPr>
        <p:spPr>
          <a:xfrm>
            <a:off x="6300192" y="2114769"/>
            <a:ext cx="24482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  <a:sym typeface="Wingdings" panose="05000000000000000000" pitchFamily="2" charset="2"/>
              </a:rPr>
              <a:t>由拉格朗日中值</a:t>
            </a:r>
            <a:endParaRPr lang="zh-CN" altLang="en-US" dirty="0"/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F4E45681-F000-4DB9-8EA1-6F51E2F16CC3}"/>
              </a:ext>
            </a:extLst>
          </p:cNvPr>
          <p:cNvGrpSpPr/>
          <p:nvPr/>
        </p:nvGrpSpPr>
        <p:grpSpPr>
          <a:xfrm>
            <a:off x="251520" y="2633663"/>
            <a:ext cx="7651055" cy="736600"/>
            <a:chOff x="251520" y="2633663"/>
            <a:chExt cx="7651055" cy="736600"/>
          </a:xfrm>
        </p:grpSpPr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A44C66D0-82DB-4D5E-B843-48259401344C}"/>
                </a:ext>
              </a:extLst>
            </p:cNvPr>
            <p:cNvSpPr/>
            <p:nvPr/>
          </p:nvSpPr>
          <p:spPr>
            <a:xfrm>
              <a:off x="251520" y="2787774"/>
              <a:ext cx="396044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  <a:sym typeface="Wingdings" panose="05000000000000000000" pitchFamily="2" charset="2"/>
                </a:rPr>
                <a:t>定理得，存在        使得        </a:t>
              </a:r>
              <a:endParaRPr lang="zh-CN" altLang="en-US" dirty="0"/>
            </a:p>
          </p:txBody>
        </p:sp>
        <p:graphicFrame>
          <p:nvGraphicFramePr>
            <p:cNvPr id="21" name="对象 20">
              <a:extLst>
                <a:ext uri="{FF2B5EF4-FFF2-40B4-BE49-F238E27FC236}">
                  <a16:creationId xmlns:a16="http://schemas.microsoft.com/office/drawing/2014/main" id="{45293A6B-A8C3-44A8-8B7F-3C2ABAA2B21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4721337"/>
                </p:ext>
              </p:extLst>
            </p:nvPr>
          </p:nvGraphicFramePr>
          <p:xfrm>
            <a:off x="2214930" y="2861980"/>
            <a:ext cx="1130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055" name="Equation" r:id="rId23" imgW="1130040" imgH="342720" progId="Equation.DSMT4">
                    <p:embed/>
                  </p:oleObj>
                </mc:Choice>
                <mc:Fallback>
                  <p:oleObj name="Equation" r:id="rId23" imgW="1130040" imgH="342720" progId="Equation.DSMT4">
                    <p:embed/>
                    <p:pic>
                      <p:nvPicPr>
                        <p:cNvPr id="8" name="对象 7">
                          <a:extLst>
                            <a:ext uri="{FF2B5EF4-FFF2-40B4-BE49-F238E27FC236}">
                              <a16:creationId xmlns:a16="http://schemas.microsoft.com/office/drawing/2014/main" id="{2B664643-64BE-4F50-AD88-9367F303A26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2214930" y="2861980"/>
                          <a:ext cx="1130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" name="对象 21">
              <a:extLst>
                <a:ext uri="{FF2B5EF4-FFF2-40B4-BE49-F238E27FC236}">
                  <a16:creationId xmlns:a16="http://schemas.microsoft.com/office/drawing/2014/main" id="{CD0329B7-3CD1-4383-92F1-EC4414A7FAF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8466314"/>
                </p:ext>
              </p:extLst>
            </p:nvPr>
          </p:nvGraphicFramePr>
          <p:xfrm>
            <a:off x="4143375" y="2633663"/>
            <a:ext cx="37592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056" name="Equation" r:id="rId24" imgW="3759120" imgH="736560" progId="Equation.DSMT4">
                    <p:embed/>
                  </p:oleObj>
                </mc:Choice>
                <mc:Fallback>
                  <p:oleObj name="Equation" r:id="rId24" imgW="3759120" imgH="7365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5"/>
                        <a:stretch>
                          <a:fillRect/>
                        </a:stretch>
                      </p:blipFill>
                      <p:spPr>
                        <a:xfrm>
                          <a:off x="4143375" y="2633663"/>
                          <a:ext cx="3759200" cy="736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7" name="对象 26">
            <a:extLst>
              <a:ext uri="{FF2B5EF4-FFF2-40B4-BE49-F238E27FC236}">
                <a16:creationId xmlns:a16="http://schemas.microsoft.com/office/drawing/2014/main" id="{880B9882-FD37-4A8B-89DD-24D91F6CA28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8322394"/>
              </p:ext>
            </p:extLst>
          </p:nvPr>
        </p:nvGraphicFramePr>
        <p:xfrm>
          <a:off x="251520" y="4043492"/>
          <a:ext cx="13716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057" name="Equation" r:id="rId26" imgW="1371600" imgH="355320" progId="Equation.DSMT4">
                  <p:embed/>
                </p:oleObj>
              </mc:Choice>
              <mc:Fallback>
                <p:oleObj name="Equation" r:id="rId26" imgW="1371600" imgH="35532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4B94A769-E860-4513-B6C9-B467DAA76B0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251520" y="4043492"/>
                        <a:ext cx="1371600" cy="355600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9" name="组合 28">
            <a:extLst>
              <a:ext uri="{FF2B5EF4-FFF2-40B4-BE49-F238E27FC236}">
                <a16:creationId xmlns:a16="http://schemas.microsoft.com/office/drawing/2014/main" id="{45DC97F8-61C6-44A6-AAD5-2C39C83E04E8}"/>
              </a:ext>
            </a:extLst>
          </p:cNvPr>
          <p:cNvGrpSpPr/>
          <p:nvPr/>
        </p:nvGrpSpPr>
        <p:grpSpPr>
          <a:xfrm>
            <a:off x="732948" y="3415633"/>
            <a:ext cx="8159532" cy="461665"/>
            <a:chOff x="732948" y="3415633"/>
            <a:chExt cx="8159532" cy="461665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DA32C55D-5707-4BC4-ABE9-72B5E6367B82}"/>
                </a:ext>
              </a:extLst>
            </p:cNvPr>
            <p:cNvSpPr/>
            <p:nvPr/>
          </p:nvSpPr>
          <p:spPr>
            <a:xfrm>
              <a:off x="732948" y="3415633"/>
              <a:ext cx="815953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2400" b="1" dirty="0">
                  <a:solidFill>
                    <a:prstClr val="black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  <a:sym typeface="Wingdings" panose="05000000000000000000" pitchFamily="2" charset="2"/>
                </a:rPr>
                <a:t>(2)</a:t>
              </a:r>
              <a:r>
                <a:rPr lang="zh-CN" altLang="en-US" sz="2400" b="1" dirty="0">
                  <a:solidFill>
                    <a:prstClr val="black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  <a:sym typeface="Wingdings" panose="05000000000000000000" pitchFamily="2" charset="2"/>
                </a:rPr>
                <a:t>因为    为可导奇函数，故     为可导偶函数，从而</a:t>
              </a:r>
              <a:endParaRPr lang="zh-CN" altLang="en-US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graphicFrame>
          <p:nvGraphicFramePr>
            <p:cNvPr id="26" name="对象 25">
              <a:extLst>
                <a:ext uri="{FF2B5EF4-FFF2-40B4-BE49-F238E27FC236}">
                  <a16:creationId xmlns:a16="http://schemas.microsoft.com/office/drawing/2014/main" id="{65E4CCC3-931E-49ED-A335-AC3C427DB18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86598194"/>
                </p:ext>
              </p:extLst>
            </p:nvPr>
          </p:nvGraphicFramePr>
          <p:xfrm>
            <a:off x="1913784" y="3475015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058" name="Equation" r:id="rId28" imgW="622080" imgH="342720" progId="Equation.DSMT4">
                    <p:embed/>
                  </p:oleObj>
                </mc:Choice>
                <mc:Fallback>
                  <p:oleObj name="Equation" r:id="rId28" imgW="622080" imgH="342720" progId="Equation.DSMT4">
                    <p:embed/>
                    <p:pic>
                      <p:nvPicPr>
                        <p:cNvPr id="16" name="对象 15">
                          <a:extLst>
                            <a:ext uri="{FF2B5EF4-FFF2-40B4-BE49-F238E27FC236}">
                              <a16:creationId xmlns:a16="http://schemas.microsoft.com/office/drawing/2014/main" id="{14BCF7BB-E998-4AB7-B203-57E94D5EDE7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1913784" y="3475015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" name="对象 27">
              <a:extLst>
                <a:ext uri="{FF2B5EF4-FFF2-40B4-BE49-F238E27FC236}">
                  <a16:creationId xmlns:a16="http://schemas.microsoft.com/office/drawing/2014/main" id="{E43EB164-4D2B-4C18-BDD7-8B67A6746E8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22592658"/>
                </p:ext>
              </p:extLst>
            </p:nvPr>
          </p:nvGraphicFramePr>
          <p:xfrm>
            <a:off x="4953131" y="3497563"/>
            <a:ext cx="6858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059" name="Equation" r:id="rId29" imgW="685800" imgH="355320" progId="Equation.DSMT4">
                    <p:embed/>
                  </p:oleObj>
                </mc:Choice>
                <mc:Fallback>
                  <p:oleObj name="Equation" r:id="rId29" imgW="685800" imgH="3553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0"/>
                        <a:stretch>
                          <a:fillRect/>
                        </a:stretch>
                      </p:blipFill>
                      <p:spPr>
                        <a:xfrm>
                          <a:off x="4953131" y="3497563"/>
                          <a:ext cx="6858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6A66552D-FA50-4C0C-8845-C3AC4A65921F}"/>
              </a:ext>
            </a:extLst>
          </p:cNvPr>
          <p:cNvGrpSpPr/>
          <p:nvPr/>
        </p:nvGrpSpPr>
        <p:grpSpPr>
          <a:xfrm>
            <a:off x="1708102" y="3990459"/>
            <a:ext cx="3009207" cy="461665"/>
            <a:chOff x="1708102" y="3990459"/>
            <a:chExt cx="3009207" cy="461665"/>
          </a:xfrm>
        </p:grpSpPr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9A1EF4D7-0951-4AF9-8104-202E50EF699C}"/>
                </a:ext>
              </a:extLst>
            </p:cNvPr>
            <p:cNvSpPr/>
            <p:nvPr/>
          </p:nvSpPr>
          <p:spPr>
            <a:xfrm>
              <a:off x="1708102" y="3990459"/>
              <a:ext cx="49404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  <a:sym typeface="Wingdings" panose="05000000000000000000" pitchFamily="2" charset="2"/>
                </a:rPr>
                <a:t>令</a:t>
              </a:r>
              <a:endParaRPr lang="zh-CN" altLang="en-US" dirty="0"/>
            </a:p>
          </p:txBody>
        </p:sp>
        <p:graphicFrame>
          <p:nvGraphicFramePr>
            <p:cNvPr id="31" name="对象 30">
              <a:extLst>
                <a:ext uri="{FF2B5EF4-FFF2-40B4-BE49-F238E27FC236}">
                  <a16:creationId xmlns:a16="http://schemas.microsoft.com/office/drawing/2014/main" id="{591CF6D7-0C9F-430F-B5B9-A6B90D21F4C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58501384"/>
                </p:ext>
              </p:extLst>
            </p:nvPr>
          </p:nvGraphicFramePr>
          <p:xfrm>
            <a:off x="2202709" y="4043073"/>
            <a:ext cx="25146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060" name="Equation" r:id="rId31" imgW="2514600" imgH="406080" progId="Equation.DSMT4">
                    <p:embed/>
                  </p:oleObj>
                </mc:Choice>
                <mc:Fallback>
                  <p:oleObj name="Equation" r:id="rId31" imgW="2514600" imgH="4060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2"/>
                        <a:stretch>
                          <a:fillRect/>
                        </a:stretch>
                      </p:blipFill>
                      <p:spPr>
                        <a:xfrm>
                          <a:off x="2202709" y="4043073"/>
                          <a:ext cx="2514600" cy="406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AAC57FE2-3A1D-4E1E-A0BD-EF62044870A1}"/>
              </a:ext>
            </a:extLst>
          </p:cNvPr>
          <p:cNvGrpSpPr/>
          <p:nvPr/>
        </p:nvGrpSpPr>
        <p:grpSpPr>
          <a:xfrm>
            <a:off x="4706108" y="4016330"/>
            <a:ext cx="4402396" cy="461665"/>
            <a:chOff x="4706108" y="4016330"/>
            <a:chExt cx="4402396" cy="461665"/>
          </a:xfrm>
        </p:grpSpPr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8411CE66-C522-4FBD-8849-98700E970761}"/>
                </a:ext>
              </a:extLst>
            </p:cNvPr>
            <p:cNvSpPr/>
            <p:nvPr/>
          </p:nvSpPr>
          <p:spPr>
            <a:xfrm>
              <a:off x="4706108" y="4016330"/>
              <a:ext cx="440239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  <a:sym typeface="Wingdings" panose="05000000000000000000" pitchFamily="2" charset="2"/>
                </a:rPr>
                <a:t>则    在             上可导，             </a:t>
              </a:r>
              <a:endParaRPr lang="zh-CN" altLang="en-US" dirty="0"/>
            </a:p>
          </p:txBody>
        </p:sp>
        <p:graphicFrame>
          <p:nvGraphicFramePr>
            <p:cNvPr id="34" name="对象 33">
              <a:extLst>
                <a:ext uri="{FF2B5EF4-FFF2-40B4-BE49-F238E27FC236}">
                  <a16:creationId xmlns:a16="http://schemas.microsoft.com/office/drawing/2014/main" id="{FDCD7158-6D20-42B6-9CDB-1750947F0C9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22415044"/>
                </p:ext>
              </p:extLst>
            </p:nvPr>
          </p:nvGraphicFramePr>
          <p:xfrm>
            <a:off x="5091196" y="4112923"/>
            <a:ext cx="6350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061" name="Equation" r:id="rId33" imgW="634680" imgH="342720" progId="Equation.DSMT4">
                    <p:embed/>
                  </p:oleObj>
                </mc:Choice>
                <mc:Fallback>
                  <p:oleObj name="Equation" r:id="rId33" imgW="6346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4"/>
                        <a:stretch>
                          <a:fillRect/>
                        </a:stretch>
                      </p:blipFill>
                      <p:spPr>
                        <a:xfrm>
                          <a:off x="5091196" y="4112923"/>
                          <a:ext cx="6350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" name="对象 34">
              <a:extLst>
                <a:ext uri="{FF2B5EF4-FFF2-40B4-BE49-F238E27FC236}">
                  <a16:creationId xmlns:a16="http://schemas.microsoft.com/office/drawing/2014/main" id="{4354B173-C492-49D2-9210-01FD9D6D3F3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12489139"/>
                </p:ext>
              </p:extLst>
            </p:nvPr>
          </p:nvGraphicFramePr>
          <p:xfrm>
            <a:off x="6111284" y="4104092"/>
            <a:ext cx="189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062" name="Equation" r:id="rId35" imgW="1892160" imgH="342720" progId="Equation.DSMT4">
                    <p:embed/>
                  </p:oleObj>
                </mc:Choice>
                <mc:Fallback>
                  <p:oleObj name="Equation" r:id="rId35" imgW="189216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6"/>
                        <a:stretch>
                          <a:fillRect/>
                        </a:stretch>
                      </p:blipFill>
                      <p:spPr>
                        <a:xfrm>
                          <a:off x="6111284" y="4104092"/>
                          <a:ext cx="189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403170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307B5B4F-1ECF-46B9-8DD1-6D81A93A54F0}"/>
              </a:ext>
            </a:extLst>
          </p:cNvPr>
          <p:cNvGrpSpPr/>
          <p:nvPr/>
        </p:nvGrpSpPr>
        <p:grpSpPr>
          <a:xfrm>
            <a:off x="683568" y="339502"/>
            <a:ext cx="2765743" cy="461665"/>
            <a:chOff x="683568" y="339502"/>
            <a:chExt cx="2765743" cy="461665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4AA23B24-DC89-466E-97F5-F76815473563}"/>
                </a:ext>
              </a:extLst>
            </p:cNvPr>
            <p:cNvSpPr/>
            <p:nvPr/>
          </p:nvSpPr>
          <p:spPr>
            <a:xfrm>
              <a:off x="683568" y="339502"/>
              <a:ext cx="492443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  <a:sym typeface="Wingdings" panose="05000000000000000000" pitchFamily="2" charset="2"/>
                </a:rPr>
                <a:t>且</a:t>
              </a:r>
              <a:endParaRPr lang="zh-CN" altLang="en-US" sz="2400" dirty="0"/>
            </a:p>
          </p:txBody>
        </p:sp>
        <p:graphicFrame>
          <p:nvGraphicFramePr>
            <p:cNvPr id="3" name="对象 2">
              <a:extLst>
                <a:ext uri="{FF2B5EF4-FFF2-40B4-BE49-F238E27FC236}">
                  <a16:creationId xmlns:a16="http://schemas.microsoft.com/office/drawing/2014/main" id="{FD1DE22C-F023-4562-B6A7-C1D08919EC9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40467396"/>
                </p:ext>
              </p:extLst>
            </p:nvPr>
          </p:nvGraphicFramePr>
          <p:xfrm>
            <a:off x="1176011" y="398884"/>
            <a:ext cx="2273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697" name="Equation" r:id="rId3" imgW="2273040" imgH="342720" progId="Equation.DSMT4">
                    <p:embed/>
                  </p:oleObj>
                </mc:Choice>
                <mc:Fallback>
                  <p:oleObj name="Equation" r:id="rId3" imgW="227304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176011" y="398884"/>
                          <a:ext cx="2273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355FADAF-1BC0-416F-93EE-1435B6BB46FC}"/>
              </a:ext>
            </a:extLst>
          </p:cNvPr>
          <p:cNvGrpSpPr/>
          <p:nvPr/>
        </p:nvGrpSpPr>
        <p:grpSpPr>
          <a:xfrm>
            <a:off x="3464179" y="327276"/>
            <a:ext cx="4996253" cy="461665"/>
            <a:chOff x="3464179" y="327276"/>
            <a:chExt cx="4996253" cy="461665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F79C308A-308C-4F7F-B913-C2BB439317BC}"/>
                </a:ext>
              </a:extLst>
            </p:cNvPr>
            <p:cNvSpPr/>
            <p:nvPr/>
          </p:nvSpPr>
          <p:spPr>
            <a:xfrm>
              <a:off x="3464179" y="327276"/>
              <a:ext cx="3556093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  <a:sym typeface="Wingdings" panose="05000000000000000000" pitchFamily="2" charset="2"/>
                </a:rPr>
                <a:t>由罗尔中值定理可得存在</a:t>
              </a:r>
              <a:endParaRPr lang="zh-CN" altLang="en-US" sz="2400" dirty="0"/>
            </a:p>
          </p:txBody>
        </p:sp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4A3653EF-64CE-425B-AC1D-564E0B45B09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99908118"/>
                </p:ext>
              </p:extLst>
            </p:nvPr>
          </p:nvGraphicFramePr>
          <p:xfrm>
            <a:off x="7050732" y="386658"/>
            <a:ext cx="14097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698" name="Equation" r:id="rId5" imgW="1409400" imgH="342720" progId="Equation.DSMT4">
                    <p:embed/>
                  </p:oleObj>
                </mc:Choice>
                <mc:Fallback>
                  <p:oleObj name="Equation" r:id="rId5" imgW="140940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7050732" y="386658"/>
                          <a:ext cx="14097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DD522024-F837-4260-B9F4-A214722247E4}"/>
              </a:ext>
            </a:extLst>
          </p:cNvPr>
          <p:cNvGrpSpPr/>
          <p:nvPr/>
        </p:nvGrpSpPr>
        <p:grpSpPr>
          <a:xfrm>
            <a:off x="755576" y="1131590"/>
            <a:ext cx="2695338" cy="494308"/>
            <a:chOff x="755576" y="1131590"/>
            <a:chExt cx="2695338" cy="494308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CDA47156-2661-41A4-AD5C-76897EF55EB9}"/>
                </a:ext>
              </a:extLst>
            </p:cNvPr>
            <p:cNvSpPr/>
            <p:nvPr/>
          </p:nvSpPr>
          <p:spPr>
            <a:xfrm>
              <a:off x="755576" y="1131590"/>
              <a:ext cx="803425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  <a:sym typeface="Wingdings" panose="05000000000000000000" pitchFamily="2" charset="2"/>
                </a:rPr>
                <a:t>使得</a:t>
              </a:r>
              <a:endParaRPr lang="zh-CN" altLang="en-US" sz="2400" dirty="0"/>
            </a:p>
          </p:txBody>
        </p:sp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79B41AA4-8CB7-4827-AA79-FB035A1098D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57095007"/>
                </p:ext>
              </p:extLst>
            </p:nvPr>
          </p:nvGraphicFramePr>
          <p:xfrm>
            <a:off x="1564770" y="1217265"/>
            <a:ext cx="12446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699" name="Equation" r:id="rId7" imgW="1244520" imgH="355320" progId="Equation.DSMT4">
                    <p:embed/>
                  </p:oleObj>
                </mc:Choice>
                <mc:Fallback>
                  <p:oleObj name="Equation" r:id="rId7" imgW="1244520" imgH="3553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564770" y="1217265"/>
                          <a:ext cx="12446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40478EE1-9DA8-42AA-9A98-A2BA3327A69E}"/>
                </a:ext>
              </a:extLst>
            </p:cNvPr>
            <p:cNvSpPr/>
            <p:nvPr/>
          </p:nvSpPr>
          <p:spPr>
            <a:xfrm>
              <a:off x="2956868" y="1164233"/>
              <a:ext cx="49404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  <a:sym typeface="Wingdings" panose="05000000000000000000" pitchFamily="2" charset="2"/>
                </a:rPr>
                <a:t>即</a:t>
              </a:r>
              <a:endParaRPr lang="zh-CN" altLang="en-US" sz="2400" dirty="0"/>
            </a:p>
          </p:txBody>
        </p:sp>
      </p:grp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A0239053-8DDB-41F9-9672-A5DFC47AAD9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7300626"/>
              </p:ext>
            </p:extLst>
          </p:nvPr>
        </p:nvGraphicFramePr>
        <p:xfrm>
          <a:off x="2312661" y="2058548"/>
          <a:ext cx="33401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700" name="Equation" r:id="rId9" imgW="3340080" imgH="406080" progId="Equation.DSMT4">
                  <p:embed/>
                </p:oleObj>
              </mc:Choice>
              <mc:Fallback>
                <p:oleObj name="Equation" r:id="rId9" imgW="334008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312661" y="2058548"/>
                        <a:ext cx="33401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ECE5D954-CC39-4B7D-9219-DD4C13CC34EA}"/>
              </a:ext>
            </a:extLst>
          </p:cNvPr>
          <p:cNvSpPr/>
          <p:nvPr/>
        </p:nvSpPr>
        <p:spPr>
          <a:xfrm>
            <a:off x="827584" y="3003798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  <a:sym typeface="Wingdings" panose="05000000000000000000" pitchFamily="2" charset="2"/>
              </a:rPr>
              <a:t>即</a:t>
            </a:r>
            <a:endParaRPr lang="zh-CN" altLang="en-US" sz="2400" dirty="0"/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A4F18200-1091-4843-A1DD-62267BD572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0165900"/>
              </p:ext>
            </p:extLst>
          </p:nvPr>
        </p:nvGraphicFramePr>
        <p:xfrm>
          <a:off x="2312661" y="3109863"/>
          <a:ext cx="21717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701" name="Equation" r:id="rId11" imgW="2171520" imgH="355320" progId="Equation.DSMT4">
                  <p:embed/>
                </p:oleObj>
              </mc:Choice>
              <mc:Fallback>
                <p:oleObj name="Equation" r:id="rId11" imgW="217152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312661" y="3109863"/>
                        <a:ext cx="21717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2558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CCB7550E-0685-46F1-9C77-FDCE43B8190C}"/>
              </a:ext>
            </a:extLst>
          </p:cNvPr>
          <p:cNvSpPr/>
          <p:nvPr/>
        </p:nvSpPr>
        <p:spPr>
          <a:xfrm>
            <a:off x="677640" y="139354"/>
            <a:ext cx="13271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66FF"/>
                </a:solidFill>
                <a:latin typeface="+mn-ea"/>
                <a:cs typeface="Times New Roman" panose="02020603050405020304" pitchFamily="18" charset="0"/>
                <a:sym typeface="Wingdings" panose="05000000000000000000" pitchFamily="2" charset="2"/>
              </a:rPr>
              <a:t>附加题</a:t>
            </a:r>
            <a:endParaRPr lang="zh-CN" altLang="en-US" sz="2400" dirty="0">
              <a:solidFill>
                <a:srgbClr val="0066FF"/>
              </a:solidFill>
              <a:latin typeface="+mn-ea"/>
            </a:endParaRP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2829FFC8-8CF0-4A08-9198-2730D3298CFF}"/>
              </a:ext>
            </a:extLst>
          </p:cNvPr>
          <p:cNvGrpSpPr/>
          <p:nvPr/>
        </p:nvGrpSpPr>
        <p:grpSpPr>
          <a:xfrm>
            <a:off x="129737" y="483518"/>
            <a:ext cx="8884525" cy="1754736"/>
            <a:chOff x="251520" y="577449"/>
            <a:chExt cx="8884525" cy="1754736"/>
          </a:xfrm>
        </p:grpSpPr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D58D0C64-0E82-4D8C-97EF-1D141AE7EB49}"/>
                </a:ext>
              </a:extLst>
            </p:cNvPr>
            <p:cNvGrpSpPr/>
            <p:nvPr/>
          </p:nvGrpSpPr>
          <p:grpSpPr>
            <a:xfrm>
              <a:off x="677640" y="577449"/>
              <a:ext cx="7776729" cy="812800"/>
              <a:chOff x="683568" y="812006"/>
              <a:chExt cx="7776729" cy="812800"/>
            </a:xfrm>
          </p:grpSpPr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57095E85-B74F-4944-9401-A138528EA613}"/>
                  </a:ext>
                </a:extLst>
              </p:cNvPr>
              <p:cNvSpPr/>
              <p:nvPr/>
            </p:nvSpPr>
            <p:spPr>
              <a:xfrm>
                <a:off x="683568" y="987574"/>
                <a:ext cx="1152128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</a:t>
                </a:r>
                <a:r>
                  <a:rPr lang="zh-CN" altLang="zh-CN" sz="2400" b="1" dirty="0">
                    <a:cs typeface="Times New Roman" panose="02020603050405020304" pitchFamily="18" charset="0"/>
                  </a:rPr>
                  <a:t>设</a:t>
                </a:r>
                <a:endParaRPr lang="zh-CN" altLang="en-US" sz="2400" b="1" dirty="0"/>
              </a:p>
            </p:txBody>
          </p:sp>
          <p:graphicFrame>
            <p:nvGraphicFramePr>
              <p:cNvPr id="8" name="对象 7">
                <a:extLst>
                  <a:ext uri="{FF2B5EF4-FFF2-40B4-BE49-F238E27FC236}">
                    <a16:creationId xmlns:a16="http://schemas.microsoft.com/office/drawing/2014/main" id="{22FA9BE6-9B60-4C46-B6C0-86861064FCB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907937467"/>
                  </p:ext>
                </p:extLst>
              </p:nvPr>
            </p:nvGraphicFramePr>
            <p:xfrm>
              <a:off x="1476375" y="1040606"/>
              <a:ext cx="2400300" cy="355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9881" name="Equation" r:id="rId3" imgW="2400120" imgH="355320" progId="Equation.DSMT4">
                      <p:embed/>
                    </p:oleObj>
                  </mc:Choice>
                  <mc:Fallback>
                    <p:oleObj name="Equation" r:id="rId3" imgW="2400120" imgH="35532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1476375" y="1040606"/>
                            <a:ext cx="2400300" cy="3556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" name="对象 8">
                <a:extLst>
                  <a:ext uri="{FF2B5EF4-FFF2-40B4-BE49-F238E27FC236}">
                    <a16:creationId xmlns:a16="http://schemas.microsoft.com/office/drawing/2014/main" id="{B5257E4E-5457-49DF-A535-77F67733BDF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795828627"/>
                  </p:ext>
                </p:extLst>
              </p:nvPr>
            </p:nvGraphicFramePr>
            <p:xfrm>
              <a:off x="4027997" y="812006"/>
              <a:ext cx="4432300" cy="8128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9882" name="Equation" r:id="rId5" imgW="4431960" imgH="812520" progId="Equation.DSMT4">
                      <p:embed/>
                    </p:oleObj>
                  </mc:Choice>
                  <mc:Fallback>
                    <p:oleObj name="Equation" r:id="rId5" imgW="4431960" imgH="81252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4027997" y="812006"/>
                            <a:ext cx="4432300" cy="8128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423562B1-5C98-4234-8D64-CFCD170211E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50745244"/>
                </p:ext>
              </p:extLst>
            </p:nvPr>
          </p:nvGraphicFramePr>
          <p:xfrm>
            <a:off x="251520" y="1760685"/>
            <a:ext cx="12954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9883" name="Equation" r:id="rId7" imgW="1295280" imgH="330120" progId="Equation.DSMT4">
                    <p:embed/>
                  </p:oleObj>
                </mc:Choice>
                <mc:Fallback>
                  <p:oleObj name="Equation" r:id="rId7" imgW="129528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51520" y="1760685"/>
                          <a:ext cx="12954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B3705323-4874-4679-9E54-51B010A35CDB}"/>
                </a:ext>
              </a:extLst>
            </p:cNvPr>
            <p:cNvSpPr/>
            <p:nvPr/>
          </p:nvSpPr>
          <p:spPr>
            <a:xfrm>
              <a:off x="1527485" y="1672091"/>
              <a:ext cx="1028291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cs typeface="Times New Roman" panose="02020603050405020304" pitchFamily="18" charset="0"/>
                </a:rPr>
                <a:t>证明：</a:t>
              </a:r>
              <a:endParaRPr lang="zh-CN" altLang="en-US" dirty="0"/>
            </a:p>
          </p:txBody>
        </p:sp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A6984DC5-874F-4689-8CC6-77065827EC4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17069798"/>
                </p:ext>
              </p:extLst>
            </p:nvPr>
          </p:nvGraphicFramePr>
          <p:xfrm>
            <a:off x="2432447" y="1563835"/>
            <a:ext cx="1409700" cy="723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9884" name="Equation" r:id="rId9" imgW="1409400" imgH="723600" progId="Equation.DSMT4">
                    <p:embed/>
                  </p:oleObj>
                </mc:Choice>
                <mc:Fallback>
                  <p:oleObj name="Equation" r:id="rId9" imgW="1409400" imgH="723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2432447" y="1563835"/>
                          <a:ext cx="1409700" cy="723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2ED14FB4-0730-4270-ABFF-082C5A2DEDBD}"/>
                </a:ext>
              </a:extLst>
            </p:cNvPr>
            <p:cNvSpPr/>
            <p:nvPr/>
          </p:nvSpPr>
          <p:spPr>
            <a:xfrm>
              <a:off x="3831741" y="1672090"/>
              <a:ext cx="1532347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cs typeface="Times New Roman" panose="02020603050405020304" pitchFamily="18" charset="0"/>
                </a:rPr>
                <a:t>并求极限</a:t>
              </a:r>
              <a:endParaRPr lang="zh-CN" altLang="en-US" dirty="0"/>
            </a:p>
          </p:txBody>
        </p:sp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E0F4DE95-98F8-426B-8A3F-0EB08F8EB2E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5296013"/>
                </p:ext>
              </p:extLst>
            </p:nvPr>
          </p:nvGraphicFramePr>
          <p:xfrm>
            <a:off x="5224445" y="1519385"/>
            <a:ext cx="3911600" cy="812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9885" name="Equation" r:id="rId11" imgW="3911400" imgH="812520" progId="Equation.DSMT4">
                    <p:embed/>
                  </p:oleObj>
                </mc:Choice>
                <mc:Fallback>
                  <p:oleObj name="Equation" r:id="rId11" imgW="3911400" imgH="8125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5224445" y="1519385"/>
                          <a:ext cx="3911600" cy="812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" name="矩形 16">
            <a:extLst>
              <a:ext uri="{FF2B5EF4-FFF2-40B4-BE49-F238E27FC236}">
                <a16:creationId xmlns:a16="http://schemas.microsoft.com/office/drawing/2014/main" id="{4F20E6A1-DE4E-4120-8B7A-879344BBA912}"/>
              </a:ext>
            </a:extLst>
          </p:cNvPr>
          <p:cNvSpPr/>
          <p:nvPr/>
        </p:nvSpPr>
        <p:spPr>
          <a:xfrm>
            <a:off x="467544" y="2312124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解析</a:t>
            </a:r>
            <a:endParaRPr lang="zh-CN" altLang="en-US" sz="2400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7EF743C-111F-4E16-9E6C-E7EBCBB1B3B5}"/>
              </a:ext>
            </a:extLst>
          </p:cNvPr>
          <p:cNvSpPr/>
          <p:nvPr/>
        </p:nvSpPr>
        <p:spPr>
          <a:xfrm>
            <a:off x="1131921" y="2340917"/>
            <a:ext cx="95410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latin typeface="+mj-ea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+mj-ea"/>
                <a:ea typeface="+mj-ea"/>
                <a:cs typeface="Times New Roman" panose="02020603050405020304" pitchFamily="18" charset="0"/>
              </a:rPr>
              <a:t>(1) </a:t>
            </a:r>
            <a:endParaRPr lang="zh-CN" altLang="en-US" sz="2400" b="1" dirty="0">
              <a:latin typeface="+mj-ea"/>
              <a:ea typeface="+mj-ea"/>
            </a:endParaRPr>
          </a:p>
        </p:txBody>
      </p:sp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FFF555A1-82CB-4506-8856-881FD4A56B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6715263"/>
              </p:ext>
            </p:extLst>
          </p:nvPr>
        </p:nvGraphicFramePr>
        <p:xfrm>
          <a:off x="1919847" y="2272140"/>
          <a:ext cx="47879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886" name="Equation" r:id="rId13" imgW="4787640" imgH="736560" progId="Equation.DSMT4">
                  <p:embed/>
                </p:oleObj>
              </mc:Choice>
              <mc:Fallback>
                <p:oleObj name="Equation" r:id="rId13" imgW="478764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919847" y="2272140"/>
                        <a:ext cx="47879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7CF335E6-81CE-4A99-9AF1-8881AADE9C4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7258939"/>
              </p:ext>
            </p:extLst>
          </p:nvPr>
        </p:nvGraphicFramePr>
        <p:xfrm>
          <a:off x="1373490" y="3404766"/>
          <a:ext cx="368300" cy="2430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887" name="Equation" r:id="rId15" imgW="368280" imgH="228600" progId="Equation.DSMT4">
                  <p:embed/>
                </p:oleObj>
              </mc:Choice>
              <mc:Fallback>
                <p:oleObj name="Equation" r:id="rId15" imgW="3682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373490" y="3404766"/>
                        <a:ext cx="368300" cy="24308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D572FF86-11CD-4588-BCAB-1B39727F56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6622114"/>
              </p:ext>
            </p:extLst>
          </p:nvPr>
        </p:nvGraphicFramePr>
        <p:xfrm>
          <a:off x="1919847" y="3373442"/>
          <a:ext cx="18669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888" name="Equation" r:id="rId17" imgW="1866600" imgH="330120" progId="Equation.DSMT4">
                  <p:embed/>
                </p:oleObj>
              </mc:Choice>
              <mc:Fallback>
                <p:oleObj name="Equation" r:id="rId17" imgW="186660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919847" y="3373442"/>
                        <a:ext cx="18669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7" name="组合 26">
            <a:extLst>
              <a:ext uri="{FF2B5EF4-FFF2-40B4-BE49-F238E27FC236}">
                <a16:creationId xmlns:a16="http://schemas.microsoft.com/office/drawing/2014/main" id="{542C3832-1756-467C-91CC-7C3E1D8158AE}"/>
              </a:ext>
            </a:extLst>
          </p:cNvPr>
          <p:cNvGrpSpPr/>
          <p:nvPr/>
        </p:nvGrpSpPr>
        <p:grpSpPr>
          <a:xfrm>
            <a:off x="3741707" y="3087076"/>
            <a:ext cx="4718874" cy="812800"/>
            <a:chOff x="3741557" y="3132142"/>
            <a:chExt cx="4718874" cy="812800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C8F4A773-EE6C-484D-9478-68A2278315DB}"/>
                </a:ext>
              </a:extLst>
            </p:cNvPr>
            <p:cNvSpPr/>
            <p:nvPr/>
          </p:nvSpPr>
          <p:spPr>
            <a:xfrm>
              <a:off x="3741557" y="3309832"/>
              <a:ext cx="226427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当        时，</a:t>
              </a:r>
              <a:endParaRPr lang="zh-CN" altLang="en-US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graphicFrame>
          <p:nvGraphicFramePr>
            <p:cNvPr id="23" name="对象 22">
              <a:extLst>
                <a:ext uri="{FF2B5EF4-FFF2-40B4-BE49-F238E27FC236}">
                  <a16:creationId xmlns:a16="http://schemas.microsoft.com/office/drawing/2014/main" id="{D1930C90-E64B-4FF4-ACCD-2A1662DF766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667532"/>
                </p:ext>
              </p:extLst>
            </p:nvPr>
          </p:nvGraphicFramePr>
          <p:xfrm>
            <a:off x="4190002" y="3441297"/>
            <a:ext cx="12065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9889" name="Equation" r:id="rId19" imgW="1206360" imgH="330120" progId="Equation.DSMT4">
                    <p:embed/>
                  </p:oleObj>
                </mc:Choice>
                <mc:Fallback>
                  <p:oleObj name="Equation" r:id="rId19" imgW="120636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4190002" y="3441297"/>
                          <a:ext cx="12065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" name="对象 23">
              <a:extLst>
                <a:ext uri="{FF2B5EF4-FFF2-40B4-BE49-F238E27FC236}">
                  <a16:creationId xmlns:a16="http://schemas.microsoft.com/office/drawing/2014/main" id="{DE66C39B-E490-4C52-A0B7-B7EE72302B8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90219534"/>
                </p:ext>
              </p:extLst>
            </p:nvPr>
          </p:nvGraphicFramePr>
          <p:xfrm>
            <a:off x="5796136" y="3132142"/>
            <a:ext cx="1752600" cy="812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9890" name="Equation" r:id="rId21" imgW="1752480" imgH="812520" progId="Equation.DSMT4">
                    <p:embed/>
                  </p:oleObj>
                </mc:Choice>
                <mc:Fallback>
                  <p:oleObj name="Equation" r:id="rId21" imgW="1752480" imgH="8125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5796136" y="3132142"/>
                          <a:ext cx="1752600" cy="812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95A57677-44D3-4634-AD7F-048B33E0EF1B}"/>
                </a:ext>
              </a:extLst>
            </p:cNvPr>
            <p:cNvSpPr/>
            <p:nvPr/>
          </p:nvSpPr>
          <p:spPr>
            <a:xfrm>
              <a:off x="7612748" y="3295476"/>
              <a:ext cx="847683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即有</a:t>
              </a:r>
              <a:endParaRPr lang="zh-CN" altLang="en-US" dirty="0"/>
            </a:p>
          </p:txBody>
        </p:sp>
      </p:grpSp>
      <p:graphicFrame>
        <p:nvGraphicFramePr>
          <p:cNvPr id="26" name="对象 25">
            <a:extLst>
              <a:ext uri="{FF2B5EF4-FFF2-40B4-BE49-F238E27FC236}">
                <a16:creationId xmlns:a16="http://schemas.microsoft.com/office/drawing/2014/main" id="{D44F23A2-0A81-4340-BACF-95C1DD3E4A2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091278"/>
              </p:ext>
            </p:extLst>
          </p:nvPr>
        </p:nvGraphicFramePr>
        <p:xfrm>
          <a:off x="3135902" y="4226917"/>
          <a:ext cx="3314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891" name="Equation" r:id="rId23" imgW="3314520" imgH="342720" progId="Equation.DSMT4">
                  <p:embed/>
                </p:oleObj>
              </mc:Choice>
              <mc:Fallback>
                <p:oleObj name="Equation" r:id="rId23" imgW="331452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3135902" y="4226917"/>
                        <a:ext cx="33147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95272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258764CD-B504-4D2F-A891-B02993558AB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4659316"/>
              </p:ext>
            </p:extLst>
          </p:nvPr>
        </p:nvGraphicFramePr>
        <p:xfrm>
          <a:off x="2509710" y="189098"/>
          <a:ext cx="3314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95" name="Equation" r:id="rId3" imgW="3314520" imgH="342720" progId="Equation.DSMT4">
                  <p:embed/>
                </p:oleObj>
              </mc:Choice>
              <mc:Fallback>
                <p:oleObj name="Equation" r:id="rId3" imgW="3314520" imgH="342720" progId="Equation.DSMT4">
                  <p:embed/>
                  <p:pic>
                    <p:nvPicPr>
                      <p:cNvPr id="26" name="对象 25">
                        <a:extLst>
                          <a:ext uri="{FF2B5EF4-FFF2-40B4-BE49-F238E27FC236}">
                            <a16:creationId xmlns:a16="http://schemas.microsoft.com/office/drawing/2014/main" id="{D44F23A2-0A81-4340-BACF-95C1DD3E4A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09710" y="189098"/>
                        <a:ext cx="33147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组合 13">
            <a:extLst>
              <a:ext uri="{FF2B5EF4-FFF2-40B4-BE49-F238E27FC236}">
                <a16:creationId xmlns:a16="http://schemas.microsoft.com/office/drawing/2014/main" id="{A4B0456D-3160-49E5-BEAB-718A3FFB86E8}"/>
              </a:ext>
            </a:extLst>
          </p:cNvPr>
          <p:cNvGrpSpPr/>
          <p:nvPr/>
        </p:nvGrpSpPr>
        <p:grpSpPr>
          <a:xfrm>
            <a:off x="467544" y="644984"/>
            <a:ext cx="4680520" cy="812800"/>
            <a:chOff x="467544" y="884014"/>
            <a:chExt cx="4680520" cy="812800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0301D017-0A61-47FA-836F-81FA1D7C9479}"/>
                </a:ext>
              </a:extLst>
            </p:cNvPr>
            <p:cNvSpPr/>
            <p:nvPr/>
          </p:nvSpPr>
          <p:spPr>
            <a:xfrm>
              <a:off x="467544" y="1059582"/>
              <a:ext cx="144016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取正整数</a:t>
              </a:r>
              <a:endParaRPr lang="zh-CN" altLang="en-US" dirty="0"/>
            </a:p>
          </p:txBody>
        </p:sp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BA44F3BD-9A95-411C-86E5-E2ACDA02FCF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87965739"/>
                </p:ext>
              </p:extLst>
            </p:nvPr>
          </p:nvGraphicFramePr>
          <p:xfrm>
            <a:off x="1787426" y="884014"/>
            <a:ext cx="1536700" cy="812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796" name="Equation" r:id="rId5" imgW="1536480" imgH="812520" progId="Equation.DSMT4">
                    <p:embed/>
                  </p:oleObj>
                </mc:Choice>
                <mc:Fallback>
                  <p:oleObj name="Equation" r:id="rId5" imgW="1536480" imgH="8125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787426" y="884014"/>
                          <a:ext cx="1536700" cy="812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9ABA14C8-8D5A-48BF-B5F6-648EA4E73594}"/>
                </a:ext>
              </a:extLst>
            </p:cNvPr>
            <p:cNvSpPr/>
            <p:nvPr/>
          </p:nvSpPr>
          <p:spPr>
            <a:xfrm>
              <a:off x="3324126" y="1065751"/>
              <a:ext cx="182393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当      时，</a:t>
              </a:r>
              <a:endParaRPr lang="zh-CN" altLang="en-US" dirty="0"/>
            </a:p>
          </p:txBody>
        </p:sp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635A3F45-7E27-4894-B928-CAD4908EC02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43109408"/>
                </p:ext>
              </p:extLst>
            </p:nvPr>
          </p:nvGraphicFramePr>
          <p:xfrm>
            <a:off x="3792410" y="1150714"/>
            <a:ext cx="7493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797" name="Equation" r:id="rId7" imgW="749160" imgH="279360" progId="Equation.DSMT4">
                    <p:embed/>
                  </p:oleObj>
                </mc:Choice>
                <mc:Fallback>
                  <p:oleObj name="Equation" r:id="rId7" imgW="749160" imgH="279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792410" y="1150714"/>
                          <a:ext cx="7493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801CDC89-9B6C-4C6D-AD86-D9986C816B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3217960"/>
              </p:ext>
            </p:extLst>
          </p:nvPr>
        </p:nvGraphicFramePr>
        <p:xfrm>
          <a:off x="2100691" y="1473960"/>
          <a:ext cx="38354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98" name="Equation" r:id="rId9" imgW="3835080" imgH="736560" progId="Equation.DSMT4">
                  <p:embed/>
                </p:oleObj>
              </mc:Choice>
              <mc:Fallback>
                <p:oleObj name="Equation" r:id="rId9" imgW="383508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100691" y="1473960"/>
                        <a:ext cx="38354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组合 14">
            <a:extLst>
              <a:ext uri="{FF2B5EF4-FFF2-40B4-BE49-F238E27FC236}">
                <a16:creationId xmlns:a16="http://schemas.microsoft.com/office/drawing/2014/main" id="{840DB9D9-B3E1-495A-930F-87610F62C6BF}"/>
              </a:ext>
            </a:extLst>
          </p:cNvPr>
          <p:cNvGrpSpPr/>
          <p:nvPr/>
        </p:nvGrpSpPr>
        <p:grpSpPr>
          <a:xfrm>
            <a:off x="500754" y="2300968"/>
            <a:ext cx="7138339" cy="736600"/>
            <a:chOff x="588176" y="2625124"/>
            <a:chExt cx="7138339" cy="736600"/>
          </a:xfrm>
        </p:grpSpPr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24DC4BAD-F14B-47BD-97DE-4EBA89918EE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12137140"/>
                </p:ext>
              </p:extLst>
            </p:nvPr>
          </p:nvGraphicFramePr>
          <p:xfrm>
            <a:off x="2051720" y="2625124"/>
            <a:ext cx="39370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799" name="Equation" r:id="rId11" imgW="3936960" imgH="736560" progId="Equation.DSMT4">
                    <p:embed/>
                  </p:oleObj>
                </mc:Choice>
                <mc:Fallback>
                  <p:oleObj name="Equation" r:id="rId11" imgW="3936960" imgH="7365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2051720" y="2625124"/>
                          <a:ext cx="3937000" cy="736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45309DBD-4C58-4021-B040-B87896F071FE}"/>
                </a:ext>
              </a:extLst>
            </p:cNvPr>
            <p:cNvSpPr/>
            <p:nvPr/>
          </p:nvSpPr>
          <p:spPr>
            <a:xfrm>
              <a:off x="588176" y="2812673"/>
              <a:ext cx="803425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从而</a:t>
              </a:r>
              <a:endParaRPr lang="zh-CN" altLang="en-US" dirty="0"/>
            </a:p>
          </p:txBody>
        </p:sp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A4886F8D-9898-4194-9226-3F51CA2F2A2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25720202"/>
                </p:ext>
              </p:extLst>
            </p:nvPr>
          </p:nvGraphicFramePr>
          <p:xfrm>
            <a:off x="6164415" y="2878211"/>
            <a:ext cx="15621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800" name="Equation" r:id="rId13" imgW="1562040" imgH="330120" progId="Equation.DSMT4">
                    <p:embed/>
                  </p:oleObj>
                </mc:Choice>
                <mc:Fallback>
                  <p:oleObj name="Equation" r:id="rId13" imgW="156204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6164415" y="2878211"/>
                          <a:ext cx="15621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B06F15B6-CF4C-4910-992E-4E020F91D39F}"/>
              </a:ext>
            </a:extLst>
          </p:cNvPr>
          <p:cNvGrpSpPr/>
          <p:nvPr/>
        </p:nvGrpSpPr>
        <p:grpSpPr>
          <a:xfrm>
            <a:off x="490874" y="3196542"/>
            <a:ext cx="5445217" cy="736600"/>
            <a:chOff x="562322" y="3492983"/>
            <a:chExt cx="5445217" cy="736600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85AA9C5E-3791-4705-9E1F-1E89ACB4B8FA}"/>
                </a:ext>
              </a:extLst>
            </p:cNvPr>
            <p:cNvSpPr/>
            <p:nvPr/>
          </p:nvSpPr>
          <p:spPr>
            <a:xfrm>
              <a:off x="562322" y="3630451"/>
              <a:ext cx="144016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累加可得</a:t>
              </a:r>
              <a:endParaRPr lang="zh-CN" altLang="en-US" dirty="0"/>
            </a:p>
          </p:txBody>
        </p:sp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E9B2C141-52D5-4B45-BA87-3C5847DCF57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7119967"/>
                </p:ext>
              </p:extLst>
            </p:nvPr>
          </p:nvGraphicFramePr>
          <p:xfrm>
            <a:off x="2095939" y="3492983"/>
            <a:ext cx="39116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801" name="Equation" r:id="rId15" imgW="3911400" imgH="736560" progId="Equation.DSMT4">
                    <p:embed/>
                  </p:oleObj>
                </mc:Choice>
                <mc:Fallback>
                  <p:oleObj name="Equation" r:id="rId15" imgW="3911400" imgH="7365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2095939" y="3492983"/>
                          <a:ext cx="3911600" cy="736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96A0FD1A-6003-40E6-A017-9B210D02BF2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639095"/>
              </p:ext>
            </p:extLst>
          </p:nvPr>
        </p:nvGraphicFramePr>
        <p:xfrm>
          <a:off x="2463091" y="4092116"/>
          <a:ext cx="20193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802" name="Equation" r:id="rId17" imgW="2019240" imgH="812520" progId="Equation.DSMT4">
                  <p:embed/>
                </p:oleObj>
              </mc:Choice>
              <mc:Fallback>
                <p:oleObj name="Equation" r:id="rId17" imgW="201924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463091" y="4092116"/>
                        <a:ext cx="20193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矩形 16">
            <a:extLst>
              <a:ext uri="{FF2B5EF4-FFF2-40B4-BE49-F238E27FC236}">
                <a16:creationId xmlns:a16="http://schemas.microsoft.com/office/drawing/2014/main" id="{87984F99-9A93-4D69-A3D4-C46F80C09269}"/>
              </a:ext>
            </a:extLst>
          </p:cNvPr>
          <p:cNvSpPr/>
          <p:nvPr/>
        </p:nvSpPr>
        <p:spPr>
          <a:xfrm>
            <a:off x="547514" y="4267683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从而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79352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9E710B93-3314-40D5-A9E0-8CCF394E6DD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7599454"/>
              </p:ext>
            </p:extLst>
          </p:nvPr>
        </p:nvGraphicFramePr>
        <p:xfrm>
          <a:off x="3059832" y="138902"/>
          <a:ext cx="20193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62" name="Equation" r:id="rId3" imgW="2019240" imgH="812520" progId="Equation.DSMT4">
                  <p:embed/>
                </p:oleObj>
              </mc:Choice>
              <mc:Fallback>
                <p:oleObj name="Equation" r:id="rId3" imgW="2019240" imgH="81252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96A0FD1A-6003-40E6-A017-9B210D02BF2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59832" y="138902"/>
                        <a:ext cx="20193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7B89AF2A-80C2-46CF-87D6-D03142D43BC5}"/>
              </a:ext>
            </a:extLst>
          </p:cNvPr>
          <p:cNvSpPr/>
          <p:nvPr/>
        </p:nvSpPr>
        <p:spPr>
          <a:xfrm>
            <a:off x="467544" y="1087755"/>
            <a:ext cx="31683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由数列极限定义可得</a:t>
            </a:r>
            <a:endParaRPr lang="zh-CN" altLang="en-US" sz="2400" dirty="0"/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A91A7042-93BE-402C-9A15-581C3165FF9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5050672"/>
              </p:ext>
            </p:extLst>
          </p:nvPr>
        </p:nvGraphicFramePr>
        <p:xfrm>
          <a:off x="3435524" y="961407"/>
          <a:ext cx="19304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63" name="Equation" r:id="rId5" imgW="1930320" imgH="736560" progId="Equation.DSMT4">
                  <p:embed/>
                </p:oleObj>
              </mc:Choice>
              <mc:Fallback>
                <p:oleObj name="Equation" r:id="rId5" imgW="193032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435524" y="961407"/>
                        <a:ext cx="19304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0F7B428F-AE10-4729-84B8-F9188D15273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832149"/>
              </p:ext>
            </p:extLst>
          </p:nvPr>
        </p:nvGraphicFramePr>
        <p:xfrm>
          <a:off x="1574974" y="1822729"/>
          <a:ext cx="3721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64" name="Equation" r:id="rId7" imgW="3720960" imgH="736560" progId="Equation.DSMT4">
                  <p:embed/>
                </p:oleObj>
              </mc:Choice>
              <mc:Fallback>
                <p:oleObj name="Equation" r:id="rId7" imgW="372096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74974" y="1822729"/>
                        <a:ext cx="37211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EAE97F47-9ADD-48C8-A5CE-FA88F34A5D2C}"/>
              </a:ext>
            </a:extLst>
          </p:cNvPr>
          <p:cNvSpPr/>
          <p:nvPr/>
        </p:nvSpPr>
        <p:spPr>
          <a:xfrm>
            <a:off x="584852" y="1934863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从而</a:t>
            </a:r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BCBA59E-9C29-4BE0-A891-4A25B8C6EB1D}"/>
              </a:ext>
            </a:extLst>
          </p:cNvPr>
          <p:cNvSpPr/>
          <p:nvPr/>
        </p:nvSpPr>
        <p:spPr>
          <a:xfrm>
            <a:off x="470069" y="2798971"/>
            <a:ext cx="106481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b="1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(2)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令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endParaRPr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B5C8FD58-1B2A-4FD0-BC4A-2BEC680B260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9349820"/>
              </p:ext>
            </p:extLst>
          </p:nvPr>
        </p:nvGraphicFramePr>
        <p:xfrm>
          <a:off x="1403648" y="2637659"/>
          <a:ext cx="40894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65" name="Equation" r:id="rId9" imgW="4089240" imgH="812520" progId="Equation.DSMT4">
                  <p:embed/>
                </p:oleObj>
              </mc:Choice>
              <mc:Fallback>
                <p:oleObj name="Equation" r:id="rId9" imgW="408924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403648" y="2637659"/>
                        <a:ext cx="40894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EF933410-ECC0-4EC1-A3C6-594075C9966B}"/>
              </a:ext>
            </a:extLst>
          </p:cNvPr>
          <p:cNvSpPr/>
          <p:nvPr/>
        </p:nvSpPr>
        <p:spPr>
          <a:xfrm>
            <a:off x="5496857" y="2813226"/>
            <a:ext cx="55128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endParaRPr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964A3475-B63E-47BB-9F52-B9FE0DBCCD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5742312"/>
              </p:ext>
            </p:extLst>
          </p:nvPr>
        </p:nvGraphicFramePr>
        <p:xfrm>
          <a:off x="1403648" y="3679329"/>
          <a:ext cx="59182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66" name="Equation" r:id="rId11" imgW="5918040" imgH="812520" progId="Equation.DSMT4">
                  <p:embed/>
                </p:oleObj>
              </mc:Choice>
              <mc:Fallback>
                <p:oleObj name="Equation" r:id="rId11" imgW="591804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403648" y="3679329"/>
                        <a:ext cx="59182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2510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7" grpId="0"/>
      <p:bldP spid="9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C8DCBFFC-5162-4116-ACBC-1BD1A395A0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3524877"/>
              </p:ext>
            </p:extLst>
          </p:nvPr>
        </p:nvGraphicFramePr>
        <p:xfrm>
          <a:off x="1259632" y="411510"/>
          <a:ext cx="59182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72" name="Equation" r:id="rId3" imgW="5918040" imgH="812520" progId="Equation.DSMT4">
                  <p:embed/>
                </p:oleObj>
              </mc:Choice>
              <mc:Fallback>
                <p:oleObj name="Equation" r:id="rId3" imgW="5918040" imgH="81252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964A3475-B63E-47BB-9F52-B9FE0DBCCDA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59632" y="411510"/>
                        <a:ext cx="59182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组合 6">
            <a:extLst>
              <a:ext uri="{FF2B5EF4-FFF2-40B4-BE49-F238E27FC236}">
                <a16:creationId xmlns:a16="http://schemas.microsoft.com/office/drawing/2014/main" id="{AB3C0487-18F8-4F64-8B56-E12B9492C917}"/>
              </a:ext>
            </a:extLst>
          </p:cNvPr>
          <p:cNvGrpSpPr/>
          <p:nvPr/>
        </p:nvGrpSpPr>
        <p:grpSpPr>
          <a:xfrm>
            <a:off x="455984" y="1504256"/>
            <a:ext cx="5719788" cy="472838"/>
            <a:chOff x="455984" y="1504256"/>
            <a:chExt cx="5719788" cy="472838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57B9CC9C-6E7F-4365-B0B9-07ECF12CCBC8}"/>
                </a:ext>
              </a:extLst>
            </p:cNvPr>
            <p:cNvSpPr/>
            <p:nvPr/>
          </p:nvSpPr>
          <p:spPr>
            <a:xfrm>
              <a:off x="455984" y="1504256"/>
              <a:ext cx="49404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令</a:t>
              </a:r>
              <a:endParaRPr lang="zh-CN" altLang="en-US" dirty="0"/>
            </a:p>
          </p:txBody>
        </p:sp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3C7A4EF4-78AE-4019-BF0C-12B2FEB263C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18853658"/>
                </p:ext>
              </p:extLst>
            </p:nvPr>
          </p:nvGraphicFramePr>
          <p:xfrm>
            <a:off x="950030" y="1563638"/>
            <a:ext cx="19431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773" name="Equation" r:id="rId5" imgW="1942920" imgH="342720" progId="Equation.DSMT4">
                    <p:embed/>
                  </p:oleObj>
                </mc:Choice>
                <mc:Fallback>
                  <p:oleObj name="Equation" r:id="rId5" imgW="194292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950030" y="1563638"/>
                          <a:ext cx="19431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C2F34179-E8E0-4C7C-9640-D0AD0A20CE74}"/>
                </a:ext>
              </a:extLst>
            </p:cNvPr>
            <p:cNvSpPr/>
            <p:nvPr/>
          </p:nvSpPr>
          <p:spPr>
            <a:xfrm>
              <a:off x="2953863" y="1515429"/>
              <a:ext cx="49404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则</a:t>
              </a:r>
              <a:endParaRPr lang="zh-CN" altLang="en-US" dirty="0"/>
            </a:p>
          </p:txBody>
        </p:sp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EA8D8658-1C42-4988-8420-4F650D1384A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66694460"/>
                </p:ext>
              </p:extLst>
            </p:nvPr>
          </p:nvGraphicFramePr>
          <p:xfrm>
            <a:off x="3419872" y="1563638"/>
            <a:ext cx="27559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774" name="Equation" r:id="rId7" imgW="2755800" imgH="355320" progId="Equation.DSMT4">
                    <p:embed/>
                  </p:oleObj>
                </mc:Choice>
                <mc:Fallback>
                  <p:oleObj name="Equation" r:id="rId7" imgW="2755800" imgH="3553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419872" y="1563638"/>
                          <a:ext cx="27559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" name="矩形 7">
            <a:extLst>
              <a:ext uri="{FF2B5EF4-FFF2-40B4-BE49-F238E27FC236}">
                <a16:creationId xmlns:a16="http://schemas.microsoft.com/office/drawing/2014/main" id="{BDD6239F-BBB9-44F5-B9A8-41ADBC44EE15}"/>
              </a:ext>
            </a:extLst>
          </p:cNvPr>
          <p:cNvSpPr/>
          <p:nvPr/>
        </p:nvSpPr>
        <p:spPr>
          <a:xfrm>
            <a:off x="6440771" y="1499157"/>
            <a:ext cx="147412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由</a:t>
            </a:r>
            <a:r>
              <a:rPr lang="en-US" altLang="zh-CN" sz="24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(1)</a:t>
            </a:r>
            <a:r>
              <a:rPr lang="zh-CN" altLang="en-US" sz="24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得</a:t>
            </a:r>
            <a:endParaRPr lang="zh-CN" altLang="en-US" dirty="0"/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29C38C80-3E41-44FC-BED5-D8521460CCB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2176365"/>
              </p:ext>
            </p:extLst>
          </p:nvPr>
        </p:nvGraphicFramePr>
        <p:xfrm>
          <a:off x="3183983" y="2326897"/>
          <a:ext cx="16510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75" name="Equation" r:id="rId9" imgW="1650960" imgH="723600" progId="Equation.DSMT4">
                  <p:embed/>
                </p:oleObj>
              </mc:Choice>
              <mc:Fallback>
                <p:oleObj name="Equation" r:id="rId9" imgW="1650960" imgH="723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183983" y="2326897"/>
                        <a:ext cx="16510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666C80E1-7B54-4049-A1CB-C0DAE633829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5250225"/>
              </p:ext>
            </p:extLst>
          </p:nvPr>
        </p:nvGraphicFramePr>
        <p:xfrm>
          <a:off x="2952240" y="3589573"/>
          <a:ext cx="14097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76" name="Equation" r:id="rId11" imgW="1409400" imgH="723600" progId="Equation.DSMT4">
                  <p:embed/>
                </p:oleObj>
              </mc:Choice>
              <mc:Fallback>
                <p:oleObj name="Equation" r:id="rId11" imgW="1409400" imgH="723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952240" y="3589573"/>
                        <a:ext cx="14097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>
            <a:extLst>
              <a:ext uri="{FF2B5EF4-FFF2-40B4-BE49-F238E27FC236}">
                <a16:creationId xmlns:a16="http://schemas.microsoft.com/office/drawing/2014/main" id="{CB599108-699A-4EA9-90F5-5A04F0E39E54}"/>
              </a:ext>
            </a:extLst>
          </p:cNvPr>
          <p:cNvSpPr/>
          <p:nvPr/>
        </p:nvSpPr>
        <p:spPr>
          <a:xfrm>
            <a:off x="455984" y="3720691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86381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>
            <a:extLst>
              <a:ext uri="{FF2B5EF4-FFF2-40B4-BE49-F238E27FC236}">
                <a16:creationId xmlns:a16="http://schemas.microsoft.com/office/drawing/2014/main" id="{6B7F04E0-E0A3-4FCF-AEAF-9A776D41B381}"/>
              </a:ext>
            </a:extLst>
          </p:cNvPr>
          <p:cNvGrpSpPr/>
          <p:nvPr/>
        </p:nvGrpSpPr>
        <p:grpSpPr>
          <a:xfrm>
            <a:off x="589141" y="267494"/>
            <a:ext cx="8109733" cy="461665"/>
            <a:chOff x="755576" y="339502"/>
            <a:chExt cx="8109733" cy="461665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555FB5D-816E-4CEB-8368-C9BBBFE2E8E1}"/>
                </a:ext>
              </a:extLst>
            </p:cNvPr>
            <p:cNvSpPr/>
            <p:nvPr/>
          </p:nvSpPr>
          <p:spPr>
            <a:xfrm>
              <a:off x="755576" y="339502"/>
              <a:ext cx="633670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zh-CN" altLang="zh-CN" sz="2400" b="1" dirty="0">
                  <a:cs typeface="Times New Roman" panose="02020603050405020304" pitchFamily="18" charset="0"/>
                </a:rPr>
                <a:t>、设</a:t>
              </a:r>
              <a:r>
                <a:rPr lang="en-US" altLang="zh-CN" sz="2400" b="1" dirty="0">
                  <a:cs typeface="Times New Roman" panose="02020603050405020304" pitchFamily="18" charset="0"/>
                </a:rPr>
                <a:t>         </a:t>
              </a:r>
              <a:r>
                <a:rPr lang="zh-CN" altLang="en-US" sz="2400" b="1" dirty="0">
                  <a:cs typeface="Times New Roman" panose="02020603050405020304" pitchFamily="18" charset="0"/>
                </a:rPr>
                <a:t>在         上连续，在          内可导，且</a:t>
              </a:r>
              <a:endParaRPr lang="zh-CN" altLang="en-US" sz="2400" b="1" dirty="0"/>
            </a:p>
          </p:txBody>
        </p:sp>
        <p:graphicFrame>
          <p:nvGraphicFramePr>
            <p:cNvPr id="3" name="对象 2">
              <a:extLst>
                <a:ext uri="{FF2B5EF4-FFF2-40B4-BE49-F238E27FC236}">
                  <a16:creationId xmlns:a16="http://schemas.microsoft.com/office/drawing/2014/main" id="{C48C7541-1B15-48BA-AEF0-B35C30561AE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46520345"/>
                </p:ext>
              </p:extLst>
            </p:nvPr>
          </p:nvGraphicFramePr>
          <p:xfrm>
            <a:off x="1547664" y="398884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4074" name="Equation" r:id="rId3" imgW="622080" imgH="342720" progId="Equation.DSMT4">
                    <p:embed/>
                  </p:oleObj>
                </mc:Choice>
                <mc:Fallback>
                  <p:oleObj name="Equation" r:id="rId3" imgW="6220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547664" y="398884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7977250C-C409-4EDC-9DD0-5CE5BC60BAB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75475925"/>
                </p:ext>
              </p:extLst>
            </p:nvPr>
          </p:nvGraphicFramePr>
          <p:xfrm>
            <a:off x="2555776" y="401538"/>
            <a:ext cx="5588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4075" name="Equation" r:id="rId5" imgW="558720" imgH="330120" progId="Equation.DSMT4">
                    <p:embed/>
                  </p:oleObj>
                </mc:Choice>
                <mc:Fallback>
                  <p:oleObj name="Equation" r:id="rId5" imgW="55872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555776" y="401538"/>
                          <a:ext cx="5588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75760C7D-B2F4-41B6-9C06-34CACC330A8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32195459"/>
                </p:ext>
              </p:extLst>
            </p:nvPr>
          </p:nvGraphicFramePr>
          <p:xfrm>
            <a:off x="4754302" y="408232"/>
            <a:ext cx="5969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4076" name="Equation" r:id="rId7" imgW="596880" imgH="342720" progId="Equation.DSMT4">
                    <p:embed/>
                  </p:oleObj>
                </mc:Choice>
                <mc:Fallback>
                  <p:oleObj name="Equation" r:id="rId7" imgW="5968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754302" y="408232"/>
                          <a:ext cx="5969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D6A9C9AB-077A-45F6-830B-9AF90AEFDBA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86680630"/>
                </p:ext>
              </p:extLst>
            </p:nvPr>
          </p:nvGraphicFramePr>
          <p:xfrm>
            <a:off x="6896809" y="398884"/>
            <a:ext cx="19685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4077" name="Equation" r:id="rId9" imgW="1968480" imgH="342720" progId="Equation.DSMT4">
                    <p:embed/>
                  </p:oleObj>
                </mc:Choice>
                <mc:Fallback>
                  <p:oleObj name="Equation" r:id="rId9" imgW="19684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6896809" y="398884"/>
                          <a:ext cx="19685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94C818F-D803-4154-9784-881973F193AD}"/>
              </a:ext>
            </a:extLst>
          </p:cNvPr>
          <p:cNvGrpSpPr/>
          <p:nvPr/>
        </p:nvGrpSpPr>
        <p:grpSpPr>
          <a:xfrm>
            <a:off x="220902" y="805749"/>
            <a:ext cx="7493722" cy="461665"/>
            <a:chOff x="179512" y="1059582"/>
            <a:chExt cx="7493722" cy="461665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C5ADC429-2C39-4FF8-A936-39F6FE6B00EB}"/>
                </a:ext>
              </a:extLst>
            </p:cNvPr>
            <p:cNvSpPr/>
            <p:nvPr/>
          </p:nvSpPr>
          <p:spPr>
            <a:xfrm>
              <a:off x="179512" y="1059582"/>
              <a:ext cx="583264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cs typeface="Times New Roman" panose="02020603050405020304" pitchFamily="18" charset="0"/>
                </a:rPr>
                <a:t>证明：对任意                   存在                  使得</a:t>
              </a:r>
              <a:endParaRPr lang="zh-CN" altLang="en-US" dirty="0"/>
            </a:p>
          </p:txBody>
        </p:sp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2BFCB913-A0BC-4793-9B72-EEAB7979879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92913801"/>
                </p:ext>
              </p:extLst>
            </p:nvPr>
          </p:nvGraphicFramePr>
          <p:xfrm>
            <a:off x="2160882" y="1099914"/>
            <a:ext cx="12192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4078" name="Equation" r:id="rId11" imgW="1218960" imgH="380880" progId="Equation.DSMT4">
                    <p:embed/>
                  </p:oleObj>
                </mc:Choice>
                <mc:Fallback>
                  <p:oleObj name="Equation" r:id="rId11" imgW="121896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2160882" y="1099914"/>
                          <a:ext cx="12192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91D9D429-9989-4A1E-8DF7-2F22AC7687A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53388604"/>
                </p:ext>
              </p:extLst>
            </p:nvPr>
          </p:nvGraphicFramePr>
          <p:xfrm>
            <a:off x="4078858" y="1111639"/>
            <a:ext cx="1130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4079" name="Equation" r:id="rId13" imgW="1130040" imgH="342720" progId="Equation.DSMT4">
                    <p:embed/>
                  </p:oleObj>
                </mc:Choice>
                <mc:Fallback>
                  <p:oleObj name="Equation" r:id="rId13" imgW="113004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4078858" y="1111639"/>
                          <a:ext cx="1130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8665C294-68FB-48CE-9C11-B74C28C1B73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88655089"/>
                </p:ext>
              </p:extLst>
            </p:nvPr>
          </p:nvGraphicFramePr>
          <p:xfrm>
            <a:off x="5907934" y="1092589"/>
            <a:ext cx="17653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4080" name="Equation" r:id="rId15" imgW="1765080" imgH="380880" progId="Equation.DSMT4">
                    <p:embed/>
                  </p:oleObj>
                </mc:Choice>
                <mc:Fallback>
                  <p:oleObj name="Equation" r:id="rId15" imgW="176508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5907934" y="1092589"/>
                          <a:ext cx="17653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" name="矩形 12">
            <a:extLst>
              <a:ext uri="{FF2B5EF4-FFF2-40B4-BE49-F238E27FC236}">
                <a16:creationId xmlns:a16="http://schemas.microsoft.com/office/drawing/2014/main" id="{B92CBAED-D083-4481-A2C6-59FD25C59F20}"/>
              </a:ext>
            </a:extLst>
          </p:cNvPr>
          <p:cNvSpPr/>
          <p:nvPr/>
        </p:nvSpPr>
        <p:spPr>
          <a:xfrm>
            <a:off x="384199" y="1432735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解析</a:t>
            </a:r>
            <a:endParaRPr lang="zh-CN" altLang="en-US" sz="2400" dirty="0"/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8136771C-DA19-410B-8634-9B5EC576D074}"/>
              </a:ext>
            </a:extLst>
          </p:cNvPr>
          <p:cNvGrpSpPr/>
          <p:nvPr/>
        </p:nvGrpSpPr>
        <p:grpSpPr>
          <a:xfrm>
            <a:off x="1117516" y="1403992"/>
            <a:ext cx="7655266" cy="461665"/>
            <a:chOff x="1043608" y="1980466"/>
            <a:chExt cx="7655266" cy="461665"/>
          </a:xfrm>
        </p:grpSpPr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C047159B-4630-43FC-B744-9E3273E50FF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59553269"/>
                </p:ext>
              </p:extLst>
            </p:nvPr>
          </p:nvGraphicFramePr>
          <p:xfrm>
            <a:off x="5833645" y="2039848"/>
            <a:ext cx="10922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4081" name="Equation" r:id="rId17" imgW="1091880" imgH="342720" progId="Equation.DSMT4">
                    <p:embed/>
                  </p:oleObj>
                </mc:Choice>
                <mc:Fallback>
                  <p:oleObj name="Equation" r:id="rId17" imgW="10918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5833645" y="2039848"/>
                          <a:ext cx="10922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FACB9866-6A29-4C68-89C3-3E67F15EE4A3}"/>
                </a:ext>
              </a:extLst>
            </p:cNvPr>
            <p:cNvGrpSpPr/>
            <p:nvPr/>
          </p:nvGrpSpPr>
          <p:grpSpPr>
            <a:xfrm>
              <a:off x="1043608" y="1980466"/>
              <a:ext cx="7655266" cy="461665"/>
              <a:chOff x="1254972" y="2414848"/>
              <a:chExt cx="7655266" cy="461665"/>
            </a:xfrm>
          </p:grpSpPr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22B621EF-3AE1-4F7E-873A-71B8902ECEB5}"/>
                  </a:ext>
                </a:extLst>
              </p:cNvPr>
              <p:cNvSpPr/>
              <p:nvPr/>
            </p:nvSpPr>
            <p:spPr>
              <a:xfrm>
                <a:off x="1254972" y="2414848"/>
                <a:ext cx="7547667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zh-CN" sz="2400" b="1" dirty="0">
                    <a:ea typeface="楷体" panose="02010609060101010101" pitchFamily="49" charset="-122"/>
                    <a:cs typeface="Times New Roman" panose="02020603050405020304" pitchFamily="18" charset="0"/>
                  </a:rPr>
                  <a:t>由题目条件及罗尔定理可得，存在</a:t>
                </a:r>
                <a:r>
                  <a:rPr lang="en-US" altLang="zh-CN" sz="2400" b="1" dirty="0">
                    <a:ea typeface="楷体" panose="02010609060101010101" pitchFamily="49" charset="-122"/>
                    <a:cs typeface="Times New Roman" panose="02020603050405020304" pitchFamily="18" charset="0"/>
                  </a:rPr>
                  <a:t>                  </a:t>
                </a:r>
                <a:r>
                  <a:rPr lang="zh-CN" altLang="en-US" sz="2400" b="1" dirty="0">
                    <a:ea typeface="楷体" panose="02010609060101010101" pitchFamily="49" charset="-122"/>
                    <a:cs typeface="Times New Roman" panose="02020603050405020304" pitchFamily="18" charset="0"/>
                  </a:rPr>
                  <a:t>使得</a:t>
                </a:r>
                <a:endParaRPr lang="zh-CN" altLang="en-US" sz="2400" b="1" dirty="0"/>
              </a:p>
            </p:txBody>
          </p:sp>
          <p:graphicFrame>
            <p:nvGraphicFramePr>
              <p:cNvPr id="16" name="对象 15">
                <a:extLst>
                  <a:ext uri="{FF2B5EF4-FFF2-40B4-BE49-F238E27FC236}">
                    <a16:creationId xmlns:a16="http://schemas.microsoft.com/office/drawing/2014/main" id="{89F2BC6D-82A7-425C-8DB6-AF52DBAD9F3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515993049"/>
                  </p:ext>
                </p:extLst>
              </p:nvPr>
            </p:nvGraphicFramePr>
            <p:xfrm>
              <a:off x="7729138" y="2449117"/>
              <a:ext cx="1181100" cy="355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4082" name="Equation" r:id="rId19" imgW="1180800" imgH="355320" progId="Equation.DSMT4">
                      <p:embed/>
                    </p:oleObj>
                  </mc:Choice>
                  <mc:Fallback>
                    <p:oleObj name="Equation" r:id="rId19" imgW="1180800" imgH="35532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7729138" y="2449117"/>
                            <a:ext cx="1181100" cy="3556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B6C6C13F-C41E-4C42-9E7E-E72C5E2FB5A2}"/>
              </a:ext>
            </a:extLst>
          </p:cNvPr>
          <p:cNvGrpSpPr/>
          <p:nvPr/>
        </p:nvGrpSpPr>
        <p:grpSpPr>
          <a:xfrm>
            <a:off x="384199" y="2059721"/>
            <a:ext cx="2022625" cy="461665"/>
            <a:chOff x="384199" y="2059721"/>
            <a:chExt cx="2022625" cy="461665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EBA519EF-5182-43A1-A6D5-A6DB5413CE23}"/>
                </a:ext>
              </a:extLst>
            </p:cNvPr>
            <p:cNvSpPr/>
            <p:nvPr/>
          </p:nvSpPr>
          <p:spPr>
            <a:xfrm>
              <a:off x="384199" y="2059721"/>
              <a:ext cx="99703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任取</a:t>
              </a:r>
              <a:endParaRPr lang="zh-CN" altLang="en-US" dirty="0"/>
            </a:p>
          </p:txBody>
        </p:sp>
        <p:graphicFrame>
          <p:nvGraphicFramePr>
            <p:cNvPr id="20" name="对象 19">
              <a:extLst>
                <a:ext uri="{FF2B5EF4-FFF2-40B4-BE49-F238E27FC236}">
                  <a16:creationId xmlns:a16="http://schemas.microsoft.com/office/drawing/2014/main" id="{6003B7C5-872A-4694-9B29-307744B1C35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24859745"/>
                </p:ext>
              </p:extLst>
            </p:nvPr>
          </p:nvGraphicFramePr>
          <p:xfrm>
            <a:off x="1187624" y="2105069"/>
            <a:ext cx="12192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4083" name="Equation" r:id="rId21" imgW="1218960" imgH="380880" progId="Equation.DSMT4">
                    <p:embed/>
                  </p:oleObj>
                </mc:Choice>
                <mc:Fallback>
                  <p:oleObj name="Equation" r:id="rId21" imgW="121896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1187624" y="2105069"/>
                          <a:ext cx="12192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8C6EF3C2-F568-4B29-B928-42F7DC97BE80}"/>
              </a:ext>
            </a:extLst>
          </p:cNvPr>
          <p:cNvGrpSpPr/>
          <p:nvPr/>
        </p:nvGrpSpPr>
        <p:grpSpPr>
          <a:xfrm>
            <a:off x="2424004" y="2021362"/>
            <a:ext cx="6459061" cy="461665"/>
            <a:chOff x="2424004" y="2021362"/>
            <a:chExt cx="6459061" cy="461665"/>
          </a:xfrm>
        </p:grpSpPr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1103261B-010F-46D0-93E8-9D6E6AEC0E12}"/>
                </a:ext>
              </a:extLst>
            </p:cNvPr>
            <p:cNvSpPr/>
            <p:nvPr/>
          </p:nvSpPr>
          <p:spPr>
            <a:xfrm>
              <a:off x="2424004" y="2021362"/>
              <a:ext cx="4185761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zh-CN" sz="2400" b="1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由拉格朗日中值定理得，存在</a:t>
              </a:r>
              <a:endParaRPr lang="zh-CN" altLang="en-US" sz="2400" b="1" dirty="0"/>
            </a:p>
          </p:txBody>
        </p:sp>
        <p:graphicFrame>
          <p:nvGraphicFramePr>
            <p:cNvPr id="22" name="对象 21">
              <a:extLst>
                <a:ext uri="{FF2B5EF4-FFF2-40B4-BE49-F238E27FC236}">
                  <a16:creationId xmlns:a16="http://schemas.microsoft.com/office/drawing/2014/main" id="{DC770296-FF57-493B-BF16-01C1A64148F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98960942"/>
                </p:ext>
              </p:extLst>
            </p:nvPr>
          </p:nvGraphicFramePr>
          <p:xfrm>
            <a:off x="6609765" y="2083473"/>
            <a:ext cx="22733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4084" name="Equation" r:id="rId23" imgW="2273040" imgH="380880" progId="Equation.DSMT4">
                    <p:embed/>
                  </p:oleObj>
                </mc:Choice>
                <mc:Fallback>
                  <p:oleObj name="Equation" r:id="rId23" imgW="227304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6609765" y="2083473"/>
                          <a:ext cx="22733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3" name="矩形 22">
            <a:extLst>
              <a:ext uri="{FF2B5EF4-FFF2-40B4-BE49-F238E27FC236}">
                <a16:creationId xmlns:a16="http://schemas.microsoft.com/office/drawing/2014/main" id="{C0FAF6C2-94A0-4D38-ACB5-89CE0A3D4415}"/>
              </a:ext>
            </a:extLst>
          </p:cNvPr>
          <p:cNvSpPr/>
          <p:nvPr/>
        </p:nvSpPr>
        <p:spPr>
          <a:xfrm>
            <a:off x="393209" y="2698376"/>
            <a:ext cx="99703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使得</a:t>
            </a:r>
            <a:endParaRPr lang="zh-CN" altLang="en-US" dirty="0"/>
          </a:p>
        </p:txBody>
      </p:sp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DADA9599-A3AA-415C-B56F-1C4B9C5FD8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059125"/>
              </p:ext>
            </p:extLst>
          </p:nvPr>
        </p:nvGraphicFramePr>
        <p:xfrm>
          <a:off x="2003529" y="2575424"/>
          <a:ext cx="37846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085" name="Equation" r:id="rId25" imgW="3784320" imgH="812520" progId="Equation.DSMT4">
                  <p:embed/>
                </p:oleObj>
              </mc:Choice>
              <mc:Fallback>
                <p:oleObj name="Equation" r:id="rId25" imgW="378432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2003529" y="2575424"/>
                        <a:ext cx="37846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3" name="组合 32">
            <a:extLst>
              <a:ext uri="{FF2B5EF4-FFF2-40B4-BE49-F238E27FC236}">
                <a16:creationId xmlns:a16="http://schemas.microsoft.com/office/drawing/2014/main" id="{17042E51-AEEB-4F22-973A-928B72A84E59}"/>
              </a:ext>
            </a:extLst>
          </p:cNvPr>
          <p:cNvGrpSpPr/>
          <p:nvPr/>
        </p:nvGrpSpPr>
        <p:grpSpPr>
          <a:xfrm>
            <a:off x="573777" y="3388223"/>
            <a:ext cx="5214352" cy="475319"/>
            <a:chOff x="573777" y="3388223"/>
            <a:chExt cx="5214352" cy="475319"/>
          </a:xfrm>
        </p:grpSpPr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CFB70246-9057-4511-8DBF-45523D08F76D}"/>
                </a:ext>
              </a:extLst>
            </p:cNvPr>
            <p:cNvSpPr/>
            <p:nvPr/>
          </p:nvSpPr>
          <p:spPr>
            <a:xfrm>
              <a:off x="573777" y="3388224"/>
              <a:ext cx="646331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en-US" altLang="zh-CN" sz="2400" dirty="0">
                  <a:solidFill>
                    <a:prstClr val="black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(1)</a:t>
              </a:r>
              <a:endParaRPr lang="zh-CN" altLang="en-US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B26B5F22-70F5-4C6F-B522-864476EDDA8B}"/>
                </a:ext>
              </a:extLst>
            </p:cNvPr>
            <p:cNvSpPr/>
            <p:nvPr/>
          </p:nvSpPr>
          <p:spPr>
            <a:xfrm>
              <a:off x="1109359" y="3388224"/>
              <a:ext cx="438305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/>
              <a:r>
                <a:rPr lang="zh-CN" altLang="en-US" sz="2400" b="1" dirty="0">
                  <a:solidFill>
                    <a:prstClr val="black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若</a:t>
              </a:r>
              <a:endParaRPr lang="zh-CN" altLang="en-US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29" name="对象 28">
              <a:extLst>
                <a:ext uri="{FF2B5EF4-FFF2-40B4-BE49-F238E27FC236}">
                  <a16:creationId xmlns:a16="http://schemas.microsoft.com/office/drawing/2014/main" id="{CF834F06-38DC-45DE-817C-21BD0AFA571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31515493"/>
                </p:ext>
              </p:extLst>
            </p:nvPr>
          </p:nvGraphicFramePr>
          <p:xfrm>
            <a:off x="1524051" y="3468889"/>
            <a:ext cx="12573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4086" name="Equation" r:id="rId27" imgW="1257120" imgH="380880" progId="Equation.DSMT4">
                    <p:embed/>
                  </p:oleObj>
                </mc:Choice>
                <mc:Fallback>
                  <p:oleObj name="Equation" r:id="rId27" imgW="125712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1524051" y="3468889"/>
                          <a:ext cx="12573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E9BD7BD6-EF32-4C9D-ADC4-181FAA44844A}"/>
                </a:ext>
              </a:extLst>
            </p:cNvPr>
            <p:cNvSpPr/>
            <p:nvPr/>
          </p:nvSpPr>
          <p:spPr>
            <a:xfrm>
              <a:off x="2811872" y="3401877"/>
              <a:ext cx="438305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/>
              <a:r>
                <a:rPr lang="zh-CN" altLang="en-US" sz="2400" b="1" dirty="0">
                  <a:solidFill>
                    <a:prstClr val="black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取</a:t>
              </a:r>
              <a:endParaRPr lang="zh-CN" altLang="en-US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1" name="对象 30">
              <a:extLst>
                <a:ext uri="{FF2B5EF4-FFF2-40B4-BE49-F238E27FC236}">
                  <a16:creationId xmlns:a16="http://schemas.microsoft.com/office/drawing/2014/main" id="{C45EC9B9-54AE-46DF-BCBF-A1626944193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92745878"/>
                </p:ext>
              </p:extLst>
            </p:nvPr>
          </p:nvGraphicFramePr>
          <p:xfrm>
            <a:off x="3187886" y="3477579"/>
            <a:ext cx="7239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4087" name="Equation" r:id="rId29" imgW="723600" imgH="330120" progId="Equation.DSMT4">
                    <p:embed/>
                  </p:oleObj>
                </mc:Choice>
                <mc:Fallback>
                  <p:oleObj name="Equation" r:id="rId29" imgW="72360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0"/>
                        <a:stretch>
                          <a:fillRect/>
                        </a:stretch>
                      </p:blipFill>
                      <p:spPr>
                        <a:xfrm>
                          <a:off x="3187886" y="3477579"/>
                          <a:ext cx="7239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BA654BED-3777-4F09-A157-2216255FA879}"/>
                </a:ext>
              </a:extLst>
            </p:cNvPr>
            <p:cNvSpPr/>
            <p:nvPr/>
          </p:nvSpPr>
          <p:spPr>
            <a:xfrm>
              <a:off x="3887553" y="3388223"/>
              <a:ext cx="190057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/>
              <a:r>
                <a:rPr lang="zh-CN" altLang="en-US" sz="2400" b="1" dirty="0">
                  <a:solidFill>
                    <a:prstClr val="black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结论成立；</a:t>
              </a:r>
              <a:endParaRPr lang="zh-CN" altLang="en-US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FDDEB51B-C1E3-4D89-8A97-EE30A551A9B2}"/>
              </a:ext>
            </a:extLst>
          </p:cNvPr>
          <p:cNvGrpSpPr/>
          <p:nvPr/>
        </p:nvGrpSpPr>
        <p:grpSpPr>
          <a:xfrm>
            <a:off x="568558" y="3926961"/>
            <a:ext cx="6506592" cy="812800"/>
            <a:chOff x="568558" y="3926961"/>
            <a:chExt cx="6506592" cy="812800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135075C0-91B4-4C8D-B7BD-A01491B87A5F}"/>
                </a:ext>
              </a:extLst>
            </p:cNvPr>
            <p:cNvSpPr/>
            <p:nvPr/>
          </p:nvSpPr>
          <p:spPr>
            <a:xfrm>
              <a:off x="568558" y="4106918"/>
              <a:ext cx="646331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en-US" altLang="zh-CN" sz="2400" dirty="0">
                  <a:solidFill>
                    <a:prstClr val="black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(2)</a:t>
              </a:r>
              <a:endParaRPr lang="zh-CN" altLang="en-US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AA0B77B6-E087-4821-BA1F-3138751769BF}"/>
                </a:ext>
              </a:extLst>
            </p:cNvPr>
            <p:cNvSpPr/>
            <p:nvPr/>
          </p:nvSpPr>
          <p:spPr>
            <a:xfrm>
              <a:off x="1120931" y="4062196"/>
              <a:ext cx="438305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/>
              <a:r>
                <a:rPr lang="zh-CN" altLang="en-US" sz="2400" b="1" dirty="0">
                  <a:solidFill>
                    <a:prstClr val="black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若</a:t>
              </a:r>
              <a:endParaRPr lang="zh-CN" altLang="en-US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6" name="对象 35">
              <a:extLst>
                <a:ext uri="{FF2B5EF4-FFF2-40B4-BE49-F238E27FC236}">
                  <a16:creationId xmlns:a16="http://schemas.microsoft.com/office/drawing/2014/main" id="{DCC835F8-859C-4A83-A13D-6813B84B1AA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90066083"/>
                </p:ext>
              </p:extLst>
            </p:nvPr>
          </p:nvGraphicFramePr>
          <p:xfrm>
            <a:off x="1523754" y="4142861"/>
            <a:ext cx="12573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4088" name="Equation" r:id="rId31" imgW="1257120" imgH="380880" progId="Equation.DSMT4">
                    <p:embed/>
                  </p:oleObj>
                </mc:Choice>
                <mc:Fallback>
                  <p:oleObj name="Equation" r:id="rId31" imgW="125712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2"/>
                        <a:stretch>
                          <a:fillRect/>
                        </a:stretch>
                      </p:blipFill>
                      <p:spPr>
                        <a:xfrm>
                          <a:off x="1523754" y="4142861"/>
                          <a:ext cx="12573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DD205472-3967-4CBD-9704-7F032AD50110}"/>
                </a:ext>
              </a:extLst>
            </p:cNvPr>
            <p:cNvSpPr/>
            <p:nvPr/>
          </p:nvSpPr>
          <p:spPr>
            <a:xfrm>
              <a:off x="2781055" y="4066473"/>
              <a:ext cx="85484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/>
              <a:r>
                <a:rPr lang="zh-CN" altLang="en-US" sz="2400" b="1" dirty="0">
                  <a:solidFill>
                    <a:prstClr val="black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由于</a:t>
              </a:r>
              <a:endParaRPr lang="zh-CN" altLang="en-US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8" name="对象 37">
              <a:extLst>
                <a:ext uri="{FF2B5EF4-FFF2-40B4-BE49-F238E27FC236}">
                  <a16:creationId xmlns:a16="http://schemas.microsoft.com/office/drawing/2014/main" id="{898F5BCA-0CF1-4AE8-92F4-330F230B618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36306269"/>
                </p:ext>
              </p:extLst>
            </p:nvPr>
          </p:nvGraphicFramePr>
          <p:xfrm>
            <a:off x="3487271" y="4142861"/>
            <a:ext cx="12192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4089" name="Equation" r:id="rId33" imgW="1218960" imgH="380880" progId="Equation.DSMT4">
                    <p:embed/>
                  </p:oleObj>
                </mc:Choice>
                <mc:Fallback>
                  <p:oleObj name="Equation" r:id="rId33" imgW="121896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4"/>
                        <a:stretch>
                          <a:fillRect/>
                        </a:stretch>
                      </p:blipFill>
                      <p:spPr>
                        <a:xfrm>
                          <a:off x="3487271" y="4142861"/>
                          <a:ext cx="12192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5DC3F08D-E881-4649-87FF-8DDE0D409188}"/>
                </a:ext>
              </a:extLst>
            </p:cNvPr>
            <p:cNvSpPr/>
            <p:nvPr/>
          </p:nvSpPr>
          <p:spPr>
            <a:xfrm>
              <a:off x="4685398" y="4071926"/>
              <a:ext cx="85484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/>
              <a:r>
                <a:rPr lang="zh-CN" altLang="en-US" sz="2400" b="1" dirty="0">
                  <a:solidFill>
                    <a:prstClr val="black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故</a:t>
              </a:r>
              <a:endParaRPr lang="zh-CN" altLang="en-US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0" name="对象 39">
              <a:extLst>
                <a:ext uri="{FF2B5EF4-FFF2-40B4-BE49-F238E27FC236}">
                  <a16:creationId xmlns:a16="http://schemas.microsoft.com/office/drawing/2014/main" id="{73E80A92-9817-4EFB-80C7-ADD06B2D7A4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32578703"/>
                </p:ext>
              </p:extLst>
            </p:nvPr>
          </p:nvGraphicFramePr>
          <p:xfrm>
            <a:off x="5220950" y="3926961"/>
            <a:ext cx="1854200" cy="812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4090" name="Equation" r:id="rId35" imgW="1854000" imgH="812520" progId="Equation.DSMT4">
                    <p:embed/>
                  </p:oleObj>
                </mc:Choice>
                <mc:Fallback>
                  <p:oleObj name="Equation" r:id="rId35" imgW="1854000" imgH="8125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6"/>
                        <a:stretch>
                          <a:fillRect/>
                        </a:stretch>
                      </p:blipFill>
                      <p:spPr>
                        <a:xfrm>
                          <a:off x="5220950" y="3926961"/>
                          <a:ext cx="1854200" cy="812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340365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3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4BE26A80-8FA7-457D-AFE1-2F188CCC2A9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2381670"/>
              </p:ext>
            </p:extLst>
          </p:nvPr>
        </p:nvGraphicFramePr>
        <p:xfrm>
          <a:off x="1691680" y="88955"/>
          <a:ext cx="42672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940" name="Equation" r:id="rId3" imgW="4267080" imgH="812520" progId="Equation.DSMT4">
                  <p:embed/>
                </p:oleObj>
              </mc:Choice>
              <mc:Fallback>
                <p:oleObj name="Equation" r:id="rId3" imgW="426708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91680" y="88955"/>
                        <a:ext cx="42672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6A36E8CC-5C7E-4BF0-86FE-196213B9C33D}"/>
              </a:ext>
            </a:extLst>
          </p:cNvPr>
          <p:cNvSpPr/>
          <p:nvPr/>
        </p:nvSpPr>
        <p:spPr>
          <a:xfrm>
            <a:off x="755576" y="227438"/>
            <a:ext cx="85484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24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endParaRPr lang="zh-CN" altLang="en-US" b="1" dirty="0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7891C541-F168-4C3D-B4D7-68568158B22F}"/>
              </a:ext>
            </a:extLst>
          </p:cNvPr>
          <p:cNvGrpSpPr/>
          <p:nvPr/>
        </p:nvGrpSpPr>
        <p:grpSpPr>
          <a:xfrm>
            <a:off x="658233" y="939830"/>
            <a:ext cx="7860332" cy="461665"/>
            <a:chOff x="658233" y="939830"/>
            <a:chExt cx="7860332" cy="461665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0F7ED84C-AB1D-4CE2-ACAA-3F4156EAB963}"/>
                </a:ext>
              </a:extLst>
            </p:cNvPr>
            <p:cNvSpPr/>
            <p:nvPr/>
          </p:nvSpPr>
          <p:spPr>
            <a:xfrm>
              <a:off x="658233" y="939830"/>
              <a:ext cx="691276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zh-CN" sz="2400" b="1" dirty="0">
                  <a:solidFill>
                    <a:srgbClr val="000000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由导函数介值定理（达布定理）得</a:t>
              </a:r>
              <a:r>
                <a:rPr lang="zh-CN" altLang="en-US" sz="2400" b="1" dirty="0">
                  <a:solidFill>
                    <a:srgbClr val="000000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，存在</a:t>
              </a:r>
              <a:endPara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AF2E84F5-7E29-46E8-BF2E-79E9F76D837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51808931"/>
                </p:ext>
              </p:extLst>
            </p:nvPr>
          </p:nvGraphicFramePr>
          <p:xfrm>
            <a:off x="6346865" y="1020495"/>
            <a:ext cx="21717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4941" name="Equation" r:id="rId5" imgW="2171520" imgH="380880" progId="Equation.DSMT4">
                    <p:embed/>
                  </p:oleObj>
                </mc:Choice>
                <mc:Fallback>
                  <p:oleObj name="Equation" r:id="rId5" imgW="217152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6346865" y="1020495"/>
                          <a:ext cx="21717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ADA7A5F2-E461-4A8D-AFD8-8210B317D91C}"/>
              </a:ext>
            </a:extLst>
          </p:cNvPr>
          <p:cNvGrpSpPr/>
          <p:nvPr/>
        </p:nvGrpSpPr>
        <p:grpSpPr>
          <a:xfrm>
            <a:off x="582562" y="1489667"/>
            <a:ext cx="5376318" cy="482873"/>
            <a:chOff x="582562" y="1489667"/>
            <a:chExt cx="5376318" cy="482873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DACB5FE3-24BA-42E1-A9C8-AFDBDC79B35D}"/>
                </a:ext>
              </a:extLst>
            </p:cNvPr>
            <p:cNvSpPr/>
            <p:nvPr/>
          </p:nvSpPr>
          <p:spPr>
            <a:xfrm>
              <a:off x="582562" y="1510875"/>
              <a:ext cx="49404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srgbClr val="000000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或</a:t>
              </a:r>
              <a:endParaRPr lang="zh-CN" altLang="en-US" dirty="0"/>
            </a:p>
          </p:txBody>
        </p:sp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064BAC4B-5069-4D90-9A00-8E5F7C5687B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86752967"/>
                </p:ext>
              </p:extLst>
            </p:nvPr>
          </p:nvGraphicFramePr>
          <p:xfrm>
            <a:off x="1076473" y="1551207"/>
            <a:ext cx="21717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4942" name="Equation" r:id="rId7" imgW="2171520" imgH="380880" progId="Equation.DSMT4">
                    <p:embed/>
                  </p:oleObj>
                </mc:Choice>
                <mc:Fallback>
                  <p:oleObj name="Equation" r:id="rId7" imgW="217152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076473" y="1551207"/>
                          <a:ext cx="21717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831C58F8-17E3-40C8-A6AE-CDCFC3DB8318}"/>
                </a:ext>
              </a:extLst>
            </p:cNvPr>
            <p:cNvSpPr/>
            <p:nvPr/>
          </p:nvSpPr>
          <p:spPr>
            <a:xfrm>
              <a:off x="3445320" y="1489667"/>
              <a:ext cx="820267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srgbClr val="000000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使得</a:t>
              </a:r>
              <a:endParaRPr lang="zh-CN" altLang="en-US" dirty="0"/>
            </a:p>
          </p:txBody>
        </p:sp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7F7E2235-DEF3-445C-A151-DC8BA03E826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99080789"/>
                </p:ext>
              </p:extLst>
            </p:nvPr>
          </p:nvGraphicFramePr>
          <p:xfrm>
            <a:off x="4193580" y="1529999"/>
            <a:ext cx="17653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4943" name="Equation" r:id="rId9" imgW="1765080" imgH="380880" progId="Equation.DSMT4">
                    <p:embed/>
                  </p:oleObj>
                </mc:Choice>
                <mc:Fallback>
                  <p:oleObj name="Equation" r:id="rId9" imgW="176508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4193580" y="1529999"/>
                          <a:ext cx="17653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87112446-7184-43D6-8348-1D9B04D73A45}"/>
              </a:ext>
            </a:extLst>
          </p:cNvPr>
          <p:cNvGrpSpPr/>
          <p:nvPr/>
        </p:nvGrpSpPr>
        <p:grpSpPr>
          <a:xfrm>
            <a:off x="658233" y="2012872"/>
            <a:ext cx="6506592" cy="812800"/>
            <a:chOff x="568558" y="3926961"/>
            <a:chExt cx="6506592" cy="812800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B8B06B8A-C862-4ED8-97B3-1DC86C0995E4}"/>
                </a:ext>
              </a:extLst>
            </p:cNvPr>
            <p:cNvSpPr/>
            <p:nvPr/>
          </p:nvSpPr>
          <p:spPr>
            <a:xfrm>
              <a:off x="568558" y="4106918"/>
              <a:ext cx="646331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en-US" altLang="zh-CN" sz="2400" dirty="0">
                  <a:solidFill>
                    <a:prstClr val="black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(3)</a:t>
              </a:r>
              <a:endParaRPr lang="zh-CN" altLang="en-US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6517E218-FE9C-4A46-AA8C-1D6ECD6B5081}"/>
                </a:ext>
              </a:extLst>
            </p:cNvPr>
            <p:cNvSpPr/>
            <p:nvPr/>
          </p:nvSpPr>
          <p:spPr>
            <a:xfrm>
              <a:off x="1120931" y="4062196"/>
              <a:ext cx="438305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/>
              <a:r>
                <a:rPr lang="zh-CN" altLang="en-US" sz="2400" b="1" dirty="0">
                  <a:solidFill>
                    <a:prstClr val="black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若</a:t>
              </a:r>
              <a:endParaRPr lang="zh-CN" altLang="en-US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887749F0-6426-41CB-8C56-AED3C053443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2912390"/>
                </p:ext>
              </p:extLst>
            </p:nvPr>
          </p:nvGraphicFramePr>
          <p:xfrm>
            <a:off x="1523754" y="4142861"/>
            <a:ext cx="12573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4944" name="Equation" r:id="rId11" imgW="1257120" imgH="380880" progId="Equation.DSMT4">
                    <p:embed/>
                  </p:oleObj>
                </mc:Choice>
                <mc:Fallback>
                  <p:oleObj name="Equation" r:id="rId11" imgW="1257120" imgH="380880" progId="Equation.DSMT4">
                    <p:embed/>
                    <p:pic>
                      <p:nvPicPr>
                        <p:cNvPr id="36" name="对象 35">
                          <a:extLst>
                            <a:ext uri="{FF2B5EF4-FFF2-40B4-BE49-F238E27FC236}">
                              <a16:creationId xmlns:a16="http://schemas.microsoft.com/office/drawing/2014/main" id="{DCC835F8-859C-4A83-A13D-6813B84B1AA6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523754" y="4142861"/>
                          <a:ext cx="12573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C942812D-EF59-471A-9136-DE8727FACBA0}"/>
                </a:ext>
              </a:extLst>
            </p:cNvPr>
            <p:cNvSpPr/>
            <p:nvPr/>
          </p:nvSpPr>
          <p:spPr>
            <a:xfrm>
              <a:off x="2781055" y="4066473"/>
              <a:ext cx="85484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/>
              <a:r>
                <a:rPr lang="zh-CN" altLang="en-US" sz="2400" b="1" dirty="0">
                  <a:solidFill>
                    <a:prstClr val="black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由于</a:t>
              </a:r>
              <a:endParaRPr lang="zh-CN" altLang="en-US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3CEB9F98-FF53-4E71-82AA-E07614ECD00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8419787"/>
                </p:ext>
              </p:extLst>
            </p:nvPr>
          </p:nvGraphicFramePr>
          <p:xfrm>
            <a:off x="3487271" y="4142861"/>
            <a:ext cx="12192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4945" name="Equation" r:id="rId13" imgW="1218960" imgH="380880" progId="Equation.DSMT4">
                    <p:embed/>
                  </p:oleObj>
                </mc:Choice>
                <mc:Fallback>
                  <p:oleObj name="Equation" r:id="rId13" imgW="1218960" imgH="380880" progId="Equation.DSMT4">
                    <p:embed/>
                    <p:pic>
                      <p:nvPicPr>
                        <p:cNvPr id="38" name="对象 37">
                          <a:extLst>
                            <a:ext uri="{FF2B5EF4-FFF2-40B4-BE49-F238E27FC236}">
                              <a16:creationId xmlns:a16="http://schemas.microsoft.com/office/drawing/2014/main" id="{898F5BCA-0CF1-4AE8-92F4-330F230B618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3487271" y="4142861"/>
                          <a:ext cx="12192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FB37DF72-F351-4AAD-B14E-FE3C391A300B}"/>
                </a:ext>
              </a:extLst>
            </p:cNvPr>
            <p:cNvSpPr/>
            <p:nvPr/>
          </p:nvSpPr>
          <p:spPr>
            <a:xfrm>
              <a:off x="4685398" y="4071926"/>
              <a:ext cx="85484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/>
              <a:r>
                <a:rPr lang="zh-CN" altLang="en-US" sz="2400" b="1" dirty="0">
                  <a:solidFill>
                    <a:prstClr val="black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故</a:t>
              </a:r>
              <a:endParaRPr lang="zh-CN" altLang="en-US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5E7207FB-E5E4-4262-B610-85D8CE45544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95913996"/>
                </p:ext>
              </p:extLst>
            </p:nvPr>
          </p:nvGraphicFramePr>
          <p:xfrm>
            <a:off x="5220950" y="3926961"/>
            <a:ext cx="1854200" cy="812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4946" name="Equation" r:id="rId15" imgW="1854000" imgH="812520" progId="Equation.DSMT4">
                    <p:embed/>
                  </p:oleObj>
                </mc:Choice>
                <mc:Fallback>
                  <p:oleObj name="Equation" r:id="rId15" imgW="1854000" imgH="812520" progId="Equation.DSMT4">
                    <p:embed/>
                    <p:pic>
                      <p:nvPicPr>
                        <p:cNvPr id="40" name="对象 39">
                          <a:extLst>
                            <a:ext uri="{FF2B5EF4-FFF2-40B4-BE49-F238E27FC236}">
                              <a16:creationId xmlns:a16="http://schemas.microsoft.com/office/drawing/2014/main" id="{73E80A92-9817-4EFB-80C7-ADD06B2D7A4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5220950" y="3926961"/>
                          <a:ext cx="1854200" cy="812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EEA36391-7266-4596-95C9-53ACC6007D4D}"/>
              </a:ext>
            </a:extLst>
          </p:cNvPr>
          <p:cNvGrpSpPr/>
          <p:nvPr/>
        </p:nvGrpSpPr>
        <p:grpSpPr>
          <a:xfrm>
            <a:off x="755576" y="2649901"/>
            <a:ext cx="4864142" cy="812800"/>
            <a:chOff x="755576" y="2649901"/>
            <a:chExt cx="4864142" cy="812800"/>
          </a:xfrm>
        </p:grpSpPr>
        <p:graphicFrame>
          <p:nvGraphicFramePr>
            <p:cNvPr id="20" name="对象 19">
              <a:extLst>
                <a:ext uri="{FF2B5EF4-FFF2-40B4-BE49-F238E27FC236}">
                  <a16:creationId xmlns:a16="http://schemas.microsoft.com/office/drawing/2014/main" id="{60A6CC80-4226-462B-8093-3CD4D3082B2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97305481"/>
                </p:ext>
              </p:extLst>
            </p:nvPr>
          </p:nvGraphicFramePr>
          <p:xfrm>
            <a:off x="1339818" y="2649901"/>
            <a:ext cx="4279900" cy="812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4947" name="Equation" r:id="rId17" imgW="4279680" imgH="812520" progId="Equation.DSMT4">
                    <p:embed/>
                  </p:oleObj>
                </mc:Choice>
                <mc:Fallback>
                  <p:oleObj name="Equation" r:id="rId17" imgW="4279680" imgH="8125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1339818" y="2649901"/>
                          <a:ext cx="4279900" cy="812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5A5ACB9F-D964-435C-91E9-BB649F3CF326}"/>
                </a:ext>
              </a:extLst>
            </p:cNvPr>
            <p:cNvSpPr/>
            <p:nvPr/>
          </p:nvSpPr>
          <p:spPr>
            <a:xfrm>
              <a:off x="755576" y="2796129"/>
              <a:ext cx="85484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/>
              <a:r>
                <a:rPr lang="zh-CN" altLang="en-US" sz="2400" b="1" dirty="0">
                  <a:solidFill>
                    <a:prstClr val="black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故</a:t>
              </a:r>
              <a:endParaRPr lang="zh-CN" altLang="en-US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A9E5BE24-10DB-4505-967B-5702C1833419}"/>
              </a:ext>
            </a:extLst>
          </p:cNvPr>
          <p:cNvGrpSpPr/>
          <p:nvPr/>
        </p:nvGrpSpPr>
        <p:grpSpPr>
          <a:xfrm>
            <a:off x="730055" y="3505369"/>
            <a:ext cx="7860332" cy="461665"/>
            <a:chOff x="730055" y="3505369"/>
            <a:chExt cx="7860332" cy="461665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7AF11217-B722-40C0-B927-7159FDF091FF}"/>
                </a:ext>
              </a:extLst>
            </p:cNvPr>
            <p:cNvSpPr/>
            <p:nvPr/>
          </p:nvSpPr>
          <p:spPr>
            <a:xfrm>
              <a:off x="730055" y="3505369"/>
              <a:ext cx="691276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zh-CN" sz="2400" b="1" dirty="0">
                  <a:solidFill>
                    <a:srgbClr val="000000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由导函数介值定理（达布定理）得</a:t>
              </a:r>
              <a:r>
                <a:rPr lang="zh-CN" altLang="en-US" sz="2400" b="1" dirty="0">
                  <a:solidFill>
                    <a:srgbClr val="000000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，存在</a:t>
              </a:r>
              <a:endPara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graphicFrame>
          <p:nvGraphicFramePr>
            <p:cNvPr id="23" name="对象 22">
              <a:extLst>
                <a:ext uri="{FF2B5EF4-FFF2-40B4-BE49-F238E27FC236}">
                  <a16:creationId xmlns:a16="http://schemas.microsoft.com/office/drawing/2014/main" id="{E7ED24EF-DBF1-438E-B658-500353BDD89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69000924"/>
                </p:ext>
              </p:extLst>
            </p:nvPr>
          </p:nvGraphicFramePr>
          <p:xfrm>
            <a:off x="6418687" y="3586034"/>
            <a:ext cx="21717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4948" name="Equation" r:id="rId19" imgW="2171520" imgH="380880" progId="Equation.DSMT4">
                    <p:embed/>
                  </p:oleObj>
                </mc:Choice>
                <mc:Fallback>
                  <p:oleObj name="Equation" r:id="rId19" imgW="2171520" imgH="380880" progId="Equation.DSMT4">
                    <p:embed/>
                    <p:pic>
                      <p:nvPicPr>
                        <p:cNvPr id="5" name="对象 4">
                          <a:extLst>
                            <a:ext uri="{FF2B5EF4-FFF2-40B4-BE49-F238E27FC236}">
                              <a16:creationId xmlns:a16="http://schemas.microsoft.com/office/drawing/2014/main" id="{AF2E84F5-7E29-46E8-BF2E-79E9F76D837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6418687" y="3586034"/>
                          <a:ext cx="21717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7B0D7C93-71CE-489C-AFAF-C98DF372563A}"/>
              </a:ext>
            </a:extLst>
          </p:cNvPr>
          <p:cNvGrpSpPr/>
          <p:nvPr/>
        </p:nvGrpSpPr>
        <p:grpSpPr>
          <a:xfrm>
            <a:off x="654384" y="4055206"/>
            <a:ext cx="5376318" cy="482873"/>
            <a:chOff x="654384" y="4055206"/>
            <a:chExt cx="5376318" cy="482873"/>
          </a:xfrm>
        </p:grpSpPr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4FE4DBAC-725E-44CC-873A-BB83B5AF2C5C}"/>
                </a:ext>
              </a:extLst>
            </p:cNvPr>
            <p:cNvSpPr/>
            <p:nvPr/>
          </p:nvSpPr>
          <p:spPr>
            <a:xfrm>
              <a:off x="654384" y="4076414"/>
              <a:ext cx="49404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srgbClr val="000000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或</a:t>
              </a:r>
              <a:endParaRPr lang="zh-CN" altLang="en-US" dirty="0"/>
            </a:p>
          </p:txBody>
        </p:sp>
        <p:graphicFrame>
          <p:nvGraphicFramePr>
            <p:cNvPr id="25" name="对象 24">
              <a:extLst>
                <a:ext uri="{FF2B5EF4-FFF2-40B4-BE49-F238E27FC236}">
                  <a16:creationId xmlns:a16="http://schemas.microsoft.com/office/drawing/2014/main" id="{AC36066F-E46D-4856-8539-60E002DE661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30388943"/>
                </p:ext>
              </p:extLst>
            </p:nvPr>
          </p:nvGraphicFramePr>
          <p:xfrm>
            <a:off x="1148295" y="4116746"/>
            <a:ext cx="21717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4949" name="Equation" r:id="rId20" imgW="2171520" imgH="380880" progId="Equation.DSMT4">
                    <p:embed/>
                  </p:oleObj>
                </mc:Choice>
                <mc:Fallback>
                  <p:oleObj name="Equation" r:id="rId20" imgW="2171520" imgH="380880" progId="Equation.DSMT4">
                    <p:embed/>
                    <p:pic>
                      <p:nvPicPr>
                        <p:cNvPr id="7" name="对象 6">
                          <a:extLst>
                            <a:ext uri="{FF2B5EF4-FFF2-40B4-BE49-F238E27FC236}">
                              <a16:creationId xmlns:a16="http://schemas.microsoft.com/office/drawing/2014/main" id="{064BAC4B-5069-4D90-9A00-8E5F7C5687B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148295" y="4116746"/>
                          <a:ext cx="21717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3F9D8B06-311F-48B0-96E5-60A3C9851872}"/>
                </a:ext>
              </a:extLst>
            </p:cNvPr>
            <p:cNvSpPr/>
            <p:nvPr/>
          </p:nvSpPr>
          <p:spPr>
            <a:xfrm>
              <a:off x="3517142" y="4055206"/>
              <a:ext cx="820267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srgbClr val="000000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使得</a:t>
              </a:r>
              <a:endParaRPr lang="zh-CN" altLang="en-US" dirty="0"/>
            </a:p>
          </p:txBody>
        </p:sp>
        <p:graphicFrame>
          <p:nvGraphicFramePr>
            <p:cNvPr id="27" name="对象 26">
              <a:extLst>
                <a:ext uri="{FF2B5EF4-FFF2-40B4-BE49-F238E27FC236}">
                  <a16:creationId xmlns:a16="http://schemas.microsoft.com/office/drawing/2014/main" id="{ED924B5E-2E54-4066-B938-F391C4A4D68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88941402"/>
                </p:ext>
              </p:extLst>
            </p:nvPr>
          </p:nvGraphicFramePr>
          <p:xfrm>
            <a:off x="4265402" y="4095538"/>
            <a:ext cx="17653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4950" name="Equation" r:id="rId21" imgW="1765080" imgH="380880" progId="Equation.DSMT4">
                    <p:embed/>
                  </p:oleObj>
                </mc:Choice>
                <mc:Fallback>
                  <p:oleObj name="Equation" r:id="rId21" imgW="1765080" imgH="380880" progId="Equation.DSMT4">
                    <p:embed/>
                    <p:pic>
                      <p:nvPicPr>
                        <p:cNvPr id="9" name="对象 8">
                          <a:extLst>
                            <a:ext uri="{FF2B5EF4-FFF2-40B4-BE49-F238E27FC236}">
                              <a16:creationId xmlns:a16="http://schemas.microsoft.com/office/drawing/2014/main" id="{7F7E2235-DEF3-445C-A151-DC8BA03E826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4265402" y="4095538"/>
                          <a:ext cx="17653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2E7DBDC8-2A80-4684-B0F6-3FEB45FE7226}"/>
              </a:ext>
            </a:extLst>
          </p:cNvPr>
          <p:cNvGrpSpPr/>
          <p:nvPr/>
        </p:nvGrpSpPr>
        <p:grpSpPr>
          <a:xfrm>
            <a:off x="783185" y="4575813"/>
            <a:ext cx="6058345" cy="461665"/>
            <a:chOff x="783185" y="4575813"/>
            <a:chExt cx="6058345" cy="461665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09A8F4EE-5AC6-441D-9473-2949B29ED17B}"/>
                </a:ext>
              </a:extLst>
            </p:cNvPr>
            <p:cNvSpPr/>
            <p:nvPr/>
          </p:nvSpPr>
          <p:spPr>
            <a:xfrm>
              <a:off x="783185" y="4575813"/>
              <a:ext cx="452744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/>
              <a:r>
                <a:rPr lang="zh-CN" altLang="en-US" sz="2400" b="1" dirty="0">
                  <a:solidFill>
                    <a:prstClr val="black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综上所述，存在         使得</a:t>
              </a:r>
              <a:endParaRPr lang="zh-CN" altLang="en-US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29" name="对象 28">
              <a:extLst>
                <a:ext uri="{FF2B5EF4-FFF2-40B4-BE49-F238E27FC236}">
                  <a16:creationId xmlns:a16="http://schemas.microsoft.com/office/drawing/2014/main" id="{2F49B369-0C46-4042-80BC-F669D8B48BF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84954045"/>
                </p:ext>
              </p:extLst>
            </p:nvPr>
          </p:nvGraphicFramePr>
          <p:xfrm>
            <a:off x="3063280" y="4662289"/>
            <a:ext cx="1130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4951" name="Equation" r:id="rId22" imgW="1130040" imgH="342720" progId="Equation.DSMT4">
                    <p:embed/>
                  </p:oleObj>
                </mc:Choice>
                <mc:Fallback>
                  <p:oleObj name="Equation" r:id="rId22" imgW="113004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3063280" y="4662289"/>
                          <a:ext cx="1130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" name="对象 29">
              <a:extLst>
                <a:ext uri="{FF2B5EF4-FFF2-40B4-BE49-F238E27FC236}">
                  <a16:creationId xmlns:a16="http://schemas.microsoft.com/office/drawing/2014/main" id="{349EC4DC-7FAF-4AED-91F4-74A324DA845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55034381"/>
                </p:ext>
              </p:extLst>
            </p:nvPr>
          </p:nvGraphicFramePr>
          <p:xfrm>
            <a:off x="5076230" y="4605042"/>
            <a:ext cx="17653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4952" name="Equation" r:id="rId24" imgW="1765080" imgH="380880" progId="Equation.DSMT4">
                    <p:embed/>
                  </p:oleObj>
                </mc:Choice>
                <mc:Fallback>
                  <p:oleObj name="Equation" r:id="rId24" imgW="1765080" imgH="380880" progId="Equation.DSMT4">
                    <p:embed/>
                    <p:pic>
                      <p:nvPicPr>
                        <p:cNvPr id="27" name="对象 26">
                          <a:extLst>
                            <a:ext uri="{FF2B5EF4-FFF2-40B4-BE49-F238E27FC236}">
                              <a16:creationId xmlns:a16="http://schemas.microsoft.com/office/drawing/2014/main" id="{ED924B5E-2E54-4066-B938-F391C4A4D68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5076230" y="4605042"/>
                          <a:ext cx="17653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046246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8771</TotalTime>
  <Words>606</Words>
  <Application>Microsoft Office PowerPoint</Application>
  <PresentationFormat>全屏显示(16:9)</PresentationFormat>
  <Paragraphs>185</Paragraphs>
  <Slides>35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45" baseType="lpstr">
      <vt:lpstr>楷体</vt:lpstr>
      <vt:lpstr>隶书</vt:lpstr>
      <vt:lpstr>宋体</vt:lpstr>
      <vt:lpstr>微软雅黑</vt:lpstr>
      <vt:lpstr>Arial</vt:lpstr>
      <vt:lpstr>Calibri</vt:lpstr>
      <vt:lpstr>Times New Roman</vt:lpstr>
      <vt:lpstr>Wingdings</vt:lpstr>
      <vt:lpstr>Office 主题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Administrator</dc:creator>
  <cp:lastModifiedBy>郭 晓峰</cp:lastModifiedBy>
  <cp:revision>935</cp:revision>
  <dcterms:created xsi:type="dcterms:W3CDTF">2018-09-27T06:48:00Z</dcterms:created>
  <dcterms:modified xsi:type="dcterms:W3CDTF">2023-11-05T18:34:42Z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2052-11.1.0.8597</vt:lpwstr>
  </property>
</Properties>
</file>