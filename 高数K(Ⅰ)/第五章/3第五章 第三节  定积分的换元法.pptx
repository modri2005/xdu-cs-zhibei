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386" r:id="rId2"/>
    <p:sldId id="401" r:id="rId3"/>
    <p:sldId id="684" r:id="rId4"/>
    <p:sldId id="662" r:id="rId5"/>
    <p:sldId id="663" r:id="rId6"/>
    <p:sldId id="667" r:id="rId7"/>
    <p:sldId id="674" r:id="rId8"/>
    <p:sldId id="675" r:id="rId9"/>
    <p:sldId id="664" r:id="rId10"/>
    <p:sldId id="338" r:id="rId11"/>
    <p:sldId id="378" r:id="rId12"/>
    <p:sldId id="322" r:id="rId13"/>
    <p:sldId id="356" r:id="rId14"/>
    <p:sldId id="263" r:id="rId15"/>
    <p:sldId id="671" r:id="rId16"/>
    <p:sldId id="379" r:id="rId17"/>
    <p:sldId id="317" r:id="rId18"/>
    <p:sldId id="334" r:id="rId19"/>
    <p:sldId id="395" r:id="rId20"/>
    <p:sldId id="381" r:id="rId21"/>
    <p:sldId id="397" r:id="rId22"/>
    <p:sldId id="343" r:id="rId23"/>
    <p:sldId id="399" r:id="rId24"/>
    <p:sldId id="337" r:id="rId25"/>
    <p:sldId id="389" r:id="rId26"/>
    <p:sldId id="390" r:id="rId27"/>
    <p:sldId id="342" r:id="rId28"/>
    <p:sldId id="672" r:id="rId29"/>
    <p:sldId id="673" r:id="rId30"/>
    <p:sldId id="680" r:id="rId31"/>
    <p:sldId id="270" r:id="rId32"/>
    <p:sldId id="391" r:id="rId33"/>
    <p:sldId id="279" r:id="rId34"/>
    <p:sldId id="280" r:id="rId35"/>
    <p:sldId id="373" r:id="rId36"/>
    <p:sldId id="329" r:id="rId37"/>
    <p:sldId id="392" r:id="rId38"/>
    <p:sldId id="393" r:id="rId39"/>
    <p:sldId id="394" r:id="rId40"/>
    <p:sldId id="676" r:id="rId41"/>
    <p:sldId id="677" r:id="rId42"/>
    <p:sldId id="678" r:id="rId43"/>
    <p:sldId id="679" r:id="rId44"/>
    <p:sldId id="380" r:id="rId45"/>
    <p:sldId id="685" r:id="rId46"/>
    <p:sldId id="686" r:id="rId47"/>
    <p:sldId id="382" r:id="rId48"/>
    <p:sldId id="681" r:id="rId49"/>
    <p:sldId id="682" r:id="rId50"/>
    <p:sldId id="383" r:id="rId51"/>
    <p:sldId id="384" r:id="rId52"/>
    <p:sldId id="385" r:id="rId53"/>
    <p:sldId id="400" r:id="rId54"/>
    <p:sldId id="666" r:id="rId55"/>
    <p:sldId id="669" r:id="rId56"/>
    <p:sldId id="330" r:id="rId5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86" userDrawn="1">
          <p15:clr>
            <a:srgbClr val="A4A3A4"/>
          </p15:clr>
        </p15:guide>
        <p15:guide id="2" pos="793" userDrawn="1">
          <p15:clr>
            <a:srgbClr val="A4A3A4"/>
          </p15:clr>
        </p15:guide>
        <p15:guide id="3" pos="2744" userDrawn="1">
          <p15:clr>
            <a:srgbClr val="A4A3A4"/>
          </p15:clr>
        </p15:guide>
        <p15:guide id="4" pos="2980" userDrawn="1">
          <p15:clr>
            <a:srgbClr val="A4A3A4"/>
          </p15:clr>
        </p15:guide>
        <p15:guide id="5" pos="3084" userDrawn="1">
          <p15:clr>
            <a:srgbClr val="A4A3A4"/>
          </p15:clr>
        </p15:guide>
        <p15:guide id="6" orient="horz" pos="1053" userDrawn="1">
          <p15:clr>
            <a:srgbClr val="A4A3A4"/>
          </p15:clr>
        </p15:guide>
        <p15:guide id="7" orient="horz" pos="6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CCA104"/>
    <a:srgbClr val="FFD03B"/>
    <a:srgbClr val="75FBF5"/>
    <a:srgbClr val="AFFFE4"/>
    <a:srgbClr val="85FFD6"/>
    <a:srgbClr val="FFDC6D"/>
    <a:srgbClr val="99FF66"/>
    <a:srgbClr val="00FFFF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5" autoAdjust="0"/>
    <p:restoredTop sz="94660"/>
  </p:normalViewPr>
  <p:slideViewPr>
    <p:cSldViewPr>
      <p:cViewPr varScale="1">
        <p:scale>
          <a:sx n="135" d="100"/>
          <a:sy n="135" d="100"/>
        </p:scale>
        <p:origin x="120" y="162"/>
      </p:cViewPr>
      <p:guideLst>
        <p:guide orient="horz" pos="2686"/>
        <p:guide pos="793"/>
        <p:guide pos="2744"/>
        <p:guide pos="2980"/>
        <p:guide pos="3084"/>
        <p:guide orient="horz" pos="1053"/>
        <p:guide orient="horz" pos="62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51" d="100"/>
          <a:sy n="51" d="100"/>
        </p:scale>
        <p:origin x="2692" y="56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5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12" Type="http://schemas.openxmlformats.org/officeDocument/2006/relationships/image" Target="../media/image24.wmf"/><Relationship Id="rId17" Type="http://schemas.openxmlformats.org/officeDocument/2006/relationships/image" Target="../media/image29.wmf"/><Relationship Id="rId2" Type="http://schemas.openxmlformats.org/officeDocument/2006/relationships/image" Target="../media/image14.wmf"/><Relationship Id="rId16" Type="http://schemas.openxmlformats.org/officeDocument/2006/relationships/image" Target="../media/image28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11" Type="http://schemas.openxmlformats.org/officeDocument/2006/relationships/image" Target="../media/image23.wmf"/><Relationship Id="rId5" Type="http://schemas.openxmlformats.org/officeDocument/2006/relationships/image" Target="../media/image17.wmf"/><Relationship Id="rId15" Type="http://schemas.openxmlformats.org/officeDocument/2006/relationships/image" Target="../media/image27.wmf"/><Relationship Id="rId10" Type="http://schemas.openxmlformats.org/officeDocument/2006/relationships/image" Target="../media/image22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Relationship Id="rId14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42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12" Type="http://schemas.openxmlformats.org/officeDocument/2006/relationships/image" Target="../media/image41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11" Type="http://schemas.openxmlformats.org/officeDocument/2006/relationships/image" Target="../media/image40.wmf"/><Relationship Id="rId5" Type="http://schemas.openxmlformats.org/officeDocument/2006/relationships/image" Target="../media/image34.wmf"/><Relationship Id="rId10" Type="http://schemas.openxmlformats.org/officeDocument/2006/relationships/image" Target="../media/image39.wmf"/><Relationship Id="rId4" Type="http://schemas.openxmlformats.org/officeDocument/2006/relationships/image" Target="../media/image33.wmf"/><Relationship Id="rId9" Type="http://schemas.openxmlformats.org/officeDocument/2006/relationships/image" Target="../media/image3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image" Target="../media/image55.wmf"/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12" Type="http://schemas.openxmlformats.org/officeDocument/2006/relationships/image" Target="../media/image54.wmf"/><Relationship Id="rId17" Type="http://schemas.openxmlformats.org/officeDocument/2006/relationships/image" Target="../media/image59.wmf"/><Relationship Id="rId2" Type="http://schemas.openxmlformats.org/officeDocument/2006/relationships/image" Target="../media/image44.wmf"/><Relationship Id="rId16" Type="http://schemas.openxmlformats.org/officeDocument/2006/relationships/image" Target="../media/image58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11" Type="http://schemas.openxmlformats.org/officeDocument/2006/relationships/image" Target="../media/image53.wmf"/><Relationship Id="rId5" Type="http://schemas.openxmlformats.org/officeDocument/2006/relationships/image" Target="../media/image47.wmf"/><Relationship Id="rId15" Type="http://schemas.openxmlformats.org/officeDocument/2006/relationships/image" Target="../media/image57.wmf"/><Relationship Id="rId10" Type="http://schemas.openxmlformats.org/officeDocument/2006/relationships/image" Target="../media/image52.wmf"/><Relationship Id="rId4" Type="http://schemas.openxmlformats.org/officeDocument/2006/relationships/image" Target="../media/image46.wmf"/><Relationship Id="rId9" Type="http://schemas.openxmlformats.org/officeDocument/2006/relationships/image" Target="../media/image51.wmf"/><Relationship Id="rId14" Type="http://schemas.openxmlformats.org/officeDocument/2006/relationships/image" Target="../media/image5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5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4.wmf"/><Relationship Id="rId5" Type="http://schemas.openxmlformats.org/officeDocument/2006/relationships/image" Target="../media/image46.wmf"/><Relationship Id="rId4" Type="http://schemas.openxmlformats.org/officeDocument/2006/relationships/image" Target="../media/image6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image" Target="../media/image65.wmf"/><Relationship Id="rId2" Type="http://schemas.openxmlformats.org/officeDocument/2006/relationships/image" Target="../media/image66.wmf"/><Relationship Id="rId1" Type="http://schemas.openxmlformats.org/officeDocument/2006/relationships/image" Target="../media/image62.wmf"/><Relationship Id="rId6" Type="http://schemas.openxmlformats.org/officeDocument/2006/relationships/image" Target="../media/image69.wmf"/><Relationship Id="rId5" Type="http://schemas.openxmlformats.org/officeDocument/2006/relationships/image" Target="../media/image46.wmf"/><Relationship Id="rId4" Type="http://schemas.openxmlformats.org/officeDocument/2006/relationships/image" Target="../media/image6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Relationship Id="rId9" Type="http://schemas.openxmlformats.org/officeDocument/2006/relationships/image" Target="../media/image7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image" Target="../media/image86.wmf"/><Relationship Id="rId7" Type="http://schemas.openxmlformats.org/officeDocument/2006/relationships/image" Target="../media/image90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image" Target="../media/image94.wmf"/><Relationship Id="rId7" Type="http://schemas.openxmlformats.org/officeDocument/2006/relationships/image" Target="../media/image98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11" Type="http://schemas.openxmlformats.org/officeDocument/2006/relationships/image" Target="../media/image102.wmf"/><Relationship Id="rId5" Type="http://schemas.openxmlformats.org/officeDocument/2006/relationships/image" Target="../media/image96.wmf"/><Relationship Id="rId10" Type="http://schemas.openxmlformats.org/officeDocument/2006/relationships/image" Target="../media/image101.wmf"/><Relationship Id="rId4" Type="http://schemas.openxmlformats.org/officeDocument/2006/relationships/image" Target="../media/image95.wmf"/><Relationship Id="rId9" Type="http://schemas.openxmlformats.org/officeDocument/2006/relationships/image" Target="../media/image10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9" Type="http://schemas.openxmlformats.org/officeDocument/2006/relationships/image" Target="../media/image11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4" Type="http://schemas.openxmlformats.org/officeDocument/2006/relationships/image" Target="../media/image115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image" Target="../media/image128.wmf"/><Relationship Id="rId18" Type="http://schemas.openxmlformats.org/officeDocument/2006/relationships/image" Target="../media/image133.wmf"/><Relationship Id="rId3" Type="http://schemas.openxmlformats.org/officeDocument/2006/relationships/image" Target="../media/image118.wmf"/><Relationship Id="rId7" Type="http://schemas.openxmlformats.org/officeDocument/2006/relationships/image" Target="../media/image122.wmf"/><Relationship Id="rId12" Type="http://schemas.openxmlformats.org/officeDocument/2006/relationships/image" Target="../media/image127.wmf"/><Relationship Id="rId17" Type="http://schemas.openxmlformats.org/officeDocument/2006/relationships/image" Target="../media/image132.wmf"/><Relationship Id="rId2" Type="http://schemas.openxmlformats.org/officeDocument/2006/relationships/image" Target="../media/image117.wmf"/><Relationship Id="rId16" Type="http://schemas.openxmlformats.org/officeDocument/2006/relationships/image" Target="../media/image131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11" Type="http://schemas.openxmlformats.org/officeDocument/2006/relationships/image" Target="../media/image126.wmf"/><Relationship Id="rId5" Type="http://schemas.openxmlformats.org/officeDocument/2006/relationships/image" Target="../media/image120.wmf"/><Relationship Id="rId15" Type="http://schemas.openxmlformats.org/officeDocument/2006/relationships/image" Target="../media/image130.wmf"/><Relationship Id="rId10" Type="http://schemas.openxmlformats.org/officeDocument/2006/relationships/image" Target="../media/image125.wmf"/><Relationship Id="rId4" Type="http://schemas.openxmlformats.org/officeDocument/2006/relationships/image" Target="../media/image119.wmf"/><Relationship Id="rId9" Type="http://schemas.openxmlformats.org/officeDocument/2006/relationships/image" Target="../media/image124.wmf"/><Relationship Id="rId14" Type="http://schemas.openxmlformats.org/officeDocument/2006/relationships/image" Target="../media/image12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image" Target="../media/image136.wmf"/><Relationship Id="rId7" Type="http://schemas.openxmlformats.org/officeDocument/2006/relationships/image" Target="../media/image140.wmf"/><Relationship Id="rId12" Type="http://schemas.openxmlformats.org/officeDocument/2006/relationships/image" Target="../media/image145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6" Type="http://schemas.openxmlformats.org/officeDocument/2006/relationships/image" Target="../media/image139.wmf"/><Relationship Id="rId11" Type="http://schemas.openxmlformats.org/officeDocument/2006/relationships/image" Target="../media/image144.wmf"/><Relationship Id="rId5" Type="http://schemas.openxmlformats.org/officeDocument/2006/relationships/image" Target="../media/image138.wmf"/><Relationship Id="rId10" Type="http://schemas.openxmlformats.org/officeDocument/2006/relationships/image" Target="../media/image143.wmf"/><Relationship Id="rId4" Type="http://schemas.openxmlformats.org/officeDocument/2006/relationships/image" Target="../media/image137.wmf"/><Relationship Id="rId9" Type="http://schemas.openxmlformats.org/officeDocument/2006/relationships/image" Target="../media/image14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12" Type="http://schemas.openxmlformats.org/officeDocument/2006/relationships/image" Target="../media/image157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11" Type="http://schemas.openxmlformats.org/officeDocument/2006/relationships/image" Target="../media/image156.wmf"/><Relationship Id="rId5" Type="http://schemas.openxmlformats.org/officeDocument/2006/relationships/image" Target="../media/image150.wmf"/><Relationship Id="rId10" Type="http://schemas.openxmlformats.org/officeDocument/2006/relationships/image" Target="../media/image155.wmf"/><Relationship Id="rId4" Type="http://schemas.openxmlformats.org/officeDocument/2006/relationships/image" Target="../media/image149.wmf"/><Relationship Id="rId9" Type="http://schemas.openxmlformats.org/officeDocument/2006/relationships/image" Target="../media/image15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12" Type="http://schemas.openxmlformats.org/officeDocument/2006/relationships/image" Target="../media/image169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11" Type="http://schemas.openxmlformats.org/officeDocument/2006/relationships/image" Target="../media/image168.wmf"/><Relationship Id="rId5" Type="http://schemas.openxmlformats.org/officeDocument/2006/relationships/image" Target="../media/image162.wmf"/><Relationship Id="rId10" Type="http://schemas.openxmlformats.org/officeDocument/2006/relationships/image" Target="../media/image167.wmf"/><Relationship Id="rId4" Type="http://schemas.openxmlformats.org/officeDocument/2006/relationships/image" Target="../media/image161.wmf"/><Relationship Id="rId9" Type="http://schemas.openxmlformats.org/officeDocument/2006/relationships/image" Target="../media/image16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13" Type="http://schemas.openxmlformats.org/officeDocument/2006/relationships/image" Target="../media/image187.wmf"/><Relationship Id="rId3" Type="http://schemas.openxmlformats.org/officeDocument/2006/relationships/image" Target="../media/image177.wmf"/><Relationship Id="rId7" Type="http://schemas.openxmlformats.org/officeDocument/2006/relationships/image" Target="../media/image181.wmf"/><Relationship Id="rId12" Type="http://schemas.openxmlformats.org/officeDocument/2006/relationships/image" Target="../media/image186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80.wmf"/><Relationship Id="rId11" Type="http://schemas.openxmlformats.org/officeDocument/2006/relationships/image" Target="../media/image185.wmf"/><Relationship Id="rId5" Type="http://schemas.openxmlformats.org/officeDocument/2006/relationships/image" Target="../media/image179.wmf"/><Relationship Id="rId10" Type="http://schemas.openxmlformats.org/officeDocument/2006/relationships/image" Target="../media/image184.wmf"/><Relationship Id="rId4" Type="http://schemas.openxmlformats.org/officeDocument/2006/relationships/image" Target="../media/image178.wmf"/><Relationship Id="rId9" Type="http://schemas.openxmlformats.org/officeDocument/2006/relationships/image" Target="../media/image183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image" Target="../media/image199.wmf"/><Relationship Id="rId3" Type="http://schemas.openxmlformats.org/officeDocument/2006/relationships/image" Target="../media/image190.wmf"/><Relationship Id="rId7" Type="http://schemas.openxmlformats.org/officeDocument/2006/relationships/image" Target="../media/image194.wmf"/><Relationship Id="rId12" Type="http://schemas.openxmlformats.org/officeDocument/2006/relationships/image" Target="../media/image182.wmf"/><Relationship Id="rId17" Type="http://schemas.openxmlformats.org/officeDocument/2006/relationships/image" Target="../media/image202.wmf"/><Relationship Id="rId2" Type="http://schemas.openxmlformats.org/officeDocument/2006/relationships/image" Target="../media/image189.wmf"/><Relationship Id="rId16" Type="http://schemas.openxmlformats.org/officeDocument/2006/relationships/image" Target="../media/image201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11" Type="http://schemas.openxmlformats.org/officeDocument/2006/relationships/image" Target="../media/image198.wmf"/><Relationship Id="rId5" Type="http://schemas.openxmlformats.org/officeDocument/2006/relationships/image" Target="../media/image192.wmf"/><Relationship Id="rId15" Type="http://schemas.openxmlformats.org/officeDocument/2006/relationships/image" Target="../media/image200.wmf"/><Relationship Id="rId10" Type="http://schemas.openxmlformats.org/officeDocument/2006/relationships/image" Target="../media/image197.wmf"/><Relationship Id="rId4" Type="http://schemas.openxmlformats.org/officeDocument/2006/relationships/image" Target="../media/image191.wmf"/><Relationship Id="rId9" Type="http://schemas.openxmlformats.org/officeDocument/2006/relationships/image" Target="../media/image196.wmf"/><Relationship Id="rId14" Type="http://schemas.openxmlformats.org/officeDocument/2006/relationships/image" Target="../media/image18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3" Type="http://schemas.openxmlformats.org/officeDocument/2006/relationships/image" Target="../media/image205.wmf"/><Relationship Id="rId7" Type="http://schemas.openxmlformats.org/officeDocument/2006/relationships/image" Target="../media/image209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Relationship Id="rId6" Type="http://schemas.openxmlformats.org/officeDocument/2006/relationships/image" Target="../media/image208.wmf"/><Relationship Id="rId5" Type="http://schemas.openxmlformats.org/officeDocument/2006/relationships/image" Target="../media/image207.wmf"/><Relationship Id="rId4" Type="http://schemas.openxmlformats.org/officeDocument/2006/relationships/image" Target="../media/image206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3" Type="http://schemas.openxmlformats.org/officeDocument/2006/relationships/image" Target="../media/image216.wmf"/><Relationship Id="rId7" Type="http://schemas.openxmlformats.org/officeDocument/2006/relationships/image" Target="../media/image220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Relationship Id="rId9" Type="http://schemas.openxmlformats.org/officeDocument/2006/relationships/image" Target="../media/image22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wmf"/><Relationship Id="rId2" Type="http://schemas.openxmlformats.org/officeDocument/2006/relationships/image" Target="../media/image213.wmf"/><Relationship Id="rId1" Type="http://schemas.openxmlformats.org/officeDocument/2006/relationships/image" Target="../media/image212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13" Type="http://schemas.openxmlformats.org/officeDocument/2006/relationships/image" Target="../media/image236.wmf"/><Relationship Id="rId18" Type="http://schemas.openxmlformats.org/officeDocument/2006/relationships/image" Target="../media/image241.wmf"/><Relationship Id="rId3" Type="http://schemas.openxmlformats.org/officeDocument/2006/relationships/image" Target="../media/image226.wmf"/><Relationship Id="rId7" Type="http://schemas.openxmlformats.org/officeDocument/2006/relationships/image" Target="../media/image230.wmf"/><Relationship Id="rId12" Type="http://schemas.openxmlformats.org/officeDocument/2006/relationships/image" Target="../media/image235.wmf"/><Relationship Id="rId17" Type="http://schemas.openxmlformats.org/officeDocument/2006/relationships/image" Target="../media/image240.wmf"/><Relationship Id="rId2" Type="http://schemas.openxmlformats.org/officeDocument/2006/relationships/image" Target="../media/image225.wmf"/><Relationship Id="rId16" Type="http://schemas.openxmlformats.org/officeDocument/2006/relationships/image" Target="../media/image239.wmf"/><Relationship Id="rId1" Type="http://schemas.openxmlformats.org/officeDocument/2006/relationships/image" Target="../media/image224.wmf"/><Relationship Id="rId6" Type="http://schemas.openxmlformats.org/officeDocument/2006/relationships/image" Target="../media/image229.wmf"/><Relationship Id="rId11" Type="http://schemas.openxmlformats.org/officeDocument/2006/relationships/image" Target="../media/image234.wmf"/><Relationship Id="rId5" Type="http://schemas.openxmlformats.org/officeDocument/2006/relationships/image" Target="../media/image228.wmf"/><Relationship Id="rId15" Type="http://schemas.openxmlformats.org/officeDocument/2006/relationships/image" Target="../media/image238.wmf"/><Relationship Id="rId10" Type="http://schemas.openxmlformats.org/officeDocument/2006/relationships/image" Target="../media/image233.wmf"/><Relationship Id="rId4" Type="http://schemas.openxmlformats.org/officeDocument/2006/relationships/image" Target="../media/image227.wmf"/><Relationship Id="rId9" Type="http://schemas.openxmlformats.org/officeDocument/2006/relationships/image" Target="../media/image232.wmf"/><Relationship Id="rId14" Type="http://schemas.openxmlformats.org/officeDocument/2006/relationships/image" Target="../media/image23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wmf"/><Relationship Id="rId2" Type="http://schemas.openxmlformats.org/officeDocument/2006/relationships/image" Target="../media/image212.wmf"/><Relationship Id="rId1" Type="http://schemas.openxmlformats.org/officeDocument/2006/relationships/image" Target="../media/image242.wmf"/><Relationship Id="rId5" Type="http://schemas.openxmlformats.org/officeDocument/2006/relationships/image" Target="../media/image245.wmf"/><Relationship Id="rId4" Type="http://schemas.openxmlformats.org/officeDocument/2006/relationships/image" Target="../media/image24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wmf"/><Relationship Id="rId2" Type="http://schemas.openxmlformats.org/officeDocument/2006/relationships/image" Target="../media/image212.wmf"/><Relationship Id="rId1" Type="http://schemas.openxmlformats.org/officeDocument/2006/relationships/image" Target="../media/image246.wmf"/><Relationship Id="rId5" Type="http://schemas.openxmlformats.org/officeDocument/2006/relationships/image" Target="../media/image248.wmf"/><Relationship Id="rId4" Type="http://schemas.openxmlformats.org/officeDocument/2006/relationships/image" Target="../media/image247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wmf"/><Relationship Id="rId2" Type="http://schemas.openxmlformats.org/officeDocument/2006/relationships/image" Target="../media/image250.wmf"/><Relationship Id="rId1" Type="http://schemas.openxmlformats.org/officeDocument/2006/relationships/image" Target="../media/image249.wmf"/><Relationship Id="rId4" Type="http://schemas.openxmlformats.org/officeDocument/2006/relationships/image" Target="../media/image252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3" Type="http://schemas.openxmlformats.org/officeDocument/2006/relationships/image" Target="../media/image255.wmf"/><Relationship Id="rId7" Type="http://schemas.openxmlformats.org/officeDocument/2006/relationships/image" Target="../media/image259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Relationship Id="rId6" Type="http://schemas.openxmlformats.org/officeDocument/2006/relationships/image" Target="../media/image258.wmf"/><Relationship Id="rId5" Type="http://schemas.openxmlformats.org/officeDocument/2006/relationships/image" Target="../media/image257.wmf"/><Relationship Id="rId4" Type="http://schemas.openxmlformats.org/officeDocument/2006/relationships/image" Target="../media/image256.wmf"/><Relationship Id="rId9" Type="http://schemas.openxmlformats.org/officeDocument/2006/relationships/image" Target="../media/image261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13" Type="http://schemas.openxmlformats.org/officeDocument/2006/relationships/image" Target="../media/image273.wmf"/><Relationship Id="rId3" Type="http://schemas.openxmlformats.org/officeDocument/2006/relationships/image" Target="../media/image264.wmf"/><Relationship Id="rId7" Type="http://schemas.openxmlformats.org/officeDocument/2006/relationships/image" Target="../media/image267.wmf"/><Relationship Id="rId12" Type="http://schemas.openxmlformats.org/officeDocument/2006/relationships/image" Target="../media/image272.wmf"/><Relationship Id="rId2" Type="http://schemas.openxmlformats.org/officeDocument/2006/relationships/image" Target="../media/image263.wmf"/><Relationship Id="rId16" Type="http://schemas.openxmlformats.org/officeDocument/2006/relationships/image" Target="../media/image276.wmf"/><Relationship Id="rId1" Type="http://schemas.openxmlformats.org/officeDocument/2006/relationships/image" Target="../media/image262.wmf"/><Relationship Id="rId6" Type="http://schemas.openxmlformats.org/officeDocument/2006/relationships/image" Target="../media/image266.wmf"/><Relationship Id="rId11" Type="http://schemas.openxmlformats.org/officeDocument/2006/relationships/image" Target="../media/image271.wmf"/><Relationship Id="rId5" Type="http://schemas.openxmlformats.org/officeDocument/2006/relationships/image" Target="../media/image182.wmf"/><Relationship Id="rId15" Type="http://schemas.openxmlformats.org/officeDocument/2006/relationships/image" Target="../media/image275.wmf"/><Relationship Id="rId10" Type="http://schemas.openxmlformats.org/officeDocument/2006/relationships/image" Target="../media/image270.wmf"/><Relationship Id="rId4" Type="http://schemas.openxmlformats.org/officeDocument/2006/relationships/image" Target="../media/image265.wmf"/><Relationship Id="rId9" Type="http://schemas.openxmlformats.org/officeDocument/2006/relationships/image" Target="../media/image269.wmf"/><Relationship Id="rId14" Type="http://schemas.openxmlformats.org/officeDocument/2006/relationships/image" Target="../media/image274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image" Target="../media/image289.wmf"/><Relationship Id="rId3" Type="http://schemas.openxmlformats.org/officeDocument/2006/relationships/image" Target="../media/image279.wmf"/><Relationship Id="rId7" Type="http://schemas.openxmlformats.org/officeDocument/2006/relationships/image" Target="../media/image283.wmf"/><Relationship Id="rId12" Type="http://schemas.openxmlformats.org/officeDocument/2006/relationships/image" Target="../media/image288.wmf"/><Relationship Id="rId2" Type="http://schemas.openxmlformats.org/officeDocument/2006/relationships/image" Target="../media/image278.wmf"/><Relationship Id="rId1" Type="http://schemas.openxmlformats.org/officeDocument/2006/relationships/image" Target="../media/image277.wmf"/><Relationship Id="rId6" Type="http://schemas.openxmlformats.org/officeDocument/2006/relationships/image" Target="../media/image282.wmf"/><Relationship Id="rId11" Type="http://schemas.openxmlformats.org/officeDocument/2006/relationships/image" Target="../media/image287.wmf"/><Relationship Id="rId5" Type="http://schemas.openxmlformats.org/officeDocument/2006/relationships/image" Target="../media/image281.wmf"/><Relationship Id="rId10" Type="http://schemas.openxmlformats.org/officeDocument/2006/relationships/image" Target="../media/image286.wmf"/><Relationship Id="rId4" Type="http://schemas.openxmlformats.org/officeDocument/2006/relationships/image" Target="../media/image280.wmf"/><Relationship Id="rId9" Type="http://schemas.openxmlformats.org/officeDocument/2006/relationships/image" Target="../media/image285.wmf"/><Relationship Id="rId14" Type="http://schemas.openxmlformats.org/officeDocument/2006/relationships/image" Target="../media/image290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wmf"/><Relationship Id="rId13" Type="http://schemas.openxmlformats.org/officeDocument/2006/relationships/image" Target="../media/image303.wmf"/><Relationship Id="rId3" Type="http://schemas.openxmlformats.org/officeDocument/2006/relationships/image" Target="../media/image293.wmf"/><Relationship Id="rId7" Type="http://schemas.openxmlformats.org/officeDocument/2006/relationships/image" Target="../media/image297.wmf"/><Relationship Id="rId12" Type="http://schemas.openxmlformats.org/officeDocument/2006/relationships/image" Target="../media/image302.wmf"/><Relationship Id="rId2" Type="http://schemas.openxmlformats.org/officeDocument/2006/relationships/image" Target="../media/image292.wmf"/><Relationship Id="rId1" Type="http://schemas.openxmlformats.org/officeDocument/2006/relationships/image" Target="../media/image291.wmf"/><Relationship Id="rId6" Type="http://schemas.openxmlformats.org/officeDocument/2006/relationships/image" Target="../media/image296.wmf"/><Relationship Id="rId11" Type="http://schemas.openxmlformats.org/officeDocument/2006/relationships/image" Target="../media/image301.wmf"/><Relationship Id="rId5" Type="http://schemas.openxmlformats.org/officeDocument/2006/relationships/image" Target="../media/image295.wmf"/><Relationship Id="rId15" Type="http://schemas.openxmlformats.org/officeDocument/2006/relationships/image" Target="../media/image305.wmf"/><Relationship Id="rId10" Type="http://schemas.openxmlformats.org/officeDocument/2006/relationships/image" Target="../media/image300.wmf"/><Relationship Id="rId4" Type="http://schemas.openxmlformats.org/officeDocument/2006/relationships/image" Target="../media/image294.wmf"/><Relationship Id="rId9" Type="http://schemas.openxmlformats.org/officeDocument/2006/relationships/image" Target="../media/image299.wmf"/><Relationship Id="rId14" Type="http://schemas.openxmlformats.org/officeDocument/2006/relationships/image" Target="../media/image304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wmf"/><Relationship Id="rId3" Type="http://schemas.openxmlformats.org/officeDocument/2006/relationships/image" Target="../media/image308.wmf"/><Relationship Id="rId7" Type="http://schemas.openxmlformats.org/officeDocument/2006/relationships/image" Target="../media/image312.wmf"/><Relationship Id="rId2" Type="http://schemas.openxmlformats.org/officeDocument/2006/relationships/image" Target="../media/image307.wmf"/><Relationship Id="rId1" Type="http://schemas.openxmlformats.org/officeDocument/2006/relationships/image" Target="../media/image306.wmf"/><Relationship Id="rId6" Type="http://schemas.openxmlformats.org/officeDocument/2006/relationships/image" Target="../media/image311.wmf"/><Relationship Id="rId5" Type="http://schemas.openxmlformats.org/officeDocument/2006/relationships/image" Target="../media/image310.wmf"/><Relationship Id="rId4" Type="http://schemas.openxmlformats.org/officeDocument/2006/relationships/image" Target="../media/image309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3" Type="http://schemas.openxmlformats.org/officeDocument/2006/relationships/image" Target="../media/image316.wmf"/><Relationship Id="rId7" Type="http://schemas.openxmlformats.org/officeDocument/2006/relationships/image" Target="../media/image320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4" Type="http://schemas.openxmlformats.org/officeDocument/2006/relationships/image" Target="../media/image317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wmf"/><Relationship Id="rId2" Type="http://schemas.openxmlformats.org/officeDocument/2006/relationships/image" Target="../media/image322.wmf"/><Relationship Id="rId1" Type="http://schemas.openxmlformats.org/officeDocument/2006/relationships/image" Target="../media/image319.wmf"/><Relationship Id="rId5" Type="http://schemas.openxmlformats.org/officeDocument/2006/relationships/image" Target="../media/image321.wmf"/><Relationship Id="rId4" Type="http://schemas.openxmlformats.org/officeDocument/2006/relationships/image" Target="../media/image320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wmf"/><Relationship Id="rId7" Type="http://schemas.openxmlformats.org/officeDocument/2006/relationships/image" Target="../media/image329.wmf"/><Relationship Id="rId2" Type="http://schemas.openxmlformats.org/officeDocument/2006/relationships/image" Target="../media/image324.wmf"/><Relationship Id="rId1" Type="http://schemas.openxmlformats.org/officeDocument/2006/relationships/image" Target="../media/image316.wmf"/><Relationship Id="rId6" Type="http://schemas.openxmlformats.org/officeDocument/2006/relationships/image" Target="../media/image328.wmf"/><Relationship Id="rId5" Type="http://schemas.openxmlformats.org/officeDocument/2006/relationships/image" Target="../media/image327.wmf"/><Relationship Id="rId4" Type="http://schemas.openxmlformats.org/officeDocument/2006/relationships/image" Target="../media/image326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2.wmf"/><Relationship Id="rId2" Type="http://schemas.openxmlformats.org/officeDocument/2006/relationships/image" Target="../media/image331.wmf"/><Relationship Id="rId1" Type="http://schemas.openxmlformats.org/officeDocument/2006/relationships/image" Target="../media/image330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wmf"/><Relationship Id="rId2" Type="http://schemas.openxmlformats.org/officeDocument/2006/relationships/image" Target="../media/image334.wmf"/><Relationship Id="rId1" Type="http://schemas.openxmlformats.org/officeDocument/2006/relationships/image" Target="../media/image333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wmf"/><Relationship Id="rId13" Type="http://schemas.openxmlformats.org/officeDocument/2006/relationships/image" Target="../media/image348.wmf"/><Relationship Id="rId3" Type="http://schemas.openxmlformats.org/officeDocument/2006/relationships/image" Target="../media/image338.wmf"/><Relationship Id="rId7" Type="http://schemas.openxmlformats.org/officeDocument/2006/relationships/image" Target="../media/image342.wmf"/><Relationship Id="rId12" Type="http://schemas.openxmlformats.org/officeDocument/2006/relationships/image" Target="../media/image347.wmf"/><Relationship Id="rId2" Type="http://schemas.openxmlformats.org/officeDocument/2006/relationships/image" Target="../media/image337.wmf"/><Relationship Id="rId1" Type="http://schemas.openxmlformats.org/officeDocument/2006/relationships/image" Target="../media/image336.wmf"/><Relationship Id="rId6" Type="http://schemas.openxmlformats.org/officeDocument/2006/relationships/image" Target="../media/image341.wmf"/><Relationship Id="rId11" Type="http://schemas.openxmlformats.org/officeDocument/2006/relationships/image" Target="../media/image346.wmf"/><Relationship Id="rId5" Type="http://schemas.openxmlformats.org/officeDocument/2006/relationships/image" Target="../media/image340.wmf"/><Relationship Id="rId10" Type="http://schemas.openxmlformats.org/officeDocument/2006/relationships/image" Target="../media/image345.wmf"/><Relationship Id="rId4" Type="http://schemas.openxmlformats.org/officeDocument/2006/relationships/image" Target="../media/image339.wmf"/><Relationship Id="rId9" Type="http://schemas.openxmlformats.org/officeDocument/2006/relationships/image" Target="../media/image344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wmf"/><Relationship Id="rId2" Type="http://schemas.openxmlformats.org/officeDocument/2006/relationships/image" Target="../media/image350.wmf"/><Relationship Id="rId1" Type="http://schemas.openxmlformats.org/officeDocument/2006/relationships/image" Target="../media/image349.wmf"/><Relationship Id="rId5" Type="http://schemas.openxmlformats.org/officeDocument/2006/relationships/image" Target="../media/image353.wmf"/><Relationship Id="rId4" Type="http://schemas.openxmlformats.org/officeDocument/2006/relationships/image" Target="../media/image352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wmf"/><Relationship Id="rId3" Type="http://schemas.openxmlformats.org/officeDocument/2006/relationships/image" Target="../media/image356.wmf"/><Relationship Id="rId7" Type="http://schemas.openxmlformats.org/officeDocument/2006/relationships/image" Target="../media/image360.wmf"/><Relationship Id="rId2" Type="http://schemas.openxmlformats.org/officeDocument/2006/relationships/image" Target="../media/image355.wmf"/><Relationship Id="rId1" Type="http://schemas.openxmlformats.org/officeDocument/2006/relationships/image" Target="../media/image354.wmf"/><Relationship Id="rId6" Type="http://schemas.openxmlformats.org/officeDocument/2006/relationships/image" Target="../media/image359.wmf"/><Relationship Id="rId5" Type="http://schemas.openxmlformats.org/officeDocument/2006/relationships/image" Target="../media/image358.wmf"/><Relationship Id="rId4" Type="http://schemas.openxmlformats.org/officeDocument/2006/relationships/image" Target="../media/image357.wmf"/><Relationship Id="rId9" Type="http://schemas.openxmlformats.org/officeDocument/2006/relationships/image" Target="../media/image362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wmf"/><Relationship Id="rId13" Type="http://schemas.openxmlformats.org/officeDocument/2006/relationships/image" Target="../media/image375.wmf"/><Relationship Id="rId3" Type="http://schemas.openxmlformats.org/officeDocument/2006/relationships/image" Target="../media/image365.wmf"/><Relationship Id="rId7" Type="http://schemas.openxmlformats.org/officeDocument/2006/relationships/image" Target="../media/image369.wmf"/><Relationship Id="rId12" Type="http://schemas.openxmlformats.org/officeDocument/2006/relationships/image" Target="../media/image374.wmf"/><Relationship Id="rId2" Type="http://schemas.openxmlformats.org/officeDocument/2006/relationships/image" Target="../media/image364.wmf"/><Relationship Id="rId1" Type="http://schemas.openxmlformats.org/officeDocument/2006/relationships/image" Target="../media/image363.wmf"/><Relationship Id="rId6" Type="http://schemas.openxmlformats.org/officeDocument/2006/relationships/image" Target="../media/image368.wmf"/><Relationship Id="rId11" Type="http://schemas.openxmlformats.org/officeDocument/2006/relationships/image" Target="../media/image373.wmf"/><Relationship Id="rId5" Type="http://schemas.openxmlformats.org/officeDocument/2006/relationships/image" Target="../media/image367.wmf"/><Relationship Id="rId10" Type="http://schemas.openxmlformats.org/officeDocument/2006/relationships/image" Target="../media/image372.wmf"/><Relationship Id="rId4" Type="http://schemas.openxmlformats.org/officeDocument/2006/relationships/image" Target="../media/image366.wmf"/><Relationship Id="rId9" Type="http://schemas.openxmlformats.org/officeDocument/2006/relationships/image" Target="../media/image371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7.wmf"/><Relationship Id="rId1" Type="http://schemas.openxmlformats.org/officeDocument/2006/relationships/image" Target="../media/image376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8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wmf"/><Relationship Id="rId13" Type="http://schemas.openxmlformats.org/officeDocument/2006/relationships/image" Target="../media/image389.wmf"/><Relationship Id="rId3" Type="http://schemas.openxmlformats.org/officeDocument/2006/relationships/image" Target="../media/image381.wmf"/><Relationship Id="rId7" Type="http://schemas.openxmlformats.org/officeDocument/2006/relationships/image" Target="../media/image383.wmf"/><Relationship Id="rId12" Type="http://schemas.openxmlformats.org/officeDocument/2006/relationships/image" Target="../media/image388.wmf"/><Relationship Id="rId2" Type="http://schemas.openxmlformats.org/officeDocument/2006/relationships/image" Target="../media/image380.wmf"/><Relationship Id="rId1" Type="http://schemas.openxmlformats.org/officeDocument/2006/relationships/image" Target="../media/image379.wmf"/><Relationship Id="rId6" Type="http://schemas.openxmlformats.org/officeDocument/2006/relationships/image" Target="../media/image266.wmf"/><Relationship Id="rId11" Type="http://schemas.openxmlformats.org/officeDocument/2006/relationships/image" Target="../media/image387.wmf"/><Relationship Id="rId5" Type="http://schemas.openxmlformats.org/officeDocument/2006/relationships/image" Target="../media/image182.wmf"/><Relationship Id="rId10" Type="http://schemas.openxmlformats.org/officeDocument/2006/relationships/image" Target="../media/image386.wmf"/><Relationship Id="rId4" Type="http://schemas.openxmlformats.org/officeDocument/2006/relationships/image" Target="../media/image382.wmf"/><Relationship Id="rId9" Type="http://schemas.openxmlformats.org/officeDocument/2006/relationships/image" Target="../media/image385.wmf"/><Relationship Id="rId14" Type="http://schemas.openxmlformats.org/officeDocument/2006/relationships/image" Target="../media/image390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3.wmf"/><Relationship Id="rId2" Type="http://schemas.openxmlformats.org/officeDocument/2006/relationships/image" Target="../media/image392.wmf"/><Relationship Id="rId1" Type="http://schemas.openxmlformats.org/officeDocument/2006/relationships/image" Target="../media/image391.wmf"/><Relationship Id="rId5" Type="http://schemas.openxmlformats.org/officeDocument/2006/relationships/image" Target="../media/image395.wmf"/><Relationship Id="rId4" Type="http://schemas.openxmlformats.org/officeDocument/2006/relationships/image" Target="../media/image394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wmf"/><Relationship Id="rId3" Type="http://schemas.openxmlformats.org/officeDocument/2006/relationships/image" Target="../media/image398.wmf"/><Relationship Id="rId7" Type="http://schemas.openxmlformats.org/officeDocument/2006/relationships/image" Target="../media/image402.wmf"/><Relationship Id="rId2" Type="http://schemas.openxmlformats.org/officeDocument/2006/relationships/image" Target="../media/image397.wmf"/><Relationship Id="rId1" Type="http://schemas.openxmlformats.org/officeDocument/2006/relationships/image" Target="../media/image396.wmf"/><Relationship Id="rId6" Type="http://schemas.openxmlformats.org/officeDocument/2006/relationships/image" Target="../media/image401.wmf"/><Relationship Id="rId5" Type="http://schemas.openxmlformats.org/officeDocument/2006/relationships/image" Target="../media/image400.wmf"/><Relationship Id="rId4" Type="http://schemas.openxmlformats.org/officeDocument/2006/relationships/image" Target="../media/image399.wmf"/><Relationship Id="rId9" Type="http://schemas.openxmlformats.org/officeDocument/2006/relationships/image" Target="../media/image404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wmf"/><Relationship Id="rId13" Type="http://schemas.openxmlformats.org/officeDocument/2006/relationships/image" Target="../media/image417.wmf"/><Relationship Id="rId18" Type="http://schemas.openxmlformats.org/officeDocument/2006/relationships/image" Target="../media/image422.wmf"/><Relationship Id="rId3" Type="http://schemas.openxmlformats.org/officeDocument/2006/relationships/image" Target="../media/image407.wmf"/><Relationship Id="rId7" Type="http://schemas.openxmlformats.org/officeDocument/2006/relationships/image" Target="../media/image411.wmf"/><Relationship Id="rId12" Type="http://schemas.openxmlformats.org/officeDocument/2006/relationships/image" Target="../media/image416.wmf"/><Relationship Id="rId17" Type="http://schemas.openxmlformats.org/officeDocument/2006/relationships/image" Target="../media/image421.wmf"/><Relationship Id="rId2" Type="http://schemas.openxmlformats.org/officeDocument/2006/relationships/image" Target="../media/image406.wmf"/><Relationship Id="rId16" Type="http://schemas.openxmlformats.org/officeDocument/2006/relationships/image" Target="../media/image420.wmf"/><Relationship Id="rId1" Type="http://schemas.openxmlformats.org/officeDocument/2006/relationships/image" Target="../media/image405.wmf"/><Relationship Id="rId6" Type="http://schemas.openxmlformats.org/officeDocument/2006/relationships/image" Target="../media/image410.wmf"/><Relationship Id="rId11" Type="http://schemas.openxmlformats.org/officeDocument/2006/relationships/image" Target="../media/image415.wmf"/><Relationship Id="rId5" Type="http://schemas.openxmlformats.org/officeDocument/2006/relationships/image" Target="../media/image409.wmf"/><Relationship Id="rId15" Type="http://schemas.openxmlformats.org/officeDocument/2006/relationships/image" Target="../media/image419.wmf"/><Relationship Id="rId10" Type="http://schemas.openxmlformats.org/officeDocument/2006/relationships/image" Target="../media/image414.wmf"/><Relationship Id="rId4" Type="http://schemas.openxmlformats.org/officeDocument/2006/relationships/image" Target="../media/image408.wmf"/><Relationship Id="rId9" Type="http://schemas.openxmlformats.org/officeDocument/2006/relationships/image" Target="../media/image413.wmf"/><Relationship Id="rId14" Type="http://schemas.openxmlformats.org/officeDocument/2006/relationships/image" Target="../media/image418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wmf"/><Relationship Id="rId3" Type="http://schemas.openxmlformats.org/officeDocument/2006/relationships/image" Target="../media/image407.wmf"/><Relationship Id="rId7" Type="http://schemas.openxmlformats.org/officeDocument/2006/relationships/image" Target="../media/image420.wmf"/><Relationship Id="rId2" Type="http://schemas.openxmlformats.org/officeDocument/2006/relationships/image" Target="../media/image406.wmf"/><Relationship Id="rId1" Type="http://schemas.openxmlformats.org/officeDocument/2006/relationships/image" Target="../media/image405.wmf"/><Relationship Id="rId6" Type="http://schemas.openxmlformats.org/officeDocument/2006/relationships/image" Target="../media/image423.wmf"/><Relationship Id="rId5" Type="http://schemas.openxmlformats.org/officeDocument/2006/relationships/image" Target="../media/image409.wmf"/><Relationship Id="rId10" Type="http://schemas.openxmlformats.org/officeDocument/2006/relationships/image" Target="../media/image426.wmf"/><Relationship Id="rId4" Type="http://schemas.openxmlformats.org/officeDocument/2006/relationships/image" Target="../media/image408.wmf"/><Relationship Id="rId9" Type="http://schemas.openxmlformats.org/officeDocument/2006/relationships/image" Target="../media/image425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wmf"/><Relationship Id="rId3" Type="http://schemas.openxmlformats.org/officeDocument/2006/relationships/image" Target="../media/image428.wmf"/><Relationship Id="rId7" Type="http://schemas.openxmlformats.org/officeDocument/2006/relationships/image" Target="../media/image432.wmf"/><Relationship Id="rId2" Type="http://schemas.openxmlformats.org/officeDocument/2006/relationships/image" Target="../media/image420.wmf"/><Relationship Id="rId1" Type="http://schemas.openxmlformats.org/officeDocument/2006/relationships/image" Target="../media/image427.wmf"/><Relationship Id="rId6" Type="http://schemas.openxmlformats.org/officeDocument/2006/relationships/image" Target="../media/image431.wmf"/><Relationship Id="rId5" Type="http://schemas.openxmlformats.org/officeDocument/2006/relationships/image" Target="../media/image430.wmf"/><Relationship Id="rId4" Type="http://schemas.openxmlformats.org/officeDocument/2006/relationships/image" Target="../media/image429.w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4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2.wmf"/><Relationship Id="rId13" Type="http://schemas.openxmlformats.org/officeDocument/2006/relationships/image" Target="../media/image447.wmf"/><Relationship Id="rId3" Type="http://schemas.openxmlformats.org/officeDocument/2006/relationships/image" Target="../media/image437.wmf"/><Relationship Id="rId7" Type="http://schemas.openxmlformats.org/officeDocument/2006/relationships/image" Target="../media/image441.wmf"/><Relationship Id="rId12" Type="http://schemas.openxmlformats.org/officeDocument/2006/relationships/image" Target="../media/image446.wmf"/><Relationship Id="rId2" Type="http://schemas.openxmlformats.org/officeDocument/2006/relationships/image" Target="../media/image436.wmf"/><Relationship Id="rId1" Type="http://schemas.openxmlformats.org/officeDocument/2006/relationships/image" Target="../media/image435.wmf"/><Relationship Id="rId6" Type="http://schemas.openxmlformats.org/officeDocument/2006/relationships/image" Target="../media/image440.wmf"/><Relationship Id="rId11" Type="http://schemas.openxmlformats.org/officeDocument/2006/relationships/image" Target="../media/image445.wmf"/><Relationship Id="rId5" Type="http://schemas.openxmlformats.org/officeDocument/2006/relationships/image" Target="../media/image439.wmf"/><Relationship Id="rId10" Type="http://schemas.openxmlformats.org/officeDocument/2006/relationships/image" Target="../media/image444.wmf"/><Relationship Id="rId4" Type="http://schemas.openxmlformats.org/officeDocument/2006/relationships/image" Target="../media/image438.wmf"/><Relationship Id="rId9" Type="http://schemas.openxmlformats.org/officeDocument/2006/relationships/image" Target="../media/image4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8A403-59A5-4F2E-9015-C3DD0425EC43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60E94-33A7-4BDF-9F4E-588597920D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94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注：利用此结论，常常可以简化计算奇、偶函数在对称区间上的定积分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E94-33A7-4BDF-9F4E-588597920D27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364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BC0268-565B-4C2B-A008-D7995EB7A07E}"/>
              </a:ext>
            </a:extLst>
          </p:cNvPr>
          <p:cNvSpPr txBox="1"/>
          <p:nvPr userDrawn="1"/>
        </p:nvSpPr>
        <p:spPr>
          <a:xfrm>
            <a:off x="5293060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1800" dirty="0"/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wmf"/><Relationship Id="rId18" Type="http://schemas.openxmlformats.org/officeDocument/2006/relationships/oleObject" Target="../embeddings/oleObject20.bin"/><Relationship Id="rId26" Type="http://schemas.openxmlformats.org/officeDocument/2006/relationships/oleObject" Target="../embeddings/oleObject24.bin"/><Relationship Id="rId21" Type="http://schemas.openxmlformats.org/officeDocument/2006/relationships/image" Target="../media/image21.wmf"/><Relationship Id="rId34" Type="http://schemas.openxmlformats.org/officeDocument/2006/relationships/oleObject" Target="../embeddings/oleObject28.bin"/><Relationship Id="rId7" Type="http://schemas.openxmlformats.org/officeDocument/2006/relationships/oleObject" Target="../embeddings/oleObject14.bin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19.wmf"/><Relationship Id="rId25" Type="http://schemas.openxmlformats.org/officeDocument/2006/relationships/image" Target="../media/image23.wmf"/><Relationship Id="rId33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29" Type="http://schemas.openxmlformats.org/officeDocument/2006/relationships/image" Target="../media/image2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image" Target="../media/image16.wmf"/><Relationship Id="rId24" Type="http://schemas.openxmlformats.org/officeDocument/2006/relationships/oleObject" Target="../embeddings/oleObject23.bin"/><Relationship Id="rId32" Type="http://schemas.openxmlformats.org/officeDocument/2006/relationships/oleObject" Target="../embeddings/oleObject27.bin"/><Relationship Id="rId37" Type="http://schemas.openxmlformats.org/officeDocument/2006/relationships/image" Target="../media/image29.wmf"/><Relationship Id="rId5" Type="http://schemas.openxmlformats.org/officeDocument/2006/relationships/oleObject" Target="../embeddings/oleObject13.bin"/><Relationship Id="rId15" Type="http://schemas.openxmlformats.org/officeDocument/2006/relationships/image" Target="../media/image18.wmf"/><Relationship Id="rId23" Type="http://schemas.openxmlformats.org/officeDocument/2006/relationships/image" Target="../media/image22.wmf"/><Relationship Id="rId28" Type="http://schemas.openxmlformats.org/officeDocument/2006/relationships/oleObject" Target="../embeddings/oleObject25.bin"/><Relationship Id="rId36" Type="http://schemas.openxmlformats.org/officeDocument/2006/relationships/oleObject" Target="../embeddings/oleObject29.bin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20.wmf"/><Relationship Id="rId31" Type="http://schemas.openxmlformats.org/officeDocument/2006/relationships/image" Target="../media/image2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5.bin"/><Relationship Id="rId14" Type="http://schemas.openxmlformats.org/officeDocument/2006/relationships/oleObject" Target="../embeddings/oleObject18.bin"/><Relationship Id="rId22" Type="http://schemas.openxmlformats.org/officeDocument/2006/relationships/oleObject" Target="../embeddings/oleObject22.bin"/><Relationship Id="rId27" Type="http://schemas.openxmlformats.org/officeDocument/2006/relationships/image" Target="../media/image24.wmf"/><Relationship Id="rId30" Type="http://schemas.openxmlformats.org/officeDocument/2006/relationships/oleObject" Target="../embeddings/oleObject26.bin"/><Relationship Id="rId35" Type="http://schemas.openxmlformats.org/officeDocument/2006/relationships/image" Target="../media/image28.wmf"/><Relationship Id="rId8" Type="http://schemas.openxmlformats.org/officeDocument/2006/relationships/image" Target="../media/image15.wmf"/><Relationship Id="rId3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37.wmf"/><Relationship Id="rId26" Type="http://schemas.openxmlformats.org/officeDocument/2006/relationships/image" Target="../media/image41.wmf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39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37.bin"/><Relationship Id="rId25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4.bin"/><Relationship Id="rId24" Type="http://schemas.openxmlformats.org/officeDocument/2006/relationships/image" Target="../media/image40.wmf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oleObject" Target="../embeddings/oleObject40.bin"/><Relationship Id="rId28" Type="http://schemas.openxmlformats.org/officeDocument/2006/relationships/image" Target="../media/image42.wmf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38.bin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5.wmf"/><Relationship Id="rId22" Type="http://schemas.openxmlformats.org/officeDocument/2006/relationships/image" Target="../media/image39.wmf"/><Relationship Id="rId27" Type="http://schemas.openxmlformats.org/officeDocument/2006/relationships/oleObject" Target="../embeddings/oleObject42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0.wmf"/><Relationship Id="rId26" Type="http://schemas.openxmlformats.org/officeDocument/2006/relationships/image" Target="../media/image54.w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34" Type="http://schemas.openxmlformats.org/officeDocument/2006/relationships/image" Target="../media/image58.wmf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50.bin"/><Relationship Id="rId25" Type="http://schemas.openxmlformats.org/officeDocument/2006/relationships/oleObject" Target="../embeddings/oleObject54.bin"/><Relationship Id="rId3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.wmf"/><Relationship Id="rId20" Type="http://schemas.openxmlformats.org/officeDocument/2006/relationships/image" Target="../media/image51.wmf"/><Relationship Id="rId29" Type="http://schemas.openxmlformats.org/officeDocument/2006/relationships/oleObject" Target="../embeddings/oleObject56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53.wmf"/><Relationship Id="rId32" Type="http://schemas.openxmlformats.org/officeDocument/2006/relationships/image" Target="../media/image57.wmf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28" Type="http://schemas.openxmlformats.org/officeDocument/2006/relationships/image" Target="../media/image55.wmf"/><Relationship Id="rId36" Type="http://schemas.openxmlformats.org/officeDocument/2006/relationships/image" Target="../media/image59.wmf"/><Relationship Id="rId10" Type="http://schemas.openxmlformats.org/officeDocument/2006/relationships/image" Target="../media/image46.wmf"/><Relationship Id="rId19" Type="http://schemas.openxmlformats.org/officeDocument/2006/relationships/oleObject" Target="../embeddings/oleObject51.bin"/><Relationship Id="rId31" Type="http://schemas.openxmlformats.org/officeDocument/2006/relationships/oleObject" Target="../embeddings/oleObject57.bin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8.wmf"/><Relationship Id="rId22" Type="http://schemas.openxmlformats.org/officeDocument/2006/relationships/image" Target="../media/image52.wmf"/><Relationship Id="rId27" Type="http://schemas.openxmlformats.org/officeDocument/2006/relationships/oleObject" Target="../embeddings/oleObject55.bin"/><Relationship Id="rId30" Type="http://schemas.openxmlformats.org/officeDocument/2006/relationships/image" Target="../media/image56.wmf"/><Relationship Id="rId35" Type="http://schemas.openxmlformats.org/officeDocument/2006/relationships/oleObject" Target="../embeddings/oleObject59.bin"/><Relationship Id="rId8" Type="http://schemas.openxmlformats.org/officeDocument/2006/relationships/image" Target="../media/image4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6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image" Target="../media/image46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6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image" Target="../media/image69.wmf"/><Relationship Id="rId10" Type="http://schemas.openxmlformats.org/officeDocument/2006/relationships/image" Target="../media/image68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70.bin"/><Relationship Id="rId14" Type="http://schemas.openxmlformats.org/officeDocument/2006/relationships/oleObject" Target="../embeddings/oleObject7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77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4.wmf"/><Relationship Id="rId1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6.wmf"/><Relationship Id="rId20" Type="http://schemas.openxmlformats.org/officeDocument/2006/relationships/image" Target="../media/image78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73.w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70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91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10" Type="http://schemas.openxmlformats.org/officeDocument/2006/relationships/image" Target="../media/image87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8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99.wmf"/><Relationship Id="rId3" Type="http://schemas.openxmlformats.org/officeDocument/2006/relationships/oleObject" Target="../embeddings/oleObject95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6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8.wmf"/><Relationship Id="rId20" Type="http://schemas.openxmlformats.org/officeDocument/2006/relationships/image" Target="../media/image100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99.bin"/><Relationship Id="rId24" Type="http://schemas.openxmlformats.org/officeDocument/2006/relationships/image" Target="../media/image102.wmf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23" Type="http://schemas.openxmlformats.org/officeDocument/2006/relationships/oleObject" Target="../embeddings/oleObject105.bin"/><Relationship Id="rId10" Type="http://schemas.openxmlformats.org/officeDocument/2006/relationships/image" Target="../media/image95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92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97.wmf"/><Relationship Id="rId22" Type="http://schemas.openxmlformats.org/officeDocument/2006/relationships/image" Target="../media/image10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10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wmf"/><Relationship Id="rId20" Type="http://schemas.openxmlformats.org/officeDocument/2006/relationships/image" Target="../media/image11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0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115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18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123.wmf"/><Relationship Id="rId26" Type="http://schemas.openxmlformats.org/officeDocument/2006/relationships/image" Target="../media/image127.wmf"/><Relationship Id="rId21" Type="http://schemas.openxmlformats.org/officeDocument/2006/relationships/oleObject" Target="../embeddings/oleObject128.bin"/><Relationship Id="rId34" Type="http://schemas.openxmlformats.org/officeDocument/2006/relationships/image" Target="../media/image131.wmf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26.bin"/><Relationship Id="rId25" Type="http://schemas.openxmlformats.org/officeDocument/2006/relationships/oleObject" Target="../embeddings/oleObject130.bin"/><Relationship Id="rId33" Type="http://schemas.openxmlformats.org/officeDocument/2006/relationships/oleObject" Target="../embeddings/oleObject134.bin"/><Relationship Id="rId38" Type="http://schemas.openxmlformats.org/officeDocument/2006/relationships/image" Target="../media/image13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2.wmf"/><Relationship Id="rId20" Type="http://schemas.openxmlformats.org/officeDocument/2006/relationships/image" Target="../media/image124.wmf"/><Relationship Id="rId29" Type="http://schemas.openxmlformats.org/officeDocument/2006/relationships/oleObject" Target="../embeddings/oleObject132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23.bin"/><Relationship Id="rId24" Type="http://schemas.openxmlformats.org/officeDocument/2006/relationships/image" Target="../media/image126.wmf"/><Relationship Id="rId32" Type="http://schemas.openxmlformats.org/officeDocument/2006/relationships/image" Target="../media/image130.wmf"/><Relationship Id="rId37" Type="http://schemas.openxmlformats.org/officeDocument/2006/relationships/oleObject" Target="../embeddings/oleObject136.bin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23" Type="http://schemas.openxmlformats.org/officeDocument/2006/relationships/oleObject" Target="../embeddings/oleObject129.bin"/><Relationship Id="rId28" Type="http://schemas.openxmlformats.org/officeDocument/2006/relationships/image" Target="../media/image128.wmf"/><Relationship Id="rId36" Type="http://schemas.openxmlformats.org/officeDocument/2006/relationships/image" Target="../media/image132.wmf"/><Relationship Id="rId10" Type="http://schemas.openxmlformats.org/officeDocument/2006/relationships/image" Target="../media/image119.wmf"/><Relationship Id="rId19" Type="http://schemas.openxmlformats.org/officeDocument/2006/relationships/oleObject" Target="../embeddings/oleObject127.bin"/><Relationship Id="rId31" Type="http://schemas.openxmlformats.org/officeDocument/2006/relationships/oleObject" Target="../embeddings/oleObject133.bin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21.wmf"/><Relationship Id="rId22" Type="http://schemas.openxmlformats.org/officeDocument/2006/relationships/image" Target="../media/image125.wmf"/><Relationship Id="rId27" Type="http://schemas.openxmlformats.org/officeDocument/2006/relationships/oleObject" Target="../embeddings/oleObject131.bin"/><Relationship Id="rId30" Type="http://schemas.openxmlformats.org/officeDocument/2006/relationships/image" Target="../media/image129.wmf"/><Relationship Id="rId35" Type="http://schemas.openxmlformats.org/officeDocument/2006/relationships/oleObject" Target="../embeddings/oleObject135.bin"/><Relationship Id="rId8" Type="http://schemas.openxmlformats.org/officeDocument/2006/relationships/image" Target="../media/image118.wmf"/><Relationship Id="rId3" Type="http://schemas.openxmlformats.org/officeDocument/2006/relationships/oleObject" Target="../embeddings/oleObject11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42.bin"/><Relationship Id="rId18" Type="http://schemas.openxmlformats.org/officeDocument/2006/relationships/image" Target="../media/image141.wmf"/><Relationship Id="rId26" Type="http://schemas.openxmlformats.org/officeDocument/2006/relationships/image" Target="../media/image145.wmf"/><Relationship Id="rId3" Type="http://schemas.openxmlformats.org/officeDocument/2006/relationships/oleObject" Target="../embeddings/oleObject137.bin"/><Relationship Id="rId21" Type="http://schemas.openxmlformats.org/officeDocument/2006/relationships/oleObject" Target="../embeddings/oleObject146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38.wmf"/><Relationship Id="rId17" Type="http://schemas.openxmlformats.org/officeDocument/2006/relationships/oleObject" Target="../embeddings/oleObject144.bin"/><Relationship Id="rId25" Type="http://schemas.openxmlformats.org/officeDocument/2006/relationships/oleObject" Target="../embeddings/oleObject1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0.wmf"/><Relationship Id="rId20" Type="http://schemas.openxmlformats.org/officeDocument/2006/relationships/image" Target="../media/image14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41.bin"/><Relationship Id="rId24" Type="http://schemas.openxmlformats.org/officeDocument/2006/relationships/image" Target="../media/image144.wmf"/><Relationship Id="rId5" Type="http://schemas.openxmlformats.org/officeDocument/2006/relationships/oleObject" Target="../embeddings/oleObject138.bin"/><Relationship Id="rId15" Type="http://schemas.openxmlformats.org/officeDocument/2006/relationships/oleObject" Target="../embeddings/oleObject143.bin"/><Relationship Id="rId23" Type="http://schemas.openxmlformats.org/officeDocument/2006/relationships/oleObject" Target="../embeddings/oleObject147.bin"/><Relationship Id="rId10" Type="http://schemas.openxmlformats.org/officeDocument/2006/relationships/image" Target="../media/image137.wmf"/><Relationship Id="rId19" Type="http://schemas.openxmlformats.org/officeDocument/2006/relationships/oleObject" Target="../embeddings/oleObject145.bin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139.wmf"/><Relationship Id="rId22" Type="http://schemas.openxmlformats.org/officeDocument/2006/relationships/image" Target="../media/image14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153.wmf"/><Relationship Id="rId26" Type="http://schemas.openxmlformats.org/officeDocument/2006/relationships/image" Target="../media/image157.wmf"/><Relationship Id="rId3" Type="http://schemas.openxmlformats.org/officeDocument/2006/relationships/oleObject" Target="../embeddings/oleObject149.bin"/><Relationship Id="rId21" Type="http://schemas.openxmlformats.org/officeDocument/2006/relationships/oleObject" Target="../embeddings/oleObject158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56.bin"/><Relationship Id="rId25" Type="http://schemas.openxmlformats.org/officeDocument/2006/relationships/oleObject" Target="../embeddings/oleObject1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2.wmf"/><Relationship Id="rId20" Type="http://schemas.openxmlformats.org/officeDocument/2006/relationships/image" Target="../media/image154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53.bin"/><Relationship Id="rId24" Type="http://schemas.openxmlformats.org/officeDocument/2006/relationships/image" Target="../media/image156.wmf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23" Type="http://schemas.openxmlformats.org/officeDocument/2006/relationships/oleObject" Target="../embeddings/oleObject159.bin"/><Relationship Id="rId10" Type="http://schemas.openxmlformats.org/officeDocument/2006/relationships/image" Target="../media/image149.wmf"/><Relationship Id="rId19" Type="http://schemas.openxmlformats.org/officeDocument/2006/relationships/oleObject" Target="../embeddings/oleObject157.bin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51.wmf"/><Relationship Id="rId22" Type="http://schemas.openxmlformats.org/officeDocument/2006/relationships/image" Target="../media/image15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66.bin"/><Relationship Id="rId18" Type="http://schemas.openxmlformats.org/officeDocument/2006/relationships/image" Target="../media/image165.wmf"/><Relationship Id="rId26" Type="http://schemas.openxmlformats.org/officeDocument/2006/relationships/image" Target="../media/image169.wmf"/><Relationship Id="rId3" Type="http://schemas.openxmlformats.org/officeDocument/2006/relationships/oleObject" Target="../embeddings/oleObject161.bin"/><Relationship Id="rId21" Type="http://schemas.openxmlformats.org/officeDocument/2006/relationships/oleObject" Target="../embeddings/oleObject170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62.wmf"/><Relationship Id="rId17" Type="http://schemas.openxmlformats.org/officeDocument/2006/relationships/oleObject" Target="../embeddings/oleObject168.bin"/><Relationship Id="rId25" Type="http://schemas.openxmlformats.org/officeDocument/2006/relationships/oleObject" Target="../embeddings/oleObject1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4.wmf"/><Relationship Id="rId20" Type="http://schemas.openxmlformats.org/officeDocument/2006/relationships/image" Target="../media/image166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65.bin"/><Relationship Id="rId24" Type="http://schemas.openxmlformats.org/officeDocument/2006/relationships/image" Target="../media/image168.wmf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23" Type="http://schemas.openxmlformats.org/officeDocument/2006/relationships/oleObject" Target="../embeddings/oleObject171.bin"/><Relationship Id="rId10" Type="http://schemas.openxmlformats.org/officeDocument/2006/relationships/image" Target="../media/image161.wmf"/><Relationship Id="rId19" Type="http://schemas.openxmlformats.org/officeDocument/2006/relationships/oleObject" Target="../embeddings/oleObject169.bin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63.wmf"/><Relationship Id="rId22" Type="http://schemas.openxmlformats.org/officeDocument/2006/relationships/image" Target="../media/image16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4.bin"/><Relationship Id="rId10" Type="http://schemas.openxmlformats.org/officeDocument/2006/relationships/image" Target="../media/image173.wmf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7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182.wmf"/><Relationship Id="rId26" Type="http://schemas.openxmlformats.org/officeDocument/2006/relationships/image" Target="../media/image186.wmf"/><Relationship Id="rId3" Type="http://schemas.openxmlformats.org/officeDocument/2006/relationships/oleObject" Target="../embeddings/oleObject178.bin"/><Relationship Id="rId21" Type="http://schemas.openxmlformats.org/officeDocument/2006/relationships/oleObject" Target="../embeddings/oleObject187.bin"/><Relationship Id="rId7" Type="http://schemas.openxmlformats.org/officeDocument/2006/relationships/oleObject" Target="../embeddings/oleObject180.bin"/><Relationship Id="rId12" Type="http://schemas.openxmlformats.org/officeDocument/2006/relationships/image" Target="../media/image179.wmf"/><Relationship Id="rId17" Type="http://schemas.openxmlformats.org/officeDocument/2006/relationships/oleObject" Target="../embeddings/oleObject185.bin"/><Relationship Id="rId25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1.wmf"/><Relationship Id="rId20" Type="http://schemas.openxmlformats.org/officeDocument/2006/relationships/image" Target="../media/image183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76.wmf"/><Relationship Id="rId11" Type="http://schemas.openxmlformats.org/officeDocument/2006/relationships/oleObject" Target="../embeddings/oleObject182.bin"/><Relationship Id="rId24" Type="http://schemas.openxmlformats.org/officeDocument/2006/relationships/image" Target="../media/image185.wmf"/><Relationship Id="rId5" Type="http://schemas.openxmlformats.org/officeDocument/2006/relationships/oleObject" Target="../embeddings/oleObject179.bin"/><Relationship Id="rId15" Type="http://schemas.openxmlformats.org/officeDocument/2006/relationships/oleObject" Target="../embeddings/oleObject184.bin"/><Relationship Id="rId23" Type="http://schemas.openxmlformats.org/officeDocument/2006/relationships/oleObject" Target="../embeddings/oleObject188.bin"/><Relationship Id="rId28" Type="http://schemas.openxmlformats.org/officeDocument/2006/relationships/image" Target="../media/image187.wmf"/><Relationship Id="rId10" Type="http://schemas.openxmlformats.org/officeDocument/2006/relationships/image" Target="../media/image178.wmf"/><Relationship Id="rId19" Type="http://schemas.openxmlformats.org/officeDocument/2006/relationships/oleObject" Target="../embeddings/oleObject186.bin"/><Relationship Id="rId4" Type="http://schemas.openxmlformats.org/officeDocument/2006/relationships/image" Target="../media/image175.wmf"/><Relationship Id="rId9" Type="http://schemas.openxmlformats.org/officeDocument/2006/relationships/oleObject" Target="../embeddings/oleObject181.bin"/><Relationship Id="rId14" Type="http://schemas.openxmlformats.org/officeDocument/2006/relationships/image" Target="../media/image180.wmf"/><Relationship Id="rId22" Type="http://schemas.openxmlformats.org/officeDocument/2006/relationships/image" Target="../media/image184.wmf"/><Relationship Id="rId27" Type="http://schemas.openxmlformats.org/officeDocument/2006/relationships/oleObject" Target="../embeddings/oleObject190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6.bin"/><Relationship Id="rId18" Type="http://schemas.openxmlformats.org/officeDocument/2006/relationships/image" Target="../media/image195.wmf"/><Relationship Id="rId26" Type="http://schemas.openxmlformats.org/officeDocument/2006/relationships/image" Target="../media/image182.wmf"/><Relationship Id="rId3" Type="http://schemas.openxmlformats.org/officeDocument/2006/relationships/oleObject" Target="../embeddings/oleObject191.bin"/><Relationship Id="rId21" Type="http://schemas.openxmlformats.org/officeDocument/2006/relationships/oleObject" Target="../embeddings/oleObject200.bin"/><Relationship Id="rId34" Type="http://schemas.openxmlformats.org/officeDocument/2006/relationships/image" Target="../media/image201.wmf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92.wmf"/><Relationship Id="rId17" Type="http://schemas.openxmlformats.org/officeDocument/2006/relationships/oleObject" Target="../embeddings/oleObject198.bin"/><Relationship Id="rId25" Type="http://schemas.openxmlformats.org/officeDocument/2006/relationships/oleObject" Target="../embeddings/oleObject202.bin"/><Relationship Id="rId33" Type="http://schemas.openxmlformats.org/officeDocument/2006/relationships/oleObject" Target="../embeddings/oleObject2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4.wmf"/><Relationship Id="rId20" Type="http://schemas.openxmlformats.org/officeDocument/2006/relationships/image" Target="../media/image196.wmf"/><Relationship Id="rId29" Type="http://schemas.openxmlformats.org/officeDocument/2006/relationships/oleObject" Target="../embeddings/oleObject204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89.wmf"/><Relationship Id="rId11" Type="http://schemas.openxmlformats.org/officeDocument/2006/relationships/oleObject" Target="../embeddings/oleObject195.bin"/><Relationship Id="rId24" Type="http://schemas.openxmlformats.org/officeDocument/2006/relationships/image" Target="../media/image198.wmf"/><Relationship Id="rId32" Type="http://schemas.openxmlformats.org/officeDocument/2006/relationships/image" Target="../media/image200.wmf"/><Relationship Id="rId5" Type="http://schemas.openxmlformats.org/officeDocument/2006/relationships/oleObject" Target="../embeddings/oleObject192.bin"/><Relationship Id="rId15" Type="http://schemas.openxmlformats.org/officeDocument/2006/relationships/oleObject" Target="../embeddings/oleObject197.bin"/><Relationship Id="rId23" Type="http://schemas.openxmlformats.org/officeDocument/2006/relationships/oleObject" Target="../embeddings/oleObject201.bin"/><Relationship Id="rId28" Type="http://schemas.openxmlformats.org/officeDocument/2006/relationships/image" Target="../media/image199.wmf"/><Relationship Id="rId36" Type="http://schemas.openxmlformats.org/officeDocument/2006/relationships/image" Target="../media/image202.wmf"/><Relationship Id="rId10" Type="http://schemas.openxmlformats.org/officeDocument/2006/relationships/image" Target="../media/image191.wmf"/><Relationship Id="rId19" Type="http://schemas.openxmlformats.org/officeDocument/2006/relationships/oleObject" Target="../embeddings/oleObject199.bin"/><Relationship Id="rId31" Type="http://schemas.openxmlformats.org/officeDocument/2006/relationships/oleObject" Target="../embeddings/oleObject205.bin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193.wmf"/><Relationship Id="rId22" Type="http://schemas.openxmlformats.org/officeDocument/2006/relationships/image" Target="../media/image197.wmf"/><Relationship Id="rId27" Type="http://schemas.openxmlformats.org/officeDocument/2006/relationships/oleObject" Target="../embeddings/oleObject203.bin"/><Relationship Id="rId30" Type="http://schemas.openxmlformats.org/officeDocument/2006/relationships/image" Target="../media/image184.wmf"/><Relationship Id="rId35" Type="http://schemas.openxmlformats.org/officeDocument/2006/relationships/oleObject" Target="../embeddings/oleObject207.bin"/><Relationship Id="rId8" Type="http://schemas.openxmlformats.org/officeDocument/2006/relationships/image" Target="../media/image190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oleObject" Target="../embeddings/oleObject213.bin"/><Relationship Id="rId18" Type="http://schemas.openxmlformats.org/officeDocument/2006/relationships/image" Target="../media/image210.wmf"/><Relationship Id="rId3" Type="http://schemas.openxmlformats.org/officeDocument/2006/relationships/oleObject" Target="../embeddings/oleObject208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207.wmf"/><Relationship Id="rId17" Type="http://schemas.openxmlformats.org/officeDocument/2006/relationships/oleObject" Target="../embeddings/oleObject2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9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04.wmf"/><Relationship Id="rId11" Type="http://schemas.openxmlformats.org/officeDocument/2006/relationships/oleObject" Target="../embeddings/oleObject212.bin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10" Type="http://schemas.openxmlformats.org/officeDocument/2006/relationships/image" Target="../media/image206.wmf"/><Relationship Id="rId4" Type="http://schemas.openxmlformats.org/officeDocument/2006/relationships/image" Target="../media/image203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20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3" Type="http://schemas.openxmlformats.org/officeDocument/2006/relationships/oleObject" Target="../embeddings/oleObject216.bin"/><Relationship Id="rId7" Type="http://schemas.openxmlformats.org/officeDocument/2006/relationships/oleObject" Target="../embeddings/oleObject2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12.wmf"/><Relationship Id="rId5" Type="http://schemas.openxmlformats.org/officeDocument/2006/relationships/oleObject" Target="../embeddings/oleObject217.bin"/><Relationship Id="rId4" Type="http://schemas.openxmlformats.org/officeDocument/2006/relationships/image" Target="../media/image21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oleObject" Target="../embeddings/oleObject224.bin"/><Relationship Id="rId18" Type="http://schemas.openxmlformats.org/officeDocument/2006/relationships/image" Target="../media/image221.wmf"/><Relationship Id="rId3" Type="http://schemas.openxmlformats.org/officeDocument/2006/relationships/oleObject" Target="../embeddings/oleObject219.bin"/><Relationship Id="rId7" Type="http://schemas.openxmlformats.org/officeDocument/2006/relationships/oleObject" Target="../embeddings/oleObject221.bin"/><Relationship Id="rId12" Type="http://schemas.openxmlformats.org/officeDocument/2006/relationships/image" Target="../media/image218.wmf"/><Relationship Id="rId17" Type="http://schemas.openxmlformats.org/officeDocument/2006/relationships/oleObject" Target="../embeddings/oleObject2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0.wmf"/><Relationship Id="rId20" Type="http://schemas.openxmlformats.org/officeDocument/2006/relationships/image" Target="../media/image222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23.bin"/><Relationship Id="rId5" Type="http://schemas.openxmlformats.org/officeDocument/2006/relationships/oleObject" Target="../embeddings/oleObject220.bin"/><Relationship Id="rId15" Type="http://schemas.openxmlformats.org/officeDocument/2006/relationships/oleObject" Target="../embeddings/oleObject225.bin"/><Relationship Id="rId10" Type="http://schemas.openxmlformats.org/officeDocument/2006/relationships/image" Target="../media/image217.wmf"/><Relationship Id="rId19" Type="http://schemas.openxmlformats.org/officeDocument/2006/relationships/oleObject" Target="../embeddings/oleObject227.bin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22.bin"/><Relationship Id="rId14" Type="http://schemas.openxmlformats.org/officeDocument/2006/relationships/image" Target="../media/image21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13.wmf"/><Relationship Id="rId5" Type="http://schemas.openxmlformats.org/officeDocument/2006/relationships/oleObject" Target="../embeddings/oleObject229.bin"/><Relationship Id="rId4" Type="http://schemas.openxmlformats.org/officeDocument/2006/relationships/image" Target="../media/image212.w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8.wmf"/><Relationship Id="rId18" Type="http://schemas.openxmlformats.org/officeDocument/2006/relationships/oleObject" Target="../embeddings/oleObject238.bin"/><Relationship Id="rId26" Type="http://schemas.openxmlformats.org/officeDocument/2006/relationships/oleObject" Target="../embeddings/oleObject242.bin"/><Relationship Id="rId39" Type="http://schemas.openxmlformats.org/officeDocument/2006/relationships/image" Target="../media/image241.wmf"/><Relationship Id="rId21" Type="http://schemas.openxmlformats.org/officeDocument/2006/relationships/image" Target="../media/image232.wmf"/><Relationship Id="rId34" Type="http://schemas.openxmlformats.org/officeDocument/2006/relationships/oleObject" Target="../embeddings/oleObject246.bin"/><Relationship Id="rId7" Type="http://schemas.openxmlformats.org/officeDocument/2006/relationships/image" Target="../media/image225.wmf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230.wmf"/><Relationship Id="rId25" Type="http://schemas.openxmlformats.org/officeDocument/2006/relationships/image" Target="../media/image234.wmf"/><Relationship Id="rId33" Type="http://schemas.openxmlformats.org/officeDocument/2006/relationships/image" Target="../media/image238.wmf"/><Relationship Id="rId38" Type="http://schemas.openxmlformats.org/officeDocument/2006/relationships/oleObject" Target="../embeddings/oleObject24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7.bin"/><Relationship Id="rId20" Type="http://schemas.openxmlformats.org/officeDocument/2006/relationships/oleObject" Target="../embeddings/oleObject239.bin"/><Relationship Id="rId29" Type="http://schemas.openxmlformats.org/officeDocument/2006/relationships/image" Target="../media/image236.wmf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27.wmf"/><Relationship Id="rId24" Type="http://schemas.openxmlformats.org/officeDocument/2006/relationships/oleObject" Target="../embeddings/oleObject241.bin"/><Relationship Id="rId32" Type="http://schemas.openxmlformats.org/officeDocument/2006/relationships/oleObject" Target="../embeddings/oleObject245.bin"/><Relationship Id="rId37" Type="http://schemas.openxmlformats.org/officeDocument/2006/relationships/image" Target="../media/image240.wmf"/><Relationship Id="rId5" Type="http://schemas.openxmlformats.org/officeDocument/2006/relationships/image" Target="../media/image224.wmf"/><Relationship Id="rId15" Type="http://schemas.openxmlformats.org/officeDocument/2006/relationships/image" Target="../media/image229.wmf"/><Relationship Id="rId23" Type="http://schemas.openxmlformats.org/officeDocument/2006/relationships/image" Target="../media/image233.wmf"/><Relationship Id="rId28" Type="http://schemas.openxmlformats.org/officeDocument/2006/relationships/oleObject" Target="../embeddings/oleObject243.bin"/><Relationship Id="rId36" Type="http://schemas.openxmlformats.org/officeDocument/2006/relationships/oleObject" Target="../embeddings/oleObject247.bin"/><Relationship Id="rId10" Type="http://schemas.openxmlformats.org/officeDocument/2006/relationships/oleObject" Target="../embeddings/oleObject234.bin"/><Relationship Id="rId19" Type="http://schemas.openxmlformats.org/officeDocument/2006/relationships/image" Target="../media/image231.wmf"/><Relationship Id="rId31" Type="http://schemas.openxmlformats.org/officeDocument/2006/relationships/image" Target="../media/image237.wmf"/><Relationship Id="rId4" Type="http://schemas.openxmlformats.org/officeDocument/2006/relationships/oleObject" Target="../embeddings/oleObject231.bin"/><Relationship Id="rId9" Type="http://schemas.openxmlformats.org/officeDocument/2006/relationships/image" Target="../media/image226.wmf"/><Relationship Id="rId14" Type="http://schemas.openxmlformats.org/officeDocument/2006/relationships/oleObject" Target="../embeddings/oleObject236.bin"/><Relationship Id="rId22" Type="http://schemas.openxmlformats.org/officeDocument/2006/relationships/oleObject" Target="../embeddings/oleObject240.bin"/><Relationship Id="rId27" Type="http://schemas.openxmlformats.org/officeDocument/2006/relationships/image" Target="../media/image235.wmf"/><Relationship Id="rId30" Type="http://schemas.openxmlformats.org/officeDocument/2006/relationships/oleObject" Target="../embeddings/oleObject244.bin"/><Relationship Id="rId35" Type="http://schemas.openxmlformats.org/officeDocument/2006/relationships/image" Target="../media/image239.wmf"/><Relationship Id="rId8" Type="http://schemas.openxmlformats.org/officeDocument/2006/relationships/oleObject" Target="../embeddings/oleObject233.bin"/><Relationship Id="rId3" Type="http://schemas.openxmlformats.org/officeDocument/2006/relationships/notesSlide" Target="../notesSlides/notesSlide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12.wmf"/><Relationship Id="rId11" Type="http://schemas.openxmlformats.org/officeDocument/2006/relationships/oleObject" Target="../embeddings/oleObject252.bin"/><Relationship Id="rId5" Type="http://schemas.openxmlformats.org/officeDocument/2006/relationships/oleObject" Target="../embeddings/oleObject228.bin"/><Relationship Id="rId10" Type="http://schemas.openxmlformats.org/officeDocument/2006/relationships/image" Target="../media/image244.wmf"/><Relationship Id="rId4" Type="http://schemas.openxmlformats.org/officeDocument/2006/relationships/image" Target="../media/image242.wmf"/><Relationship Id="rId9" Type="http://schemas.openxmlformats.org/officeDocument/2006/relationships/oleObject" Target="../embeddings/oleObject25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oleObject" Target="../embeddings/oleObject253.bin"/><Relationship Id="rId7" Type="http://schemas.openxmlformats.org/officeDocument/2006/relationships/oleObject" Target="../embeddings/oleObject254.bin"/><Relationship Id="rId12" Type="http://schemas.openxmlformats.org/officeDocument/2006/relationships/image" Target="../media/image2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12.wmf"/><Relationship Id="rId11" Type="http://schemas.openxmlformats.org/officeDocument/2006/relationships/oleObject" Target="../embeddings/oleObject256.bin"/><Relationship Id="rId5" Type="http://schemas.openxmlformats.org/officeDocument/2006/relationships/oleObject" Target="../embeddings/oleObject228.bin"/><Relationship Id="rId10" Type="http://schemas.openxmlformats.org/officeDocument/2006/relationships/image" Target="../media/image247.wmf"/><Relationship Id="rId4" Type="http://schemas.openxmlformats.org/officeDocument/2006/relationships/image" Target="../media/image246.wmf"/><Relationship Id="rId9" Type="http://schemas.openxmlformats.org/officeDocument/2006/relationships/oleObject" Target="../embeddings/oleObject25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3" Type="http://schemas.openxmlformats.org/officeDocument/2006/relationships/oleObject" Target="../embeddings/oleObject257.bin"/><Relationship Id="rId7" Type="http://schemas.openxmlformats.org/officeDocument/2006/relationships/oleObject" Target="../embeddings/oleObject2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50.wmf"/><Relationship Id="rId5" Type="http://schemas.openxmlformats.org/officeDocument/2006/relationships/oleObject" Target="../embeddings/oleObject258.bin"/><Relationship Id="rId10" Type="http://schemas.openxmlformats.org/officeDocument/2006/relationships/image" Target="../media/image252.wmf"/><Relationship Id="rId4" Type="http://schemas.openxmlformats.org/officeDocument/2006/relationships/image" Target="../media/image249.wmf"/><Relationship Id="rId9" Type="http://schemas.openxmlformats.org/officeDocument/2006/relationships/oleObject" Target="../embeddings/oleObject26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13" Type="http://schemas.openxmlformats.org/officeDocument/2006/relationships/oleObject" Target="../embeddings/oleObject266.bin"/><Relationship Id="rId18" Type="http://schemas.openxmlformats.org/officeDocument/2006/relationships/image" Target="../media/image260.wmf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57.wmf"/><Relationship Id="rId17" Type="http://schemas.openxmlformats.org/officeDocument/2006/relationships/oleObject" Target="../embeddings/oleObject2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9.wmf"/><Relationship Id="rId20" Type="http://schemas.openxmlformats.org/officeDocument/2006/relationships/image" Target="../media/image261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54.wmf"/><Relationship Id="rId11" Type="http://schemas.openxmlformats.org/officeDocument/2006/relationships/oleObject" Target="../embeddings/oleObject265.bin"/><Relationship Id="rId5" Type="http://schemas.openxmlformats.org/officeDocument/2006/relationships/oleObject" Target="../embeddings/oleObject262.bin"/><Relationship Id="rId15" Type="http://schemas.openxmlformats.org/officeDocument/2006/relationships/oleObject" Target="../embeddings/oleObject267.bin"/><Relationship Id="rId10" Type="http://schemas.openxmlformats.org/officeDocument/2006/relationships/image" Target="../media/image256.wmf"/><Relationship Id="rId19" Type="http://schemas.openxmlformats.org/officeDocument/2006/relationships/oleObject" Target="../embeddings/oleObject269.bin"/><Relationship Id="rId4" Type="http://schemas.openxmlformats.org/officeDocument/2006/relationships/image" Target="../media/image253.wmf"/><Relationship Id="rId9" Type="http://schemas.openxmlformats.org/officeDocument/2006/relationships/oleObject" Target="../embeddings/oleObject264.bin"/><Relationship Id="rId14" Type="http://schemas.openxmlformats.org/officeDocument/2006/relationships/image" Target="../media/image258.wmf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4.bin"/><Relationship Id="rId18" Type="http://schemas.openxmlformats.org/officeDocument/2006/relationships/image" Target="../media/image268.wmf"/><Relationship Id="rId26" Type="http://schemas.openxmlformats.org/officeDocument/2006/relationships/image" Target="../media/image272.wmf"/><Relationship Id="rId3" Type="http://schemas.openxmlformats.org/officeDocument/2006/relationships/oleObject" Target="../embeddings/oleObject270.bin"/><Relationship Id="rId21" Type="http://schemas.openxmlformats.org/officeDocument/2006/relationships/oleObject" Target="../embeddings/oleObject278.bin"/><Relationship Id="rId34" Type="http://schemas.openxmlformats.org/officeDocument/2006/relationships/image" Target="../media/image276.wmf"/><Relationship Id="rId7" Type="http://schemas.openxmlformats.org/officeDocument/2006/relationships/oleObject" Target="../embeddings/oleObject272.bin"/><Relationship Id="rId12" Type="http://schemas.openxmlformats.org/officeDocument/2006/relationships/image" Target="../media/image182.wmf"/><Relationship Id="rId17" Type="http://schemas.openxmlformats.org/officeDocument/2006/relationships/oleObject" Target="../embeddings/oleObject276.bin"/><Relationship Id="rId25" Type="http://schemas.openxmlformats.org/officeDocument/2006/relationships/oleObject" Target="../embeddings/oleObject280.bin"/><Relationship Id="rId33" Type="http://schemas.openxmlformats.org/officeDocument/2006/relationships/oleObject" Target="../embeddings/oleObject2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7.wmf"/><Relationship Id="rId20" Type="http://schemas.openxmlformats.org/officeDocument/2006/relationships/image" Target="../media/image269.wmf"/><Relationship Id="rId29" Type="http://schemas.openxmlformats.org/officeDocument/2006/relationships/oleObject" Target="../embeddings/oleObject282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63.wmf"/><Relationship Id="rId11" Type="http://schemas.openxmlformats.org/officeDocument/2006/relationships/oleObject" Target="../embeddings/oleObject185.bin"/><Relationship Id="rId24" Type="http://schemas.openxmlformats.org/officeDocument/2006/relationships/image" Target="../media/image271.wmf"/><Relationship Id="rId32" Type="http://schemas.openxmlformats.org/officeDocument/2006/relationships/image" Target="../media/image275.wmf"/><Relationship Id="rId5" Type="http://schemas.openxmlformats.org/officeDocument/2006/relationships/oleObject" Target="../embeddings/oleObject271.bin"/><Relationship Id="rId15" Type="http://schemas.openxmlformats.org/officeDocument/2006/relationships/oleObject" Target="../embeddings/oleObject275.bin"/><Relationship Id="rId23" Type="http://schemas.openxmlformats.org/officeDocument/2006/relationships/oleObject" Target="../embeddings/oleObject279.bin"/><Relationship Id="rId28" Type="http://schemas.openxmlformats.org/officeDocument/2006/relationships/image" Target="../media/image273.wmf"/><Relationship Id="rId10" Type="http://schemas.openxmlformats.org/officeDocument/2006/relationships/image" Target="../media/image265.wmf"/><Relationship Id="rId19" Type="http://schemas.openxmlformats.org/officeDocument/2006/relationships/oleObject" Target="../embeddings/oleObject277.bin"/><Relationship Id="rId31" Type="http://schemas.openxmlformats.org/officeDocument/2006/relationships/oleObject" Target="../embeddings/oleObject283.bin"/><Relationship Id="rId4" Type="http://schemas.openxmlformats.org/officeDocument/2006/relationships/image" Target="../media/image262.wmf"/><Relationship Id="rId9" Type="http://schemas.openxmlformats.org/officeDocument/2006/relationships/oleObject" Target="../embeddings/oleObject273.bin"/><Relationship Id="rId14" Type="http://schemas.openxmlformats.org/officeDocument/2006/relationships/image" Target="../media/image266.wmf"/><Relationship Id="rId22" Type="http://schemas.openxmlformats.org/officeDocument/2006/relationships/image" Target="../media/image270.wmf"/><Relationship Id="rId27" Type="http://schemas.openxmlformats.org/officeDocument/2006/relationships/oleObject" Target="../embeddings/oleObject281.bin"/><Relationship Id="rId30" Type="http://schemas.openxmlformats.org/officeDocument/2006/relationships/image" Target="../media/image274.wmf"/><Relationship Id="rId8" Type="http://schemas.openxmlformats.org/officeDocument/2006/relationships/image" Target="../media/image26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13" Type="http://schemas.openxmlformats.org/officeDocument/2006/relationships/oleObject" Target="../embeddings/oleObject290.bin"/><Relationship Id="rId18" Type="http://schemas.openxmlformats.org/officeDocument/2006/relationships/image" Target="../media/image284.wmf"/><Relationship Id="rId26" Type="http://schemas.openxmlformats.org/officeDocument/2006/relationships/image" Target="../media/image288.wmf"/><Relationship Id="rId3" Type="http://schemas.openxmlformats.org/officeDocument/2006/relationships/oleObject" Target="../embeddings/oleObject285.bin"/><Relationship Id="rId21" Type="http://schemas.openxmlformats.org/officeDocument/2006/relationships/oleObject" Target="../embeddings/oleObject294.bin"/><Relationship Id="rId7" Type="http://schemas.openxmlformats.org/officeDocument/2006/relationships/oleObject" Target="../embeddings/oleObject287.bin"/><Relationship Id="rId12" Type="http://schemas.openxmlformats.org/officeDocument/2006/relationships/image" Target="../media/image281.wmf"/><Relationship Id="rId17" Type="http://schemas.openxmlformats.org/officeDocument/2006/relationships/oleObject" Target="../embeddings/oleObject292.bin"/><Relationship Id="rId25" Type="http://schemas.openxmlformats.org/officeDocument/2006/relationships/oleObject" Target="../embeddings/oleObject2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3.wmf"/><Relationship Id="rId20" Type="http://schemas.openxmlformats.org/officeDocument/2006/relationships/image" Target="../media/image285.wmf"/><Relationship Id="rId29" Type="http://schemas.openxmlformats.org/officeDocument/2006/relationships/oleObject" Target="../embeddings/oleObject298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78.wmf"/><Relationship Id="rId11" Type="http://schemas.openxmlformats.org/officeDocument/2006/relationships/oleObject" Target="../embeddings/oleObject289.bin"/><Relationship Id="rId24" Type="http://schemas.openxmlformats.org/officeDocument/2006/relationships/image" Target="../media/image287.wmf"/><Relationship Id="rId5" Type="http://schemas.openxmlformats.org/officeDocument/2006/relationships/oleObject" Target="../embeddings/oleObject286.bin"/><Relationship Id="rId15" Type="http://schemas.openxmlformats.org/officeDocument/2006/relationships/oleObject" Target="../embeddings/oleObject291.bin"/><Relationship Id="rId23" Type="http://schemas.openxmlformats.org/officeDocument/2006/relationships/oleObject" Target="../embeddings/oleObject295.bin"/><Relationship Id="rId28" Type="http://schemas.openxmlformats.org/officeDocument/2006/relationships/image" Target="../media/image289.wmf"/><Relationship Id="rId10" Type="http://schemas.openxmlformats.org/officeDocument/2006/relationships/image" Target="../media/image280.wmf"/><Relationship Id="rId19" Type="http://schemas.openxmlformats.org/officeDocument/2006/relationships/oleObject" Target="../embeddings/oleObject293.bin"/><Relationship Id="rId4" Type="http://schemas.openxmlformats.org/officeDocument/2006/relationships/image" Target="../media/image277.wmf"/><Relationship Id="rId9" Type="http://schemas.openxmlformats.org/officeDocument/2006/relationships/oleObject" Target="../embeddings/oleObject288.bin"/><Relationship Id="rId14" Type="http://schemas.openxmlformats.org/officeDocument/2006/relationships/image" Target="../media/image282.wmf"/><Relationship Id="rId22" Type="http://schemas.openxmlformats.org/officeDocument/2006/relationships/image" Target="../media/image286.wmf"/><Relationship Id="rId27" Type="http://schemas.openxmlformats.org/officeDocument/2006/relationships/oleObject" Target="../embeddings/oleObject297.bin"/><Relationship Id="rId30" Type="http://schemas.openxmlformats.org/officeDocument/2006/relationships/image" Target="../media/image290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wmf"/><Relationship Id="rId13" Type="http://schemas.openxmlformats.org/officeDocument/2006/relationships/oleObject" Target="../embeddings/oleObject304.bin"/><Relationship Id="rId18" Type="http://schemas.openxmlformats.org/officeDocument/2006/relationships/image" Target="../media/image298.wmf"/><Relationship Id="rId26" Type="http://schemas.openxmlformats.org/officeDocument/2006/relationships/image" Target="../media/image302.wmf"/><Relationship Id="rId3" Type="http://schemas.openxmlformats.org/officeDocument/2006/relationships/oleObject" Target="../embeddings/oleObject299.bin"/><Relationship Id="rId21" Type="http://schemas.openxmlformats.org/officeDocument/2006/relationships/oleObject" Target="../embeddings/oleObject308.bin"/><Relationship Id="rId7" Type="http://schemas.openxmlformats.org/officeDocument/2006/relationships/oleObject" Target="../embeddings/oleObject301.bin"/><Relationship Id="rId12" Type="http://schemas.openxmlformats.org/officeDocument/2006/relationships/image" Target="../media/image295.wmf"/><Relationship Id="rId17" Type="http://schemas.openxmlformats.org/officeDocument/2006/relationships/oleObject" Target="../embeddings/oleObject306.bin"/><Relationship Id="rId25" Type="http://schemas.openxmlformats.org/officeDocument/2006/relationships/oleObject" Target="../embeddings/oleObject3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7.wmf"/><Relationship Id="rId20" Type="http://schemas.openxmlformats.org/officeDocument/2006/relationships/image" Target="../media/image299.wmf"/><Relationship Id="rId29" Type="http://schemas.openxmlformats.org/officeDocument/2006/relationships/oleObject" Target="../embeddings/oleObject312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92.wmf"/><Relationship Id="rId11" Type="http://schemas.openxmlformats.org/officeDocument/2006/relationships/oleObject" Target="../embeddings/oleObject303.bin"/><Relationship Id="rId24" Type="http://schemas.openxmlformats.org/officeDocument/2006/relationships/image" Target="../media/image301.wmf"/><Relationship Id="rId32" Type="http://schemas.openxmlformats.org/officeDocument/2006/relationships/image" Target="../media/image305.wmf"/><Relationship Id="rId5" Type="http://schemas.openxmlformats.org/officeDocument/2006/relationships/oleObject" Target="../embeddings/oleObject300.bin"/><Relationship Id="rId15" Type="http://schemas.openxmlformats.org/officeDocument/2006/relationships/oleObject" Target="../embeddings/oleObject305.bin"/><Relationship Id="rId23" Type="http://schemas.openxmlformats.org/officeDocument/2006/relationships/oleObject" Target="../embeddings/oleObject309.bin"/><Relationship Id="rId28" Type="http://schemas.openxmlformats.org/officeDocument/2006/relationships/image" Target="../media/image303.wmf"/><Relationship Id="rId10" Type="http://schemas.openxmlformats.org/officeDocument/2006/relationships/image" Target="../media/image294.wmf"/><Relationship Id="rId19" Type="http://schemas.openxmlformats.org/officeDocument/2006/relationships/oleObject" Target="../embeddings/oleObject307.bin"/><Relationship Id="rId31" Type="http://schemas.openxmlformats.org/officeDocument/2006/relationships/oleObject" Target="../embeddings/oleObject313.bin"/><Relationship Id="rId4" Type="http://schemas.openxmlformats.org/officeDocument/2006/relationships/image" Target="../media/image291.wmf"/><Relationship Id="rId9" Type="http://schemas.openxmlformats.org/officeDocument/2006/relationships/oleObject" Target="../embeddings/oleObject302.bin"/><Relationship Id="rId14" Type="http://schemas.openxmlformats.org/officeDocument/2006/relationships/image" Target="../media/image296.wmf"/><Relationship Id="rId22" Type="http://schemas.openxmlformats.org/officeDocument/2006/relationships/image" Target="../media/image300.wmf"/><Relationship Id="rId27" Type="http://schemas.openxmlformats.org/officeDocument/2006/relationships/oleObject" Target="../embeddings/oleObject311.bin"/><Relationship Id="rId30" Type="http://schemas.openxmlformats.org/officeDocument/2006/relationships/image" Target="../media/image30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6.bin"/><Relationship Id="rId13" Type="http://schemas.openxmlformats.org/officeDocument/2006/relationships/image" Target="../media/image310.wmf"/><Relationship Id="rId18" Type="http://schemas.openxmlformats.org/officeDocument/2006/relationships/oleObject" Target="../embeddings/oleObject321.bin"/><Relationship Id="rId3" Type="http://schemas.openxmlformats.org/officeDocument/2006/relationships/audio" Target="../media/audio1.wav"/><Relationship Id="rId7" Type="http://schemas.openxmlformats.org/officeDocument/2006/relationships/image" Target="../media/image307.wmf"/><Relationship Id="rId12" Type="http://schemas.openxmlformats.org/officeDocument/2006/relationships/oleObject" Target="../embeddings/oleObject318.bin"/><Relationship Id="rId17" Type="http://schemas.openxmlformats.org/officeDocument/2006/relationships/image" Target="../media/image31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0.bin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315.bin"/><Relationship Id="rId11" Type="http://schemas.openxmlformats.org/officeDocument/2006/relationships/image" Target="../media/image309.wmf"/><Relationship Id="rId5" Type="http://schemas.openxmlformats.org/officeDocument/2006/relationships/image" Target="../media/image306.wmf"/><Relationship Id="rId15" Type="http://schemas.openxmlformats.org/officeDocument/2006/relationships/image" Target="../media/image311.wmf"/><Relationship Id="rId10" Type="http://schemas.openxmlformats.org/officeDocument/2006/relationships/oleObject" Target="../embeddings/oleObject317.bin"/><Relationship Id="rId19" Type="http://schemas.openxmlformats.org/officeDocument/2006/relationships/image" Target="../media/image313.wmf"/><Relationship Id="rId4" Type="http://schemas.openxmlformats.org/officeDocument/2006/relationships/oleObject" Target="../embeddings/oleObject314.bin"/><Relationship Id="rId9" Type="http://schemas.openxmlformats.org/officeDocument/2006/relationships/image" Target="../media/image308.wmf"/><Relationship Id="rId14" Type="http://schemas.openxmlformats.org/officeDocument/2006/relationships/oleObject" Target="../embeddings/oleObject31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13" Type="http://schemas.openxmlformats.org/officeDocument/2006/relationships/oleObject" Target="../embeddings/oleObject327.bin"/><Relationship Id="rId18" Type="http://schemas.openxmlformats.org/officeDocument/2006/relationships/image" Target="../media/image321.wmf"/><Relationship Id="rId3" Type="http://schemas.openxmlformats.org/officeDocument/2006/relationships/oleObject" Target="../embeddings/oleObject322.bin"/><Relationship Id="rId7" Type="http://schemas.openxmlformats.org/officeDocument/2006/relationships/oleObject" Target="../embeddings/oleObject324.bin"/><Relationship Id="rId12" Type="http://schemas.openxmlformats.org/officeDocument/2006/relationships/image" Target="../media/image318.wmf"/><Relationship Id="rId17" Type="http://schemas.openxmlformats.org/officeDocument/2006/relationships/oleObject" Target="../embeddings/oleObject3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0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15.wmf"/><Relationship Id="rId11" Type="http://schemas.openxmlformats.org/officeDocument/2006/relationships/oleObject" Target="../embeddings/oleObject326.bin"/><Relationship Id="rId5" Type="http://schemas.openxmlformats.org/officeDocument/2006/relationships/oleObject" Target="../embeddings/oleObject323.bin"/><Relationship Id="rId15" Type="http://schemas.openxmlformats.org/officeDocument/2006/relationships/oleObject" Target="../embeddings/oleObject328.bin"/><Relationship Id="rId10" Type="http://schemas.openxmlformats.org/officeDocument/2006/relationships/image" Target="../media/image317.wmf"/><Relationship Id="rId4" Type="http://schemas.openxmlformats.org/officeDocument/2006/relationships/image" Target="../media/image314.wmf"/><Relationship Id="rId9" Type="http://schemas.openxmlformats.org/officeDocument/2006/relationships/oleObject" Target="../embeddings/oleObject325.bin"/><Relationship Id="rId14" Type="http://schemas.openxmlformats.org/officeDocument/2006/relationships/image" Target="../media/image319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wmf"/><Relationship Id="rId3" Type="http://schemas.openxmlformats.org/officeDocument/2006/relationships/oleObject" Target="../embeddings/oleObject327.bin"/><Relationship Id="rId7" Type="http://schemas.openxmlformats.org/officeDocument/2006/relationships/oleObject" Target="../embeddings/oleObject331.bin"/><Relationship Id="rId12" Type="http://schemas.openxmlformats.org/officeDocument/2006/relationships/image" Target="../media/image3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22.wmf"/><Relationship Id="rId11" Type="http://schemas.openxmlformats.org/officeDocument/2006/relationships/oleObject" Target="../embeddings/oleObject332.bin"/><Relationship Id="rId5" Type="http://schemas.openxmlformats.org/officeDocument/2006/relationships/oleObject" Target="../embeddings/oleObject330.bin"/><Relationship Id="rId10" Type="http://schemas.openxmlformats.org/officeDocument/2006/relationships/image" Target="../media/image320.wmf"/><Relationship Id="rId4" Type="http://schemas.openxmlformats.org/officeDocument/2006/relationships/image" Target="../media/image319.wmf"/><Relationship Id="rId9" Type="http://schemas.openxmlformats.org/officeDocument/2006/relationships/oleObject" Target="../embeddings/oleObject32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13" Type="http://schemas.openxmlformats.org/officeDocument/2006/relationships/oleObject" Target="../embeddings/oleObject337.bin"/><Relationship Id="rId3" Type="http://schemas.openxmlformats.org/officeDocument/2006/relationships/oleObject" Target="../embeddings/oleObject324.bin"/><Relationship Id="rId7" Type="http://schemas.openxmlformats.org/officeDocument/2006/relationships/oleObject" Target="../embeddings/oleObject334.bin"/><Relationship Id="rId12" Type="http://schemas.openxmlformats.org/officeDocument/2006/relationships/image" Target="../media/image32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9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24.wmf"/><Relationship Id="rId11" Type="http://schemas.openxmlformats.org/officeDocument/2006/relationships/oleObject" Target="../embeddings/oleObject336.bin"/><Relationship Id="rId5" Type="http://schemas.openxmlformats.org/officeDocument/2006/relationships/oleObject" Target="../embeddings/oleObject333.bin"/><Relationship Id="rId15" Type="http://schemas.openxmlformats.org/officeDocument/2006/relationships/oleObject" Target="../embeddings/oleObject338.bin"/><Relationship Id="rId10" Type="http://schemas.openxmlformats.org/officeDocument/2006/relationships/image" Target="../media/image326.wmf"/><Relationship Id="rId4" Type="http://schemas.openxmlformats.org/officeDocument/2006/relationships/image" Target="../media/image316.wmf"/><Relationship Id="rId9" Type="http://schemas.openxmlformats.org/officeDocument/2006/relationships/oleObject" Target="../embeddings/oleObject335.bin"/><Relationship Id="rId14" Type="http://schemas.openxmlformats.org/officeDocument/2006/relationships/image" Target="../media/image328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3" Type="http://schemas.openxmlformats.org/officeDocument/2006/relationships/oleObject" Target="../embeddings/oleObject339.bin"/><Relationship Id="rId7" Type="http://schemas.openxmlformats.org/officeDocument/2006/relationships/oleObject" Target="../embeddings/oleObject3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31.wmf"/><Relationship Id="rId5" Type="http://schemas.openxmlformats.org/officeDocument/2006/relationships/oleObject" Target="../embeddings/oleObject340.bin"/><Relationship Id="rId4" Type="http://schemas.openxmlformats.org/officeDocument/2006/relationships/image" Target="../media/image330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wmf"/><Relationship Id="rId3" Type="http://schemas.openxmlformats.org/officeDocument/2006/relationships/oleObject" Target="../embeddings/oleObject342.bin"/><Relationship Id="rId7" Type="http://schemas.openxmlformats.org/officeDocument/2006/relationships/oleObject" Target="../embeddings/oleObject3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34.wmf"/><Relationship Id="rId5" Type="http://schemas.openxmlformats.org/officeDocument/2006/relationships/oleObject" Target="../embeddings/oleObject343.bin"/><Relationship Id="rId4" Type="http://schemas.openxmlformats.org/officeDocument/2006/relationships/image" Target="../media/image33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wmf"/><Relationship Id="rId13" Type="http://schemas.openxmlformats.org/officeDocument/2006/relationships/oleObject" Target="../embeddings/oleObject350.bin"/><Relationship Id="rId18" Type="http://schemas.openxmlformats.org/officeDocument/2006/relationships/image" Target="../media/image343.wmf"/><Relationship Id="rId26" Type="http://schemas.openxmlformats.org/officeDocument/2006/relationships/oleObject" Target="../embeddings/oleObject357.bin"/><Relationship Id="rId3" Type="http://schemas.openxmlformats.org/officeDocument/2006/relationships/oleObject" Target="../embeddings/oleObject345.bin"/><Relationship Id="rId21" Type="http://schemas.openxmlformats.org/officeDocument/2006/relationships/oleObject" Target="../embeddings/oleObject354.bin"/><Relationship Id="rId7" Type="http://schemas.openxmlformats.org/officeDocument/2006/relationships/oleObject" Target="../embeddings/oleObject347.bin"/><Relationship Id="rId12" Type="http://schemas.openxmlformats.org/officeDocument/2006/relationships/image" Target="../media/image340.wmf"/><Relationship Id="rId17" Type="http://schemas.openxmlformats.org/officeDocument/2006/relationships/oleObject" Target="../embeddings/oleObject352.bin"/><Relationship Id="rId25" Type="http://schemas.openxmlformats.org/officeDocument/2006/relationships/image" Target="../media/image34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2.wmf"/><Relationship Id="rId20" Type="http://schemas.openxmlformats.org/officeDocument/2006/relationships/image" Target="../media/image344.wmf"/><Relationship Id="rId29" Type="http://schemas.openxmlformats.org/officeDocument/2006/relationships/image" Target="../media/image348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37.wmf"/><Relationship Id="rId11" Type="http://schemas.openxmlformats.org/officeDocument/2006/relationships/oleObject" Target="../embeddings/oleObject349.bin"/><Relationship Id="rId24" Type="http://schemas.openxmlformats.org/officeDocument/2006/relationships/oleObject" Target="../embeddings/oleObject356.bin"/><Relationship Id="rId5" Type="http://schemas.openxmlformats.org/officeDocument/2006/relationships/oleObject" Target="../embeddings/oleObject346.bin"/><Relationship Id="rId15" Type="http://schemas.openxmlformats.org/officeDocument/2006/relationships/oleObject" Target="../embeddings/oleObject351.bin"/><Relationship Id="rId23" Type="http://schemas.openxmlformats.org/officeDocument/2006/relationships/oleObject" Target="../embeddings/oleObject355.bin"/><Relationship Id="rId28" Type="http://schemas.openxmlformats.org/officeDocument/2006/relationships/oleObject" Target="../embeddings/oleObject358.bin"/><Relationship Id="rId10" Type="http://schemas.openxmlformats.org/officeDocument/2006/relationships/image" Target="../media/image339.wmf"/><Relationship Id="rId19" Type="http://schemas.openxmlformats.org/officeDocument/2006/relationships/oleObject" Target="../embeddings/oleObject353.bin"/><Relationship Id="rId4" Type="http://schemas.openxmlformats.org/officeDocument/2006/relationships/image" Target="../media/image336.wmf"/><Relationship Id="rId9" Type="http://schemas.openxmlformats.org/officeDocument/2006/relationships/oleObject" Target="../embeddings/oleObject348.bin"/><Relationship Id="rId14" Type="http://schemas.openxmlformats.org/officeDocument/2006/relationships/image" Target="../media/image341.wmf"/><Relationship Id="rId22" Type="http://schemas.openxmlformats.org/officeDocument/2006/relationships/image" Target="../media/image345.wmf"/><Relationship Id="rId27" Type="http://schemas.openxmlformats.org/officeDocument/2006/relationships/image" Target="../media/image347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3" Type="http://schemas.openxmlformats.org/officeDocument/2006/relationships/oleObject" Target="../embeddings/oleObject359.bin"/><Relationship Id="rId7" Type="http://schemas.openxmlformats.org/officeDocument/2006/relationships/oleObject" Target="../embeddings/oleObject361.bin"/><Relationship Id="rId12" Type="http://schemas.openxmlformats.org/officeDocument/2006/relationships/image" Target="../media/image3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50.wmf"/><Relationship Id="rId11" Type="http://schemas.openxmlformats.org/officeDocument/2006/relationships/oleObject" Target="../embeddings/oleObject363.bin"/><Relationship Id="rId5" Type="http://schemas.openxmlformats.org/officeDocument/2006/relationships/oleObject" Target="../embeddings/oleObject360.bin"/><Relationship Id="rId10" Type="http://schemas.openxmlformats.org/officeDocument/2006/relationships/image" Target="../media/image352.wmf"/><Relationship Id="rId4" Type="http://schemas.openxmlformats.org/officeDocument/2006/relationships/image" Target="../media/image349.wmf"/><Relationship Id="rId9" Type="http://schemas.openxmlformats.org/officeDocument/2006/relationships/oleObject" Target="../embeddings/oleObject362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wmf"/><Relationship Id="rId13" Type="http://schemas.openxmlformats.org/officeDocument/2006/relationships/oleObject" Target="../embeddings/oleObject369.bin"/><Relationship Id="rId18" Type="http://schemas.openxmlformats.org/officeDocument/2006/relationships/image" Target="../media/image361.wmf"/><Relationship Id="rId3" Type="http://schemas.openxmlformats.org/officeDocument/2006/relationships/oleObject" Target="../embeddings/oleObject364.bin"/><Relationship Id="rId21" Type="http://schemas.openxmlformats.org/officeDocument/2006/relationships/oleObject" Target="../embeddings/oleObject373.bin"/><Relationship Id="rId7" Type="http://schemas.openxmlformats.org/officeDocument/2006/relationships/oleObject" Target="../embeddings/oleObject366.bin"/><Relationship Id="rId12" Type="http://schemas.openxmlformats.org/officeDocument/2006/relationships/image" Target="../media/image358.wmf"/><Relationship Id="rId17" Type="http://schemas.openxmlformats.org/officeDocument/2006/relationships/oleObject" Target="../embeddings/oleObject3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0.wmf"/><Relationship Id="rId20" Type="http://schemas.openxmlformats.org/officeDocument/2006/relationships/image" Target="../media/image362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55.wmf"/><Relationship Id="rId11" Type="http://schemas.openxmlformats.org/officeDocument/2006/relationships/oleObject" Target="../embeddings/oleObject368.bin"/><Relationship Id="rId5" Type="http://schemas.openxmlformats.org/officeDocument/2006/relationships/oleObject" Target="../embeddings/oleObject365.bin"/><Relationship Id="rId15" Type="http://schemas.openxmlformats.org/officeDocument/2006/relationships/oleObject" Target="../embeddings/oleObject370.bin"/><Relationship Id="rId10" Type="http://schemas.openxmlformats.org/officeDocument/2006/relationships/image" Target="../media/image357.wmf"/><Relationship Id="rId19" Type="http://schemas.openxmlformats.org/officeDocument/2006/relationships/oleObject" Target="../embeddings/oleObject372.bin"/><Relationship Id="rId4" Type="http://schemas.openxmlformats.org/officeDocument/2006/relationships/image" Target="../media/image354.wmf"/><Relationship Id="rId9" Type="http://schemas.openxmlformats.org/officeDocument/2006/relationships/oleObject" Target="../embeddings/oleObject367.bin"/><Relationship Id="rId14" Type="http://schemas.openxmlformats.org/officeDocument/2006/relationships/image" Target="../media/image359.wmf"/><Relationship Id="rId22" Type="http://schemas.openxmlformats.org/officeDocument/2006/relationships/oleObject" Target="../embeddings/oleObject374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8.bin"/><Relationship Id="rId13" Type="http://schemas.openxmlformats.org/officeDocument/2006/relationships/image" Target="../media/image367.wmf"/><Relationship Id="rId18" Type="http://schemas.openxmlformats.org/officeDocument/2006/relationships/oleObject" Target="../embeddings/oleObject383.bin"/><Relationship Id="rId26" Type="http://schemas.openxmlformats.org/officeDocument/2006/relationships/image" Target="../media/image373.wmf"/><Relationship Id="rId3" Type="http://schemas.openxmlformats.org/officeDocument/2006/relationships/oleObject" Target="../embeddings/oleObject375.bin"/><Relationship Id="rId21" Type="http://schemas.openxmlformats.org/officeDocument/2006/relationships/oleObject" Target="../embeddings/oleObject385.bin"/><Relationship Id="rId7" Type="http://schemas.openxmlformats.org/officeDocument/2006/relationships/oleObject" Target="../embeddings/oleObject377.bin"/><Relationship Id="rId12" Type="http://schemas.openxmlformats.org/officeDocument/2006/relationships/oleObject" Target="../embeddings/oleObject380.bin"/><Relationship Id="rId17" Type="http://schemas.openxmlformats.org/officeDocument/2006/relationships/image" Target="../media/image369.wmf"/><Relationship Id="rId25" Type="http://schemas.openxmlformats.org/officeDocument/2006/relationships/oleObject" Target="../embeddings/oleObject38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82.bin"/><Relationship Id="rId20" Type="http://schemas.openxmlformats.org/officeDocument/2006/relationships/oleObject" Target="../embeddings/oleObject384.bin"/><Relationship Id="rId29" Type="http://schemas.openxmlformats.org/officeDocument/2006/relationships/oleObject" Target="../embeddings/oleObject390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64.wmf"/><Relationship Id="rId11" Type="http://schemas.openxmlformats.org/officeDocument/2006/relationships/image" Target="../media/image366.wmf"/><Relationship Id="rId24" Type="http://schemas.openxmlformats.org/officeDocument/2006/relationships/image" Target="../media/image372.wmf"/><Relationship Id="rId32" Type="http://schemas.openxmlformats.org/officeDocument/2006/relationships/image" Target="../media/image375.wmf"/><Relationship Id="rId5" Type="http://schemas.openxmlformats.org/officeDocument/2006/relationships/oleObject" Target="../embeddings/oleObject376.bin"/><Relationship Id="rId15" Type="http://schemas.openxmlformats.org/officeDocument/2006/relationships/image" Target="../media/image368.wmf"/><Relationship Id="rId23" Type="http://schemas.openxmlformats.org/officeDocument/2006/relationships/oleObject" Target="../embeddings/oleObject386.bin"/><Relationship Id="rId28" Type="http://schemas.openxmlformats.org/officeDocument/2006/relationships/oleObject" Target="../embeddings/oleObject389.bin"/><Relationship Id="rId10" Type="http://schemas.openxmlformats.org/officeDocument/2006/relationships/oleObject" Target="../embeddings/oleObject379.bin"/><Relationship Id="rId19" Type="http://schemas.openxmlformats.org/officeDocument/2006/relationships/image" Target="../media/image370.wmf"/><Relationship Id="rId31" Type="http://schemas.openxmlformats.org/officeDocument/2006/relationships/oleObject" Target="../embeddings/oleObject391.bin"/><Relationship Id="rId4" Type="http://schemas.openxmlformats.org/officeDocument/2006/relationships/image" Target="../media/image363.wmf"/><Relationship Id="rId9" Type="http://schemas.openxmlformats.org/officeDocument/2006/relationships/image" Target="../media/image365.wmf"/><Relationship Id="rId14" Type="http://schemas.openxmlformats.org/officeDocument/2006/relationships/oleObject" Target="../embeddings/oleObject381.bin"/><Relationship Id="rId22" Type="http://schemas.openxmlformats.org/officeDocument/2006/relationships/image" Target="../media/image371.wmf"/><Relationship Id="rId27" Type="http://schemas.openxmlformats.org/officeDocument/2006/relationships/oleObject" Target="../embeddings/oleObject388.bin"/><Relationship Id="rId30" Type="http://schemas.openxmlformats.org/officeDocument/2006/relationships/image" Target="../media/image374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77.wmf"/><Relationship Id="rId5" Type="http://schemas.openxmlformats.org/officeDocument/2006/relationships/oleObject" Target="../embeddings/oleObject393.bin"/><Relationship Id="rId4" Type="http://schemas.openxmlformats.org/officeDocument/2006/relationships/image" Target="../media/image376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378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wmf"/><Relationship Id="rId13" Type="http://schemas.openxmlformats.org/officeDocument/2006/relationships/oleObject" Target="../embeddings/oleObject399.bin"/><Relationship Id="rId18" Type="http://schemas.openxmlformats.org/officeDocument/2006/relationships/image" Target="../media/image384.wmf"/><Relationship Id="rId26" Type="http://schemas.openxmlformats.org/officeDocument/2006/relationships/image" Target="../media/image388.wmf"/><Relationship Id="rId3" Type="http://schemas.openxmlformats.org/officeDocument/2006/relationships/oleObject" Target="../embeddings/oleObject395.bin"/><Relationship Id="rId21" Type="http://schemas.openxmlformats.org/officeDocument/2006/relationships/oleObject" Target="../embeddings/oleObject403.bin"/><Relationship Id="rId7" Type="http://schemas.openxmlformats.org/officeDocument/2006/relationships/oleObject" Target="../embeddings/oleObject397.bin"/><Relationship Id="rId12" Type="http://schemas.openxmlformats.org/officeDocument/2006/relationships/image" Target="../media/image182.wmf"/><Relationship Id="rId17" Type="http://schemas.openxmlformats.org/officeDocument/2006/relationships/oleObject" Target="../embeddings/oleObject401.bin"/><Relationship Id="rId25" Type="http://schemas.openxmlformats.org/officeDocument/2006/relationships/oleObject" Target="../embeddings/oleObject4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3.wmf"/><Relationship Id="rId20" Type="http://schemas.openxmlformats.org/officeDocument/2006/relationships/image" Target="../media/image385.wmf"/><Relationship Id="rId29" Type="http://schemas.openxmlformats.org/officeDocument/2006/relationships/oleObject" Target="../embeddings/oleObject407.bin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80.wmf"/><Relationship Id="rId11" Type="http://schemas.openxmlformats.org/officeDocument/2006/relationships/oleObject" Target="../embeddings/oleObject185.bin"/><Relationship Id="rId24" Type="http://schemas.openxmlformats.org/officeDocument/2006/relationships/image" Target="../media/image387.wmf"/><Relationship Id="rId5" Type="http://schemas.openxmlformats.org/officeDocument/2006/relationships/oleObject" Target="../embeddings/oleObject396.bin"/><Relationship Id="rId15" Type="http://schemas.openxmlformats.org/officeDocument/2006/relationships/oleObject" Target="../embeddings/oleObject400.bin"/><Relationship Id="rId23" Type="http://schemas.openxmlformats.org/officeDocument/2006/relationships/oleObject" Target="../embeddings/oleObject404.bin"/><Relationship Id="rId28" Type="http://schemas.openxmlformats.org/officeDocument/2006/relationships/image" Target="../media/image389.wmf"/><Relationship Id="rId10" Type="http://schemas.openxmlformats.org/officeDocument/2006/relationships/image" Target="../media/image382.wmf"/><Relationship Id="rId19" Type="http://schemas.openxmlformats.org/officeDocument/2006/relationships/oleObject" Target="../embeddings/oleObject402.bin"/><Relationship Id="rId4" Type="http://schemas.openxmlformats.org/officeDocument/2006/relationships/image" Target="../media/image379.wmf"/><Relationship Id="rId9" Type="http://schemas.openxmlformats.org/officeDocument/2006/relationships/oleObject" Target="../embeddings/oleObject398.bin"/><Relationship Id="rId14" Type="http://schemas.openxmlformats.org/officeDocument/2006/relationships/image" Target="../media/image266.wmf"/><Relationship Id="rId22" Type="http://schemas.openxmlformats.org/officeDocument/2006/relationships/image" Target="../media/image386.wmf"/><Relationship Id="rId27" Type="http://schemas.openxmlformats.org/officeDocument/2006/relationships/oleObject" Target="../embeddings/oleObject406.bin"/><Relationship Id="rId30" Type="http://schemas.openxmlformats.org/officeDocument/2006/relationships/image" Target="../media/image390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3.wmf"/><Relationship Id="rId3" Type="http://schemas.openxmlformats.org/officeDocument/2006/relationships/oleObject" Target="../embeddings/oleObject408.bin"/><Relationship Id="rId7" Type="http://schemas.openxmlformats.org/officeDocument/2006/relationships/oleObject" Target="../embeddings/oleObject410.bin"/><Relationship Id="rId12" Type="http://schemas.openxmlformats.org/officeDocument/2006/relationships/image" Target="../media/image39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92.wmf"/><Relationship Id="rId11" Type="http://schemas.openxmlformats.org/officeDocument/2006/relationships/oleObject" Target="../embeddings/oleObject412.bin"/><Relationship Id="rId5" Type="http://schemas.openxmlformats.org/officeDocument/2006/relationships/oleObject" Target="../embeddings/oleObject409.bin"/><Relationship Id="rId10" Type="http://schemas.openxmlformats.org/officeDocument/2006/relationships/image" Target="../media/image394.wmf"/><Relationship Id="rId4" Type="http://schemas.openxmlformats.org/officeDocument/2006/relationships/image" Target="../media/image391.wmf"/><Relationship Id="rId9" Type="http://schemas.openxmlformats.org/officeDocument/2006/relationships/oleObject" Target="../embeddings/oleObject411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wmf"/><Relationship Id="rId13" Type="http://schemas.openxmlformats.org/officeDocument/2006/relationships/oleObject" Target="../embeddings/oleObject418.bin"/><Relationship Id="rId18" Type="http://schemas.openxmlformats.org/officeDocument/2006/relationships/image" Target="../media/image403.wmf"/><Relationship Id="rId3" Type="http://schemas.openxmlformats.org/officeDocument/2006/relationships/oleObject" Target="../embeddings/oleObject413.bin"/><Relationship Id="rId7" Type="http://schemas.openxmlformats.org/officeDocument/2006/relationships/oleObject" Target="../embeddings/oleObject415.bin"/><Relationship Id="rId12" Type="http://schemas.openxmlformats.org/officeDocument/2006/relationships/image" Target="../media/image400.wmf"/><Relationship Id="rId17" Type="http://schemas.openxmlformats.org/officeDocument/2006/relationships/oleObject" Target="../embeddings/oleObject4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2.wmf"/><Relationship Id="rId20" Type="http://schemas.openxmlformats.org/officeDocument/2006/relationships/image" Target="../media/image404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97.wmf"/><Relationship Id="rId11" Type="http://schemas.openxmlformats.org/officeDocument/2006/relationships/oleObject" Target="../embeddings/oleObject417.bin"/><Relationship Id="rId5" Type="http://schemas.openxmlformats.org/officeDocument/2006/relationships/oleObject" Target="../embeddings/oleObject414.bin"/><Relationship Id="rId15" Type="http://schemas.openxmlformats.org/officeDocument/2006/relationships/oleObject" Target="../embeddings/oleObject419.bin"/><Relationship Id="rId10" Type="http://schemas.openxmlformats.org/officeDocument/2006/relationships/image" Target="../media/image399.wmf"/><Relationship Id="rId19" Type="http://schemas.openxmlformats.org/officeDocument/2006/relationships/oleObject" Target="../embeddings/oleObject421.bin"/><Relationship Id="rId4" Type="http://schemas.openxmlformats.org/officeDocument/2006/relationships/image" Target="../media/image396.wmf"/><Relationship Id="rId9" Type="http://schemas.openxmlformats.org/officeDocument/2006/relationships/oleObject" Target="../embeddings/oleObject416.bin"/><Relationship Id="rId14" Type="http://schemas.openxmlformats.org/officeDocument/2006/relationships/image" Target="../media/image401.wmf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7.bin"/><Relationship Id="rId18" Type="http://schemas.openxmlformats.org/officeDocument/2006/relationships/image" Target="../media/image412.wmf"/><Relationship Id="rId26" Type="http://schemas.openxmlformats.org/officeDocument/2006/relationships/image" Target="../media/image416.wmf"/><Relationship Id="rId21" Type="http://schemas.openxmlformats.org/officeDocument/2006/relationships/oleObject" Target="../embeddings/oleObject431.bin"/><Relationship Id="rId34" Type="http://schemas.openxmlformats.org/officeDocument/2006/relationships/image" Target="../media/image420.wmf"/><Relationship Id="rId7" Type="http://schemas.openxmlformats.org/officeDocument/2006/relationships/oleObject" Target="../embeddings/oleObject424.bin"/><Relationship Id="rId12" Type="http://schemas.openxmlformats.org/officeDocument/2006/relationships/image" Target="../media/image409.wmf"/><Relationship Id="rId17" Type="http://schemas.openxmlformats.org/officeDocument/2006/relationships/oleObject" Target="../embeddings/oleObject429.bin"/><Relationship Id="rId25" Type="http://schemas.openxmlformats.org/officeDocument/2006/relationships/oleObject" Target="../embeddings/oleObject433.bin"/><Relationship Id="rId33" Type="http://schemas.openxmlformats.org/officeDocument/2006/relationships/oleObject" Target="../embeddings/oleObject437.bin"/><Relationship Id="rId38" Type="http://schemas.openxmlformats.org/officeDocument/2006/relationships/image" Target="../media/image42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1.wmf"/><Relationship Id="rId20" Type="http://schemas.openxmlformats.org/officeDocument/2006/relationships/image" Target="../media/image413.wmf"/><Relationship Id="rId29" Type="http://schemas.openxmlformats.org/officeDocument/2006/relationships/oleObject" Target="../embeddings/oleObject435.bin"/><Relationship Id="rId1" Type="http://schemas.openxmlformats.org/officeDocument/2006/relationships/vmlDrawing" Target="../drawings/vmlDrawing47.vml"/><Relationship Id="rId6" Type="http://schemas.openxmlformats.org/officeDocument/2006/relationships/image" Target="../media/image406.wmf"/><Relationship Id="rId11" Type="http://schemas.openxmlformats.org/officeDocument/2006/relationships/oleObject" Target="../embeddings/oleObject426.bin"/><Relationship Id="rId24" Type="http://schemas.openxmlformats.org/officeDocument/2006/relationships/image" Target="../media/image415.wmf"/><Relationship Id="rId32" Type="http://schemas.openxmlformats.org/officeDocument/2006/relationships/image" Target="../media/image419.wmf"/><Relationship Id="rId37" Type="http://schemas.openxmlformats.org/officeDocument/2006/relationships/oleObject" Target="../embeddings/oleObject439.bin"/><Relationship Id="rId5" Type="http://schemas.openxmlformats.org/officeDocument/2006/relationships/oleObject" Target="../embeddings/oleObject423.bin"/><Relationship Id="rId15" Type="http://schemas.openxmlformats.org/officeDocument/2006/relationships/oleObject" Target="../embeddings/oleObject428.bin"/><Relationship Id="rId23" Type="http://schemas.openxmlformats.org/officeDocument/2006/relationships/oleObject" Target="../embeddings/oleObject432.bin"/><Relationship Id="rId28" Type="http://schemas.openxmlformats.org/officeDocument/2006/relationships/image" Target="../media/image417.wmf"/><Relationship Id="rId36" Type="http://schemas.openxmlformats.org/officeDocument/2006/relationships/image" Target="../media/image421.wmf"/><Relationship Id="rId10" Type="http://schemas.openxmlformats.org/officeDocument/2006/relationships/image" Target="../media/image408.wmf"/><Relationship Id="rId19" Type="http://schemas.openxmlformats.org/officeDocument/2006/relationships/oleObject" Target="../embeddings/oleObject430.bin"/><Relationship Id="rId31" Type="http://schemas.openxmlformats.org/officeDocument/2006/relationships/oleObject" Target="../embeddings/oleObject436.bin"/><Relationship Id="rId4" Type="http://schemas.openxmlformats.org/officeDocument/2006/relationships/image" Target="../media/image405.wmf"/><Relationship Id="rId9" Type="http://schemas.openxmlformats.org/officeDocument/2006/relationships/oleObject" Target="../embeddings/oleObject425.bin"/><Relationship Id="rId14" Type="http://schemas.openxmlformats.org/officeDocument/2006/relationships/image" Target="../media/image410.wmf"/><Relationship Id="rId22" Type="http://schemas.openxmlformats.org/officeDocument/2006/relationships/image" Target="../media/image414.wmf"/><Relationship Id="rId27" Type="http://schemas.openxmlformats.org/officeDocument/2006/relationships/oleObject" Target="../embeddings/oleObject434.bin"/><Relationship Id="rId30" Type="http://schemas.openxmlformats.org/officeDocument/2006/relationships/image" Target="../media/image418.wmf"/><Relationship Id="rId35" Type="http://schemas.openxmlformats.org/officeDocument/2006/relationships/oleObject" Target="../embeddings/oleObject438.bin"/><Relationship Id="rId8" Type="http://schemas.openxmlformats.org/officeDocument/2006/relationships/image" Target="../media/image407.wmf"/><Relationship Id="rId3" Type="http://schemas.openxmlformats.org/officeDocument/2006/relationships/oleObject" Target="../embeddings/oleObject422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wmf"/><Relationship Id="rId13" Type="http://schemas.openxmlformats.org/officeDocument/2006/relationships/oleObject" Target="../embeddings/oleObject445.bin"/><Relationship Id="rId18" Type="http://schemas.openxmlformats.org/officeDocument/2006/relationships/image" Target="../media/image424.wmf"/><Relationship Id="rId3" Type="http://schemas.openxmlformats.org/officeDocument/2006/relationships/oleObject" Target="../embeddings/oleObject440.bin"/><Relationship Id="rId21" Type="http://schemas.openxmlformats.org/officeDocument/2006/relationships/oleObject" Target="../embeddings/oleObject449.bin"/><Relationship Id="rId7" Type="http://schemas.openxmlformats.org/officeDocument/2006/relationships/oleObject" Target="../embeddings/oleObject442.bin"/><Relationship Id="rId12" Type="http://schemas.openxmlformats.org/officeDocument/2006/relationships/image" Target="../media/image409.wmf"/><Relationship Id="rId17" Type="http://schemas.openxmlformats.org/officeDocument/2006/relationships/oleObject" Target="../embeddings/oleObject4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0.wmf"/><Relationship Id="rId20" Type="http://schemas.openxmlformats.org/officeDocument/2006/relationships/image" Target="../media/image425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406.wmf"/><Relationship Id="rId11" Type="http://schemas.openxmlformats.org/officeDocument/2006/relationships/oleObject" Target="../embeddings/oleObject444.bin"/><Relationship Id="rId5" Type="http://schemas.openxmlformats.org/officeDocument/2006/relationships/oleObject" Target="../embeddings/oleObject441.bin"/><Relationship Id="rId15" Type="http://schemas.openxmlformats.org/officeDocument/2006/relationships/oleObject" Target="../embeddings/oleObject446.bin"/><Relationship Id="rId10" Type="http://schemas.openxmlformats.org/officeDocument/2006/relationships/image" Target="../media/image408.wmf"/><Relationship Id="rId19" Type="http://schemas.openxmlformats.org/officeDocument/2006/relationships/oleObject" Target="../embeddings/oleObject448.bin"/><Relationship Id="rId4" Type="http://schemas.openxmlformats.org/officeDocument/2006/relationships/image" Target="../media/image405.wmf"/><Relationship Id="rId9" Type="http://schemas.openxmlformats.org/officeDocument/2006/relationships/oleObject" Target="../embeddings/oleObject443.bin"/><Relationship Id="rId14" Type="http://schemas.openxmlformats.org/officeDocument/2006/relationships/image" Target="../media/image423.wmf"/><Relationship Id="rId22" Type="http://schemas.openxmlformats.org/officeDocument/2006/relationships/image" Target="../media/image426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wmf"/><Relationship Id="rId13" Type="http://schemas.openxmlformats.org/officeDocument/2006/relationships/oleObject" Target="../embeddings/oleObject455.bin"/><Relationship Id="rId18" Type="http://schemas.openxmlformats.org/officeDocument/2006/relationships/image" Target="../media/image433.wmf"/><Relationship Id="rId3" Type="http://schemas.openxmlformats.org/officeDocument/2006/relationships/oleObject" Target="../embeddings/oleObject450.bin"/><Relationship Id="rId7" Type="http://schemas.openxmlformats.org/officeDocument/2006/relationships/oleObject" Target="../embeddings/oleObject452.bin"/><Relationship Id="rId12" Type="http://schemas.openxmlformats.org/officeDocument/2006/relationships/image" Target="../media/image430.wmf"/><Relationship Id="rId17" Type="http://schemas.openxmlformats.org/officeDocument/2006/relationships/oleObject" Target="../embeddings/oleObject4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2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420.wmf"/><Relationship Id="rId11" Type="http://schemas.openxmlformats.org/officeDocument/2006/relationships/oleObject" Target="../embeddings/oleObject454.bin"/><Relationship Id="rId5" Type="http://schemas.openxmlformats.org/officeDocument/2006/relationships/oleObject" Target="../embeddings/oleObject451.bin"/><Relationship Id="rId15" Type="http://schemas.openxmlformats.org/officeDocument/2006/relationships/oleObject" Target="../embeddings/oleObject456.bin"/><Relationship Id="rId10" Type="http://schemas.openxmlformats.org/officeDocument/2006/relationships/image" Target="../media/image429.wmf"/><Relationship Id="rId4" Type="http://schemas.openxmlformats.org/officeDocument/2006/relationships/image" Target="../media/image427.wmf"/><Relationship Id="rId9" Type="http://schemas.openxmlformats.org/officeDocument/2006/relationships/oleObject" Target="../embeddings/oleObject453.bin"/><Relationship Id="rId14" Type="http://schemas.openxmlformats.org/officeDocument/2006/relationships/image" Target="../media/image431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4" Type="http://schemas.openxmlformats.org/officeDocument/2006/relationships/image" Target="../media/image434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wmf"/><Relationship Id="rId13" Type="http://schemas.openxmlformats.org/officeDocument/2006/relationships/oleObject" Target="../embeddings/oleObject464.bin"/><Relationship Id="rId18" Type="http://schemas.openxmlformats.org/officeDocument/2006/relationships/oleObject" Target="../embeddings/oleObject467.bin"/><Relationship Id="rId26" Type="http://schemas.openxmlformats.org/officeDocument/2006/relationships/oleObject" Target="../embeddings/oleObject471.bin"/><Relationship Id="rId3" Type="http://schemas.openxmlformats.org/officeDocument/2006/relationships/oleObject" Target="../embeddings/oleObject459.bin"/><Relationship Id="rId21" Type="http://schemas.openxmlformats.org/officeDocument/2006/relationships/image" Target="../media/image443.wmf"/><Relationship Id="rId7" Type="http://schemas.openxmlformats.org/officeDocument/2006/relationships/oleObject" Target="../embeddings/oleObject461.bin"/><Relationship Id="rId12" Type="http://schemas.openxmlformats.org/officeDocument/2006/relationships/image" Target="../media/image439.wmf"/><Relationship Id="rId17" Type="http://schemas.openxmlformats.org/officeDocument/2006/relationships/image" Target="../media/image441.wmf"/><Relationship Id="rId25" Type="http://schemas.openxmlformats.org/officeDocument/2006/relationships/image" Target="../media/image44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66.bin"/><Relationship Id="rId20" Type="http://schemas.openxmlformats.org/officeDocument/2006/relationships/oleObject" Target="../embeddings/oleObject468.bin"/><Relationship Id="rId29" Type="http://schemas.openxmlformats.org/officeDocument/2006/relationships/image" Target="../media/image447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436.wmf"/><Relationship Id="rId11" Type="http://schemas.openxmlformats.org/officeDocument/2006/relationships/oleObject" Target="../embeddings/oleObject463.bin"/><Relationship Id="rId24" Type="http://schemas.openxmlformats.org/officeDocument/2006/relationships/oleObject" Target="../embeddings/oleObject470.bin"/><Relationship Id="rId5" Type="http://schemas.openxmlformats.org/officeDocument/2006/relationships/oleObject" Target="../embeddings/oleObject460.bin"/><Relationship Id="rId15" Type="http://schemas.openxmlformats.org/officeDocument/2006/relationships/image" Target="../media/image440.wmf"/><Relationship Id="rId23" Type="http://schemas.openxmlformats.org/officeDocument/2006/relationships/image" Target="../media/image444.wmf"/><Relationship Id="rId28" Type="http://schemas.openxmlformats.org/officeDocument/2006/relationships/oleObject" Target="../embeddings/oleObject472.bin"/><Relationship Id="rId10" Type="http://schemas.openxmlformats.org/officeDocument/2006/relationships/image" Target="../media/image438.wmf"/><Relationship Id="rId19" Type="http://schemas.openxmlformats.org/officeDocument/2006/relationships/image" Target="../media/image442.wmf"/><Relationship Id="rId4" Type="http://schemas.openxmlformats.org/officeDocument/2006/relationships/image" Target="../media/image435.wmf"/><Relationship Id="rId9" Type="http://schemas.openxmlformats.org/officeDocument/2006/relationships/oleObject" Target="../embeddings/oleObject462.bin"/><Relationship Id="rId14" Type="http://schemas.openxmlformats.org/officeDocument/2006/relationships/oleObject" Target="../embeddings/oleObject465.bin"/><Relationship Id="rId22" Type="http://schemas.openxmlformats.org/officeDocument/2006/relationships/oleObject" Target="../embeddings/oleObject469.bin"/><Relationship Id="rId27" Type="http://schemas.openxmlformats.org/officeDocument/2006/relationships/image" Target="../media/image446.wmf"/><Relationship Id="rId30" Type="http://schemas.openxmlformats.org/officeDocument/2006/relationships/oleObject" Target="../embeddings/oleObject473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AE5DFBB-6797-4028-914D-24356AE72F0F}"/>
              </a:ext>
            </a:extLst>
          </p:cNvPr>
          <p:cNvSpPr txBox="1">
            <a:spLocks/>
          </p:cNvSpPr>
          <p:nvPr/>
        </p:nvSpPr>
        <p:spPr>
          <a:xfrm>
            <a:off x="685800" y="843558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 定积分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DA464FF3-3509-436D-8449-763C99885748}"/>
              </a:ext>
            </a:extLst>
          </p:cNvPr>
          <p:cNvSpPr txBox="1">
            <a:spLocks/>
          </p:cNvSpPr>
          <p:nvPr/>
        </p:nvSpPr>
        <p:spPr>
          <a:xfrm>
            <a:off x="1689100" y="2355726"/>
            <a:ext cx="6400800" cy="540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第三节  定积分的换元法和分部积分法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(1)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74F0C02C-C92D-4CF7-9A56-831A8D71E550}"/>
              </a:ext>
            </a:extLst>
          </p:cNvPr>
          <p:cNvSpPr txBox="1">
            <a:spLocks/>
          </p:cNvSpPr>
          <p:nvPr/>
        </p:nvSpPr>
        <p:spPr>
          <a:xfrm>
            <a:off x="2123728" y="3207743"/>
            <a:ext cx="4312568" cy="468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第六节  定积分相关综合问题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(1)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60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B5D30DE-59F5-4424-A663-877453E752FB}"/>
              </a:ext>
            </a:extLst>
          </p:cNvPr>
          <p:cNvSpPr/>
          <p:nvPr/>
        </p:nvSpPr>
        <p:spPr>
          <a:xfrm>
            <a:off x="2735796" y="375506"/>
            <a:ext cx="351687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温故而知新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5839A85-7BBF-4A76-AE8C-C80FA1205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387" y="1455626"/>
            <a:ext cx="30194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97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10305">
            <a:extLst>
              <a:ext uri="{FF2B5EF4-FFF2-40B4-BE49-F238E27FC236}">
                <a16:creationId xmlns:a16="http://schemas.microsoft.com/office/drawing/2014/main" id="{4702B8A6-9EBA-4D9B-8171-B6B9851CE2A2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267494"/>
            <a:ext cx="568863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1.</a:t>
            </a:r>
            <a:r>
              <a:rPr lang="zh-CN" altLang="en-US" sz="2400" b="1" dirty="0">
                <a:latin typeface="+mj-ea"/>
              </a:rPr>
              <a:t>设                  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727CF74-65E3-4670-A9F6-379DB589A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293842"/>
              </p:ext>
            </p:extLst>
          </p:nvPr>
        </p:nvGraphicFramePr>
        <p:xfrm>
          <a:off x="1403648" y="212279"/>
          <a:ext cx="2730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67" name="Equation" r:id="rId3" imgW="2730240" imgH="596880" progId="Equation.DSMT4">
                  <p:embed/>
                </p:oleObj>
              </mc:Choice>
              <mc:Fallback>
                <p:oleObj name="Equation" r:id="rId3" imgW="2730240" imgH="596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C04BBFE-E174-454A-8984-672F3A6EFF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212279"/>
                        <a:ext cx="2730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A61C9F0-4D81-4C8E-82F8-AD0BDBED2A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674171"/>
              </p:ext>
            </p:extLst>
          </p:nvPr>
        </p:nvGraphicFramePr>
        <p:xfrm>
          <a:off x="4427984" y="400844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68" name="Equation" r:id="rId5" imgW="685800" imgH="342720" progId="Equation.DSMT4">
                  <p:embed/>
                </p:oleObj>
              </mc:Choice>
              <mc:Fallback>
                <p:oleObj name="Equation" r:id="rId5" imgW="68580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F72EB73-7DB9-4FA4-A1FC-DBAB2BCB8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7984" y="400844"/>
                        <a:ext cx="685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955D96B-F684-4CB7-B06B-98BFFB094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97" y="964614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E915B8D-0BA8-4921-BAC3-EE09704BB127}"/>
              </a:ext>
            </a:extLst>
          </p:cNvPr>
          <p:cNvGrpSpPr/>
          <p:nvPr/>
        </p:nvGrpSpPr>
        <p:grpSpPr>
          <a:xfrm>
            <a:off x="1118853" y="915751"/>
            <a:ext cx="2184648" cy="596900"/>
            <a:chOff x="1118853" y="1114982"/>
            <a:chExt cx="2184648" cy="59690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578BFB5-79F0-4132-8C55-782705D83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8853" y="1182600"/>
              <a:ext cx="15841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设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99514865-6F08-4CCD-A7FE-03320A09AF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6281140"/>
                </p:ext>
              </p:extLst>
            </p:nvPr>
          </p:nvGraphicFramePr>
          <p:xfrm>
            <a:off x="1550901" y="1114982"/>
            <a:ext cx="17526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69" name="Equation" r:id="rId7" imgW="1752480" imgH="596880" progId="Equation.DSMT4">
                    <p:embed/>
                  </p:oleObj>
                </mc:Choice>
                <mc:Fallback>
                  <p:oleObj name="Equation" r:id="rId7" imgW="1752480" imgH="5968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28785B22-920D-41A7-947E-76A7C170DCE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50901" y="1114982"/>
                          <a:ext cx="17526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BEF665E-DE18-4F90-B3B1-E012CAF49767}"/>
              </a:ext>
            </a:extLst>
          </p:cNvPr>
          <p:cNvGrpSpPr/>
          <p:nvPr/>
        </p:nvGrpSpPr>
        <p:grpSpPr>
          <a:xfrm>
            <a:off x="3491068" y="974218"/>
            <a:ext cx="2276554" cy="461665"/>
            <a:chOff x="3491068" y="1173449"/>
            <a:chExt cx="2276554" cy="46166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7887C65-E278-4299-9A0C-F6A2C8E90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068" y="1173449"/>
              <a:ext cx="10412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则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60D2B99-787E-4D1B-965D-29276E45E5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8620252"/>
                </p:ext>
              </p:extLst>
            </p:nvPr>
          </p:nvGraphicFramePr>
          <p:xfrm>
            <a:off x="4002322" y="1254882"/>
            <a:ext cx="1765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70" name="Equation" r:id="rId9" imgW="1765080" imgH="342720" progId="Equation.DSMT4">
                    <p:embed/>
                  </p:oleObj>
                </mc:Choice>
                <mc:Fallback>
                  <p:oleObj name="Equation" r:id="rId9" imgW="1765080" imgH="3427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F05901B5-FBBE-4E19-A166-7F58A783C09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02322" y="1254882"/>
                          <a:ext cx="1765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6213844-3C28-4B54-8609-983EBC1B2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65" y="1841644"/>
            <a:ext cx="7200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故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31EA44E-B121-4F5C-8AC6-532235D072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904532"/>
              </p:ext>
            </p:extLst>
          </p:nvPr>
        </p:nvGraphicFramePr>
        <p:xfrm>
          <a:off x="1211964" y="1809202"/>
          <a:ext cx="1930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71" name="Equation" r:id="rId11" imgW="1930320" imgH="596880" progId="Equation.DSMT4">
                  <p:embed/>
                </p:oleObj>
              </mc:Choice>
              <mc:Fallback>
                <p:oleObj name="Equation" r:id="rId11" imgW="1930320" imgH="596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89D53BE-41BB-4935-BF34-46396B4CF5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11964" y="1809202"/>
                        <a:ext cx="1930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0480C02-A383-44F9-9BE8-E908A5FBB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647167"/>
              </p:ext>
            </p:extLst>
          </p:nvPr>
        </p:nvGraphicFramePr>
        <p:xfrm>
          <a:off x="3169376" y="1823706"/>
          <a:ext cx="1587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72" name="Equation" r:id="rId13" imgW="1587240" imgH="596880" progId="Equation.DSMT4">
                  <p:embed/>
                </p:oleObj>
              </mc:Choice>
              <mc:Fallback>
                <p:oleObj name="Equation" r:id="rId13" imgW="1587240" imgH="596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32E4392-60C8-41CB-BE6E-C71A9E1B0D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69376" y="1823706"/>
                        <a:ext cx="1587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199E82A-CCF4-4A3E-8F83-0F7CC2B450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593587"/>
              </p:ext>
            </p:extLst>
          </p:nvPr>
        </p:nvGraphicFramePr>
        <p:xfrm>
          <a:off x="4775256" y="1647065"/>
          <a:ext cx="1765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73" name="Equation" r:id="rId15" imgW="1765080" imgH="965160" progId="Equation.DSMT4">
                  <p:embed/>
                </p:oleObj>
              </mc:Choice>
              <mc:Fallback>
                <p:oleObj name="Equation" r:id="rId15" imgW="1765080" imgH="9651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9434C53-B9A8-49C7-A15B-C3589B17BF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75256" y="1647065"/>
                        <a:ext cx="17653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3AFABEF-23A2-43DF-8FC4-AAFB23514E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703864"/>
              </p:ext>
            </p:extLst>
          </p:nvPr>
        </p:nvGraphicFramePr>
        <p:xfrm>
          <a:off x="6540556" y="1797031"/>
          <a:ext cx="1181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74" name="Equation" r:id="rId17" imgW="1180800" imgH="723600" progId="Equation.DSMT4">
                  <p:embed/>
                </p:oleObj>
              </mc:Choice>
              <mc:Fallback>
                <p:oleObj name="Equation" r:id="rId17" imgW="1180800" imgH="723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E075AF4-43EA-4870-9A92-2B4FFD4EE5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40556" y="1797031"/>
                        <a:ext cx="1181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8387D779-C6B9-4D8B-9AB3-3BDD41FADB2C}"/>
              </a:ext>
            </a:extLst>
          </p:cNvPr>
          <p:cNvGrpSpPr/>
          <p:nvPr/>
        </p:nvGrpSpPr>
        <p:grpSpPr>
          <a:xfrm>
            <a:off x="683568" y="2724391"/>
            <a:ext cx="3692551" cy="750443"/>
            <a:chOff x="717212" y="3841351"/>
            <a:chExt cx="3692551" cy="750443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A85ECB2-61C5-4CC4-B8A9-E9E16C290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212" y="3943590"/>
              <a:ext cx="369255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解          得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B68E81B7-8FAB-4325-82B7-0D1D9FB848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8144519"/>
                </p:ext>
              </p:extLst>
            </p:nvPr>
          </p:nvGraphicFramePr>
          <p:xfrm>
            <a:off x="1164848" y="3841351"/>
            <a:ext cx="1447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75" name="Equation" r:id="rId19" imgW="1447560" imgH="723600" progId="Equation.DSMT4">
                    <p:embed/>
                  </p:oleObj>
                </mc:Choice>
                <mc:Fallback>
                  <p:oleObj name="Equation" r:id="rId19" imgW="1447560" imgH="7236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267E767B-5052-4E07-8B7B-3D8F5B9A30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64848" y="3841351"/>
                          <a:ext cx="14478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34B4C2B2-2A62-44DF-B2DC-665B386A4A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0550948"/>
                </p:ext>
              </p:extLst>
            </p:nvPr>
          </p:nvGraphicFramePr>
          <p:xfrm>
            <a:off x="3078070" y="3867894"/>
            <a:ext cx="1028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76" name="Equation" r:id="rId21" imgW="1028520" imgH="723600" progId="Equation.DSMT4">
                    <p:embed/>
                  </p:oleObj>
                </mc:Choice>
                <mc:Fallback>
                  <p:oleObj name="Equation" r:id="rId21" imgW="1028520" imgH="72360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DA8141E9-9FD0-49A7-BEEE-4D60E4EEC4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078070" y="3867894"/>
                          <a:ext cx="1028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A5E59D5-17A8-471D-9285-12EC9589F3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342332"/>
              </p:ext>
            </p:extLst>
          </p:nvPr>
        </p:nvGraphicFramePr>
        <p:xfrm>
          <a:off x="2003400" y="3459512"/>
          <a:ext cx="4368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77" name="Equation" r:id="rId23" imgW="4368600" imgH="723600" progId="Equation.DSMT4">
                  <p:embed/>
                </p:oleObj>
              </mc:Choice>
              <mc:Fallback>
                <p:oleObj name="Equation" r:id="rId23" imgW="4368600" imgH="7236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6D06E765-63B3-43E1-92F6-99DD8BDEFF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003400" y="3459512"/>
                        <a:ext cx="4368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BFC48CA2-A020-4082-AD59-DB2D4BC7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602033"/>
            <a:ext cx="10984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所以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6874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DEE25AED-09A8-4909-88FE-F30E94F63156}"/>
              </a:ext>
            </a:extLst>
          </p:cNvPr>
          <p:cNvSpPr/>
          <p:nvPr/>
        </p:nvSpPr>
        <p:spPr>
          <a:xfrm>
            <a:off x="827584" y="159482"/>
            <a:ext cx="76237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kumimoji="1" lang="zh-CN" altLang="en-US" sz="2400" b="1" dirty="0">
                <a:latin typeface="+mn-ea"/>
              </a:rPr>
              <a:t>设        由方程                   确定，且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BA8864B-82C1-46FA-9D02-07142020B9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324811"/>
              </p:ext>
            </p:extLst>
          </p:nvPr>
        </p:nvGraphicFramePr>
        <p:xfrm>
          <a:off x="1629030" y="197387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50" name="Equation" r:id="rId3" imgW="1066680" imgH="342720" progId="Equation.DSMT4">
                  <p:embed/>
                </p:oleObj>
              </mc:Choice>
              <mc:Fallback>
                <p:oleObj name="Equation" r:id="rId3" imgW="106668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BA8864B-82C1-46FA-9D02-07142020B9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9030" y="197387"/>
                        <a:ext cx="106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0066C5C-A40B-4719-9F18-0C9CED6FD5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618744"/>
              </p:ext>
            </p:extLst>
          </p:nvPr>
        </p:nvGraphicFramePr>
        <p:xfrm>
          <a:off x="3869836" y="80207"/>
          <a:ext cx="2844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51" name="Equation" r:id="rId5" imgW="2844720" imgH="596880" progId="Equation.DSMT4">
                  <p:embed/>
                </p:oleObj>
              </mc:Choice>
              <mc:Fallback>
                <p:oleObj name="Equation" r:id="rId5" imgW="2844720" imgH="596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0066C5C-A40B-4719-9F18-0C9CED6FD5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9836" y="80207"/>
                        <a:ext cx="2844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D131753B-46EC-4799-A990-0455D1300FC5}"/>
              </a:ext>
            </a:extLst>
          </p:cNvPr>
          <p:cNvGrpSpPr/>
          <p:nvPr/>
        </p:nvGrpSpPr>
        <p:grpSpPr>
          <a:xfrm>
            <a:off x="351718" y="578191"/>
            <a:ext cx="4094838" cy="461665"/>
            <a:chOff x="103802" y="1091797"/>
            <a:chExt cx="4094838" cy="461665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D5DDAE77-8ABE-45A4-946D-8131B0C0EF4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3802" y="1154707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52" name="Equation" r:id="rId7" imgW="1104840" imgH="342720" progId="Equation.DSMT4">
                    <p:embed/>
                  </p:oleObj>
                </mc:Choice>
                <mc:Fallback>
                  <p:oleObj name="Equation" r:id="rId7" imgW="110484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D5DDAE77-8ABE-45A4-946D-8131B0C0EF4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3802" y="1154707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43FA7B8-D5FD-42B6-9447-D3673A70411E}"/>
                </a:ext>
              </a:extLst>
            </p:cNvPr>
            <p:cNvGrpSpPr/>
            <p:nvPr/>
          </p:nvGrpSpPr>
          <p:grpSpPr>
            <a:xfrm>
              <a:off x="1174304" y="1091797"/>
              <a:ext cx="3024336" cy="461665"/>
              <a:chOff x="107504" y="1203598"/>
              <a:chExt cx="3024336" cy="461665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23161E4-8F95-4348-8013-667867B9E34A}"/>
                  </a:ext>
                </a:extLst>
              </p:cNvPr>
              <p:cNvSpPr/>
              <p:nvPr/>
            </p:nvSpPr>
            <p:spPr>
              <a:xfrm>
                <a:off x="107504" y="1203598"/>
                <a:ext cx="302433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求        的最小值</a:t>
                </a:r>
                <a:r>
                  <a:rPr kumimoji="1" lang="en-US" altLang="zh-CN" sz="2400" b="1" dirty="0">
                    <a:latin typeface="+mn-ea"/>
                  </a:rPr>
                  <a:t>.</a:t>
                </a:r>
                <a:endParaRPr lang="zh-CN" altLang="en-US" sz="2400" dirty="0"/>
              </a:p>
            </p:txBody>
          </p:sp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A7509717-1B48-4EE9-B31A-C28FCB03E2F6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80208" y="1262980"/>
              <a:ext cx="10668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0753" name="Equation" r:id="rId9" imgW="1066680" imgH="342720" progId="Equation.DSMT4">
                      <p:embed/>
                    </p:oleObj>
                  </mc:Choice>
                  <mc:Fallback>
                    <p:oleObj name="Equation" r:id="rId9" imgW="1066680" imgH="342720" progId="Equation.DSMT4">
                      <p:embed/>
                      <p:pic>
                        <p:nvPicPr>
                          <p:cNvPr id="16" name="对象 15">
                            <a:extLst>
                              <a:ext uri="{FF2B5EF4-FFF2-40B4-BE49-F238E27FC236}">
                                <a16:creationId xmlns:a16="http://schemas.microsoft.com/office/drawing/2014/main" id="{A7509717-1B48-4EE9-B31A-C28FCB03E2F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580208" y="1262980"/>
                            <a:ext cx="10668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9DA3836-8F89-46B7-99FD-F62D50BB1898}"/>
              </a:ext>
            </a:extLst>
          </p:cNvPr>
          <p:cNvSpPr/>
          <p:nvPr/>
        </p:nvSpPr>
        <p:spPr>
          <a:xfrm>
            <a:off x="827584" y="1063307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3AB89F3-6EAF-49A5-9FCC-8D1C58513569}"/>
              </a:ext>
            </a:extLst>
          </p:cNvPr>
          <p:cNvGrpSpPr/>
          <p:nvPr/>
        </p:nvGrpSpPr>
        <p:grpSpPr>
          <a:xfrm>
            <a:off x="270608" y="1550565"/>
            <a:ext cx="2413609" cy="812800"/>
            <a:chOff x="310864" y="1773554"/>
            <a:chExt cx="2413609" cy="81280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0E110F5-9DF8-4745-BA7A-78D2EEDCEA1D}"/>
                </a:ext>
              </a:extLst>
            </p:cNvPr>
            <p:cNvSpPr/>
            <p:nvPr/>
          </p:nvSpPr>
          <p:spPr>
            <a:xfrm>
              <a:off x="310864" y="1950036"/>
              <a:ext cx="8085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于是</a:t>
              </a: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794730A0-EE9A-4BB3-870C-5E8100CD7A1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86173" y="1773554"/>
            <a:ext cx="16383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54" name="Equation" r:id="rId10" imgW="1638000" imgH="812520" progId="Equation.DSMT4">
                    <p:embed/>
                  </p:oleObj>
                </mc:Choice>
                <mc:Fallback>
                  <p:oleObj name="Equation" r:id="rId10" imgW="1638000" imgH="8125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794730A0-EE9A-4BB3-870C-5E8100CD7A1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086173" y="1773554"/>
                          <a:ext cx="16383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AF2C0B0-CB21-45EF-9219-6CF4BB8BABA0}"/>
              </a:ext>
            </a:extLst>
          </p:cNvPr>
          <p:cNvGrpSpPr/>
          <p:nvPr/>
        </p:nvGrpSpPr>
        <p:grpSpPr>
          <a:xfrm>
            <a:off x="2752985" y="1736298"/>
            <a:ext cx="4290362" cy="461665"/>
            <a:chOff x="2873926" y="2338715"/>
            <a:chExt cx="4290362" cy="46166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C3052EA-845B-4C2D-89F2-F5FA1B3F14FC}"/>
                </a:ext>
              </a:extLst>
            </p:cNvPr>
            <p:cNvSpPr/>
            <p:nvPr/>
          </p:nvSpPr>
          <p:spPr>
            <a:xfrm>
              <a:off x="2873926" y="2338715"/>
              <a:ext cx="429036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令      得      即</a:t>
              </a: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063F4C0B-496A-4BBB-B3E0-1A6CB15B262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330758" y="2391748"/>
            <a:ext cx="800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55" name="Equation" r:id="rId12" imgW="799920" imgH="355320" progId="Equation.DSMT4">
                    <p:embed/>
                  </p:oleObj>
                </mc:Choice>
                <mc:Fallback>
                  <p:oleObj name="Equation" r:id="rId12" imgW="799920" imgH="3553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063F4C0B-496A-4BBB-B3E0-1A6CB15B262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330758" y="2391748"/>
                          <a:ext cx="800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BB7B4A8D-6A83-47EE-A1C0-F57648328BF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572000" y="2417148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56" name="Equation" r:id="rId14" imgW="723600" imgH="330120" progId="Equation.DSMT4">
                    <p:embed/>
                  </p:oleObj>
                </mc:Choice>
                <mc:Fallback>
                  <p:oleObj name="Equation" r:id="rId14" imgW="723600" imgH="33012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BB7B4A8D-6A83-47EE-A1C0-F57648328BF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572000" y="2417148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6A833A0C-B1EA-4085-A98B-A18C35CA022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794558" y="2403491"/>
            <a:ext cx="1155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57" name="Equation" r:id="rId16" imgW="1155600" imgH="355320" progId="Equation.DSMT4">
                    <p:embed/>
                  </p:oleObj>
                </mc:Choice>
                <mc:Fallback>
                  <p:oleObj name="Equation" r:id="rId16" imgW="1155600" imgH="3553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6A833A0C-B1EA-4085-A98B-A18C35CA022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794558" y="2403491"/>
                          <a:ext cx="11557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A6E4BE9-CAB7-43BC-B250-CC4CA258FBD2}"/>
              </a:ext>
            </a:extLst>
          </p:cNvPr>
          <p:cNvGrpSpPr/>
          <p:nvPr/>
        </p:nvGrpSpPr>
        <p:grpSpPr>
          <a:xfrm>
            <a:off x="752812" y="2383611"/>
            <a:ext cx="3562907" cy="461665"/>
            <a:chOff x="810840" y="2975949"/>
            <a:chExt cx="3562907" cy="461665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0183DC5-F830-457A-A9D1-8D652A56DFC0}"/>
                </a:ext>
              </a:extLst>
            </p:cNvPr>
            <p:cNvSpPr/>
            <p:nvPr/>
          </p:nvSpPr>
          <p:spPr>
            <a:xfrm>
              <a:off x="810840" y="2975949"/>
              <a:ext cx="356290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   式两边再对  求导得  </a:t>
              </a: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1B9CF9A7-7D8C-4259-9E1A-3697528D813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947986" y="3094714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58" name="Equation" r:id="rId18" imgW="342720" imgH="342720" progId="Equation.DSMT4">
                    <p:embed/>
                  </p:oleObj>
                </mc:Choice>
                <mc:Fallback>
                  <p:oleObj name="Equation" r:id="rId18" imgW="342720" imgH="3427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1B9CF9A7-7D8C-4259-9E1A-3697528D813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947986" y="3094714"/>
                          <a:ext cx="34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54158E80-382E-4C1D-8BDD-DF5754979B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3628414"/>
                </p:ext>
              </p:extLst>
            </p:nvPr>
          </p:nvGraphicFramePr>
          <p:xfrm>
            <a:off x="2992416" y="314728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59" name="Equation" r:id="rId20" imgW="190440" imgH="203040" progId="Equation.DSMT4">
                    <p:embed/>
                  </p:oleObj>
                </mc:Choice>
                <mc:Fallback>
                  <p:oleObj name="Equation" r:id="rId20" imgW="190440" imgH="20304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54158E80-382E-4C1D-8BDD-DF5754979B5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992416" y="3147288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C7F2AAF-2B8E-4BB4-87F3-9DE7DBE8E6E4}"/>
              </a:ext>
            </a:extLst>
          </p:cNvPr>
          <p:cNvGrpSpPr/>
          <p:nvPr/>
        </p:nvGrpSpPr>
        <p:grpSpPr>
          <a:xfrm>
            <a:off x="1363392" y="1073006"/>
            <a:ext cx="6872512" cy="468393"/>
            <a:chOff x="1403648" y="1295995"/>
            <a:chExt cx="6872512" cy="468393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43C514D-8B69-44D2-A2DC-F90EF3FD6923}"/>
                </a:ext>
              </a:extLst>
            </p:cNvPr>
            <p:cNvSpPr/>
            <p:nvPr/>
          </p:nvSpPr>
          <p:spPr>
            <a:xfrm>
              <a:off x="1403648" y="1302723"/>
              <a:ext cx="23762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两边对  求导得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570BF41A-09F8-4811-86FF-5DA619EC64E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482741" y="150180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60" name="Equation" r:id="rId22" imgW="190440" imgH="203040" progId="Equation.DSMT4">
                    <p:embed/>
                  </p:oleObj>
                </mc:Choice>
                <mc:Fallback>
                  <p:oleObj name="Equation" r:id="rId22" imgW="190440" imgH="20304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570BF41A-09F8-4811-86FF-5DA619EC64E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482741" y="1501805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D6B18025-1166-494F-8C0C-753A117B09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4664184"/>
                </p:ext>
              </p:extLst>
            </p:nvPr>
          </p:nvGraphicFramePr>
          <p:xfrm>
            <a:off x="3805515" y="1295995"/>
            <a:ext cx="28194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61" name="Equation" r:id="rId24" imgW="2819160" imgH="444240" progId="Equation.DSMT4">
                    <p:embed/>
                  </p:oleObj>
                </mc:Choice>
                <mc:Fallback>
                  <p:oleObj name="Equation" r:id="rId24" imgW="2819160" imgH="44424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D6B18025-1166-494F-8C0C-753A117B097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805515" y="1295995"/>
                          <a:ext cx="28194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A98057C0-E22F-41DB-861B-3E74BFE2BE4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933260" y="1386579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62" name="Equation" r:id="rId26" imgW="342720" imgH="342720" progId="Equation.DSMT4">
                    <p:embed/>
                  </p:oleObj>
                </mc:Choice>
                <mc:Fallback>
                  <p:oleObj name="Equation" r:id="rId26" imgW="342720" imgH="34272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A98057C0-E22F-41DB-861B-3E74BFE2BE4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7933260" y="1386579"/>
                          <a:ext cx="34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9460667A-6C36-4537-871B-8930595FD5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274900"/>
              </p:ext>
            </p:extLst>
          </p:nvPr>
        </p:nvGraphicFramePr>
        <p:xfrm>
          <a:off x="1014682" y="2872662"/>
          <a:ext cx="542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63" name="Equation" r:id="rId28" imgW="5422680" imgH="444240" progId="Equation.DSMT4">
                  <p:embed/>
                </p:oleObj>
              </mc:Choice>
              <mc:Fallback>
                <p:oleObj name="Equation" r:id="rId28" imgW="5422680" imgH="44424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9460667A-6C36-4537-871B-8930595FD5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14682" y="2872662"/>
                        <a:ext cx="5422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组合 44">
            <a:extLst>
              <a:ext uri="{FF2B5EF4-FFF2-40B4-BE49-F238E27FC236}">
                <a16:creationId xmlns:a16="http://schemas.microsoft.com/office/drawing/2014/main" id="{BC57DEA2-2FA3-4EB4-B93E-E2A404FD0E0B}"/>
              </a:ext>
            </a:extLst>
          </p:cNvPr>
          <p:cNvGrpSpPr/>
          <p:nvPr/>
        </p:nvGrpSpPr>
        <p:grpSpPr>
          <a:xfrm>
            <a:off x="386206" y="3304590"/>
            <a:ext cx="6328430" cy="723900"/>
            <a:chOff x="426462" y="3527579"/>
            <a:chExt cx="6328430" cy="723900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49EB2E3-4200-4564-B3F6-4374236912B1}"/>
                </a:ext>
              </a:extLst>
            </p:cNvPr>
            <p:cNvSpPr/>
            <p:nvPr/>
          </p:nvSpPr>
          <p:spPr>
            <a:xfrm>
              <a:off x="426462" y="3618461"/>
              <a:ext cx="632843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把                 代入上式得</a:t>
              </a:r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7C1F1B53-94C6-4176-914D-77CF390DEC7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930214" y="3692799"/>
            <a:ext cx="2540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64" name="Equation" r:id="rId30" imgW="2539800" imgH="355320" progId="Equation.DSMT4">
                    <p:embed/>
                  </p:oleObj>
                </mc:Choice>
                <mc:Fallback>
                  <p:oleObj name="Equation" r:id="rId30" imgW="2539800" imgH="35532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7C1F1B53-94C6-4176-914D-77CF390DEC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930214" y="3692799"/>
                          <a:ext cx="2540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2A356BB8-5B71-4A1D-9B7E-2575FF951E0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40392" y="3527579"/>
            <a:ext cx="17145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65" name="Equation" r:id="rId32" imgW="1714320" imgH="723600" progId="Equation.DSMT4">
                    <p:embed/>
                  </p:oleObj>
                </mc:Choice>
                <mc:Fallback>
                  <p:oleObj name="Equation" r:id="rId32" imgW="1714320" imgH="72360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2A356BB8-5B71-4A1D-9B7E-2575FF951E0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5040392" y="3527579"/>
                          <a:ext cx="17145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A278CE9-2544-436D-A181-58EA382AF10C}"/>
              </a:ext>
            </a:extLst>
          </p:cNvPr>
          <p:cNvGrpSpPr/>
          <p:nvPr/>
        </p:nvGrpSpPr>
        <p:grpSpPr>
          <a:xfrm>
            <a:off x="6678168" y="3404602"/>
            <a:ext cx="2246064" cy="461665"/>
            <a:chOff x="6718424" y="3627591"/>
            <a:chExt cx="2246064" cy="461665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8BF38BE-DD45-4891-9200-AF6960F8C1AE}"/>
                </a:ext>
              </a:extLst>
            </p:cNvPr>
            <p:cNvSpPr/>
            <p:nvPr/>
          </p:nvSpPr>
          <p:spPr>
            <a:xfrm>
              <a:off x="6718424" y="3627591"/>
              <a:ext cx="22460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所以     为</a:t>
              </a: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7A4693E4-BE9D-48E7-8841-CAB3D9079FC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469943" y="3709593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66" name="Equation" r:id="rId34" imgW="647640" imgH="279360" progId="Equation.DSMT4">
                    <p:embed/>
                  </p:oleObj>
                </mc:Choice>
                <mc:Fallback>
                  <p:oleObj name="Equation" r:id="rId34" imgW="647640" imgH="27936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7A4693E4-BE9D-48E7-8841-CAB3D9079FC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7469943" y="3709593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23E9B50-A4FA-4B30-9C9A-39BFB8C666A3}"/>
              </a:ext>
            </a:extLst>
          </p:cNvPr>
          <p:cNvGrpSpPr/>
          <p:nvPr/>
        </p:nvGrpSpPr>
        <p:grpSpPr>
          <a:xfrm>
            <a:off x="40220" y="4119331"/>
            <a:ext cx="8877787" cy="461665"/>
            <a:chOff x="80476" y="4342320"/>
            <a:chExt cx="8877787" cy="461665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3D193859-E2E4-406A-9728-70AFF06C28CA}"/>
                </a:ext>
              </a:extLst>
            </p:cNvPr>
            <p:cNvSpPr/>
            <p:nvPr/>
          </p:nvSpPr>
          <p:spPr>
            <a:xfrm>
              <a:off x="80476" y="4342320"/>
              <a:ext cx="859597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唯一驻点，且为极小值点，故为最小值点，从而最小值为</a:t>
              </a:r>
            </a:p>
          </p:txBody>
        </p:sp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7AA25AD1-60D6-4B36-ABAE-39FA7409E0F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866063" y="4459288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67" name="Equation" r:id="rId36" imgW="1091880" imgH="342720" progId="Equation.DSMT4">
                    <p:embed/>
                  </p:oleObj>
                </mc:Choice>
                <mc:Fallback>
                  <p:oleObj name="Equation" r:id="rId36" imgW="1091880" imgH="34272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7AA25AD1-60D6-4B36-ABAE-39FA7409E0F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7866063" y="4459288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2014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970BFA-D226-4D6C-B6A4-3887AB6DE22F}"/>
              </a:ext>
            </a:extLst>
          </p:cNvPr>
          <p:cNvSpPr/>
          <p:nvPr/>
        </p:nvSpPr>
        <p:spPr>
          <a:xfrm>
            <a:off x="740145" y="286346"/>
            <a:ext cx="76237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kumimoji="1" lang="zh-CN" altLang="en-US" sz="2400" b="1" dirty="0">
                <a:latin typeface="+mn-ea"/>
              </a:rPr>
              <a:t>设                              则有</a:t>
            </a:r>
            <a:r>
              <a:rPr kumimoji="1" lang="en-US" altLang="zh-CN" sz="2400" b="1" dirty="0">
                <a:latin typeface="+mn-ea"/>
              </a:rPr>
              <a:t>(   )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EAA84A2-60F5-4090-ADBE-6CAB34579B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065618"/>
              </p:ext>
            </p:extLst>
          </p:nvPr>
        </p:nvGraphicFramePr>
        <p:xfrm>
          <a:off x="1799692" y="123478"/>
          <a:ext cx="4470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40" name="Equation" r:id="rId3" imgW="4470120" imgH="787320" progId="Equation.DSMT4">
                  <p:embed/>
                </p:oleObj>
              </mc:Choice>
              <mc:Fallback>
                <p:oleObj name="Equation" r:id="rId3" imgW="44701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9692" y="123478"/>
                        <a:ext cx="4470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947EFA2-B7C0-41AE-AF68-F7068C3114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387732"/>
              </p:ext>
            </p:extLst>
          </p:nvPr>
        </p:nvGraphicFramePr>
        <p:xfrm>
          <a:off x="950786" y="1139047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41" name="Equation" r:id="rId5" imgW="1739880" imgH="342720" progId="Equation.DSMT4">
                  <p:embed/>
                </p:oleObj>
              </mc:Choice>
              <mc:Fallback>
                <p:oleObj name="Equation" r:id="rId5" imgW="1739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0786" y="1139047"/>
                        <a:ext cx="173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E9595CD-CD0F-4532-BCD7-795B2E4D4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407827"/>
              </p:ext>
            </p:extLst>
          </p:nvPr>
        </p:nvGraphicFramePr>
        <p:xfrm>
          <a:off x="4721629" y="948547"/>
          <a:ext cx="1803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42" name="Equation" r:id="rId7" imgW="1803240" imgH="723600" progId="Equation.DSMT4">
                  <p:embed/>
                </p:oleObj>
              </mc:Choice>
              <mc:Fallback>
                <p:oleObj name="Equation" r:id="rId7" imgW="1803240" imgH="723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947EFA2-B7C0-41AE-AF68-F7068C311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21629" y="948547"/>
                        <a:ext cx="1803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12D07D5-36EE-4508-95A8-9F13C9E87A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419535"/>
              </p:ext>
            </p:extLst>
          </p:nvPr>
        </p:nvGraphicFramePr>
        <p:xfrm>
          <a:off x="944566" y="1787777"/>
          <a:ext cx="2489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43" name="Equation" r:id="rId9" imgW="2489040" imgH="342720" progId="Equation.DSMT4">
                  <p:embed/>
                </p:oleObj>
              </mc:Choice>
              <mc:Fallback>
                <p:oleObj name="Equation" r:id="rId9" imgW="248904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E9595CD-CD0F-4532-BCD7-795B2E4D4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44566" y="1787777"/>
                        <a:ext cx="2489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35AA13F-A13A-4792-BD36-E7B23E04A6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5659"/>
              </p:ext>
            </p:extLst>
          </p:nvPr>
        </p:nvGraphicFramePr>
        <p:xfrm>
          <a:off x="4709757" y="1787777"/>
          <a:ext cx="2705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44" name="Equation" r:id="rId11" imgW="2705040" imgH="342720" progId="Equation.DSMT4">
                  <p:embed/>
                </p:oleObj>
              </mc:Choice>
              <mc:Fallback>
                <p:oleObj name="Equation" r:id="rId11" imgW="270504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12D07D5-36EE-4508-95A8-9F13C9E87A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09757" y="1787777"/>
                        <a:ext cx="2705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406A5BA-98BF-4E69-B225-BF08B6092361}"/>
              </a:ext>
            </a:extLst>
          </p:cNvPr>
          <p:cNvSpPr/>
          <p:nvPr/>
        </p:nvSpPr>
        <p:spPr>
          <a:xfrm>
            <a:off x="740145" y="2344922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61A07F5-08F8-4268-84DE-0DBF8D1EB7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906410"/>
              </p:ext>
            </p:extLst>
          </p:nvPr>
        </p:nvGraphicFramePr>
        <p:xfrm>
          <a:off x="1820736" y="2193746"/>
          <a:ext cx="3670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45" name="Equation" r:id="rId13" imgW="3670200" imgH="711000" progId="Equation.DSMT4">
                  <p:embed/>
                </p:oleObj>
              </mc:Choice>
              <mc:Fallback>
                <p:oleObj name="Equation" r:id="rId13" imgW="3670200" imgH="7110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EAA84A2-60F5-4090-ADBE-6CAB34579B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20736" y="2193746"/>
                        <a:ext cx="36703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51324CA-D5C1-426B-A787-74C9CC661D4E}"/>
              </a:ext>
            </a:extLst>
          </p:cNvPr>
          <p:cNvSpPr/>
          <p:nvPr/>
        </p:nvSpPr>
        <p:spPr>
          <a:xfrm>
            <a:off x="1149398" y="2345495"/>
            <a:ext cx="9529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95F0730-CDD2-4F5C-A565-C70705144B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922523"/>
              </p:ext>
            </p:extLst>
          </p:nvPr>
        </p:nvGraphicFramePr>
        <p:xfrm>
          <a:off x="1819417" y="2859293"/>
          <a:ext cx="2908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46" name="Equation" r:id="rId15" imgW="2908080" imgH="622080" progId="Equation.DSMT4">
                  <p:embed/>
                </p:oleObj>
              </mc:Choice>
              <mc:Fallback>
                <p:oleObj name="Equation" r:id="rId15" imgW="2908080" imgH="6220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61A07F5-08F8-4268-84DE-0DBF8D1EB7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19417" y="2859293"/>
                        <a:ext cx="29083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8C7226D-B79C-43B1-9B89-4D8E486EB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469556"/>
              </p:ext>
            </p:extLst>
          </p:nvPr>
        </p:nvGraphicFramePr>
        <p:xfrm>
          <a:off x="4773257" y="2901195"/>
          <a:ext cx="257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47" name="Equation" r:id="rId17" imgW="2577960" imgH="736560" progId="Equation.DSMT4">
                  <p:embed/>
                </p:oleObj>
              </mc:Choice>
              <mc:Fallback>
                <p:oleObj name="Equation" r:id="rId17" imgW="257796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95F0730-CDD2-4F5C-A565-C70705144B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73257" y="2901195"/>
                        <a:ext cx="2578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9D1AA0A9-16C3-447C-B19F-B3F938509723}"/>
              </a:ext>
            </a:extLst>
          </p:cNvPr>
          <p:cNvGrpSpPr/>
          <p:nvPr/>
        </p:nvGrpSpPr>
        <p:grpSpPr>
          <a:xfrm>
            <a:off x="828054" y="3729481"/>
            <a:ext cx="3620364" cy="486578"/>
            <a:chOff x="915493" y="3926652"/>
            <a:chExt cx="3620364" cy="486578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8EEF463-0488-403D-857E-FDD2ED30A98D}"/>
                </a:ext>
              </a:extLst>
            </p:cNvPr>
            <p:cNvSpPr/>
            <p:nvPr/>
          </p:nvSpPr>
          <p:spPr>
            <a:xfrm>
              <a:off x="915493" y="3926652"/>
              <a:ext cx="6713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又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8AF73DE3-07E8-45F1-89A1-C2E8FE5574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3312460"/>
                </p:ext>
              </p:extLst>
            </p:nvPr>
          </p:nvGraphicFramePr>
          <p:xfrm>
            <a:off x="1491557" y="4055634"/>
            <a:ext cx="1231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548" name="Equation" r:id="rId19" imgW="1231560" imgH="355320" progId="Equation.DSMT4">
                    <p:embed/>
                  </p:oleObj>
                </mc:Choice>
                <mc:Fallback>
                  <p:oleObj name="Equation" r:id="rId19" imgW="12315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91557" y="4055634"/>
                          <a:ext cx="1231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DDC52A4-E384-4F5A-96BC-8B7A6152B10C}"/>
                </a:ext>
              </a:extLst>
            </p:cNvPr>
            <p:cNvSpPr/>
            <p:nvPr/>
          </p:nvSpPr>
          <p:spPr>
            <a:xfrm>
              <a:off x="2893438" y="3951565"/>
              <a:ext cx="6713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故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FD6C1DE9-2C45-4160-9254-A0E6F46829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7629750"/>
                </p:ext>
              </p:extLst>
            </p:nvPr>
          </p:nvGraphicFramePr>
          <p:xfrm>
            <a:off x="3303957" y="4068334"/>
            <a:ext cx="1231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549" name="Equation" r:id="rId21" imgW="1231560" imgH="342720" progId="Equation.DSMT4">
                    <p:embed/>
                  </p:oleObj>
                </mc:Choice>
                <mc:Fallback>
                  <p:oleObj name="Equation" r:id="rId21" imgW="12315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303957" y="4068334"/>
                          <a:ext cx="1231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0E22734-B453-478C-B9AD-722BD184E457}"/>
              </a:ext>
            </a:extLst>
          </p:cNvPr>
          <p:cNvGrpSpPr/>
          <p:nvPr/>
        </p:nvGrpSpPr>
        <p:grpSpPr>
          <a:xfrm>
            <a:off x="4639931" y="3674313"/>
            <a:ext cx="3863572" cy="734000"/>
            <a:chOff x="4727370" y="3871484"/>
            <a:chExt cx="3863572" cy="7340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31AB636-B5FC-400C-8C5C-E3519305A768}"/>
                </a:ext>
              </a:extLst>
            </p:cNvPr>
            <p:cNvSpPr/>
            <p:nvPr/>
          </p:nvSpPr>
          <p:spPr>
            <a:xfrm>
              <a:off x="4727370" y="3987617"/>
              <a:ext cx="326032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而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983A2EA9-4EFA-4CB7-B0C5-2F809701CD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06948"/>
                </p:ext>
              </p:extLst>
            </p:nvPr>
          </p:nvGraphicFramePr>
          <p:xfrm>
            <a:off x="5213111" y="3871484"/>
            <a:ext cx="1193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550" name="Equation" r:id="rId23" imgW="1193760" imgH="723600" progId="Equation.DSMT4">
                    <p:embed/>
                  </p:oleObj>
                </mc:Choice>
                <mc:Fallback>
                  <p:oleObj name="Equation" r:id="rId23" imgW="11937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213111" y="3871484"/>
                          <a:ext cx="11938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690EC45-24C2-4A5D-A164-F3BEEBB4299E}"/>
                </a:ext>
              </a:extLst>
            </p:cNvPr>
            <p:cNvSpPr/>
            <p:nvPr/>
          </p:nvSpPr>
          <p:spPr>
            <a:xfrm>
              <a:off x="6598424" y="3984574"/>
              <a:ext cx="9918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所以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B540B52-C599-42F8-84F9-A072BB80A5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1587117"/>
                </p:ext>
              </p:extLst>
            </p:nvPr>
          </p:nvGraphicFramePr>
          <p:xfrm>
            <a:off x="7384442" y="3881584"/>
            <a:ext cx="12065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551" name="Equation" r:id="rId25" imgW="1206360" imgH="723600" progId="Equation.DSMT4">
                    <p:embed/>
                  </p:oleObj>
                </mc:Choice>
                <mc:Fallback>
                  <p:oleObj name="Equation" r:id="rId25" imgW="12063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7384442" y="3881584"/>
                          <a:ext cx="12065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93BB9CA7-A2A2-4530-87B7-E66220D35B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388466"/>
              </p:ext>
            </p:extLst>
          </p:nvPr>
        </p:nvGraphicFramePr>
        <p:xfrm>
          <a:off x="7261486" y="383828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52" name="Equation" r:id="rId27" imgW="241200" imgH="266400" progId="Equation.DSMT4">
                  <p:embed/>
                </p:oleObj>
              </mc:Choice>
              <mc:Fallback>
                <p:oleObj name="Equation" r:id="rId27" imgW="2412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261486" y="383828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114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3DF884F0-0BC3-4113-AF64-BAAF8B74634B}"/>
              </a:ext>
            </a:extLst>
          </p:cNvPr>
          <p:cNvGrpSpPr/>
          <p:nvPr/>
        </p:nvGrpSpPr>
        <p:grpSpPr>
          <a:xfrm>
            <a:off x="755576" y="136327"/>
            <a:ext cx="7767736" cy="596900"/>
            <a:chOff x="827584" y="415900"/>
            <a:chExt cx="7767736" cy="5969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9810A94-D725-4D15-BCC5-9B8F95A792F2}"/>
                </a:ext>
              </a:extLst>
            </p:cNvPr>
            <p:cNvSpPr/>
            <p:nvPr/>
          </p:nvSpPr>
          <p:spPr>
            <a:xfrm>
              <a:off x="827584" y="483518"/>
              <a:ext cx="762375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  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设    有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连续导数</a:t>
              </a:r>
              <a:r>
                <a:rPr kumimoji="1" lang="zh-CN" altLang="en-US" sz="2400" b="1" dirty="0">
                  <a:latin typeface="+mn-ea"/>
                </a:rPr>
                <a:t>，</a:t>
              </a:r>
              <a:endParaRPr lang="zh-CN" altLang="en-US" sz="2400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E3E5F4CB-111A-4CE0-A51F-B303CB2CCD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441391"/>
                </p:ext>
              </p:extLst>
            </p:nvPr>
          </p:nvGraphicFramePr>
          <p:xfrm>
            <a:off x="1813049" y="57299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915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13049" y="57299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D6142D9-234C-4D61-8028-D8687CAE6F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1353406"/>
                </p:ext>
              </p:extLst>
            </p:nvPr>
          </p:nvGraphicFramePr>
          <p:xfrm>
            <a:off x="7452320" y="572990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916" name="Equation" r:id="rId5" imgW="1143000" imgH="342720" progId="Equation.DSMT4">
                    <p:embed/>
                  </p:oleObj>
                </mc:Choice>
                <mc:Fallback>
                  <p:oleObj name="Equation" r:id="rId5" imgW="1143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452320" y="572990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4B51CCA7-EA72-4DCD-B679-81440DA975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7845788"/>
                </p:ext>
              </p:extLst>
            </p:nvPr>
          </p:nvGraphicFramePr>
          <p:xfrm>
            <a:off x="4211960" y="415900"/>
            <a:ext cx="30861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917" name="Equation" r:id="rId7" imgW="3085920" imgH="596880" progId="Equation.DSMT4">
                    <p:embed/>
                  </p:oleObj>
                </mc:Choice>
                <mc:Fallback>
                  <p:oleObj name="Equation" r:id="rId7" imgW="3085920" imgH="596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211960" y="415900"/>
                          <a:ext cx="30861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A050A62-C84D-4481-A99A-25F6A634027D}"/>
              </a:ext>
            </a:extLst>
          </p:cNvPr>
          <p:cNvGrpSpPr/>
          <p:nvPr/>
        </p:nvGrpSpPr>
        <p:grpSpPr>
          <a:xfrm>
            <a:off x="179512" y="756592"/>
            <a:ext cx="8640960" cy="461665"/>
            <a:chOff x="107504" y="1102272"/>
            <a:chExt cx="8640960" cy="461665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DF711DF3-8779-49B9-B08F-2B0A5CE68A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8961394"/>
                </p:ext>
              </p:extLst>
            </p:nvPr>
          </p:nvGraphicFramePr>
          <p:xfrm>
            <a:off x="107504" y="1203598"/>
            <a:ext cx="1206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918" name="Equation" r:id="rId9" imgW="1206360" imgH="355320" progId="Equation.DSMT4">
                    <p:embed/>
                  </p:oleObj>
                </mc:Choice>
                <mc:Fallback>
                  <p:oleObj name="Equation" r:id="rId9" imgW="12063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7504" y="1203598"/>
                          <a:ext cx="1206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379BDF0-73EC-40E9-B37B-E8AD3A558EAB}"/>
                </a:ext>
              </a:extLst>
            </p:cNvPr>
            <p:cNvSpPr/>
            <p:nvPr/>
          </p:nvSpPr>
          <p:spPr>
            <a:xfrm>
              <a:off x="1339726" y="1102272"/>
              <a:ext cx="74087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且当     时，    与   是同阶无穷小，求  的值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65B7C9DC-0E1D-4B4D-A14B-8000F5DD89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2421622"/>
                </p:ext>
              </p:extLst>
            </p:nvPr>
          </p:nvGraphicFramePr>
          <p:xfrm>
            <a:off x="2047999" y="1192472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919" name="Equation" r:id="rId11" imgW="774360" imgH="279360" progId="Equation.DSMT4">
                    <p:embed/>
                  </p:oleObj>
                </mc:Choice>
                <mc:Fallback>
                  <p:oleObj name="Equation" r:id="rId11" imgW="7743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47999" y="1192472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0E4874FA-43A5-441D-85A0-90E68623CC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2096255"/>
                </p:ext>
              </p:extLst>
            </p:nvPr>
          </p:nvGraphicFramePr>
          <p:xfrm>
            <a:off x="3275856" y="1175020"/>
            <a:ext cx="711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920" name="Equation" r:id="rId13" imgW="711000" imgH="355320" progId="Equation.DSMT4">
                    <p:embed/>
                  </p:oleObj>
                </mc:Choice>
                <mc:Fallback>
                  <p:oleObj name="Equation" r:id="rId13" imgW="7110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75856" y="1175020"/>
                          <a:ext cx="711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64B1FD5-2BCB-4275-95FE-2BF2BC4266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0600436"/>
                </p:ext>
              </p:extLst>
            </p:nvPr>
          </p:nvGraphicFramePr>
          <p:xfrm>
            <a:off x="4404238" y="1153882"/>
            <a:ext cx="304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921" name="Equation" r:id="rId15" imgW="304560" imgH="342720" progId="Equation.DSMT4">
                    <p:embed/>
                  </p:oleObj>
                </mc:Choice>
                <mc:Fallback>
                  <p:oleObj name="Equation" r:id="rId15" imgW="3045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404238" y="1153882"/>
                          <a:ext cx="304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029E65FA-12FB-4441-A761-5D9FB374AF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3861544"/>
                </p:ext>
              </p:extLst>
            </p:nvPr>
          </p:nvGraphicFramePr>
          <p:xfrm>
            <a:off x="7284494" y="1213120"/>
            <a:ext cx="203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922" name="Equation" r:id="rId17" imgW="203040" imgH="279360" progId="Equation.DSMT4">
                    <p:embed/>
                  </p:oleObj>
                </mc:Choice>
                <mc:Fallback>
                  <p:oleObj name="Equation" r:id="rId17" imgW="2030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284494" y="1213120"/>
                          <a:ext cx="203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46001436-DA8D-483D-A529-E9D40CBB0E58}"/>
              </a:ext>
            </a:extLst>
          </p:cNvPr>
          <p:cNvSpPr/>
          <p:nvPr/>
        </p:nvSpPr>
        <p:spPr>
          <a:xfrm>
            <a:off x="785256" y="1360862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11B06F1-552C-4F64-B4ED-D35300CDD2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716597"/>
              </p:ext>
            </p:extLst>
          </p:nvPr>
        </p:nvGraphicFramePr>
        <p:xfrm>
          <a:off x="1487532" y="1328572"/>
          <a:ext cx="3924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23" name="Equation" r:id="rId19" imgW="3924000" imgH="596880" progId="Equation.DSMT4">
                  <p:embed/>
                </p:oleObj>
              </mc:Choice>
              <mc:Fallback>
                <p:oleObj name="Equation" r:id="rId19" imgW="392400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B51CCA7-EA72-4DCD-B679-81440DA975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87532" y="1328572"/>
                        <a:ext cx="3924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9BE16EA-F144-4E8C-B19E-E8D96FD792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985985"/>
              </p:ext>
            </p:extLst>
          </p:nvPr>
        </p:nvGraphicFramePr>
        <p:xfrm>
          <a:off x="1420848" y="2068077"/>
          <a:ext cx="6426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24" name="Equation" r:id="rId21" imgW="6426000" imgH="596880" progId="Equation.DSMT4">
                  <p:embed/>
                </p:oleObj>
              </mc:Choice>
              <mc:Fallback>
                <p:oleObj name="Equation" r:id="rId21" imgW="6426000" imgH="596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E11B06F1-552C-4F64-B4ED-D35300CDD2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420848" y="2068077"/>
                        <a:ext cx="6426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D3BACF4-E9FB-4192-808E-06A54D00B7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904926"/>
              </p:ext>
            </p:extLst>
          </p:nvPr>
        </p:nvGraphicFramePr>
        <p:xfrm>
          <a:off x="1273869" y="2900903"/>
          <a:ext cx="1435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25" name="Equation" r:id="rId23" imgW="1434960" imgH="736560" progId="Equation.DSMT4">
                  <p:embed/>
                </p:oleObj>
              </mc:Choice>
              <mc:Fallback>
                <p:oleObj name="Equation" r:id="rId23" imgW="14349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73869" y="2900903"/>
                        <a:ext cx="1435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05DEC65-48CB-4BB4-B149-F577662199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158948"/>
              </p:ext>
            </p:extLst>
          </p:nvPr>
        </p:nvGraphicFramePr>
        <p:xfrm>
          <a:off x="2734642" y="2654462"/>
          <a:ext cx="1917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26" name="Equation" r:id="rId25" imgW="1917360" imgH="965160" progId="Equation.DSMT4">
                  <p:embed/>
                </p:oleObj>
              </mc:Choice>
              <mc:Fallback>
                <p:oleObj name="Equation" r:id="rId25" imgW="1917360" imgH="96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734642" y="2654462"/>
                        <a:ext cx="19177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A6D9A4F-DFBD-4643-99B6-2677909499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242416"/>
              </p:ext>
            </p:extLst>
          </p:nvPr>
        </p:nvGraphicFramePr>
        <p:xfrm>
          <a:off x="4730750" y="2664977"/>
          <a:ext cx="2120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27" name="Equation" r:id="rId27" imgW="2120760" imgH="965160" progId="Equation.DSMT4">
                  <p:embed/>
                </p:oleObj>
              </mc:Choice>
              <mc:Fallback>
                <p:oleObj name="Equation" r:id="rId27" imgW="2120760" imgH="9651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505DEC65-48CB-4BB4-B149-F57766219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730750" y="2664977"/>
                        <a:ext cx="21209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FB0EB20E-6B45-4595-94B8-B300E65E85FD}"/>
              </a:ext>
            </a:extLst>
          </p:cNvPr>
          <p:cNvSpPr/>
          <p:nvPr/>
        </p:nvSpPr>
        <p:spPr>
          <a:xfrm>
            <a:off x="462850" y="3792170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9977E1D-8E8D-4F9E-9AE6-57FCE40624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313191"/>
              </p:ext>
            </p:extLst>
          </p:nvPr>
        </p:nvGraphicFramePr>
        <p:xfrm>
          <a:off x="879475" y="3764050"/>
          <a:ext cx="2082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28" name="Equation" r:id="rId29" imgW="2082600" imgH="596880" progId="Equation.DSMT4">
                  <p:embed/>
                </p:oleObj>
              </mc:Choice>
              <mc:Fallback>
                <p:oleObj name="Equation" r:id="rId29" imgW="20826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79475" y="3764050"/>
                        <a:ext cx="2082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AF144CCC-FE71-4541-8785-345DD0746B9F}"/>
              </a:ext>
            </a:extLst>
          </p:cNvPr>
          <p:cNvSpPr/>
          <p:nvPr/>
        </p:nvSpPr>
        <p:spPr>
          <a:xfrm>
            <a:off x="2935021" y="3816388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6504BBC7-66ED-4148-A3DB-A454CC5F5B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309449"/>
              </p:ext>
            </p:extLst>
          </p:nvPr>
        </p:nvGraphicFramePr>
        <p:xfrm>
          <a:off x="3386138" y="3911687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29" name="Equation" r:id="rId31" imgW="1143000" imgH="342720" progId="Equation.DSMT4">
                  <p:embed/>
                </p:oleObj>
              </mc:Choice>
              <mc:Fallback>
                <p:oleObj name="Equation" r:id="rId31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386138" y="3911687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BA407585-BD17-4F4F-AD66-0C2DB4FF6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366157"/>
              </p:ext>
            </p:extLst>
          </p:nvPr>
        </p:nvGraphicFramePr>
        <p:xfrm>
          <a:off x="4538663" y="3884700"/>
          <a:ext cx="2095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30" name="Equation" r:id="rId33" imgW="2095200" imgH="355320" progId="Equation.DSMT4">
                  <p:embed/>
                </p:oleObj>
              </mc:Choice>
              <mc:Fallback>
                <p:oleObj name="Equation" r:id="rId33" imgW="20952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538663" y="3884700"/>
                        <a:ext cx="2095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01D84475-F8E6-493B-8D8E-4EA71B0D34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483692"/>
              </p:ext>
            </p:extLst>
          </p:nvPr>
        </p:nvGraphicFramePr>
        <p:xfrm>
          <a:off x="6742148" y="3869420"/>
          <a:ext cx="2209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31" name="Equation" r:id="rId35" imgW="2209680" imgH="355320" progId="Equation.DSMT4">
                  <p:embed/>
                </p:oleObj>
              </mc:Choice>
              <mc:Fallback>
                <p:oleObj name="Equation" r:id="rId35" imgW="22096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742148" y="3869420"/>
                        <a:ext cx="2209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283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A69298-6DD5-4FB9-A435-036CA793D5FC}"/>
              </a:ext>
            </a:extLst>
          </p:cNvPr>
          <p:cNvSpPr/>
          <p:nvPr/>
        </p:nvSpPr>
        <p:spPr>
          <a:xfrm>
            <a:off x="704586" y="158638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泰勒公式</a:t>
            </a:r>
            <a:r>
              <a:rPr lang="zh-CN" altLang="en-US" sz="2400" b="1" dirty="0">
                <a:latin typeface="+mj-ea"/>
                <a:ea typeface="+mj-ea"/>
              </a:rPr>
              <a:t>得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0E88D20-5A88-469F-883B-FD788B2978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692105"/>
              </p:ext>
            </p:extLst>
          </p:nvPr>
        </p:nvGraphicFramePr>
        <p:xfrm>
          <a:off x="971600" y="879562"/>
          <a:ext cx="6248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52" name="Equation" r:id="rId3" imgW="6248160" imgH="723600" progId="Equation.DSMT4">
                  <p:embed/>
                </p:oleObj>
              </mc:Choice>
              <mc:Fallback>
                <p:oleObj name="Equation" r:id="rId3" imgW="6248160" imgH="723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9977E1D-8E8D-4F9E-9AE6-57FCE40624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600" y="879562"/>
                        <a:ext cx="6248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CF433CE-4742-4E4A-8E48-EEB8D2432F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859339"/>
              </p:ext>
            </p:extLst>
          </p:nvPr>
        </p:nvGraphicFramePr>
        <p:xfrm>
          <a:off x="3047182" y="1725005"/>
          <a:ext cx="228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53" name="Equation" r:id="rId5" imgW="2286000" imgH="723600" progId="Equation.DSMT4">
                  <p:embed/>
                </p:oleObj>
              </mc:Choice>
              <mc:Fallback>
                <p:oleObj name="Equation" r:id="rId5" imgW="2286000" imgH="723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0E88D20-5A88-469F-883B-FD788B2978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47182" y="1725005"/>
                        <a:ext cx="2286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85678A8-5E82-48D9-B171-9DC6BE6A632F}"/>
              </a:ext>
            </a:extLst>
          </p:cNvPr>
          <p:cNvSpPr/>
          <p:nvPr/>
        </p:nvSpPr>
        <p:spPr>
          <a:xfrm>
            <a:off x="739800" y="2888452"/>
            <a:ext cx="7299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故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30B1CF0-2134-4A44-AFBE-F906E542EF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210551"/>
              </p:ext>
            </p:extLst>
          </p:nvPr>
        </p:nvGraphicFramePr>
        <p:xfrm>
          <a:off x="1267137" y="2505758"/>
          <a:ext cx="3238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54" name="Equation" r:id="rId7" imgW="3238200" imgH="965160" progId="Equation.DSMT4">
                  <p:embed/>
                </p:oleObj>
              </mc:Choice>
              <mc:Fallback>
                <p:oleObj name="Equation" r:id="rId7" imgW="3238200" imgH="9651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FD3BACF4-E9FB-4192-808E-06A54D00B7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67137" y="2505758"/>
                        <a:ext cx="32385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8927DC6-E7ED-408C-8ABA-788B03CC3C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764739"/>
              </p:ext>
            </p:extLst>
          </p:nvPr>
        </p:nvGraphicFramePr>
        <p:xfrm>
          <a:off x="4613064" y="2427587"/>
          <a:ext cx="38608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55" name="Equation" r:id="rId9" imgW="3860640" imgH="1079280" progId="Equation.DSMT4">
                  <p:embed/>
                </p:oleObj>
              </mc:Choice>
              <mc:Fallback>
                <p:oleObj name="Equation" r:id="rId9" imgW="3860640" imgH="107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13064" y="2427587"/>
                        <a:ext cx="38608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9BDD4048-A5CD-44CD-AD26-F8F096AEA1B6}"/>
              </a:ext>
            </a:extLst>
          </p:cNvPr>
          <p:cNvGrpSpPr/>
          <p:nvPr/>
        </p:nvGrpSpPr>
        <p:grpSpPr>
          <a:xfrm>
            <a:off x="739800" y="3690940"/>
            <a:ext cx="1966378" cy="461665"/>
            <a:chOff x="857264" y="1640435"/>
            <a:chExt cx="1966378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FB5C528-53B8-4E91-B068-E3FE4A2FDBDF}"/>
                </a:ext>
              </a:extLst>
            </p:cNvPr>
            <p:cNvSpPr/>
            <p:nvPr/>
          </p:nvSpPr>
          <p:spPr>
            <a:xfrm>
              <a:off x="857264" y="1640435"/>
              <a:ext cx="8344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由于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ABC8ED7-F4FB-4E0D-BEC7-3FAFCEEAF0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5827187"/>
                </p:ext>
              </p:extLst>
            </p:nvPr>
          </p:nvGraphicFramePr>
          <p:xfrm>
            <a:off x="1617142" y="1715409"/>
            <a:ext cx="1206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656" name="Equation" r:id="rId11" imgW="1206360" imgH="355320" progId="Equation.DSMT4">
                    <p:embed/>
                  </p:oleObj>
                </mc:Choice>
                <mc:Fallback>
                  <p:oleObj name="Equation" r:id="rId11" imgW="1206360" imgH="3553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936A0F5E-F980-4E5C-B03E-61D235F1782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17142" y="1715409"/>
                          <a:ext cx="1206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39E66DA-DDDF-42DF-A361-B03F947DA6CF}"/>
              </a:ext>
            </a:extLst>
          </p:cNvPr>
          <p:cNvGrpSpPr/>
          <p:nvPr/>
        </p:nvGrpSpPr>
        <p:grpSpPr>
          <a:xfrm>
            <a:off x="2912270" y="3659849"/>
            <a:ext cx="3247789" cy="461665"/>
            <a:chOff x="2987824" y="1609344"/>
            <a:chExt cx="3247789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BFCF277-C242-4B83-8486-2B961628120D}"/>
                </a:ext>
              </a:extLst>
            </p:cNvPr>
            <p:cNvSpPr/>
            <p:nvPr/>
          </p:nvSpPr>
          <p:spPr>
            <a:xfrm>
              <a:off x="2987824" y="1609344"/>
              <a:ext cx="253658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所以         即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7F7DC89E-B80D-42E2-8935-ABC616DEA3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5907241"/>
                </p:ext>
              </p:extLst>
            </p:nvPr>
          </p:nvGraphicFramePr>
          <p:xfrm>
            <a:off x="3842742" y="1727832"/>
            <a:ext cx="1092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657" name="Equation" r:id="rId13" imgW="1091880" imgH="330120" progId="Equation.DSMT4">
                    <p:embed/>
                  </p:oleObj>
                </mc:Choice>
                <mc:Fallback>
                  <p:oleObj name="Equation" r:id="rId13" imgW="1091880" imgH="3301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7993D5F0-1CCD-4111-AC5D-616B2ADEACC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842742" y="1727832"/>
                          <a:ext cx="1092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30A93F0-F54F-45BC-BA9B-74625A9F87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6058577"/>
                </p:ext>
              </p:extLst>
            </p:nvPr>
          </p:nvGraphicFramePr>
          <p:xfrm>
            <a:off x="5524413" y="1700476"/>
            <a:ext cx="711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658" name="Equation" r:id="rId15" imgW="711000" imgH="279360" progId="Equation.DSMT4">
                    <p:embed/>
                  </p:oleObj>
                </mc:Choice>
                <mc:Fallback>
                  <p:oleObj name="Equation" r:id="rId15" imgW="711000" imgH="2793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787FEDEE-F0E3-4241-A534-930C942EC81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524413" y="1700476"/>
                          <a:ext cx="711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6637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D26DFB-86DC-45D4-B84E-24233E794681}"/>
              </a:ext>
            </a:extLst>
          </p:cNvPr>
          <p:cNvSpPr/>
          <p:nvPr/>
        </p:nvSpPr>
        <p:spPr>
          <a:xfrm>
            <a:off x="683568" y="555526"/>
            <a:ext cx="3066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或用洛必达法则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8E70FDC-F233-4153-BC6B-5F4C61A8A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568194"/>
              </p:ext>
            </p:extLst>
          </p:nvPr>
        </p:nvGraphicFramePr>
        <p:xfrm>
          <a:off x="1835696" y="981503"/>
          <a:ext cx="3238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56" name="Equation" r:id="rId3" imgW="3238200" imgH="965160" progId="Equation.DSMT4">
                  <p:embed/>
                </p:oleObj>
              </mc:Choice>
              <mc:Fallback>
                <p:oleObj name="Equation" r:id="rId3" imgW="3238200" imgH="9651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30B1CF0-2134-4A44-AFBE-F906E542EF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981503"/>
                        <a:ext cx="32385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9C08FAA-23F2-4512-B4B5-18952D2C2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752496"/>
              </p:ext>
            </p:extLst>
          </p:nvPr>
        </p:nvGraphicFramePr>
        <p:xfrm>
          <a:off x="2022328" y="2467076"/>
          <a:ext cx="2171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57" name="Equation" r:id="rId5" imgW="2171520" imgH="787320" progId="Equation.DSMT4">
                  <p:embed/>
                </p:oleObj>
              </mc:Choice>
              <mc:Fallback>
                <p:oleObj name="Equation" r:id="rId5" imgW="2171520" imgH="787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1A01AC1-485C-495A-859A-81ACD9A49D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22328" y="2467076"/>
                        <a:ext cx="2171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BA99A40-E131-45C6-AB44-EBD88E702E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015611"/>
              </p:ext>
            </p:extLst>
          </p:nvPr>
        </p:nvGraphicFramePr>
        <p:xfrm>
          <a:off x="2009537" y="2188887"/>
          <a:ext cx="190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58" name="Equation" r:id="rId7" imgW="190440" imgH="571320" progId="Equation.DSMT4">
                  <p:embed/>
                </p:oleObj>
              </mc:Choice>
              <mc:Fallback>
                <p:oleObj name="Equation" r:id="rId7" imgW="190440" imgH="571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78036E1-1155-498B-8199-94CD290F5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09537" y="2188887"/>
                        <a:ext cx="1905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645EC99-8C76-42CD-9845-F83AC2816D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039489"/>
              </p:ext>
            </p:extLst>
          </p:nvPr>
        </p:nvGraphicFramePr>
        <p:xfrm>
          <a:off x="4268523" y="2474637"/>
          <a:ext cx="3924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59" name="Equation" r:id="rId9" imgW="3924000" imgH="787320" progId="Equation.DSMT4">
                  <p:embed/>
                </p:oleObj>
              </mc:Choice>
              <mc:Fallback>
                <p:oleObj name="Equation" r:id="rId9" imgW="3924000" imgH="787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272A724-44E1-4950-88D8-74BFCF84FA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68523" y="2474637"/>
                        <a:ext cx="3924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D40C41A-E04C-431B-8E03-F1F8661FF1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202289"/>
              </p:ext>
            </p:extLst>
          </p:nvPr>
        </p:nvGraphicFramePr>
        <p:xfrm>
          <a:off x="4201873" y="2220846"/>
          <a:ext cx="190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60" name="Equation" r:id="rId11" imgW="190440" imgH="571320" progId="Equation.DSMT4">
                  <p:embed/>
                </p:oleObj>
              </mc:Choice>
              <mc:Fallback>
                <p:oleObj name="Equation" r:id="rId11" imgW="190440" imgH="571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04D8C90-999F-44B5-A6BE-F5258C49D7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01873" y="2220846"/>
                        <a:ext cx="1905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8C135370-BAEB-4445-A0C2-3B0FBA3F2DA1}"/>
              </a:ext>
            </a:extLst>
          </p:cNvPr>
          <p:cNvGrpSpPr/>
          <p:nvPr/>
        </p:nvGrpSpPr>
        <p:grpSpPr>
          <a:xfrm>
            <a:off x="783396" y="3590229"/>
            <a:ext cx="1966378" cy="461665"/>
            <a:chOff x="857264" y="1640435"/>
            <a:chExt cx="1966378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3CB46B2-ECD9-4C75-9F37-DE58D1A7EC6A}"/>
                </a:ext>
              </a:extLst>
            </p:cNvPr>
            <p:cNvSpPr/>
            <p:nvPr/>
          </p:nvSpPr>
          <p:spPr>
            <a:xfrm>
              <a:off x="857264" y="1640435"/>
              <a:ext cx="8344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由于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9688FD8-EC26-43E0-B81F-9D6FCB7AAE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781313"/>
                </p:ext>
              </p:extLst>
            </p:nvPr>
          </p:nvGraphicFramePr>
          <p:xfrm>
            <a:off x="1617142" y="1715409"/>
            <a:ext cx="1206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61" name="Equation" r:id="rId12" imgW="1206360" imgH="355320" progId="Equation.DSMT4">
                    <p:embed/>
                  </p:oleObj>
                </mc:Choice>
                <mc:Fallback>
                  <p:oleObj name="Equation" r:id="rId12" imgW="1206360" imgH="3553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936A0F5E-F980-4E5C-B03E-61D235F1782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617142" y="1715409"/>
                          <a:ext cx="1206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B2CE45C-FE97-4425-8FB8-20D0F9E80749}"/>
              </a:ext>
            </a:extLst>
          </p:cNvPr>
          <p:cNvGrpSpPr/>
          <p:nvPr/>
        </p:nvGrpSpPr>
        <p:grpSpPr>
          <a:xfrm>
            <a:off x="2913956" y="3559138"/>
            <a:ext cx="4320480" cy="461665"/>
            <a:chOff x="2987824" y="1609344"/>
            <a:chExt cx="4320480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AED8C19-5D60-4E86-B48D-A9F00C76B7F5}"/>
                </a:ext>
              </a:extLst>
            </p:cNvPr>
            <p:cNvSpPr/>
            <p:nvPr/>
          </p:nvSpPr>
          <p:spPr>
            <a:xfrm>
              <a:off x="2987824" y="1609344"/>
              <a:ext cx="432048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所以         即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B61C4B0-ECEB-4B61-9F7B-19CD496ED5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9153682"/>
                </p:ext>
              </p:extLst>
            </p:nvPr>
          </p:nvGraphicFramePr>
          <p:xfrm>
            <a:off x="3823618" y="1728109"/>
            <a:ext cx="1130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62" name="Equation" r:id="rId14" imgW="1130040" imgH="330120" progId="Equation.DSMT4">
                    <p:embed/>
                  </p:oleObj>
                </mc:Choice>
                <mc:Fallback>
                  <p:oleObj name="Equation" r:id="rId14" imgW="1130040" imgH="3301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7993D5F0-1CCD-4111-AC5D-616B2ADEACC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823618" y="1728109"/>
                          <a:ext cx="1130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2FF98222-4FF4-4843-A01F-BB3ED3E5FD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7376456"/>
                </p:ext>
              </p:extLst>
            </p:nvPr>
          </p:nvGraphicFramePr>
          <p:xfrm>
            <a:off x="5524413" y="1700476"/>
            <a:ext cx="711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63" name="Equation" r:id="rId16" imgW="711000" imgH="279360" progId="Equation.DSMT4">
                    <p:embed/>
                  </p:oleObj>
                </mc:Choice>
                <mc:Fallback>
                  <p:oleObj name="Equation" r:id="rId16" imgW="711000" imgH="2793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787FEDEE-F0E3-4241-A534-930C942EC81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524413" y="1700476"/>
                          <a:ext cx="711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5560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9AB8FBB2-9174-475C-A194-A26A91468B79}"/>
              </a:ext>
            </a:extLst>
          </p:cNvPr>
          <p:cNvSpPr txBox="1">
            <a:spLocks/>
          </p:cNvSpPr>
          <p:nvPr/>
        </p:nvSpPr>
        <p:spPr>
          <a:xfrm>
            <a:off x="971600" y="2067694"/>
            <a:ext cx="7776864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第三节  定积分的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换元法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和分部积分法（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25472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8">
            <a:extLst>
              <a:ext uri="{FF2B5EF4-FFF2-40B4-BE49-F238E27FC236}">
                <a16:creationId xmlns:a16="http://schemas.microsoft.com/office/drawing/2014/main" id="{D59B193E-7214-448D-A92E-CB104557E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663" y="892143"/>
            <a:ext cx="87153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200" b="1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200" b="1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50C122-C1D2-41E8-9EEF-904C82B456BA}"/>
              </a:ext>
            </a:extLst>
          </p:cNvPr>
          <p:cNvSpPr txBox="1"/>
          <p:nvPr/>
        </p:nvSpPr>
        <p:spPr>
          <a:xfrm>
            <a:off x="1377305" y="884960"/>
            <a:ext cx="41351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先求被积函数的一个原函数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200" b="1" dirty="0"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7BE1CF7-458F-4C4B-85F0-2571D0C3467F}"/>
              </a:ext>
            </a:extLst>
          </p:cNvPr>
          <p:cNvSpPr txBox="1"/>
          <p:nvPr/>
        </p:nvSpPr>
        <p:spPr>
          <a:xfrm>
            <a:off x="1045486" y="3063237"/>
            <a:ext cx="4625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由牛顿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莱布尼茨公式，得</a:t>
            </a:r>
            <a:endParaRPr lang="zh-CN" altLang="en-US" sz="2200" b="1" dirty="0">
              <a:latin typeface="+mn-ea"/>
            </a:endParaRP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70F395F2-973C-4B04-9BAE-7C1F39F87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457287"/>
              </p:ext>
            </p:extLst>
          </p:nvPr>
        </p:nvGraphicFramePr>
        <p:xfrm>
          <a:off x="1343016" y="1569033"/>
          <a:ext cx="1303020" cy="735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52" name="Equation" r:id="rId3" imgW="1371600" imgH="774360" progId="Equation.DSMT4">
                  <p:embed/>
                </p:oleObj>
              </mc:Choice>
              <mc:Fallback>
                <p:oleObj name="Equation" r:id="rId3" imgW="1371600" imgH="77436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70F395F2-973C-4B04-9BAE-7C1F39F873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16" y="1569033"/>
                        <a:ext cx="1303020" cy="7356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C32181AF-AF26-4CA3-9E1D-A2C31F0D6812}"/>
              </a:ext>
            </a:extLst>
          </p:cNvPr>
          <p:cNvGrpSpPr/>
          <p:nvPr/>
        </p:nvGrpSpPr>
        <p:grpSpPr>
          <a:xfrm>
            <a:off x="863588" y="87474"/>
            <a:ext cx="2969593" cy="735642"/>
            <a:chOff x="926497" y="471393"/>
            <a:chExt cx="2969593" cy="735642"/>
          </a:xfrm>
        </p:grpSpPr>
        <p:sp>
          <p:nvSpPr>
            <p:cNvPr id="4112" name="Text Box 8">
              <a:extLst>
                <a:ext uri="{FF2B5EF4-FFF2-40B4-BE49-F238E27FC236}">
                  <a16:creationId xmlns:a16="http://schemas.microsoft.com/office/drawing/2014/main" id="{408E1576-7A41-4F2A-A480-4B6E2468B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6497" y="614442"/>
              <a:ext cx="172591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200" b="1">
                  <a:solidFill>
                    <a:srgbClr val="0064FF"/>
                  </a:solidFill>
                  <a:latin typeface="+mn-ea"/>
                  <a:ea typeface="+mn-ea"/>
                </a:rPr>
                <a:t>引例</a:t>
              </a:r>
              <a:r>
                <a:rPr lang="en-US" altLang="zh-CN" sz="2200" b="1">
                  <a:solidFill>
                    <a:srgbClr val="0064FF"/>
                  </a:solidFill>
                  <a:latin typeface="+mn-ea"/>
                  <a:ea typeface="+mn-ea"/>
                </a:rPr>
                <a:t> </a:t>
              </a:r>
              <a:r>
                <a:rPr lang="zh-CN" altLang="en-US" sz="2200" b="1" dirty="0">
                  <a:latin typeface="+mn-ea"/>
                  <a:ea typeface="+mn-ea"/>
                </a:rPr>
                <a:t>计算</a:t>
              </a:r>
              <a:endParaRPr lang="en-US" altLang="zh-CN" sz="2200" b="1" dirty="0">
                <a:latin typeface="+mn-ea"/>
                <a:ea typeface="+mn-ea"/>
              </a:endParaRPr>
            </a:p>
          </p:txBody>
        </p: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04DB924E-44A0-4990-BC71-1C65ED9076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280733"/>
                </p:ext>
              </p:extLst>
            </p:nvPr>
          </p:nvGraphicFramePr>
          <p:xfrm>
            <a:off x="2388212" y="471393"/>
            <a:ext cx="1507878" cy="735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953" name="Equation" r:id="rId5" imgW="1587240" imgH="774360" progId="Equation.DSMT4">
                    <p:embed/>
                  </p:oleObj>
                </mc:Choice>
                <mc:Fallback>
                  <p:oleObj name="Equation" r:id="rId5" imgW="1587240" imgH="774360" progId="Equation.DSMT4">
                    <p:embed/>
                    <p:pic>
                      <p:nvPicPr>
                        <p:cNvPr id="17" name="Object 24">
                          <a:extLst>
                            <a:ext uri="{FF2B5EF4-FFF2-40B4-BE49-F238E27FC236}">
                              <a16:creationId xmlns:a16="http://schemas.microsoft.com/office/drawing/2014/main" id="{04DB924E-44A0-4990-BC71-1C65ED9076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8212" y="471393"/>
                          <a:ext cx="1507878" cy="7356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B82DEEC7-0A83-4D5D-B74C-F861B6432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502794"/>
              </p:ext>
            </p:extLst>
          </p:nvPr>
        </p:nvGraphicFramePr>
        <p:xfrm>
          <a:off x="2781619" y="1668119"/>
          <a:ext cx="1017036" cy="457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54" name="Equation" r:id="rId7" imgW="1130040" imgH="507960" progId="Equation.DSMT4">
                  <p:embed/>
                </p:oleObj>
              </mc:Choice>
              <mc:Fallback>
                <p:oleObj name="Equation" r:id="rId7" imgW="1130040" imgH="50796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B82DEEC7-0A83-4D5D-B74C-F861B6432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619" y="1668119"/>
                        <a:ext cx="1017036" cy="4571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D1447C16-4758-4865-AE76-907EE877AD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207686"/>
              </p:ext>
            </p:extLst>
          </p:nvPr>
        </p:nvGraphicFramePr>
        <p:xfrm>
          <a:off x="3929238" y="1569033"/>
          <a:ext cx="965124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55" name="Equation" r:id="rId9" imgW="1015920" imgH="736560" progId="Equation.DSMT4">
                  <p:embed/>
                </p:oleObj>
              </mc:Choice>
              <mc:Fallback>
                <p:oleObj name="Equation" r:id="rId9" imgW="1015920" imgH="73656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D1447C16-4758-4865-AE76-907EE877AD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238" y="1569033"/>
                        <a:ext cx="965124" cy="6997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DBAA17BB-EF2A-428B-B553-DB36C8C39B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571161"/>
              </p:ext>
            </p:extLst>
          </p:nvPr>
        </p:nvGraphicFramePr>
        <p:xfrm>
          <a:off x="2680255" y="2621799"/>
          <a:ext cx="2244725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56" name="Equation" r:id="rId11" imgW="2361960" imgH="342720" progId="Equation.DSMT4">
                  <p:embed/>
                </p:oleObj>
              </mc:Choice>
              <mc:Fallback>
                <p:oleObj name="Equation" r:id="rId11" imgW="2361960" imgH="34272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DBAA17BB-EF2A-428B-B553-DB36C8C39B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255" y="2621799"/>
                        <a:ext cx="2244725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A549D005-8ECF-43BF-A59A-4689624BD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217804"/>
              </p:ext>
            </p:extLst>
          </p:nvPr>
        </p:nvGraphicFramePr>
        <p:xfrm>
          <a:off x="4964668" y="2536074"/>
          <a:ext cx="284638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57" name="Equation" r:id="rId13" imgW="2997000" imgH="431640" progId="Equation.DSMT4">
                  <p:embed/>
                </p:oleObj>
              </mc:Choice>
              <mc:Fallback>
                <p:oleObj name="Equation" r:id="rId13" imgW="2997000" imgH="43164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A549D005-8ECF-43BF-A59A-4689624BDD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668" y="2536074"/>
                        <a:ext cx="2846387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E18D3097-C3D7-45AD-8392-2F0954CC7B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395879"/>
              </p:ext>
            </p:extLst>
          </p:nvPr>
        </p:nvGraphicFramePr>
        <p:xfrm>
          <a:off x="1186380" y="3732976"/>
          <a:ext cx="1459656" cy="735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58" name="Equation" r:id="rId15" imgW="1536480" imgH="774360" progId="Equation.DSMT4">
                  <p:embed/>
                </p:oleObj>
              </mc:Choice>
              <mc:Fallback>
                <p:oleObj name="Equation" r:id="rId15" imgW="1536480" imgH="77436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E18D3097-C3D7-45AD-8392-2F0954CC7B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6380" y="3732976"/>
                        <a:ext cx="1459656" cy="7356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4628FE24-1417-4230-8E45-86B4D2E98F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905170"/>
              </p:ext>
            </p:extLst>
          </p:nvPr>
        </p:nvGraphicFramePr>
        <p:xfrm>
          <a:off x="2690585" y="3749631"/>
          <a:ext cx="2557476" cy="602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59" name="Equation" r:id="rId17" imgW="2692080" imgH="634680" progId="Equation.DSMT4">
                  <p:embed/>
                </p:oleObj>
              </mc:Choice>
              <mc:Fallback>
                <p:oleObj name="Equation" r:id="rId17" imgW="2692080" imgH="63468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4628FE24-1417-4230-8E45-86B4D2E98F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585" y="3749631"/>
                        <a:ext cx="2557476" cy="6029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1C3E59CA-0AFD-4856-BE4B-F478EF2C84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247755"/>
              </p:ext>
            </p:extLst>
          </p:nvPr>
        </p:nvGraphicFramePr>
        <p:xfrm>
          <a:off x="5301947" y="3888312"/>
          <a:ext cx="1459656" cy="32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60" name="Equation" r:id="rId19" imgW="1536480" imgH="342720" progId="Equation.DSMT4">
                  <p:embed/>
                </p:oleObj>
              </mc:Choice>
              <mc:Fallback>
                <p:oleObj name="Equation" r:id="rId19" imgW="1536480" imgH="34272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1C3E59CA-0AFD-4856-BE4B-F478EF2C84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1947" y="3888312"/>
                        <a:ext cx="1459656" cy="3255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02741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14FA924-38ED-400F-9005-D135E081D592}"/>
              </a:ext>
            </a:extLst>
          </p:cNvPr>
          <p:cNvSpPr txBox="1"/>
          <p:nvPr/>
        </p:nvSpPr>
        <p:spPr>
          <a:xfrm>
            <a:off x="971600" y="699542"/>
            <a:ext cx="3067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能否简化步骤如下？</a:t>
            </a:r>
            <a:endParaRPr lang="zh-CN" altLang="en-US" sz="22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7F6C8147-66BC-4C5B-A808-49E262FEC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22424"/>
              </p:ext>
            </p:extLst>
          </p:nvPr>
        </p:nvGraphicFramePr>
        <p:xfrm>
          <a:off x="1115616" y="1491630"/>
          <a:ext cx="1459656" cy="735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603" name="Equation" r:id="rId3" imgW="1536480" imgH="774360" progId="Equation.DSMT4">
                  <p:embed/>
                </p:oleObj>
              </mc:Choice>
              <mc:Fallback>
                <p:oleObj name="Equation" r:id="rId3" imgW="1536480" imgH="77436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8DA27CD7-B5BF-42DA-BE7E-E8EEA98DB9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491630"/>
                        <a:ext cx="1459656" cy="7356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19FB9D9A-07D9-4E02-82B9-5ADE0A80EC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92518"/>
              </p:ext>
            </p:extLst>
          </p:nvPr>
        </p:nvGraphicFramePr>
        <p:xfrm>
          <a:off x="3923928" y="1481127"/>
          <a:ext cx="1109790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604" name="Equation" r:id="rId5" imgW="1168200" imgH="736560" progId="Equation.DSMT4">
                  <p:embed/>
                </p:oleObj>
              </mc:Choice>
              <mc:Fallback>
                <p:oleObj name="Equation" r:id="rId5" imgW="1168200" imgH="736560" progId="Equation.DSMT4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9431175B-24D8-4B88-8E9A-08D3CC2582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481127"/>
                        <a:ext cx="1109790" cy="6997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1FBEB1FD-15E2-4CEA-8830-170716FC33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816325"/>
              </p:ext>
            </p:extLst>
          </p:nvPr>
        </p:nvGraphicFramePr>
        <p:xfrm>
          <a:off x="2688796" y="2663596"/>
          <a:ext cx="1930248" cy="48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605" name="Equation" r:id="rId7" imgW="2031840" imgH="507960" progId="Equation.DSMT4">
                  <p:embed/>
                </p:oleObj>
              </mc:Choice>
              <mc:Fallback>
                <p:oleObj name="Equation" r:id="rId7" imgW="2031840" imgH="507960" progId="Equation.DSMT4">
                  <p:embed/>
                  <p:pic>
                    <p:nvPicPr>
                      <p:cNvPr id="32" name="Object 24">
                        <a:extLst>
                          <a:ext uri="{FF2B5EF4-FFF2-40B4-BE49-F238E27FC236}">
                            <a16:creationId xmlns:a16="http://schemas.microsoft.com/office/drawing/2014/main" id="{135598AB-D628-4A86-98A4-2CFF43B040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8796" y="2663596"/>
                        <a:ext cx="1930248" cy="482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B4D8B03D-CACF-4E24-93FD-C989DA8DDD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944767"/>
              </p:ext>
            </p:extLst>
          </p:nvPr>
        </p:nvGraphicFramePr>
        <p:xfrm>
          <a:off x="4716016" y="2742158"/>
          <a:ext cx="14478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606" name="Equation" r:id="rId9" imgW="1523880" imgH="342720" progId="Equation.DSMT4">
                  <p:embed/>
                </p:oleObj>
              </mc:Choice>
              <mc:Fallback>
                <p:oleObj name="Equation" r:id="rId9" imgW="1523880" imgH="34272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A92C5030-76D7-4090-B766-C07E019388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2742158"/>
                        <a:ext cx="1447800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8B7D75F9-EAEE-4AEF-9545-230EB279D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637573"/>
              </p:ext>
            </p:extLst>
          </p:nvPr>
        </p:nvGraphicFramePr>
        <p:xfrm>
          <a:off x="2688796" y="1549847"/>
          <a:ext cx="1017036" cy="457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607" name="Equation" r:id="rId11" imgW="1130040" imgH="507960" progId="Equation.DSMT4">
                  <p:embed/>
                </p:oleObj>
              </mc:Choice>
              <mc:Fallback>
                <p:oleObj name="Equation" r:id="rId11" imgW="1130040" imgH="50796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58493939-5454-4ED3-A4BC-17FEE3A8BF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8796" y="1549847"/>
                        <a:ext cx="1017036" cy="4571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406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12A3BA0E-1435-4E86-B870-C77EE021E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083" y="231490"/>
            <a:ext cx="38106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一、定积分的换元法</a:t>
            </a:r>
          </a:p>
        </p:txBody>
      </p:sp>
      <p:sp>
        <p:nvSpPr>
          <p:cNvPr id="8195" name="Text Box 5">
            <a:extLst>
              <a:ext uri="{FF2B5EF4-FFF2-40B4-BE49-F238E27FC236}">
                <a16:creationId xmlns:a16="http://schemas.microsoft.com/office/drawing/2014/main" id="{428B4228-0659-476D-A18C-29ED3D402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876" y="865942"/>
            <a:ext cx="1714537" cy="55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</a:rPr>
              <a:t>定理</a:t>
            </a:r>
          </a:p>
        </p:txBody>
      </p:sp>
      <p:graphicFrame>
        <p:nvGraphicFramePr>
          <p:cNvPr id="13320" name="Object 8">
            <a:extLst>
              <a:ext uri="{FF2B5EF4-FFF2-40B4-BE49-F238E27FC236}">
                <a16:creationId xmlns:a16="http://schemas.microsoft.com/office/drawing/2014/main" id="{F5AEF690-739B-445B-9602-A00435B03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167775"/>
              </p:ext>
            </p:extLst>
          </p:nvPr>
        </p:nvGraphicFramePr>
        <p:xfrm>
          <a:off x="1013299" y="1647094"/>
          <a:ext cx="315059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94" name="Equation" r:id="rId3" imgW="3136680" imgH="342720" progId="Equation.DSMT4">
                  <p:embed/>
                </p:oleObj>
              </mc:Choice>
              <mc:Fallback>
                <p:oleObj name="Equation" r:id="rId3" imgW="3136680" imgH="342720" progId="Equation.DSMT4">
                  <p:embed/>
                  <p:pic>
                    <p:nvPicPr>
                      <p:cNvPr id="13320" name="Object 8">
                        <a:extLst>
                          <a:ext uri="{FF2B5EF4-FFF2-40B4-BE49-F238E27FC236}">
                            <a16:creationId xmlns:a16="http://schemas.microsoft.com/office/drawing/2014/main" id="{F5AEF690-739B-445B-9602-A00435B035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299" y="1647094"/>
                        <a:ext cx="315059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>
            <a:extLst>
              <a:ext uri="{FF2B5EF4-FFF2-40B4-BE49-F238E27FC236}">
                <a16:creationId xmlns:a16="http://schemas.microsoft.com/office/drawing/2014/main" id="{7BE38C36-DC0D-4D0C-BAD5-EE9EF30A8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293817"/>
              </p:ext>
            </p:extLst>
          </p:nvPr>
        </p:nvGraphicFramePr>
        <p:xfrm>
          <a:off x="1994322" y="3329316"/>
          <a:ext cx="4610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95" name="Equation" r:id="rId5" imgW="4609800" imgH="596880" progId="Equation.DSMT4">
                  <p:embed/>
                </p:oleObj>
              </mc:Choice>
              <mc:Fallback>
                <p:oleObj name="Equation" r:id="rId5" imgW="4609800" imgH="596880" progId="Equation.DSMT4">
                  <p:embed/>
                  <p:pic>
                    <p:nvPicPr>
                      <p:cNvPr id="13321" name="Object 9">
                        <a:extLst>
                          <a:ext uri="{FF2B5EF4-FFF2-40B4-BE49-F238E27FC236}">
                            <a16:creationId xmlns:a16="http://schemas.microsoft.com/office/drawing/2014/main" id="{7BE38C36-DC0D-4D0C-BAD5-EE9EF30A8E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322" y="3329316"/>
                        <a:ext cx="4610100" cy="596900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Text Box 11">
            <a:extLst>
              <a:ext uri="{FF2B5EF4-FFF2-40B4-BE49-F238E27FC236}">
                <a16:creationId xmlns:a16="http://schemas.microsoft.com/office/drawing/2014/main" id="{BEFD42C6-890E-4CF4-B7A0-EEFC81848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4711" y="4017364"/>
            <a:ext cx="2659702" cy="46166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  <a:ex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定积分的换元公式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C46F068-56AD-4276-9B42-94E1B3F23828}"/>
              </a:ext>
            </a:extLst>
          </p:cNvPr>
          <p:cNvGrpSpPr/>
          <p:nvPr/>
        </p:nvGrpSpPr>
        <p:grpSpPr>
          <a:xfrm>
            <a:off x="1800144" y="964046"/>
            <a:ext cx="2915407" cy="461665"/>
            <a:chOff x="1841369" y="1222682"/>
            <a:chExt cx="2915407" cy="46166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892E854-6983-4965-962C-34E5EC28D2FE}"/>
                </a:ext>
              </a:extLst>
            </p:cNvPr>
            <p:cNvSpPr txBox="1"/>
            <p:nvPr/>
          </p:nvSpPr>
          <p:spPr>
            <a:xfrm>
              <a:off x="1841369" y="1222682"/>
              <a:ext cx="12241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设函数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40" name="Object 24">
              <a:extLst>
                <a:ext uri="{FF2B5EF4-FFF2-40B4-BE49-F238E27FC236}">
                  <a16:creationId xmlns:a16="http://schemas.microsoft.com/office/drawing/2014/main" id="{C8894723-EC55-4E41-B429-6B65B4A548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3780472"/>
                </p:ext>
              </p:extLst>
            </p:nvPr>
          </p:nvGraphicFramePr>
          <p:xfrm>
            <a:off x="2902576" y="1332753"/>
            <a:ext cx="1854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96" name="Equation" r:id="rId7" imgW="1854000" imgH="342720" progId="Equation.DSMT4">
                    <p:embed/>
                  </p:oleObj>
                </mc:Choice>
                <mc:Fallback>
                  <p:oleObj name="Equation" r:id="rId7" imgW="1854000" imgH="34272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92183037-C163-4DC6-A925-05B3E6BD44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2576" y="1332753"/>
                          <a:ext cx="1854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898A9E86-B355-4B7B-83F8-F5D2C3EE75D9}"/>
              </a:ext>
            </a:extLst>
          </p:cNvPr>
          <p:cNvGrpSpPr/>
          <p:nvPr/>
        </p:nvGrpSpPr>
        <p:grpSpPr>
          <a:xfrm>
            <a:off x="4736868" y="987553"/>
            <a:ext cx="3384376" cy="461665"/>
            <a:chOff x="1951995" y="1176556"/>
            <a:chExt cx="3384376" cy="461665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2544535-46D8-4E70-9ED0-19B2E86DA994}"/>
                </a:ext>
              </a:extLst>
            </p:cNvPr>
            <p:cNvSpPr txBox="1"/>
            <p:nvPr/>
          </p:nvSpPr>
          <p:spPr>
            <a:xfrm>
              <a:off x="1951995" y="1176556"/>
              <a:ext cx="3384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函数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</a:t>
              </a:r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满足条件</a:t>
              </a:r>
              <a:endParaRPr lang="zh-CN" altLang="en-US" sz="2400" b="1" dirty="0">
                <a:latin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4" name="Object 24">
              <a:extLst>
                <a:ext uri="{FF2B5EF4-FFF2-40B4-BE49-F238E27FC236}">
                  <a16:creationId xmlns:a16="http://schemas.microsoft.com/office/drawing/2014/main" id="{8CC6A154-1F7C-4083-A6AE-9245F37FA4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0444630"/>
                </p:ext>
              </p:extLst>
            </p:nvPr>
          </p:nvGraphicFramePr>
          <p:xfrm>
            <a:off x="2679540" y="1260842"/>
            <a:ext cx="990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97" name="Equation" r:id="rId9" imgW="990360" imgH="342720" progId="Equation.DSMT4">
                    <p:embed/>
                  </p:oleObj>
                </mc:Choice>
                <mc:Fallback>
                  <p:oleObj name="Equation" r:id="rId9" imgW="990360" imgH="342720" progId="Equation.DSMT4">
                    <p:embed/>
                    <p:pic>
                      <p:nvPicPr>
                        <p:cNvPr id="40" name="Object 24">
                          <a:extLst>
                            <a:ext uri="{FF2B5EF4-FFF2-40B4-BE49-F238E27FC236}">
                              <a16:creationId xmlns:a16="http://schemas.microsoft.com/office/drawing/2014/main" id="{C8894723-EC55-4E41-B429-6B65B4A548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9540" y="1260842"/>
                          <a:ext cx="990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48AD5327-3F92-49AD-B745-D2117B49880F}"/>
              </a:ext>
            </a:extLst>
          </p:cNvPr>
          <p:cNvSpPr txBox="1"/>
          <p:nvPr/>
        </p:nvSpPr>
        <p:spPr>
          <a:xfrm>
            <a:off x="2516510" y="2763793"/>
            <a:ext cx="1224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则有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E81C49-2272-49E8-B491-C12543579B38}"/>
              </a:ext>
            </a:extLst>
          </p:cNvPr>
          <p:cNvSpPr txBox="1"/>
          <p:nvPr/>
        </p:nvSpPr>
        <p:spPr>
          <a:xfrm>
            <a:off x="6604421" y="2190685"/>
            <a:ext cx="1516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且其值域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D7B7679D-8189-452E-9A86-ADBCFF9E17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322091"/>
              </p:ext>
            </p:extLst>
          </p:nvPr>
        </p:nvGraphicFramePr>
        <p:xfrm>
          <a:off x="1021184" y="2842639"/>
          <a:ext cx="1346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98" name="Equation" r:id="rId11" imgW="1346040" imgH="419040" progId="Equation.DSMT4">
                  <p:embed/>
                </p:oleObj>
              </mc:Choice>
              <mc:Fallback>
                <p:oleObj name="Equation" r:id="rId11" imgW="1346040" imgH="419040" progId="Equation.DSMT4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8CC6A154-1F7C-4083-A6AE-9245F37FA4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184" y="2842639"/>
                        <a:ext cx="1346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612EF4F7-FE69-4722-A92F-6A064D5F3621}"/>
              </a:ext>
            </a:extLst>
          </p:cNvPr>
          <p:cNvGrpSpPr/>
          <p:nvPr/>
        </p:nvGrpSpPr>
        <p:grpSpPr>
          <a:xfrm>
            <a:off x="1013299" y="2213963"/>
            <a:ext cx="6221915" cy="461665"/>
            <a:chOff x="476749" y="4274441"/>
            <a:chExt cx="6221915" cy="461665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A385B2EC-FDB3-4147-8F10-310D22B35881}"/>
                </a:ext>
              </a:extLst>
            </p:cNvPr>
            <p:cNvGrpSpPr/>
            <p:nvPr/>
          </p:nvGrpSpPr>
          <p:grpSpPr>
            <a:xfrm>
              <a:off x="476749" y="4274441"/>
              <a:ext cx="6221915" cy="461665"/>
              <a:chOff x="1546670" y="1176556"/>
              <a:chExt cx="6221915" cy="461665"/>
            </a:xfrm>
          </p:grpSpPr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108306C-CA3A-4A70-9C92-CF4E134C09B5}"/>
                  </a:ext>
                </a:extLst>
              </p:cNvPr>
              <p:cNvSpPr txBox="1"/>
              <p:nvPr/>
            </p:nvSpPr>
            <p:spPr>
              <a:xfrm>
                <a:off x="1951995" y="1176556"/>
                <a:ext cx="58165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  <a:cs typeface="Times New Roman" panose="02020603050405020304" pitchFamily="18" charset="0"/>
                  </a:rPr>
                  <a:t>   在     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或     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400" b="1" dirty="0">
                    <a:latin typeface="+mn-ea"/>
                    <a:cs typeface="Times New Roman" panose="02020603050405020304" pitchFamily="18" charset="0"/>
                  </a:rPr>
                  <a:t>上具有连续导数， </a:t>
                </a:r>
              </a:p>
            </p:txBody>
          </p:sp>
          <p:graphicFrame>
            <p:nvGraphicFramePr>
              <p:cNvPr id="24" name="Object 24">
                <a:extLst>
                  <a:ext uri="{FF2B5EF4-FFF2-40B4-BE49-F238E27FC236}">
                    <a16:creationId xmlns:a16="http://schemas.microsoft.com/office/drawing/2014/main" id="{225DE564-40F0-4DE6-B789-2F894E2234D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3679614"/>
                  </p:ext>
                </p:extLst>
              </p:nvPr>
            </p:nvGraphicFramePr>
            <p:xfrm>
              <a:off x="1546670" y="1272016"/>
              <a:ext cx="9652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4599" name="Equation" r:id="rId13" imgW="965160" imgH="342720" progId="Equation.DSMT4">
                      <p:embed/>
                    </p:oleObj>
                  </mc:Choice>
                  <mc:Fallback>
                    <p:oleObj name="Equation" r:id="rId13" imgW="965160" imgH="342720" progId="Equation.DSMT4">
                      <p:embed/>
                      <p:pic>
                        <p:nvPicPr>
                          <p:cNvPr id="44" name="Object 24">
                            <a:extLst>
                              <a:ext uri="{FF2B5EF4-FFF2-40B4-BE49-F238E27FC236}">
                                <a16:creationId xmlns:a16="http://schemas.microsoft.com/office/drawing/2014/main" id="{8CC6A154-1F7C-4083-A6AE-9245F37FA44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46670" y="1272016"/>
                            <a:ext cx="9652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3787A131-F17D-4263-BC19-201C9B3B67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3166597"/>
                </p:ext>
              </p:extLst>
            </p:nvPr>
          </p:nvGraphicFramePr>
          <p:xfrm>
            <a:off x="1770509" y="4368130"/>
            <a:ext cx="7366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600" name="Equation" r:id="rId15" imgW="736560" imgH="330120" progId="Equation.DSMT4">
                    <p:embed/>
                  </p:oleObj>
                </mc:Choice>
                <mc:Fallback>
                  <p:oleObj name="Equation" r:id="rId15" imgW="7365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770509" y="4368130"/>
                          <a:ext cx="7366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57C75C93-5536-43E8-8292-9DAD699181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7758361"/>
                </p:ext>
              </p:extLst>
            </p:nvPr>
          </p:nvGraphicFramePr>
          <p:xfrm>
            <a:off x="3000822" y="4353842"/>
            <a:ext cx="76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601" name="Equation" r:id="rId17" imgW="761760" imgH="342720" progId="Equation.DSMT4">
                    <p:embed/>
                  </p:oleObj>
                </mc:Choice>
                <mc:Fallback>
                  <p:oleObj name="Equation" r:id="rId17" imgW="7617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000822" y="4353842"/>
                          <a:ext cx="76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52983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13323" grpId="0" animBg="1"/>
      <p:bldP spid="45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3FF8D274-DF07-4549-8FA0-994AF9CEB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480" y="123707"/>
            <a:ext cx="514350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15BC48E4-7E55-4304-89D4-8C9FC37421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263309"/>
              </p:ext>
            </p:extLst>
          </p:nvPr>
        </p:nvGraphicFramePr>
        <p:xfrm>
          <a:off x="2975546" y="752346"/>
          <a:ext cx="3048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30" name="Equation" r:id="rId3" imgW="3047760" imgH="596880" progId="Equation.DSMT4">
                  <p:embed/>
                </p:oleObj>
              </mc:Choice>
              <mc:Fallback>
                <p:oleObj name="Equation" r:id="rId3" imgW="3047760" imgH="596880" progId="Equation.DSMT4">
                  <p:embed/>
                  <p:pic>
                    <p:nvPicPr>
                      <p:cNvPr id="17" name="Object 4">
                        <a:extLst>
                          <a:ext uri="{FF2B5EF4-FFF2-40B4-BE49-F238E27FC236}">
                            <a16:creationId xmlns:a16="http://schemas.microsoft.com/office/drawing/2014/main" id="{15BC48E4-7E55-4304-89D4-8C9FC37421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5546" y="752346"/>
                        <a:ext cx="3048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BA8B9157-6DA6-4F5C-AC48-1479DCAEA9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812907"/>
              </p:ext>
            </p:extLst>
          </p:nvPr>
        </p:nvGraphicFramePr>
        <p:xfrm>
          <a:off x="2384018" y="1556130"/>
          <a:ext cx="189216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31" name="Equation" r:id="rId5" imgW="1892160" imgH="342720" progId="Equation.DSMT4">
                  <p:embed/>
                </p:oleObj>
              </mc:Choice>
              <mc:Fallback>
                <p:oleObj name="Equation" r:id="rId5" imgW="1892160" imgH="342720" progId="Equation.DSMT4">
                  <p:embed/>
                  <p:pic>
                    <p:nvPicPr>
                      <p:cNvPr id="18" name="Object 5">
                        <a:extLst>
                          <a:ext uri="{FF2B5EF4-FFF2-40B4-BE49-F238E27FC236}">
                            <a16:creationId xmlns:a16="http://schemas.microsoft.com/office/drawing/2014/main" id="{BA8B9157-6DA6-4F5C-AC48-1479DCAEA9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018" y="1556130"/>
                        <a:ext cx="189216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588FC347-4B4A-42EB-B884-C7FCC00C3C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858816"/>
              </p:ext>
            </p:extLst>
          </p:nvPr>
        </p:nvGraphicFramePr>
        <p:xfrm>
          <a:off x="1646387" y="2100502"/>
          <a:ext cx="18666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32" name="Equation" r:id="rId7" imgW="1866600" imgH="736560" progId="Equation.DSMT4">
                  <p:embed/>
                </p:oleObj>
              </mc:Choice>
              <mc:Fallback>
                <p:oleObj name="Equation" r:id="rId7" imgW="1866600" imgH="736560" progId="Equation.DSMT4">
                  <p:embed/>
                  <p:pic>
                    <p:nvPicPr>
                      <p:cNvPr id="19" name="Object 6">
                        <a:extLst>
                          <a:ext uri="{FF2B5EF4-FFF2-40B4-BE49-F238E27FC236}">
                            <a16:creationId xmlns:a16="http://schemas.microsoft.com/office/drawing/2014/main" id="{588FC347-4B4A-42EB-B884-C7FCC00C3C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387" y="2100502"/>
                        <a:ext cx="186660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">
            <a:extLst>
              <a:ext uri="{FF2B5EF4-FFF2-40B4-BE49-F238E27FC236}">
                <a16:creationId xmlns:a16="http://schemas.microsoft.com/office/drawing/2014/main" id="{9AF492E6-2F60-491F-AD18-3322389928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222273"/>
              </p:ext>
            </p:extLst>
          </p:nvPr>
        </p:nvGraphicFramePr>
        <p:xfrm>
          <a:off x="3665220" y="2291122"/>
          <a:ext cx="143496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33" name="Equation" r:id="rId9" imgW="1434960" imgH="355320" progId="Equation.DSMT4">
                  <p:embed/>
                </p:oleObj>
              </mc:Choice>
              <mc:Fallback>
                <p:oleObj name="Equation" r:id="rId9" imgW="1434960" imgH="355320" progId="Equation.DSMT4">
                  <p:embed/>
                  <p:pic>
                    <p:nvPicPr>
                      <p:cNvPr id="20" name="Object 7">
                        <a:extLst>
                          <a:ext uri="{FF2B5EF4-FFF2-40B4-BE49-F238E27FC236}">
                            <a16:creationId xmlns:a16="http://schemas.microsoft.com/office/drawing/2014/main" id="{9AF492E6-2F60-491F-AD18-3322389928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220" y="2291122"/>
                        <a:ext cx="1434960" cy="355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63E71AF1-4162-46A6-AFD4-37B7383B4E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259139"/>
              </p:ext>
            </p:extLst>
          </p:nvPr>
        </p:nvGraphicFramePr>
        <p:xfrm>
          <a:off x="5184567" y="2291122"/>
          <a:ext cx="180324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34" name="Equation" r:id="rId11" imgW="1803240" imgH="355320" progId="Equation.DSMT4">
                  <p:embed/>
                </p:oleObj>
              </mc:Choice>
              <mc:Fallback>
                <p:oleObj name="Equation" r:id="rId11" imgW="1803240" imgH="355320" progId="Equation.DSMT4">
                  <p:embed/>
                  <p:pic>
                    <p:nvPicPr>
                      <p:cNvPr id="21" name="Object 8">
                        <a:extLst>
                          <a:ext uri="{FF2B5EF4-FFF2-40B4-BE49-F238E27FC236}">
                            <a16:creationId xmlns:a16="http://schemas.microsoft.com/office/drawing/2014/main" id="{63E71AF1-4162-46A6-AFD4-37B7383B4E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567" y="2291122"/>
                        <a:ext cx="1803240" cy="355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18288952-9438-433D-95AD-CC9B1F4DD0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396309"/>
              </p:ext>
            </p:extLst>
          </p:nvPr>
        </p:nvGraphicFramePr>
        <p:xfrm>
          <a:off x="499672" y="2990017"/>
          <a:ext cx="400032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35" name="Equation" r:id="rId13" imgW="4000320" imgH="596880" progId="Equation.DSMT4">
                  <p:embed/>
                </p:oleObj>
              </mc:Choice>
              <mc:Fallback>
                <p:oleObj name="Equation" r:id="rId13" imgW="4000320" imgH="596880" progId="Equation.DSMT4">
                  <p:embed/>
                  <p:pic>
                    <p:nvPicPr>
                      <p:cNvPr id="22" name="Object 9">
                        <a:extLst>
                          <a:ext uri="{FF2B5EF4-FFF2-40B4-BE49-F238E27FC236}">
                            <a16:creationId xmlns:a16="http://schemas.microsoft.com/office/drawing/2014/main" id="{18288952-9438-433D-95AD-CC9B1F4DD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672" y="2990017"/>
                        <a:ext cx="400032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1" name="组合 4">
            <a:extLst>
              <a:ext uri="{FF2B5EF4-FFF2-40B4-BE49-F238E27FC236}">
                <a16:creationId xmlns:a16="http://schemas.microsoft.com/office/drawing/2014/main" id="{B18889AA-3482-4565-A994-6A4B25C9A788}"/>
              </a:ext>
            </a:extLst>
          </p:cNvPr>
          <p:cNvGrpSpPr>
            <a:grpSpLocks/>
          </p:cNvGrpSpPr>
          <p:nvPr/>
        </p:nvGrpSpPr>
        <p:grpSpPr bwMode="auto">
          <a:xfrm>
            <a:off x="1475656" y="229959"/>
            <a:ext cx="4876656" cy="461665"/>
            <a:chOff x="1874910" y="530263"/>
            <a:chExt cx="6502037" cy="615156"/>
          </a:xfrm>
        </p:grpSpPr>
        <p:sp>
          <p:nvSpPr>
            <p:cNvPr id="8216" name="矩形 3">
              <a:extLst>
                <a:ext uri="{FF2B5EF4-FFF2-40B4-BE49-F238E27FC236}">
                  <a16:creationId xmlns:a16="http://schemas.microsoft.com/office/drawing/2014/main" id="{C19DBE1D-C02B-4761-900B-7D6DF6427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910" y="530263"/>
              <a:ext cx="6502037" cy="615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zh-CN" sz="24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设</a:t>
              </a:r>
              <a:r>
                <a:rPr lang="en-US" altLang="zh-CN" sz="24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</a:t>
              </a:r>
              <a:r>
                <a:rPr lang="en-US" altLang="zh-CN" sz="1800">
                  <a:latin typeface="Times New Roman" panose="02020603050405020304" pitchFamily="18" charset="0"/>
                  <a:ea typeface="楷体_GB2312" charset="-122"/>
                </a:rPr>
                <a:t>         </a:t>
              </a:r>
              <a:r>
                <a:rPr lang="zh-CN" altLang="zh-CN" sz="24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是</a:t>
              </a:r>
              <a:r>
                <a:rPr lang="en-US" altLang="zh-CN" sz="24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</a:t>
              </a:r>
              <a:r>
                <a:rPr lang="en-US" altLang="zh-CN" sz="1800">
                  <a:latin typeface="Times New Roman" panose="02020603050405020304" pitchFamily="18" charset="0"/>
                  <a:ea typeface="楷体_GB2312" charset="-122"/>
                </a:rPr>
                <a:t>        </a:t>
              </a:r>
              <a:r>
                <a:rPr lang="zh-CN" altLang="zh-CN" sz="24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的一个原函数</a:t>
              </a:r>
              <a:r>
                <a:rPr lang="zh-CN" altLang="zh-CN" sz="2400" b="1">
                  <a:latin typeface="+mn-ea"/>
                  <a:ea typeface="+mn-ea"/>
                  <a:cs typeface="Times New Roman" panose="02020603050405020304" pitchFamily="18" charset="0"/>
                </a:rPr>
                <a:t>，</a:t>
              </a:r>
              <a:r>
                <a:rPr lang="zh-CN" altLang="en-US" sz="2400" b="1">
                  <a:latin typeface="+mn-ea"/>
                  <a:ea typeface="+mn-ea"/>
                  <a:cs typeface="Times New Roman" panose="02020603050405020304" pitchFamily="18" charset="0"/>
                </a:rPr>
                <a:t>则有</a:t>
              </a:r>
              <a:endParaRPr lang="zh-CN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217" name="对象 26">
              <a:extLst>
                <a:ext uri="{FF2B5EF4-FFF2-40B4-BE49-F238E27FC236}">
                  <a16:creationId xmlns:a16="http://schemas.microsoft.com/office/drawing/2014/main" id="{93C411D4-07E5-48AC-9192-07041072538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461597" y="646460"/>
            <a:ext cx="846218" cy="456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436" name="Equation" r:id="rId15" imgW="634680" imgH="342720" progId="Equation.DSMT4">
                    <p:embed/>
                  </p:oleObj>
                </mc:Choice>
                <mc:Fallback>
                  <p:oleObj name="Equation" r:id="rId15" imgW="634680" imgH="342720" progId="Equation.DSMT4">
                    <p:embed/>
                    <p:pic>
                      <p:nvPicPr>
                        <p:cNvPr id="8217" name="对象 26">
                          <a:extLst>
                            <a:ext uri="{FF2B5EF4-FFF2-40B4-BE49-F238E27FC236}">
                              <a16:creationId xmlns:a16="http://schemas.microsoft.com/office/drawing/2014/main" id="{93C411D4-07E5-48AC-9192-0704107253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1597" y="646460"/>
                          <a:ext cx="846218" cy="4566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8" name="对象 27">
              <a:extLst>
                <a:ext uri="{FF2B5EF4-FFF2-40B4-BE49-F238E27FC236}">
                  <a16:creationId xmlns:a16="http://schemas.microsoft.com/office/drawing/2014/main" id="{403110C3-D7F3-4CD7-881F-1F9BB953F0C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683674" y="646460"/>
            <a:ext cx="829418" cy="456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437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8218" name="对象 27">
                          <a:extLst>
                            <a:ext uri="{FF2B5EF4-FFF2-40B4-BE49-F238E27FC236}">
                              <a16:creationId xmlns:a16="http://schemas.microsoft.com/office/drawing/2014/main" id="{403110C3-D7F3-4CD7-881F-1F9BB953F0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3674" y="646460"/>
                          <a:ext cx="829418" cy="4566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2" name="矩形 29">
            <a:extLst>
              <a:ext uri="{FF2B5EF4-FFF2-40B4-BE49-F238E27FC236}">
                <a16:creationId xmlns:a16="http://schemas.microsoft.com/office/drawing/2014/main" id="{AF24D55D-C748-492F-9EF1-E60F1F301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679" y="1461673"/>
            <a:ext cx="20409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+mn-ea"/>
                <a:ea typeface="+mn-ea"/>
                <a:cs typeface="Times New Roman" panose="02020603050405020304" pitchFamily="18" charset="0"/>
              </a:rPr>
              <a:t>另一方面，设</a:t>
            </a:r>
            <a:endParaRPr lang="zh-CN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203" name="矩形 30">
            <a:extLst>
              <a:ext uri="{FF2B5EF4-FFF2-40B4-BE49-F238E27FC236}">
                <a16:creationId xmlns:a16="http://schemas.microsoft.com/office/drawing/2014/main" id="{2442AA6C-DDE2-499E-95DB-C650E257B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985" y="1467182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则</a:t>
            </a:r>
            <a:endParaRPr lang="zh-CN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矩形 30">
            <a:extLst>
              <a:ext uri="{FF2B5EF4-FFF2-40B4-BE49-F238E27FC236}">
                <a16:creationId xmlns:a16="http://schemas.microsoft.com/office/drawing/2014/main" id="{35AEA2E7-7A7E-40E2-A12F-049EF0B82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715" y="4221043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故</a:t>
            </a:r>
            <a:endParaRPr lang="zh-CN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4">
            <a:extLst>
              <a:ext uri="{FF2B5EF4-FFF2-40B4-BE49-F238E27FC236}">
                <a16:creationId xmlns:a16="http://schemas.microsoft.com/office/drawing/2014/main" id="{317FE5C0-9BF8-4294-BA10-C3FA0ACD85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570113"/>
              </p:ext>
            </p:extLst>
          </p:nvPr>
        </p:nvGraphicFramePr>
        <p:xfrm>
          <a:off x="4499992" y="3142653"/>
          <a:ext cx="257796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38" name="Equation" r:id="rId19" imgW="2577960" imgH="342720" progId="Equation.DSMT4">
                  <p:embed/>
                </p:oleObj>
              </mc:Choice>
              <mc:Fallback>
                <p:oleObj name="Equation" r:id="rId19" imgW="2577960" imgH="342720" progId="Equation.DSMT4">
                  <p:embed/>
                  <p:pic>
                    <p:nvPicPr>
                      <p:cNvPr id="23" name="Object 4">
                        <a:extLst>
                          <a:ext uri="{FF2B5EF4-FFF2-40B4-BE49-F238E27FC236}">
                            <a16:creationId xmlns:a16="http://schemas.microsoft.com/office/drawing/2014/main" id="{317FE5C0-9BF8-4294-BA10-C3FA0ACD85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3142653"/>
                        <a:ext cx="257796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40A90CBA-F993-443A-A3A0-EDB12538FE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21795"/>
              </p:ext>
            </p:extLst>
          </p:nvPr>
        </p:nvGraphicFramePr>
        <p:xfrm>
          <a:off x="7079233" y="3143256"/>
          <a:ext cx="180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39" name="Equation" r:id="rId21" imgW="1803240" imgH="342720" progId="Equation.DSMT4">
                  <p:embed/>
                </p:oleObj>
              </mc:Choice>
              <mc:Fallback>
                <p:oleObj name="Equation" r:id="rId21" imgW="1803240" imgH="342720" progId="Equation.DSMT4">
                  <p:embed/>
                  <p:pic>
                    <p:nvPicPr>
                      <p:cNvPr id="24" name="Object 5">
                        <a:extLst>
                          <a:ext uri="{FF2B5EF4-FFF2-40B4-BE49-F238E27FC236}">
                            <a16:creationId xmlns:a16="http://schemas.microsoft.com/office/drawing/2014/main" id="{40A90CBA-F993-443A-A3A0-EDB12538FE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9233" y="3143256"/>
                        <a:ext cx="1803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圆角矩形 1"/>
          <p:cNvSpPr/>
          <p:nvPr/>
        </p:nvSpPr>
        <p:spPr>
          <a:xfrm>
            <a:off x="2214322" y="4188879"/>
            <a:ext cx="4408120" cy="691580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8" name="Object 9">
            <a:extLst>
              <a:ext uri="{FF2B5EF4-FFF2-40B4-BE49-F238E27FC236}">
                <a16:creationId xmlns:a16="http://schemas.microsoft.com/office/drawing/2014/main" id="{7BE38C36-DC0D-4D0C-BAD5-EE9EF30A8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521886"/>
              </p:ext>
            </p:extLst>
          </p:nvPr>
        </p:nvGraphicFramePr>
        <p:xfrm>
          <a:off x="2146300" y="4138904"/>
          <a:ext cx="44196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40" name="Equation" r:id="rId23" imgW="4419360" imgH="596880" progId="Equation.DSMT4">
                  <p:embed/>
                </p:oleObj>
              </mc:Choice>
              <mc:Fallback>
                <p:oleObj name="Equation" r:id="rId23" imgW="4419360" imgH="596880" progId="Equation.DSMT4">
                  <p:embed/>
                  <p:pic>
                    <p:nvPicPr>
                      <p:cNvPr id="28" name="Object 9">
                        <a:extLst>
                          <a:ext uri="{FF2B5EF4-FFF2-40B4-BE49-F238E27FC236}">
                            <a16:creationId xmlns:a16="http://schemas.microsoft.com/office/drawing/2014/main" id="{7BE38C36-DC0D-4D0C-BAD5-EE9EF30A8E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4138904"/>
                        <a:ext cx="441960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ine 112">
            <a:extLst>
              <a:ext uri="{FF2B5EF4-FFF2-40B4-BE49-F238E27FC236}">
                <a16:creationId xmlns:a16="http://schemas.microsoft.com/office/drawing/2014/main" id="{C76E9F68-5A04-4206-BF85-F9964C4331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046" y="3759882"/>
            <a:ext cx="8763000" cy="0"/>
          </a:xfrm>
          <a:prstGeom prst="line">
            <a:avLst/>
          </a:prstGeom>
          <a:noFill/>
          <a:ln w="28575" cmpd="thickThin">
            <a:solidFill>
              <a:schemeClr val="accent1">
                <a:lumMod val="40000"/>
                <a:lumOff val="6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353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202" grpId="0"/>
      <p:bldP spid="8203" grpId="0"/>
      <p:bldP spid="27" grpId="0"/>
      <p:bldP spid="2" grpId="0" animBg="1"/>
      <p:bldP spid="25" grpId="0" animBg="1"/>
      <p:bldP spid="2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Text Box 15">
            <a:extLst>
              <a:ext uri="{FF2B5EF4-FFF2-40B4-BE49-F238E27FC236}">
                <a16:creationId xmlns:a16="http://schemas.microsoft.com/office/drawing/2014/main" id="{4CB39B81-2DA5-463F-9BD5-7442E81CC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365" y="1195180"/>
            <a:ext cx="603497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endParaRPr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200" name="Rectangle 13">
            <a:extLst>
              <a:ext uri="{FF2B5EF4-FFF2-40B4-BE49-F238E27FC236}">
                <a16:creationId xmlns:a16="http://schemas.microsoft.com/office/drawing/2014/main" id="{9667E557-A6B7-4097-AF9B-1A96A145F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768" y="1904721"/>
            <a:ext cx="62330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换元必换限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，原函数中的变量无需回代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03" name="Rectangle 19">
            <a:extLst>
              <a:ext uri="{FF2B5EF4-FFF2-40B4-BE49-F238E27FC236}">
                <a16:creationId xmlns:a16="http://schemas.microsoft.com/office/drawing/2014/main" id="{41CA5608-477F-4B45-B09F-493C2EE9E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056" y="847872"/>
            <a:ext cx="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endParaRPr lang="zh-CN" altLang="en-US" sz="2400" b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205" name="Rectangle 21">
            <a:extLst>
              <a:ext uri="{FF2B5EF4-FFF2-40B4-BE49-F238E27FC236}">
                <a16:creationId xmlns:a16="http://schemas.microsoft.com/office/drawing/2014/main" id="{88076480-68E8-4DAD-9C66-28C7B5178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457" y="847873"/>
            <a:ext cx="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181" name="Rectangle 25">
            <a:extLst>
              <a:ext uri="{FF2B5EF4-FFF2-40B4-BE49-F238E27FC236}">
                <a16:creationId xmlns:a16="http://schemas.microsoft.com/office/drawing/2014/main" id="{2D0368C0-DE7B-4508-892E-5AB363C36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9395" y="2549588"/>
            <a:ext cx="689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</a:t>
            </a:r>
            <a:endParaRPr lang="zh-CN" altLang="en-US" sz="1800">
              <a:latin typeface="楷体_GB2312" charset="-122"/>
              <a:ea typeface="楷体_GB231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EF32C32-B65B-4709-9994-AAAFC0AF78F3}"/>
              </a:ext>
            </a:extLst>
          </p:cNvPr>
          <p:cNvGrpSpPr/>
          <p:nvPr/>
        </p:nvGrpSpPr>
        <p:grpSpPr>
          <a:xfrm>
            <a:off x="1291738" y="1333490"/>
            <a:ext cx="2319684" cy="369332"/>
            <a:chOff x="405096" y="1728741"/>
            <a:chExt cx="2319684" cy="369332"/>
          </a:xfrm>
        </p:grpSpPr>
        <p:sp>
          <p:nvSpPr>
            <p:cNvPr id="7187" name="Rectangle 33">
              <a:extLst>
                <a:ext uri="{FF2B5EF4-FFF2-40B4-BE49-F238E27FC236}">
                  <a16:creationId xmlns:a16="http://schemas.microsoft.com/office/drawing/2014/main" id="{5717401A-48F8-4BB9-BCE3-43A181C6E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096" y="1728741"/>
              <a:ext cx="231968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(1)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当                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6" name="Object 9">
              <a:extLst>
                <a:ext uri="{FF2B5EF4-FFF2-40B4-BE49-F238E27FC236}">
                  <a16:creationId xmlns:a16="http://schemas.microsoft.com/office/drawing/2014/main" id="{1594043C-B4D4-49E7-B487-B09B44395B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015401"/>
                </p:ext>
              </p:extLst>
            </p:nvPr>
          </p:nvGraphicFramePr>
          <p:xfrm>
            <a:off x="1233214" y="1781412"/>
            <a:ext cx="784206" cy="313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8" name="Equation" r:id="rId3" imgW="825480" imgH="330120" progId="Equation.DSMT4">
                    <p:embed/>
                  </p:oleObj>
                </mc:Choice>
                <mc:Fallback>
                  <p:oleObj name="Equation" r:id="rId3" imgW="825480" imgH="330120" progId="Equation.DSMT4">
                    <p:embed/>
                    <p:pic>
                      <p:nvPicPr>
                        <p:cNvPr id="31" name="Object 9">
                          <a:extLst>
                            <a:ext uri="{FF2B5EF4-FFF2-40B4-BE49-F238E27FC236}">
                              <a16:creationId xmlns:a16="http://schemas.microsoft.com/office/drawing/2014/main" id="{7BE38C36-DC0D-4D0C-BAD5-EE9EF30A8E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3214" y="1781412"/>
                          <a:ext cx="784206" cy="313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2522E41-2226-4EBC-9F2B-0CB677FDE72C}"/>
              </a:ext>
            </a:extLst>
          </p:cNvPr>
          <p:cNvGrpSpPr/>
          <p:nvPr/>
        </p:nvGrpSpPr>
        <p:grpSpPr>
          <a:xfrm>
            <a:off x="2981559" y="1326897"/>
            <a:ext cx="4896889" cy="369332"/>
            <a:chOff x="2411760" y="1728741"/>
            <a:chExt cx="4896889" cy="369332"/>
          </a:xfrm>
        </p:grpSpPr>
        <p:sp>
          <p:nvSpPr>
            <p:cNvPr id="37" name="Rectangle 33">
              <a:extLst>
                <a:ext uri="{FF2B5EF4-FFF2-40B4-BE49-F238E27FC236}">
                  <a16:creationId xmlns:a16="http://schemas.microsoft.com/office/drawing/2014/main" id="{7BCD821B-59AC-4179-8B9E-F3357A1A7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760" y="1728741"/>
              <a:ext cx="489688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即区间换为     时，定理仍成立</a:t>
              </a:r>
              <a:r>
                <a:rPr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8" name="Object 9">
              <a:extLst>
                <a:ext uri="{FF2B5EF4-FFF2-40B4-BE49-F238E27FC236}">
                  <a16:creationId xmlns:a16="http://schemas.microsoft.com/office/drawing/2014/main" id="{33F41704-D5AC-4F6E-95D1-F3FDA2D833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0888286"/>
                </p:ext>
              </p:extLst>
            </p:nvPr>
          </p:nvGraphicFramePr>
          <p:xfrm>
            <a:off x="3974758" y="1783313"/>
            <a:ext cx="711702" cy="313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9" name="Equation" r:id="rId5" imgW="749160" imgH="330120" progId="Equation.DSMT4">
                    <p:embed/>
                  </p:oleObj>
                </mc:Choice>
                <mc:Fallback>
                  <p:oleObj name="Equation" r:id="rId5" imgW="749160" imgH="330120" progId="Equation.DSMT4">
                    <p:embed/>
                    <p:pic>
                      <p:nvPicPr>
                        <p:cNvPr id="36" name="Object 9">
                          <a:extLst>
                            <a:ext uri="{FF2B5EF4-FFF2-40B4-BE49-F238E27FC236}">
                              <a16:creationId xmlns:a16="http://schemas.microsoft.com/office/drawing/2014/main" id="{1594043C-B4D4-49E7-B487-B09B44395B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4758" y="1783313"/>
                          <a:ext cx="711702" cy="313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圆角矩形 1">
            <a:extLst>
              <a:ext uri="{FF2B5EF4-FFF2-40B4-BE49-F238E27FC236}">
                <a16:creationId xmlns:a16="http://schemas.microsoft.com/office/drawing/2014/main" id="{3B1F396F-22E7-47CE-8887-C8DF5B735D66}"/>
              </a:ext>
            </a:extLst>
          </p:cNvPr>
          <p:cNvSpPr/>
          <p:nvPr/>
        </p:nvSpPr>
        <p:spPr>
          <a:xfrm>
            <a:off x="2205337" y="324420"/>
            <a:ext cx="4408120" cy="691580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1F5F755A-9387-4584-8C01-0D44F3738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277770"/>
              </p:ext>
            </p:extLst>
          </p:nvPr>
        </p:nvGraphicFramePr>
        <p:xfrm>
          <a:off x="2318283" y="390782"/>
          <a:ext cx="44196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0" name="Equation" r:id="rId7" imgW="4419360" imgH="596880" progId="Equation.DSMT4">
                  <p:embed/>
                </p:oleObj>
              </mc:Choice>
              <mc:Fallback>
                <p:oleObj name="Equation" r:id="rId7" imgW="4419360" imgH="596880" progId="Equation.DSMT4">
                  <p:embed/>
                  <p:pic>
                    <p:nvPicPr>
                      <p:cNvPr id="28" name="Object 9">
                        <a:extLst>
                          <a:ext uri="{FF2B5EF4-FFF2-40B4-BE49-F238E27FC236}">
                            <a16:creationId xmlns:a16="http://schemas.microsoft.com/office/drawing/2014/main" id="{7BE38C36-DC0D-4D0C-BAD5-EE9EF30A8E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8283" y="390782"/>
                        <a:ext cx="441960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112">
            <a:extLst>
              <a:ext uri="{FF2B5EF4-FFF2-40B4-BE49-F238E27FC236}">
                <a16:creationId xmlns:a16="http://schemas.microsoft.com/office/drawing/2014/main" id="{FEC20877-063D-4F21-85E8-E7EED61956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1131590"/>
            <a:ext cx="8763000" cy="0"/>
          </a:xfrm>
          <a:prstGeom prst="line">
            <a:avLst/>
          </a:prstGeom>
          <a:noFill/>
          <a:ln w="28575" cmpd="thickThin">
            <a:solidFill>
              <a:schemeClr val="accent1">
                <a:lumMod val="40000"/>
                <a:lumOff val="6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32">
            <a:extLst>
              <a:ext uri="{FF2B5EF4-FFF2-40B4-BE49-F238E27FC236}">
                <a16:creationId xmlns:a16="http://schemas.microsoft.com/office/drawing/2014/main" id="{2EF0199C-3EDE-49CC-80D6-C9E33C27B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113" y="2364922"/>
            <a:ext cx="72305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定积分换元法中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不需要函数单调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，但为了计算简单，</a:t>
            </a: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B37C889C-3C77-44F6-BAB4-228A40FF1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150" y="2884026"/>
            <a:ext cx="24482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常选取单调区间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EE9ADB5-2A07-4AD3-B7A8-C5D2FE7A426A}"/>
              </a:ext>
            </a:extLst>
          </p:cNvPr>
          <p:cNvGrpSpPr/>
          <p:nvPr/>
        </p:nvGrpSpPr>
        <p:grpSpPr>
          <a:xfrm>
            <a:off x="1306768" y="3470319"/>
            <a:ext cx="7230529" cy="444061"/>
            <a:chOff x="1306768" y="3470319"/>
            <a:chExt cx="7230529" cy="444061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59AD9534-D455-49AA-9BDD-0FDE13CA87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7286945"/>
                </p:ext>
              </p:extLst>
            </p:nvPr>
          </p:nvGraphicFramePr>
          <p:xfrm>
            <a:off x="3439972" y="3495280"/>
            <a:ext cx="3429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11" name="Equation" r:id="rId9" imgW="342720" imgH="419040" progId="Equation.DSMT4">
                    <p:embed/>
                  </p:oleObj>
                </mc:Choice>
                <mc:Fallback>
                  <p:oleObj name="Equation" r:id="rId9" imgW="34272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39972" y="3495280"/>
                          <a:ext cx="3429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6089E68-1A70-42EB-AC88-9A3607556078}"/>
                </a:ext>
              </a:extLst>
            </p:cNvPr>
            <p:cNvGrpSpPr/>
            <p:nvPr/>
          </p:nvGrpSpPr>
          <p:grpSpPr>
            <a:xfrm>
              <a:off x="1306768" y="3470319"/>
              <a:ext cx="7230529" cy="379965"/>
              <a:chOff x="1306768" y="3470319"/>
              <a:chExt cx="7230529" cy="379965"/>
            </a:xfrm>
          </p:grpSpPr>
          <p:sp>
            <p:nvSpPr>
              <p:cNvPr id="18" name="Rectangle 13">
                <a:extLst>
                  <a:ext uri="{FF2B5EF4-FFF2-40B4-BE49-F238E27FC236}">
                    <a16:creationId xmlns:a16="http://schemas.microsoft.com/office/drawing/2014/main" id="{D826FE6B-2CD4-44BA-AFEF-22DAB5648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768" y="3470319"/>
                <a:ext cx="723052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</a:t>
                </a:r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       的值域     超出          但        满足其余条件时，</a:t>
                </a:r>
              </a:p>
            </p:txBody>
          </p:sp>
          <p:graphicFrame>
            <p:nvGraphicFramePr>
              <p:cNvPr id="2" name="对象 1">
                <a:extLst>
                  <a:ext uri="{FF2B5EF4-FFF2-40B4-BE49-F238E27FC236}">
                    <a16:creationId xmlns:a16="http://schemas.microsoft.com/office/drawing/2014/main" id="{03327F23-B503-44F6-BB51-2F049E6969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9131569"/>
                  </p:ext>
                </p:extLst>
              </p:nvPr>
            </p:nvGraphicFramePr>
            <p:xfrm>
              <a:off x="1978559" y="3498935"/>
              <a:ext cx="533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612" name="Equation" r:id="rId11" imgW="533160" imgH="342720" progId="Equation.DSMT4">
                      <p:embed/>
                    </p:oleObj>
                  </mc:Choice>
                  <mc:Fallback>
                    <p:oleObj name="Equation" r:id="rId11" imgW="53316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978559" y="3498935"/>
                            <a:ext cx="5334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" name="对象 3">
                <a:extLst>
                  <a:ext uri="{FF2B5EF4-FFF2-40B4-BE49-F238E27FC236}">
                    <a16:creationId xmlns:a16="http://schemas.microsoft.com/office/drawing/2014/main" id="{377273A5-B23D-4ECB-A338-9286A8370B9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9561357"/>
                  </p:ext>
                </p:extLst>
              </p:nvPr>
            </p:nvGraphicFramePr>
            <p:xfrm>
              <a:off x="4430396" y="3510253"/>
              <a:ext cx="7112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613" name="Equation" r:id="rId13" imgW="711000" imgH="330120" progId="Equation.DSMT4">
                      <p:embed/>
                    </p:oleObj>
                  </mc:Choice>
                  <mc:Fallback>
                    <p:oleObj name="Equation" r:id="rId13" imgW="71100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430396" y="3510253"/>
                            <a:ext cx="7112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对象 4">
                <a:extLst>
                  <a:ext uri="{FF2B5EF4-FFF2-40B4-BE49-F238E27FC236}">
                    <a16:creationId xmlns:a16="http://schemas.microsoft.com/office/drawing/2014/main" id="{6268437F-2CAD-45D5-BBEB-20FB286A8BA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4363436"/>
                  </p:ext>
                </p:extLst>
              </p:nvPr>
            </p:nvGraphicFramePr>
            <p:xfrm>
              <a:off x="5522420" y="3507384"/>
              <a:ext cx="533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614" name="Equation" r:id="rId15" imgW="533160" imgH="342720" progId="Equation.DSMT4">
                      <p:embed/>
                    </p:oleObj>
                  </mc:Choice>
                  <mc:Fallback>
                    <p:oleObj name="Equation" r:id="rId15" imgW="53316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522420" y="3507384"/>
                            <a:ext cx="5334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0B43ADE-F685-4245-ABED-FE1A9909E9D7}"/>
              </a:ext>
            </a:extLst>
          </p:cNvPr>
          <p:cNvGrpSpPr/>
          <p:nvPr/>
        </p:nvGrpSpPr>
        <p:grpSpPr>
          <a:xfrm>
            <a:off x="1227444" y="4021718"/>
            <a:ext cx="6368892" cy="488170"/>
            <a:chOff x="1227444" y="4021718"/>
            <a:chExt cx="6368892" cy="488170"/>
          </a:xfrm>
        </p:grpSpPr>
        <p:sp>
          <p:nvSpPr>
            <p:cNvPr id="26" name="Text Box 32">
              <a:extLst>
                <a:ext uri="{FF2B5EF4-FFF2-40B4-BE49-F238E27FC236}">
                  <a16:creationId xmlns:a16="http://schemas.microsoft.com/office/drawing/2014/main" id="{023461AA-9052-4FFB-8634-F85461EF4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7444" y="4021718"/>
              <a:ext cx="63688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只要        在     上连续，定理的结论仍旧成立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1BBE557F-4C4E-47D9-BF06-388C749F4E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4495687"/>
                </p:ext>
              </p:extLst>
            </p:nvPr>
          </p:nvGraphicFramePr>
          <p:xfrm>
            <a:off x="1896753" y="409946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15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896753" y="409946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5C5EE9C1-E526-41AD-9229-81711D1BF0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4090155"/>
                </p:ext>
              </p:extLst>
            </p:nvPr>
          </p:nvGraphicFramePr>
          <p:xfrm>
            <a:off x="2890571" y="4090788"/>
            <a:ext cx="3429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16" name="Equation" r:id="rId19" imgW="342720" imgH="419040" progId="Equation.DSMT4">
                    <p:embed/>
                  </p:oleObj>
                </mc:Choice>
                <mc:Fallback>
                  <p:oleObj name="Equation" r:id="rId19" imgW="342720" imgH="41904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59AD9534-D455-49AA-9BDD-0FDE13CA87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890571" y="4090788"/>
                          <a:ext cx="3429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" grpId="0"/>
      <p:bldP spid="7200" grpId="0"/>
      <p:bldP spid="24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>
            <a:extLst>
              <a:ext uri="{FF2B5EF4-FFF2-40B4-BE49-F238E27FC236}">
                <a16:creationId xmlns:a16="http://schemas.microsoft.com/office/drawing/2014/main" id="{60F79B96-F2A8-4CC6-B798-B7EAA90BE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452789"/>
            <a:ext cx="53801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(4)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换元积分公式可从右向左使用，</a:t>
            </a:r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979E77DE-EDA4-494D-87A5-E643DFAD1A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633678"/>
              </p:ext>
            </p:extLst>
          </p:nvPr>
        </p:nvGraphicFramePr>
        <p:xfrm>
          <a:off x="1667182" y="1313117"/>
          <a:ext cx="225583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06" name="Equation" r:id="rId3" imgW="2374560" imgH="596880" progId="Equation.DSMT4">
                  <p:embed/>
                </p:oleObj>
              </mc:Choice>
              <mc:Fallback>
                <p:oleObj name="Equation" r:id="rId3" imgW="2374560" imgH="596880" progId="Equation.DSMT4">
                  <p:embed/>
                  <p:pic>
                    <p:nvPicPr>
                      <p:cNvPr id="31" name="Object 9">
                        <a:extLst>
                          <a:ext uri="{FF2B5EF4-FFF2-40B4-BE49-F238E27FC236}">
                            <a16:creationId xmlns:a16="http://schemas.microsoft.com/office/drawing/2014/main" id="{7BE38C36-DC0D-4D0C-BAD5-EE9EF30A8E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182" y="1313117"/>
                        <a:ext cx="2255838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255B866-856D-4752-AEDD-FEC141988DB4}"/>
              </a:ext>
            </a:extLst>
          </p:cNvPr>
          <p:cNvSpPr/>
          <p:nvPr/>
        </p:nvSpPr>
        <p:spPr>
          <a:xfrm>
            <a:off x="216640" y="140008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n-ea"/>
                <a:cs typeface="Times New Roman" panose="02020603050405020304" pitchFamily="18" charset="0"/>
              </a:rPr>
              <a:t>即</a:t>
            </a:r>
            <a:endParaRPr lang="zh-CN" altLang="en-US" sz="240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CC3457-6A8A-4DD7-AD4D-2A7C3766FBFF}"/>
              </a:ext>
            </a:extLst>
          </p:cNvPr>
          <p:cNvSpPr/>
          <p:nvPr/>
        </p:nvSpPr>
        <p:spPr>
          <a:xfrm>
            <a:off x="2221677" y="2869887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（配元不换限）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103D7C-FE80-4D91-B089-0362F700E9A2}"/>
              </a:ext>
            </a:extLst>
          </p:cNvPr>
          <p:cNvSpPr/>
          <p:nvPr/>
        </p:nvSpPr>
        <p:spPr>
          <a:xfrm>
            <a:off x="182257" y="2079231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n-ea"/>
                <a:cs typeface="Times New Roman" panose="02020603050405020304" pitchFamily="18" charset="0"/>
              </a:rPr>
              <a:t>配元（或凑微分）</a:t>
            </a:r>
            <a:endParaRPr lang="zh-CN" altLang="en-US" sz="2400">
              <a:latin typeface="+mn-ea"/>
            </a:endParaRPr>
          </a:p>
        </p:txBody>
      </p: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12621A9E-F8B3-420C-829C-D144F732C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822787"/>
              </p:ext>
            </p:extLst>
          </p:nvPr>
        </p:nvGraphicFramePr>
        <p:xfrm>
          <a:off x="2661872" y="2026545"/>
          <a:ext cx="4620762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07" name="Equation" r:id="rId5" imgW="4863960" imgH="596880" progId="Equation.DSMT4">
                  <p:embed/>
                </p:oleObj>
              </mc:Choice>
              <mc:Fallback>
                <p:oleObj name="Equation" r:id="rId5" imgW="4863960" imgH="596880" progId="Equation.DSMT4">
                  <p:embed/>
                  <p:pic>
                    <p:nvPicPr>
                      <p:cNvPr id="35" name="Object 9">
                        <a:extLst>
                          <a:ext uri="{FF2B5EF4-FFF2-40B4-BE49-F238E27FC236}">
                            <a16:creationId xmlns:a16="http://schemas.microsoft.com/office/drawing/2014/main" id="{3401904F-B727-4DEB-88B8-45E9093408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1872" y="2026545"/>
                        <a:ext cx="4620762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5AB51E5-8DAD-4AD5-981D-CFF123C126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241109"/>
              </p:ext>
            </p:extLst>
          </p:nvPr>
        </p:nvGraphicFramePr>
        <p:xfrm>
          <a:off x="3991937" y="1283439"/>
          <a:ext cx="1765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08" name="Equation" r:id="rId7" imgW="1765080" imgH="596880" progId="Equation.DSMT4">
                  <p:embed/>
                </p:oleObj>
              </mc:Choice>
              <mc:Fallback>
                <p:oleObj name="Equation" r:id="rId7" imgW="1765080" imgH="5968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50167A2-B6A3-4F13-8C42-06F1404A41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91937" y="1283439"/>
                        <a:ext cx="1765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46B176C-5084-488A-9FB6-108A11323B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158074"/>
              </p:ext>
            </p:extLst>
          </p:nvPr>
        </p:nvGraphicFramePr>
        <p:xfrm>
          <a:off x="5674415" y="1390905"/>
          <a:ext cx="149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09" name="Equation" r:id="rId9" imgW="1498320" imgH="380880" progId="Equation.DSMT4">
                  <p:embed/>
                </p:oleObj>
              </mc:Choice>
              <mc:Fallback>
                <p:oleObj name="Equation" r:id="rId9" imgW="1498320" imgH="380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6424D5A-8E68-4932-859F-55B3D260B8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74415" y="1390905"/>
                        <a:ext cx="1498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120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649218">
            <a:extLst>
              <a:ext uri="{FF2B5EF4-FFF2-40B4-BE49-F238E27FC236}">
                <a16:creationId xmlns:a16="http://schemas.microsoft.com/office/drawing/2014/main" id="{1FF40B4A-42A1-4DAB-A2ED-057207765C7D}"/>
              </a:ext>
            </a:extLst>
          </p:cNvPr>
          <p:cNvSpPr txBox="1">
            <a:spLocks noChangeArrowheads="1"/>
          </p:cNvSpPr>
          <p:nvPr/>
        </p:nvSpPr>
        <p:spPr>
          <a:xfrm>
            <a:off x="845406" y="292112"/>
            <a:ext cx="2133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4" name="对象 649219">
            <a:extLst>
              <a:ext uri="{FF2B5EF4-FFF2-40B4-BE49-F238E27FC236}">
                <a16:creationId xmlns:a16="http://schemas.microsoft.com/office/drawing/2014/main" id="{AFE9B5C2-E698-44AA-ADB4-4C90BF8099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7755345"/>
              </p:ext>
            </p:extLst>
          </p:nvPr>
        </p:nvGraphicFramePr>
        <p:xfrm>
          <a:off x="2375756" y="231490"/>
          <a:ext cx="2781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74" name="Equation" r:id="rId3" imgW="2781000" imgH="634680" progId="Equation.DSMT4">
                  <p:embed/>
                </p:oleObj>
              </mc:Choice>
              <mc:Fallback>
                <p:oleObj name="Equation" r:id="rId3" imgW="2781000" imgH="634680" progId="Equation.DSMT4">
                  <p:embed/>
                  <p:pic>
                    <p:nvPicPr>
                      <p:cNvPr id="4" name="对象 649219">
                        <a:extLst>
                          <a:ext uri="{FF2B5EF4-FFF2-40B4-BE49-F238E27FC236}">
                            <a16:creationId xmlns:a16="http://schemas.microsoft.com/office/drawing/2014/main" id="{AFE9B5C2-E698-44AA-ADB4-4C90BF8099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756" y="231490"/>
                        <a:ext cx="2781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878AA53-713E-4002-99BC-C0577F062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106" y="964473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r>
              <a:rPr lang="en-US" altLang="zh-CN" sz="2400" b="1" dirty="0">
                <a:latin typeface="+mn-ea"/>
                <a:ea typeface="+mn-ea"/>
              </a:rPr>
              <a:t>  </a:t>
            </a:r>
            <a:r>
              <a:rPr lang="zh-CN" altLang="en-US" sz="2400" b="1" dirty="0">
                <a:latin typeface="+mn-ea"/>
                <a:ea typeface="+mn-ea"/>
              </a:rPr>
              <a:t>令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F0B59E5-4B92-43CE-AFBF-C28264FCFD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3905399"/>
              </p:ext>
            </p:extLst>
          </p:nvPr>
        </p:nvGraphicFramePr>
        <p:xfrm>
          <a:off x="2043969" y="1038144"/>
          <a:ext cx="12842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75" name="Equation" r:id="rId5" imgW="1282680" imgH="342720" progId="Equation.DSMT4">
                  <p:embed/>
                </p:oleObj>
              </mc:Choice>
              <mc:Fallback>
                <p:oleObj name="Equation" r:id="rId5" imgW="128268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F0B59E5-4B92-43CE-AFBF-C28264FCFD4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969" y="1038144"/>
                        <a:ext cx="12842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20B7172-60DE-4A96-955F-526A0D3BA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56" y="968311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则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2CA6F4D-8CBB-4141-B677-EF7695A114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7936050"/>
              </p:ext>
            </p:extLst>
          </p:nvPr>
        </p:nvGraphicFramePr>
        <p:xfrm>
          <a:off x="3995006" y="1061956"/>
          <a:ext cx="17287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76" name="Equation" r:id="rId7" imgW="1726920" imgH="342720" progId="Equation.DSMT4">
                  <p:embed/>
                </p:oleObj>
              </mc:Choice>
              <mc:Fallback>
                <p:oleObj name="Equation" r:id="rId7" imgW="172692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2CA6F4D-8CBB-4141-B677-EF7695A1145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006" y="1061956"/>
                        <a:ext cx="172878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FB2EAF5-31AD-4100-ABFB-C379D0C368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5497984"/>
              </p:ext>
            </p:extLst>
          </p:nvPr>
        </p:nvGraphicFramePr>
        <p:xfrm>
          <a:off x="6306725" y="1061956"/>
          <a:ext cx="2120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77" name="Equation" r:id="rId9" imgW="2120760" imgH="380880" progId="Equation.DSMT4">
                  <p:embed/>
                </p:oleObj>
              </mc:Choice>
              <mc:Fallback>
                <p:oleObj name="Equation" r:id="rId9" imgW="2120760" imgH="380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FB2EAF5-31AD-4100-ABFB-C379D0C368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6725" y="1061956"/>
                        <a:ext cx="2120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E9BEF43-FA37-40E2-AF66-F89213AB1B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7354501"/>
              </p:ext>
            </p:extLst>
          </p:nvPr>
        </p:nvGraphicFramePr>
        <p:xfrm>
          <a:off x="566006" y="1422319"/>
          <a:ext cx="18811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78" name="Equation" r:id="rId11" imgW="1879560" imgH="723600" progId="Equation.DSMT4">
                  <p:embed/>
                </p:oleObj>
              </mc:Choice>
              <mc:Fallback>
                <p:oleObj name="Equation" r:id="rId11" imgW="1879560" imgH="723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E9BEF43-FA37-40E2-AF66-F89213AB1B9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06" y="1422319"/>
                        <a:ext cx="1881188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BF433D19-54AE-408A-9910-0198F94F4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87" y="2206841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n-ea"/>
                <a:ea typeface="+mn-ea"/>
              </a:rPr>
              <a:t>   </a:t>
            </a:r>
            <a:r>
              <a:rPr lang="zh-CN" altLang="en-US" sz="2400" b="1" dirty="0">
                <a:latin typeface="+mn-ea"/>
                <a:ea typeface="+mn-ea"/>
              </a:rPr>
              <a:t>原式 </a:t>
            </a:r>
            <a:r>
              <a:rPr lang="en-US" altLang="zh-CN" sz="2400" b="1" dirty="0">
                <a:latin typeface="+mn-ea"/>
                <a:ea typeface="+mn-ea"/>
              </a:rPr>
              <a:t>=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56C7362-AC30-4C19-993C-591331CDA6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5064230"/>
              </p:ext>
            </p:extLst>
          </p:nvPr>
        </p:nvGraphicFramePr>
        <p:xfrm>
          <a:off x="2375756" y="2231944"/>
          <a:ext cx="30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79" name="Equation" r:id="rId13" imgW="304560" imgH="342720" progId="Equation.DSMT4">
                  <p:embed/>
                </p:oleObj>
              </mc:Choice>
              <mc:Fallback>
                <p:oleObj name="Equation" r:id="rId13" imgW="30456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56C7362-AC30-4C19-993C-591331CDA6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756" y="2231944"/>
                        <a:ext cx="304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512A7FA-9939-4E07-9892-E40BB7656F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47131"/>
              </p:ext>
            </p:extLst>
          </p:nvPr>
        </p:nvGraphicFramePr>
        <p:xfrm>
          <a:off x="2043969" y="2790563"/>
          <a:ext cx="2552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80" name="Equation" r:id="rId15" imgW="2552400" imgH="761760" progId="Equation.DSMT4">
                  <p:embed/>
                </p:oleObj>
              </mc:Choice>
              <mc:Fallback>
                <p:oleObj name="Equation" r:id="rId15" imgW="2552400" imgH="7617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512A7FA-9939-4E07-9892-E40BB7656F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969" y="2790563"/>
                        <a:ext cx="25527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B009E934-85F6-44B9-BB85-EEC222092B45}"/>
              </a:ext>
            </a:extLst>
          </p:cNvPr>
          <p:cNvGrpSpPr/>
          <p:nvPr/>
        </p:nvGrpSpPr>
        <p:grpSpPr>
          <a:xfrm>
            <a:off x="2039928" y="3597334"/>
            <a:ext cx="3367088" cy="788439"/>
            <a:chOff x="1603713" y="4060679"/>
            <a:chExt cx="3367088" cy="788439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A7DD2B7B-135B-4A1C-961C-154C918A454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94114708"/>
                </p:ext>
              </p:extLst>
            </p:nvPr>
          </p:nvGraphicFramePr>
          <p:xfrm>
            <a:off x="1603713" y="4087118"/>
            <a:ext cx="2171700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81" name="Equation" r:id="rId17" imgW="2171520" imgH="761760" progId="Equation.DSMT4">
                    <p:embed/>
                  </p:oleObj>
                </mc:Choice>
                <mc:Fallback>
                  <p:oleObj name="Equation" r:id="rId17" imgW="2171520" imgH="76176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A7DD2B7B-135B-4A1C-961C-154C918A454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3713" y="4087118"/>
                          <a:ext cx="2171700" cy="76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直接连接符 14">
              <a:extLst>
                <a:ext uri="{FF2B5EF4-FFF2-40B4-BE49-F238E27FC236}">
                  <a16:creationId xmlns:a16="http://schemas.microsoft.com/office/drawing/2014/main" id="{639F21F7-B6CA-46C8-A038-572CB3059F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0642" y="4123188"/>
              <a:ext cx="10747" cy="6994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+mn-ea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6C27783-1BC4-4B3A-9C32-FB910469734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0544633"/>
                </p:ext>
              </p:extLst>
            </p:nvPr>
          </p:nvGraphicFramePr>
          <p:xfrm>
            <a:off x="3859551" y="4060679"/>
            <a:ext cx="190500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82" name="Equation" r:id="rId19" imgW="190440" imgH="761760" progId="Equation.DSMT4">
                    <p:embed/>
                  </p:oleObj>
                </mc:Choice>
                <mc:Fallback>
                  <p:oleObj name="Equation" r:id="rId19" imgW="190440" imgH="76176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C6C27783-1BC4-4B3A-9C32-FB910469734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9551" y="4060679"/>
                          <a:ext cx="190500" cy="76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683449B2-7032-409C-8984-28F409514F6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50680478"/>
                </p:ext>
              </p:extLst>
            </p:nvPr>
          </p:nvGraphicFramePr>
          <p:xfrm>
            <a:off x="4081801" y="4071552"/>
            <a:ext cx="889000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83" name="Equation" r:id="rId21" imgW="888840" imgH="761760" progId="Equation.DSMT4">
                    <p:embed/>
                  </p:oleObj>
                </mc:Choice>
                <mc:Fallback>
                  <p:oleObj name="Equation" r:id="rId21" imgW="888840" imgH="76176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683449B2-7032-409C-8984-28F409514F6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1801" y="4071552"/>
                          <a:ext cx="889000" cy="76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A7D2769-A07A-4F05-8BBD-CB7BB14509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4957977"/>
              </p:ext>
            </p:extLst>
          </p:nvPr>
        </p:nvGraphicFramePr>
        <p:xfrm>
          <a:off x="2712259" y="2089404"/>
          <a:ext cx="431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84" name="Equation" r:id="rId23" imgW="431640" imgH="660240" progId="Equation.DSMT4">
                  <p:embed/>
                </p:oleObj>
              </mc:Choice>
              <mc:Fallback>
                <p:oleObj name="Equation" r:id="rId23" imgW="431640" imgH="6602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EA7D2769-A07A-4F05-8BBD-CB7BB145091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2259" y="2089404"/>
                        <a:ext cx="431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1ED63CC-DD55-4382-AECC-496063BDED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2970025"/>
              </p:ext>
            </p:extLst>
          </p:nvPr>
        </p:nvGraphicFramePr>
        <p:xfrm>
          <a:off x="3112309" y="2199447"/>
          <a:ext cx="96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85" name="Equation" r:id="rId25" imgW="965160" imgH="406080" progId="Equation.DSMT4">
                  <p:embed/>
                </p:oleObj>
              </mc:Choice>
              <mc:Fallback>
                <p:oleObj name="Equation" r:id="rId25" imgW="965160" imgH="4060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61ED63CC-DD55-4382-AECC-496063BDED6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2309" y="2199447"/>
                        <a:ext cx="965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A9863F31-121F-4E52-89CD-4D7422FDA15D}"/>
              </a:ext>
            </a:extLst>
          </p:cNvPr>
          <p:cNvGrpSpPr/>
          <p:nvPr/>
        </p:nvGrpSpPr>
        <p:grpSpPr>
          <a:xfrm>
            <a:off x="6281008" y="2069324"/>
            <a:ext cx="2001838" cy="1924050"/>
            <a:chOff x="6273802" y="2283718"/>
            <a:chExt cx="2001838" cy="192405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2AC66AC-D9D1-4F05-A4D2-428FD0BD99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73802" y="2283718"/>
              <a:ext cx="2001838" cy="1924050"/>
              <a:chOff x="4000" y="2016"/>
              <a:chExt cx="1261" cy="1212"/>
            </a:xfrm>
          </p:grpSpPr>
          <p:graphicFrame>
            <p:nvGraphicFramePr>
              <p:cNvPr id="21" name="对象 649236">
                <a:extLst>
                  <a:ext uri="{FF2B5EF4-FFF2-40B4-BE49-F238E27FC236}">
                    <a16:creationId xmlns:a16="http://schemas.microsoft.com/office/drawing/2014/main" id="{7E0B7E00-FA78-4A8A-BD31-32E40985CB6C}"/>
                  </a:ext>
                </a:extLst>
              </p:cNvPr>
              <p:cNvGraphicFramePr>
                <a:graphicFrameLocks/>
              </p:cNvGraphicFramePr>
              <p:nvPr>
                <p:extLst/>
              </p:nvPr>
            </p:nvGraphicFramePr>
            <p:xfrm>
              <a:off x="4407" y="2125"/>
              <a:ext cx="849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686" name="Equation" r:id="rId27" imgW="1346040" imgH="406080" progId="Equation.DSMT4">
                      <p:embed/>
                    </p:oleObj>
                  </mc:Choice>
                  <mc:Fallback>
                    <p:oleObj name="Equation" r:id="rId27" imgW="1346040" imgH="406080" progId="Equation.DSMT4">
                      <p:embed/>
                      <p:pic>
                        <p:nvPicPr>
                          <p:cNvPr id="21" name="对象 649236">
                            <a:extLst>
                              <a:ext uri="{FF2B5EF4-FFF2-40B4-BE49-F238E27FC236}">
                                <a16:creationId xmlns:a16="http://schemas.microsoft.com/office/drawing/2014/main" id="{7E0B7E00-FA78-4A8A-BD31-32E40985CB6C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7" y="2125"/>
                            <a:ext cx="849" cy="2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2" name="组合 649237">
                <a:extLst>
                  <a:ext uri="{FF2B5EF4-FFF2-40B4-BE49-F238E27FC236}">
                    <a16:creationId xmlns:a16="http://schemas.microsoft.com/office/drawing/2014/main" id="{2C15972A-6ED9-4158-8087-06750C58E2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00" y="2016"/>
                <a:ext cx="1261" cy="1212"/>
                <a:chOff x="4000" y="2016"/>
                <a:chExt cx="1261" cy="1212"/>
              </a:xfrm>
            </p:grpSpPr>
            <p:sp>
              <p:nvSpPr>
                <p:cNvPr id="23" name="任意多边形 649238">
                  <a:extLst>
                    <a:ext uri="{FF2B5EF4-FFF2-40B4-BE49-F238E27FC236}">
                      <a16:creationId xmlns:a16="http://schemas.microsoft.com/office/drawing/2014/main" id="{398BCACB-17A6-489A-8FC6-78E4FE7C4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8" y="2304"/>
                  <a:ext cx="721" cy="721"/>
                </a:xfrm>
                <a:custGeom>
                  <a:avLst/>
                  <a:gdLst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0 h 21600"/>
                    <a:gd name="T6" fmla="*/ 21600 w 21600"/>
                    <a:gd name="T7" fmla="*/ 21600 h 21600"/>
                    <a:gd name="T8" fmla="*/ 0 w 21600"/>
                    <a:gd name="T9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600" h="21600" fill="none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</a:path>
                    <a:path w="21600" h="21600" stroke="0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24" name="直接连接符 649239">
                  <a:extLst>
                    <a:ext uri="{FF2B5EF4-FFF2-40B4-BE49-F238E27FC236}">
                      <a16:creationId xmlns:a16="http://schemas.microsoft.com/office/drawing/2014/main" id="{12611F6B-F009-417D-B431-BBCB40940F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05" y="3024"/>
                  <a:ext cx="10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400">
                    <a:latin typeface="+mn-ea"/>
                  </a:endParaRPr>
                </a:p>
              </p:txBody>
            </p:sp>
            <p:sp>
              <p:nvSpPr>
                <p:cNvPr id="25" name="直接连接符 649240">
                  <a:extLst>
                    <a:ext uri="{FF2B5EF4-FFF2-40B4-BE49-F238E27FC236}">
                      <a16:creationId xmlns:a16="http://schemas.microsoft.com/office/drawing/2014/main" id="{E6BD5666-A146-405D-8CCF-A1D6CAF0C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05" y="2016"/>
                  <a:ext cx="0" cy="100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400">
                    <a:latin typeface="+mn-ea"/>
                  </a:endParaRPr>
                </a:p>
              </p:txBody>
            </p:sp>
            <p:graphicFrame>
              <p:nvGraphicFramePr>
                <p:cNvPr id="26" name="对象 649241">
                  <a:extLst>
                    <a:ext uri="{FF2B5EF4-FFF2-40B4-BE49-F238E27FC236}">
                      <a16:creationId xmlns:a16="http://schemas.microsoft.com/office/drawing/2014/main" id="{49FB45ED-F288-45C4-A69D-BCA85E7E55BA}"/>
                    </a:ext>
                  </a:extLst>
                </p:cNvPr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5149" y="3075"/>
                <a:ext cx="112" cy="1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9687" name="Equation" r:id="rId29" imgW="177480" imgH="190440" progId="Equation.DSMT4">
                        <p:embed/>
                      </p:oleObj>
                    </mc:Choice>
                    <mc:Fallback>
                      <p:oleObj name="Equation" r:id="rId29" imgW="177480" imgH="190440" progId="Equation.DSMT4">
                        <p:embed/>
                        <p:pic>
                          <p:nvPicPr>
                            <p:cNvPr id="26" name="对象 649241">
                              <a:extLst>
                                <a:ext uri="{FF2B5EF4-FFF2-40B4-BE49-F238E27FC236}">
                                  <a16:creationId xmlns:a16="http://schemas.microsoft.com/office/drawing/2014/main" id="{49FB45ED-F288-45C4-A69D-BCA85E7E55BA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3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49" y="3075"/>
                              <a:ext cx="112" cy="12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对象 649242">
                  <a:extLst>
                    <a:ext uri="{FF2B5EF4-FFF2-40B4-BE49-F238E27FC236}">
                      <a16:creationId xmlns:a16="http://schemas.microsoft.com/office/drawing/2014/main" id="{4E326ABA-2926-45F7-85D8-63EA32DA4FD9}"/>
                    </a:ext>
                  </a:extLst>
                </p:cNvPr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4120" y="3076"/>
                <a:ext cx="144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9688" name="Equation" r:id="rId31" imgW="228600" imgH="241200" progId="Equation.DSMT4">
                        <p:embed/>
                      </p:oleObj>
                    </mc:Choice>
                    <mc:Fallback>
                      <p:oleObj name="Equation" r:id="rId31" imgW="228600" imgH="241200" progId="Equation.DSMT4">
                        <p:embed/>
                        <p:pic>
                          <p:nvPicPr>
                            <p:cNvPr id="27" name="对象 649242">
                              <a:extLst>
                                <a:ext uri="{FF2B5EF4-FFF2-40B4-BE49-F238E27FC236}">
                                  <a16:creationId xmlns:a16="http://schemas.microsoft.com/office/drawing/2014/main" id="{4E326ABA-2926-45F7-85D8-63EA32DA4FD9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3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20" y="3076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" name="对象 649243">
                  <a:extLst>
                    <a:ext uri="{FF2B5EF4-FFF2-40B4-BE49-F238E27FC236}">
                      <a16:creationId xmlns:a16="http://schemas.microsoft.com/office/drawing/2014/main" id="{F16C3756-FDED-45A0-BD4C-7E43DF464DCB}"/>
                    </a:ext>
                  </a:extLst>
                </p:cNvPr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4000" y="2040"/>
                <a:ext cx="120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9689" name="Equation" r:id="rId33" imgW="190440" imgH="241200" progId="Equation.DSMT4">
                        <p:embed/>
                      </p:oleObj>
                    </mc:Choice>
                    <mc:Fallback>
                      <p:oleObj name="Equation" r:id="rId33" imgW="190440" imgH="241200" progId="Equation.DSMT4">
                        <p:embed/>
                        <p:pic>
                          <p:nvPicPr>
                            <p:cNvPr id="28" name="对象 649243">
                              <a:extLst>
                                <a:ext uri="{FF2B5EF4-FFF2-40B4-BE49-F238E27FC236}">
                                  <a16:creationId xmlns:a16="http://schemas.microsoft.com/office/drawing/2014/main" id="{F16C3756-FDED-45A0-BD4C-7E43DF464DCB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3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00" y="2040"/>
                              <a:ext cx="120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" name="对象 649244">
                  <a:extLst>
                    <a:ext uri="{FF2B5EF4-FFF2-40B4-BE49-F238E27FC236}">
                      <a16:creationId xmlns:a16="http://schemas.microsoft.com/office/drawing/2014/main" id="{428589C7-2757-4CE2-B041-CE2E0F259FC7}"/>
                    </a:ext>
                  </a:extLst>
                </p:cNvPr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4864" y="3092"/>
                <a:ext cx="112" cy="1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9690" name="Equation" r:id="rId35" imgW="177480" imgH="190440" progId="Equation.DSMT4">
                        <p:embed/>
                      </p:oleObj>
                    </mc:Choice>
                    <mc:Fallback>
                      <p:oleObj name="Equation" r:id="rId35" imgW="177480" imgH="190440" progId="Equation.DSMT4">
                        <p:embed/>
                        <p:pic>
                          <p:nvPicPr>
                            <p:cNvPr id="29" name="对象 649244">
                              <a:extLst>
                                <a:ext uri="{FF2B5EF4-FFF2-40B4-BE49-F238E27FC236}">
                                  <a16:creationId xmlns:a16="http://schemas.microsoft.com/office/drawing/2014/main" id="{428589C7-2757-4CE2-B041-CE2E0F259FC7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3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64" y="3092"/>
                              <a:ext cx="112" cy="12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5B9E9FA9-44D6-4F72-95A5-615125268CE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95494939"/>
                </p:ext>
              </p:extLst>
            </p:nvPr>
          </p:nvGraphicFramePr>
          <p:xfrm>
            <a:off x="6965950" y="3210818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91" name="Equation" r:id="rId37" imgW="190440" imgH="241200" progId="Equation.DSMT4">
                    <p:embed/>
                  </p:oleObj>
                </mc:Choice>
                <mc:Fallback>
                  <p:oleObj name="Equation" r:id="rId37" imgW="190440" imgH="24120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5B9E9FA9-44D6-4F72-95A5-615125268CE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5950" y="3210818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D6900F54-F32F-4A97-BA80-7A5B2512E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3794" y="961999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400" b="1" dirty="0">
                <a:latin typeface="+mn-ea"/>
                <a:ea typeface="+mn-ea"/>
              </a:rPr>
              <a:t>且</a:t>
            </a:r>
          </a:p>
        </p:txBody>
      </p:sp>
    </p:spTree>
    <p:extLst>
      <p:ext uri="{BB962C8B-B14F-4D97-AF65-F5344CB8AC3E}">
        <p14:creationId xmlns:p14="http://schemas.microsoft.com/office/powerpoint/2010/main" val="210134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3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74" name="Object 14">
            <a:extLst>
              <a:ext uri="{FF2B5EF4-FFF2-40B4-BE49-F238E27FC236}">
                <a16:creationId xmlns:a16="http://schemas.microsoft.com/office/drawing/2014/main" id="{D311C962-8891-483E-8385-53FCED9467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499326"/>
              </p:ext>
            </p:extLst>
          </p:nvPr>
        </p:nvGraphicFramePr>
        <p:xfrm>
          <a:off x="936794" y="1925565"/>
          <a:ext cx="176212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32" name="Equation" r:id="rId3" imgW="1854000" imgH="723600" progId="Equation.DSMT4">
                  <p:embed/>
                </p:oleObj>
              </mc:Choice>
              <mc:Fallback>
                <p:oleObj name="Equation" r:id="rId3" imgW="1854000" imgH="723600" progId="Equation.DSMT4">
                  <p:embed/>
                  <p:pic>
                    <p:nvPicPr>
                      <p:cNvPr id="15374" name="Object 14">
                        <a:extLst>
                          <a:ext uri="{FF2B5EF4-FFF2-40B4-BE49-F238E27FC236}">
                            <a16:creationId xmlns:a16="http://schemas.microsoft.com/office/drawing/2014/main" id="{D311C962-8891-483E-8385-53FCED946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794" y="1925565"/>
                        <a:ext cx="1762125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5" name="Object 15">
            <a:extLst>
              <a:ext uri="{FF2B5EF4-FFF2-40B4-BE49-F238E27FC236}">
                <a16:creationId xmlns:a16="http://schemas.microsoft.com/office/drawing/2014/main" id="{01C9CB27-8177-45C2-9448-E426F4DBAD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375997"/>
              </p:ext>
            </p:extLst>
          </p:nvPr>
        </p:nvGraphicFramePr>
        <p:xfrm>
          <a:off x="1773605" y="2782694"/>
          <a:ext cx="1592262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33" name="Equation" r:id="rId5" imgW="1676160" imgH="901440" progId="Equation.DSMT4">
                  <p:embed/>
                </p:oleObj>
              </mc:Choice>
              <mc:Fallback>
                <p:oleObj name="Equation" r:id="rId5" imgW="1676160" imgH="901440" progId="Equation.DSMT4">
                  <p:embed/>
                  <p:pic>
                    <p:nvPicPr>
                      <p:cNvPr id="15375" name="Object 15">
                        <a:extLst>
                          <a:ext uri="{FF2B5EF4-FFF2-40B4-BE49-F238E27FC236}">
                            <a16:creationId xmlns:a16="http://schemas.microsoft.com/office/drawing/2014/main" id="{01C9CB27-8177-45C2-9448-E426F4DBAD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605" y="2782694"/>
                        <a:ext cx="1592262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17">
            <a:extLst>
              <a:ext uri="{FF2B5EF4-FFF2-40B4-BE49-F238E27FC236}">
                <a16:creationId xmlns:a16="http://schemas.microsoft.com/office/drawing/2014/main" id="{6B812500-CD4A-4E2B-AC67-9F9696F96D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791506"/>
              </p:ext>
            </p:extLst>
          </p:nvPr>
        </p:nvGraphicFramePr>
        <p:xfrm>
          <a:off x="4950891" y="2822642"/>
          <a:ext cx="2412810" cy="820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34" name="Equation" r:id="rId7" imgW="2539800" imgH="863280" progId="Equation.DSMT4">
                  <p:embed/>
                </p:oleObj>
              </mc:Choice>
              <mc:Fallback>
                <p:oleObj name="Equation" r:id="rId7" imgW="2539800" imgH="863280" progId="Equation.DSMT4">
                  <p:embed/>
                  <p:pic>
                    <p:nvPicPr>
                      <p:cNvPr id="15377" name="Object 17">
                        <a:extLst>
                          <a:ext uri="{FF2B5EF4-FFF2-40B4-BE49-F238E27FC236}">
                            <a16:creationId xmlns:a16="http://schemas.microsoft.com/office/drawing/2014/main" id="{6B812500-CD4A-4E2B-AC67-9F9696F96D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0891" y="2822642"/>
                        <a:ext cx="2412810" cy="820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18">
            <a:extLst>
              <a:ext uri="{FF2B5EF4-FFF2-40B4-BE49-F238E27FC236}">
                <a16:creationId xmlns:a16="http://schemas.microsoft.com/office/drawing/2014/main" id="{355CE4DF-7040-4A65-BBC5-5D1BBD2C3A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971255"/>
              </p:ext>
            </p:extLst>
          </p:nvPr>
        </p:nvGraphicFramePr>
        <p:xfrm>
          <a:off x="3457694" y="4020777"/>
          <a:ext cx="2967876" cy="410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35" name="Equation" r:id="rId9" imgW="3124080" imgH="431640" progId="Equation.DSMT4">
                  <p:embed/>
                </p:oleObj>
              </mc:Choice>
              <mc:Fallback>
                <p:oleObj name="Equation" r:id="rId9" imgW="3124080" imgH="431640" progId="Equation.DSMT4">
                  <p:embed/>
                  <p:pic>
                    <p:nvPicPr>
                      <p:cNvPr id="15378" name="Object 18">
                        <a:extLst>
                          <a:ext uri="{FF2B5EF4-FFF2-40B4-BE49-F238E27FC236}">
                            <a16:creationId xmlns:a16="http://schemas.microsoft.com/office/drawing/2014/main" id="{355CE4DF-7040-4A65-BBC5-5D1BBD2C3A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694" y="4020777"/>
                        <a:ext cx="2967876" cy="410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9" name="Object 19">
            <a:extLst>
              <a:ext uri="{FF2B5EF4-FFF2-40B4-BE49-F238E27FC236}">
                <a16:creationId xmlns:a16="http://schemas.microsoft.com/office/drawing/2014/main" id="{6030A1A2-6BBD-4E65-98A6-BAECB2FF6F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89013"/>
              </p:ext>
            </p:extLst>
          </p:nvPr>
        </p:nvGraphicFramePr>
        <p:xfrm>
          <a:off x="5058948" y="1892695"/>
          <a:ext cx="723672" cy="68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36" name="Equation" r:id="rId11" imgW="761760" imgH="723600" progId="Equation.DSMT4">
                  <p:embed/>
                </p:oleObj>
              </mc:Choice>
              <mc:Fallback>
                <p:oleObj name="Equation" r:id="rId11" imgW="761760" imgH="723600" progId="Equation.DSMT4">
                  <p:embed/>
                  <p:pic>
                    <p:nvPicPr>
                      <p:cNvPr id="15379" name="Object 19">
                        <a:extLst>
                          <a:ext uri="{FF2B5EF4-FFF2-40B4-BE49-F238E27FC236}">
                            <a16:creationId xmlns:a16="http://schemas.microsoft.com/office/drawing/2014/main" id="{6030A1A2-6BBD-4E65-98A6-BAECB2FF6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8948" y="1892695"/>
                        <a:ext cx="723672" cy="687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0" name="Object 20">
            <a:extLst>
              <a:ext uri="{FF2B5EF4-FFF2-40B4-BE49-F238E27FC236}">
                <a16:creationId xmlns:a16="http://schemas.microsoft.com/office/drawing/2014/main" id="{80D03BF1-F7EC-4D6B-8100-836E873EBD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53511"/>
              </p:ext>
            </p:extLst>
          </p:nvPr>
        </p:nvGraphicFramePr>
        <p:xfrm>
          <a:off x="3526568" y="1832161"/>
          <a:ext cx="1532160" cy="747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37" name="Equation" r:id="rId13" imgW="1612800" imgH="787320" progId="Equation.DSMT4">
                  <p:embed/>
                </p:oleObj>
              </mc:Choice>
              <mc:Fallback>
                <p:oleObj name="Equation" r:id="rId13" imgW="1612800" imgH="787320" progId="Equation.DSMT4">
                  <p:embed/>
                  <p:pic>
                    <p:nvPicPr>
                      <p:cNvPr id="15380" name="Object 20">
                        <a:extLst>
                          <a:ext uri="{FF2B5EF4-FFF2-40B4-BE49-F238E27FC236}">
                            <a16:creationId xmlns:a16="http://schemas.microsoft.com/office/drawing/2014/main" id="{80D03BF1-F7EC-4D6B-8100-836E873EBD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568" y="1832161"/>
                        <a:ext cx="1532160" cy="747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1" name="Object 21">
            <a:extLst>
              <a:ext uri="{FF2B5EF4-FFF2-40B4-BE49-F238E27FC236}">
                <a16:creationId xmlns:a16="http://schemas.microsoft.com/office/drawing/2014/main" id="{06E47085-CFD3-414E-BBC0-63D0D61B0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227793"/>
              </p:ext>
            </p:extLst>
          </p:nvPr>
        </p:nvGraphicFramePr>
        <p:xfrm>
          <a:off x="2501557" y="1886361"/>
          <a:ext cx="106045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38" name="Equation" r:id="rId15" imgW="1117440" imgH="736560" progId="Equation.DSMT4">
                  <p:embed/>
                </p:oleObj>
              </mc:Choice>
              <mc:Fallback>
                <p:oleObj name="Equation" r:id="rId15" imgW="1117440" imgH="736560" progId="Equation.DSMT4">
                  <p:embed/>
                  <p:pic>
                    <p:nvPicPr>
                      <p:cNvPr id="15381" name="Object 21">
                        <a:extLst>
                          <a:ext uri="{FF2B5EF4-FFF2-40B4-BE49-F238E27FC236}">
                            <a16:creationId xmlns:a16="http://schemas.microsoft.com/office/drawing/2014/main" id="{06E47085-CFD3-414E-BBC0-63D0D61B0E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557" y="1886361"/>
                        <a:ext cx="1060450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8">
            <a:extLst>
              <a:ext uri="{FF2B5EF4-FFF2-40B4-BE49-F238E27FC236}">
                <a16:creationId xmlns:a16="http://schemas.microsoft.com/office/drawing/2014/main" id="{CBB0AA4A-AEAA-434C-A421-32BD61D6C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363115"/>
            <a:ext cx="157190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rgbClr val="0064FF"/>
                </a:solidFill>
                <a:latin typeface="+mn-ea"/>
                <a:ea typeface="+mn-ea"/>
              </a:rPr>
              <a:t>解法一</a:t>
            </a:r>
            <a:endParaRPr lang="en-US" altLang="zh-CN" sz="22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716D75C-4086-4E65-9541-977622FBC413}"/>
              </a:ext>
            </a:extLst>
          </p:cNvPr>
          <p:cNvGrpSpPr/>
          <p:nvPr/>
        </p:nvGrpSpPr>
        <p:grpSpPr>
          <a:xfrm>
            <a:off x="899592" y="267494"/>
            <a:ext cx="3514925" cy="856368"/>
            <a:chOff x="1011754" y="251891"/>
            <a:chExt cx="3514925" cy="856368"/>
          </a:xfrm>
        </p:grpSpPr>
        <p:grpSp>
          <p:nvGrpSpPr>
            <p:cNvPr id="11275" name="组合 1">
              <a:extLst>
                <a:ext uri="{FF2B5EF4-FFF2-40B4-BE49-F238E27FC236}">
                  <a16:creationId xmlns:a16="http://schemas.microsoft.com/office/drawing/2014/main" id="{C497F96A-CDE8-479E-A161-06F9C09D2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1754" y="251891"/>
              <a:ext cx="3514925" cy="856368"/>
              <a:chOff x="413697" y="296106"/>
              <a:chExt cx="4686445" cy="1141824"/>
            </a:xfrm>
          </p:grpSpPr>
          <p:graphicFrame>
            <p:nvGraphicFramePr>
              <p:cNvPr id="11277" name="Object 12">
                <a:extLst>
                  <a:ext uri="{FF2B5EF4-FFF2-40B4-BE49-F238E27FC236}">
                    <a16:creationId xmlns:a16="http://schemas.microsoft.com/office/drawing/2014/main" id="{6131F76F-E5C7-4236-BE5C-89EF4A57EAD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4364008"/>
                  </p:ext>
                </p:extLst>
              </p:nvPr>
            </p:nvGraphicFramePr>
            <p:xfrm>
              <a:off x="2333662" y="296106"/>
              <a:ext cx="2766480" cy="11418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3139" name="Equation" r:id="rId17" imgW="2184120" imgH="901440" progId="Equation.DSMT4">
                      <p:embed/>
                    </p:oleObj>
                  </mc:Choice>
                  <mc:Fallback>
                    <p:oleObj name="Equation" r:id="rId17" imgW="2184120" imgH="901440" progId="Equation.DSMT4">
                      <p:embed/>
                      <p:pic>
                        <p:nvPicPr>
                          <p:cNvPr id="11277" name="Object 12">
                            <a:extLst>
                              <a:ext uri="{FF2B5EF4-FFF2-40B4-BE49-F238E27FC236}">
                                <a16:creationId xmlns:a16="http://schemas.microsoft.com/office/drawing/2014/main" id="{6131F76F-E5C7-4236-BE5C-89EF4A57EAD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3662" y="296106"/>
                            <a:ext cx="2766480" cy="11418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78" name="Text Box 8">
                <a:extLst>
                  <a:ext uri="{FF2B5EF4-FFF2-40B4-BE49-F238E27FC236}">
                    <a16:creationId xmlns:a16="http://schemas.microsoft.com/office/drawing/2014/main" id="{0E426383-CA9E-4C5A-AD09-5458094911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697" y="594110"/>
                <a:ext cx="1162048" cy="5950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200" b="1" dirty="0">
                    <a:solidFill>
                      <a:srgbClr val="0064FF"/>
                    </a:solidFill>
                    <a:latin typeface="+mn-ea"/>
                    <a:ea typeface="+mn-ea"/>
                  </a:rPr>
                  <a:t>例</a:t>
                </a:r>
                <a:r>
                  <a:rPr lang="en-US" altLang="zh-CN" sz="2200" b="1" dirty="0">
                    <a:solidFill>
                      <a:srgbClr val="0064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15" name="Text Box 2">
              <a:extLst>
                <a:ext uri="{FF2B5EF4-FFF2-40B4-BE49-F238E27FC236}">
                  <a16:creationId xmlns:a16="http://schemas.microsoft.com/office/drawing/2014/main" id="{1C17A000-B090-4A33-9A8C-4872274A7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276" y="464631"/>
              <a:ext cx="85727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zh-CN" altLang="en-US" sz="2200" b="1">
                  <a:latin typeface="+mn-ea"/>
                  <a:ea typeface="+mn-ea"/>
                  <a:cs typeface="Times New Roman" panose="02020603050405020304" pitchFamily="18" charset="0"/>
                </a:rPr>
                <a:t>计算</a:t>
              </a:r>
            </a:p>
          </p:txBody>
        </p:sp>
      </p:grpSp>
      <p:graphicFrame>
        <p:nvGraphicFramePr>
          <p:cNvPr id="17" name="Object 13">
            <a:extLst>
              <a:ext uri="{FF2B5EF4-FFF2-40B4-BE49-F238E27FC236}">
                <a16:creationId xmlns:a16="http://schemas.microsoft.com/office/drawing/2014/main" id="{F34A256C-2469-474E-8E0E-EECF28FAE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294408"/>
              </p:ext>
            </p:extLst>
          </p:nvPr>
        </p:nvGraphicFramePr>
        <p:xfrm>
          <a:off x="2138482" y="1419032"/>
          <a:ext cx="14224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40" name="Equation" r:id="rId19" imgW="1498320" imgH="342720" progId="Equation.DSMT4">
                  <p:embed/>
                </p:oleObj>
              </mc:Choice>
              <mc:Fallback>
                <p:oleObj name="Equation" r:id="rId19" imgW="1498320" imgH="342720" progId="Equation.DSMT4">
                  <p:embed/>
                  <p:pic>
                    <p:nvPicPr>
                      <p:cNvPr id="15373" name="Object 13">
                        <a:extLst>
                          <a:ext uri="{FF2B5EF4-FFF2-40B4-BE49-F238E27FC236}">
                            <a16:creationId xmlns:a16="http://schemas.microsoft.com/office/drawing/2014/main" id="{F34A256C-2469-474E-8E0E-EECF28FAE6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482" y="1419032"/>
                        <a:ext cx="14224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690090E-E08B-4F51-A358-3D92758DD1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161859"/>
              </p:ext>
            </p:extLst>
          </p:nvPr>
        </p:nvGraphicFramePr>
        <p:xfrm>
          <a:off x="3805956" y="1432796"/>
          <a:ext cx="2002752" cy="36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41" name="Equation" r:id="rId21" imgW="2108160" imgH="380880" progId="Equation.DSMT4">
                  <p:embed/>
                </p:oleObj>
              </mc:Choice>
              <mc:Fallback>
                <p:oleObj name="Equation" r:id="rId21" imgW="2108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805956" y="1432796"/>
                        <a:ext cx="2002752" cy="361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3">
            <a:extLst>
              <a:ext uri="{FF2B5EF4-FFF2-40B4-BE49-F238E27FC236}">
                <a16:creationId xmlns:a16="http://schemas.microsoft.com/office/drawing/2014/main" id="{AC1E8D34-1950-485D-9D44-6C6F7D353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786" y="3013934"/>
            <a:ext cx="108012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200" b="1">
                <a:latin typeface="+mn-ea"/>
                <a:ea typeface="+mn-ea"/>
                <a:cs typeface="Times New Roman" panose="02020603050405020304" pitchFamily="18" charset="0"/>
              </a:rPr>
              <a:t>于是</a:t>
            </a:r>
            <a:endParaRPr lang="en-US" altLang="zh-CN" sz="22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18">
            <a:extLst>
              <a:ext uri="{FF2B5EF4-FFF2-40B4-BE49-F238E27FC236}">
                <a16:creationId xmlns:a16="http://schemas.microsoft.com/office/drawing/2014/main" id="{AC43C52D-BFE4-4B38-ACEA-A46DDDBAB7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546736"/>
              </p:ext>
            </p:extLst>
          </p:nvPr>
        </p:nvGraphicFramePr>
        <p:xfrm>
          <a:off x="6337394" y="3828137"/>
          <a:ext cx="1557338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42" name="Equation" r:id="rId23" imgW="1638000" imgH="838080" progId="Equation.DSMT4">
                  <p:embed/>
                </p:oleObj>
              </mc:Choice>
              <mc:Fallback>
                <p:oleObj name="Equation" r:id="rId23" imgW="1638000" imgH="838080" progId="Equation.DSMT4">
                  <p:embed/>
                  <p:pic>
                    <p:nvPicPr>
                      <p:cNvPr id="15378" name="Object 18">
                        <a:extLst>
                          <a:ext uri="{FF2B5EF4-FFF2-40B4-BE49-F238E27FC236}">
                            <a16:creationId xmlns:a16="http://schemas.microsoft.com/office/drawing/2014/main" id="{355CE4DF-7040-4A65-BBC5-5D1BBD2C3A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94" y="3828137"/>
                        <a:ext cx="1557338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00F5D61-26A8-49C4-94D9-FB94F29480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675138"/>
              </p:ext>
            </p:extLst>
          </p:nvPr>
        </p:nvGraphicFramePr>
        <p:xfrm>
          <a:off x="3472230" y="2825557"/>
          <a:ext cx="137636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43" name="Equation" r:id="rId25" imgW="1447560" imgH="863280" progId="Equation.DSMT4">
                  <p:embed/>
                </p:oleObj>
              </mc:Choice>
              <mc:Fallback>
                <p:oleObj name="Equation" r:id="rId25" imgW="144756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472230" y="2825557"/>
                        <a:ext cx="1376362" cy="820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73" name="Object 13">
            <a:extLst>
              <a:ext uri="{FF2B5EF4-FFF2-40B4-BE49-F238E27FC236}">
                <a16:creationId xmlns:a16="http://schemas.microsoft.com/office/drawing/2014/main" id="{F34A256C-2469-474E-8E0E-EECF28FAE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266058"/>
              </p:ext>
            </p:extLst>
          </p:nvPr>
        </p:nvGraphicFramePr>
        <p:xfrm>
          <a:off x="2184818" y="1192624"/>
          <a:ext cx="1411434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29" name="Equation" r:id="rId3" imgW="1485720" imgH="736560" progId="Equation.DSMT4">
                  <p:embed/>
                </p:oleObj>
              </mc:Choice>
              <mc:Fallback>
                <p:oleObj name="Equation" r:id="rId3" imgW="1485720" imgH="736560" progId="Equation.DSMT4">
                  <p:embed/>
                  <p:pic>
                    <p:nvPicPr>
                      <p:cNvPr id="15373" name="Object 13">
                        <a:extLst>
                          <a:ext uri="{FF2B5EF4-FFF2-40B4-BE49-F238E27FC236}">
                            <a16:creationId xmlns:a16="http://schemas.microsoft.com/office/drawing/2014/main" id="{F34A256C-2469-474E-8E0E-EECF28FAE6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818" y="1192624"/>
                        <a:ext cx="1411434" cy="699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14">
            <a:extLst>
              <a:ext uri="{FF2B5EF4-FFF2-40B4-BE49-F238E27FC236}">
                <a16:creationId xmlns:a16="http://schemas.microsoft.com/office/drawing/2014/main" id="{D311C962-8891-483E-8385-53FCED9467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597778"/>
              </p:ext>
            </p:extLst>
          </p:nvPr>
        </p:nvGraphicFramePr>
        <p:xfrm>
          <a:off x="853222" y="2013353"/>
          <a:ext cx="1760537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30" name="Equation" r:id="rId5" imgW="1854000" imgH="723600" progId="Equation.DSMT4">
                  <p:embed/>
                </p:oleObj>
              </mc:Choice>
              <mc:Fallback>
                <p:oleObj name="Equation" r:id="rId5" imgW="1854000" imgH="723600" progId="Equation.DSMT4">
                  <p:embed/>
                  <p:pic>
                    <p:nvPicPr>
                      <p:cNvPr id="15374" name="Object 14">
                        <a:extLst>
                          <a:ext uri="{FF2B5EF4-FFF2-40B4-BE49-F238E27FC236}">
                            <a16:creationId xmlns:a16="http://schemas.microsoft.com/office/drawing/2014/main" id="{D311C962-8891-483E-8385-53FCED946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222" y="2013353"/>
                        <a:ext cx="1760537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17">
            <a:extLst>
              <a:ext uri="{FF2B5EF4-FFF2-40B4-BE49-F238E27FC236}">
                <a16:creationId xmlns:a16="http://schemas.microsoft.com/office/drawing/2014/main" id="{6B812500-CD4A-4E2B-AC67-9F9696F96D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288090"/>
              </p:ext>
            </p:extLst>
          </p:nvPr>
        </p:nvGraphicFramePr>
        <p:xfrm>
          <a:off x="5257071" y="2906324"/>
          <a:ext cx="2509254" cy="68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31" name="Equation" r:id="rId7" imgW="2641320" imgH="723600" progId="Equation.DSMT4">
                  <p:embed/>
                </p:oleObj>
              </mc:Choice>
              <mc:Fallback>
                <p:oleObj name="Equation" r:id="rId7" imgW="2641320" imgH="723600" progId="Equation.DSMT4">
                  <p:embed/>
                  <p:pic>
                    <p:nvPicPr>
                      <p:cNvPr id="15377" name="Object 17">
                        <a:extLst>
                          <a:ext uri="{FF2B5EF4-FFF2-40B4-BE49-F238E27FC236}">
                            <a16:creationId xmlns:a16="http://schemas.microsoft.com/office/drawing/2014/main" id="{6B812500-CD4A-4E2B-AC67-9F9696F96D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071" y="2906324"/>
                        <a:ext cx="2509254" cy="687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18">
            <a:extLst>
              <a:ext uri="{FF2B5EF4-FFF2-40B4-BE49-F238E27FC236}">
                <a16:creationId xmlns:a16="http://schemas.microsoft.com/office/drawing/2014/main" id="{355CE4DF-7040-4A65-BBC5-5D1BBD2C3A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638323"/>
              </p:ext>
            </p:extLst>
          </p:nvPr>
        </p:nvGraphicFramePr>
        <p:xfrm>
          <a:off x="3470560" y="3999980"/>
          <a:ext cx="3064320" cy="410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32" name="Equation" r:id="rId9" imgW="3225600" imgH="431640" progId="Equation.DSMT4">
                  <p:embed/>
                </p:oleObj>
              </mc:Choice>
              <mc:Fallback>
                <p:oleObj name="Equation" r:id="rId9" imgW="3225600" imgH="431640" progId="Equation.DSMT4">
                  <p:embed/>
                  <p:pic>
                    <p:nvPicPr>
                      <p:cNvPr id="15378" name="Object 18">
                        <a:extLst>
                          <a:ext uri="{FF2B5EF4-FFF2-40B4-BE49-F238E27FC236}">
                            <a16:creationId xmlns:a16="http://schemas.microsoft.com/office/drawing/2014/main" id="{355CE4DF-7040-4A65-BBC5-5D1BBD2C3A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560" y="3999980"/>
                        <a:ext cx="3064320" cy="410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9" name="Object 19">
            <a:extLst>
              <a:ext uri="{FF2B5EF4-FFF2-40B4-BE49-F238E27FC236}">
                <a16:creationId xmlns:a16="http://schemas.microsoft.com/office/drawing/2014/main" id="{6030A1A2-6BBD-4E65-98A6-BAECB2FF6F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573468"/>
              </p:ext>
            </p:extLst>
          </p:nvPr>
        </p:nvGraphicFramePr>
        <p:xfrm>
          <a:off x="4876118" y="2134796"/>
          <a:ext cx="820116" cy="36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33" name="Equation" r:id="rId11" imgW="863280" imgH="380880" progId="Equation.DSMT4">
                  <p:embed/>
                </p:oleObj>
              </mc:Choice>
              <mc:Fallback>
                <p:oleObj name="Equation" r:id="rId11" imgW="863280" imgH="380880" progId="Equation.DSMT4">
                  <p:embed/>
                  <p:pic>
                    <p:nvPicPr>
                      <p:cNvPr id="15379" name="Object 19">
                        <a:extLst>
                          <a:ext uri="{FF2B5EF4-FFF2-40B4-BE49-F238E27FC236}">
                            <a16:creationId xmlns:a16="http://schemas.microsoft.com/office/drawing/2014/main" id="{6030A1A2-6BBD-4E65-98A6-BAECB2FF6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118" y="2134796"/>
                        <a:ext cx="820116" cy="361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0" name="Object 20">
            <a:extLst>
              <a:ext uri="{FF2B5EF4-FFF2-40B4-BE49-F238E27FC236}">
                <a16:creationId xmlns:a16="http://schemas.microsoft.com/office/drawing/2014/main" id="{80D03BF1-F7EC-4D6B-8100-836E873EBD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578427"/>
              </p:ext>
            </p:extLst>
          </p:nvPr>
        </p:nvGraphicFramePr>
        <p:xfrm>
          <a:off x="3405222" y="1945852"/>
          <a:ext cx="1532160" cy="747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34" name="Equation" r:id="rId13" imgW="1612800" imgH="787320" progId="Equation.DSMT4">
                  <p:embed/>
                </p:oleObj>
              </mc:Choice>
              <mc:Fallback>
                <p:oleObj name="Equation" r:id="rId13" imgW="1612800" imgH="787320" progId="Equation.DSMT4">
                  <p:embed/>
                  <p:pic>
                    <p:nvPicPr>
                      <p:cNvPr id="15380" name="Object 20">
                        <a:extLst>
                          <a:ext uri="{FF2B5EF4-FFF2-40B4-BE49-F238E27FC236}">
                            <a16:creationId xmlns:a16="http://schemas.microsoft.com/office/drawing/2014/main" id="{80D03BF1-F7EC-4D6B-8100-836E873EBD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222" y="1945852"/>
                        <a:ext cx="1532160" cy="747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1" name="Object 21">
            <a:extLst>
              <a:ext uri="{FF2B5EF4-FFF2-40B4-BE49-F238E27FC236}">
                <a16:creationId xmlns:a16="http://schemas.microsoft.com/office/drawing/2014/main" id="{06E47085-CFD3-414E-BBC0-63D0D61B0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816933"/>
              </p:ext>
            </p:extLst>
          </p:nvPr>
        </p:nvGraphicFramePr>
        <p:xfrm>
          <a:off x="2465328" y="2220608"/>
          <a:ext cx="1025316" cy="32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35" name="Equation" r:id="rId15" imgW="1079280" imgH="342720" progId="Equation.DSMT4">
                  <p:embed/>
                </p:oleObj>
              </mc:Choice>
              <mc:Fallback>
                <p:oleObj name="Equation" r:id="rId15" imgW="1079280" imgH="342720" progId="Equation.DSMT4">
                  <p:embed/>
                  <p:pic>
                    <p:nvPicPr>
                      <p:cNvPr id="15381" name="Object 21">
                        <a:extLst>
                          <a:ext uri="{FF2B5EF4-FFF2-40B4-BE49-F238E27FC236}">
                            <a16:creationId xmlns:a16="http://schemas.microsoft.com/office/drawing/2014/main" id="{06E47085-CFD3-414E-BBC0-63D0D61B0E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28" y="2220608"/>
                        <a:ext cx="1025316" cy="325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8">
            <a:extLst>
              <a:ext uri="{FF2B5EF4-FFF2-40B4-BE49-F238E27FC236}">
                <a16:creationId xmlns:a16="http://schemas.microsoft.com/office/drawing/2014/main" id="{CBB0AA4A-AEAA-434C-A421-32BD61D6C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588" y="1300471"/>
            <a:ext cx="135778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rgbClr val="0064FF"/>
                </a:solidFill>
                <a:latin typeface="+mn-ea"/>
                <a:ea typeface="+mn-ea"/>
              </a:rPr>
              <a:t>解法二</a:t>
            </a:r>
            <a:endParaRPr lang="en-US" altLang="zh-CN" sz="22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716D75C-4086-4E65-9541-977622FBC413}"/>
              </a:ext>
            </a:extLst>
          </p:cNvPr>
          <p:cNvGrpSpPr/>
          <p:nvPr/>
        </p:nvGrpSpPr>
        <p:grpSpPr>
          <a:xfrm>
            <a:off x="863588" y="159482"/>
            <a:ext cx="3616403" cy="901440"/>
            <a:chOff x="990329" y="223199"/>
            <a:chExt cx="3616403" cy="901440"/>
          </a:xfrm>
        </p:grpSpPr>
        <p:grpSp>
          <p:nvGrpSpPr>
            <p:cNvPr id="11275" name="组合 1">
              <a:extLst>
                <a:ext uri="{FF2B5EF4-FFF2-40B4-BE49-F238E27FC236}">
                  <a16:creationId xmlns:a16="http://schemas.microsoft.com/office/drawing/2014/main" id="{C497F96A-CDE8-479E-A161-06F9C09D2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0329" y="223199"/>
              <a:ext cx="3616403" cy="901440"/>
              <a:chOff x="385131" y="257850"/>
              <a:chExt cx="4821746" cy="1201920"/>
            </a:xfrm>
          </p:grpSpPr>
          <p:graphicFrame>
            <p:nvGraphicFramePr>
              <p:cNvPr id="11277" name="Object 12">
                <a:extLst>
                  <a:ext uri="{FF2B5EF4-FFF2-40B4-BE49-F238E27FC236}">
                    <a16:creationId xmlns:a16="http://schemas.microsoft.com/office/drawing/2014/main" id="{6131F76F-E5C7-4236-BE5C-89EF4A57EAD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45720117"/>
                  </p:ext>
                </p:extLst>
              </p:nvPr>
            </p:nvGraphicFramePr>
            <p:xfrm>
              <a:off x="2294792" y="257850"/>
              <a:ext cx="2912085" cy="12019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1536" name="Equation" r:id="rId17" imgW="2184120" imgH="901440" progId="Equation.DSMT4">
                      <p:embed/>
                    </p:oleObj>
                  </mc:Choice>
                  <mc:Fallback>
                    <p:oleObj name="Equation" r:id="rId17" imgW="2184120" imgH="901440" progId="Equation.DSMT4">
                      <p:embed/>
                      <p:pic>
                        <p:nvPicPr>
                          <p:cNvPr id="11277" name="Object 12">
                            <a:extLst>
                              <a:ext uri="{FF2B5EF4-FFF2-40B4-BE49-F238E27FC236}">
                                <a16:creationId xmlns:a16="http://schemas.microsoft.com/office/drawing/2014/main" id="{6131F76F-E5C7-4236-BE5C-89EF4A57EAD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4792" y="257850"/>
                            <a:ext cx="2912085" cy="12019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78" name="Text Box 8">
                <a:extLst>
                  <a:ext uri="{FF2B5EF4-FFF2-40B4-BE49-F238E27FC236}">
                    <a16:creationId xmlns:a16="http://schemas.microsoft.com/office/drawing/2014/main" id="{0E426383-CA9E-4C5A-AD09-5458094911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131" y="628939"/>
                <a:ext cx="1162049" cy="5745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200" b="1" dirty="0">
                    <a:solidFill>
                      <a:srgbClr val="0064FF"/>
                    </a:solidFill>
                    <a:latin typeface="+mn-ea"/>
                    <a:ea typeface="+mn-ea"/>
                  </a:rPr>
                  <a:t>例</a:t>
                </a:r>
                <a:r>
                  <a:rPr lang="en-US" altLang="zh-CN" sz="2200" b="1" dirty="0">
                    <a:solidFill>
                      <a:srgbClr val="0064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15" name="Text Box 2">
              <a:extLst>
                <a:ext uri="{FF2B5EF4-FFF2-40B4-BE49-F238E27FC236}">
                  <a16:creationId xmlns:a16="http://schemas.microsoft.com/office/drawing/2014/main" id="{1C17A000-B090-4A33-9A8C-4872274A7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4964" y="481311"/>
              <a:ext cx="85727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zh-CN" altLang="en-US" sz="2200" b="1">
                  <a:latin typeface="+mn-ea"/>
                  <a:ea typeface="+mn-ea"/>
                  <a:cs typeface="Times New Roman" panose="02020603050405020304" pitchFamily="18" charset="0"/>
                </a:rPr>
                <a:t>计算</a:t>
              </a:r>
            </a:p>
          </p:txBody>
        </p:sp>
      </p:grpSp>
      <p:sp>
        <p:nvSpPr>
          <p:cNvPr id="18" name="Text Box 13">
            <a:extLst>
              <a:ext uri="{FF2B5EF4-FFF2-40B4-BE49-F238E27FC236}">
                <a16:creationId xmlns:a16="http://schemas.microsoft.com/office/drawing/2014/main" id="{7C449CEC-A822-49C7-9035-F87B43712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14" y="3034591"/>
            <a:ext cx="12065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200" b="1">
                <a:latin typeface="+mn-ea"/>
                <a:ea typeface="+mn-ea"/>
                <a:cs typeface="Times New Roman" panose="02020603050405020304" pitchFamily="18" charset="0"/>
              </a:rPr>
              <a:t>于是</a:t>
            </a:r>
            <a:endParaRPr lang="en-US" altLang="zh-CN" sz="22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55C3C06-C04D-479C-9E80-EB02C1DB9A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748332"/>
              </p:ext>
            </p:extLst>
          </p:nvPr>
        </p:nvGraphicFramePr>
        <p:xfrm>
          <a:off x="3721626" y="1198929"/>
          <a:ext cx="1845774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37" name="Equation" r:id="rId19" imgW="1942920" imgH="736560" progId="Equation.DSMT4">
                  <p:embed/>
                </p:oleObj>
              </mc:Choice>
              <mc:Fallback>
                <p:oleObj name="Equation" r:id="rId19" imgW="19429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21626" y="1198929"/>
                        <a:ext cx="1845774" cy="699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8">
            <a:extLst>
              <a:ext uri="{FF2B5EF4-FFF2-40B4-BE49-F238E27FC236}">
                <a16:creationId xmlns:a16="http://schemas.microsoft.com/office/drawing/2014/main" id="{96DE2EA2-BEB6-46FB-A46E-C705D20A02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534230"/>
              </p:ext>
            </p:extLst>
          </p:nvPr>
        </p:nvGraphicFramePr>
        <p:xfrm>
          <a:off x="6317581" y="3807047"/>
          <a:ext cx="1484312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38" name="Equation" r:id="rId21" imgW="1562040" imgH="838080" progId="Equation.DSMT4">
                  <p:embed/>
                </p:oleObj>
              </mc:Choice>
              <mc:Fallback>
                <p:oleObj name="Equation" r:id="rId21" imgW="1562040" imgH="838080" progId="Equation.DSMT4">
                  <p:embed/>
                  <p:pic>
                    <p:nvPicPr>
                      <p:cNvPr id="20" name="Object 18">
                        <a:extLst>
                          <a:ext uri="{FF2B5EF4-FFF2-40B4-BE49-F238E27FC236}">
                            <a16:creationId xmlns:a16="http://schemas.microsoft.com/office/drawing/2014/main" id="{AC43C52D-BFE4-4B38-ACEA-A46DDDBAB7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7581" y="3807047"/>
                        <a:ext cx="1484312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40E1754-C233-4CAF-B50D-83965DBF43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435616"/>
              </p:ext>
            </p:extLst>
          </p:nvPr>
        </p:nvGraphicFramePr>
        <p:xfrm>
          <a:off x="3446130" y="2874444"/>
          <a:ext cx="1739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39" name="Equation" r:id="rId23" imgW="1739880" imgH="812520" progId="Equation.DSMT4">
                  <p:embed/>
                </p:oleObj>
              </mc:Choice>
              <mc:Fallback>
                <p:oleObj name="Equation" r:id="rId23" imgW="17398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446130" y="2874444"/>
                        <a:ext cx="1739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88809E85-0A9D-4B13-B363-41CAA932B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602875"/>
              </p:ext>
            </p:extLst>
          </p:nvPr>
        </p:nvGraphicFramePr>
        <p:xfrm>
          <a:off x="1628381" y="2799184"/>
          <a:ext cx="1955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40" name="Equation" r:id="rId25" imgW="1955520" imgH="901440" progId="Equation.DSMT4">
                  <p:embed/>
                </p:oleObj>
              </mc:Choice>
              <mc:Fallback>
                <p:oleObj name="Equation" r:id="rId25" imgW="1955520" imgH="901440" progId="Equation.DSMT4">
                  <p:embed/>
                  <p:pic>
                    <p:nvPicPr>
                      <p:cNvPr id="11277" name="Object 12">
                        <a:extLst>
                          <a:ext uri="{FF2B5EF4-FFF2-40B4-BE49-F238E27FC236}">
                            <a16:creationId xmlns:a16="http://schemas.microsoft.com/office/drawing/2014/main" id="{6131F76F-E5C7-4236-BE5C-89EF4A57EA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381" y="2799184"/>
                        <a:ext cx="1955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91257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07233">
            <a:extLst>
              <a:ext uri="{FF2B5EF4-FFF2-40B4-BE49-F238E27FC236}">
                <a16:creationId xmlns:a16="http://schemas.microsoft.com/office/drawing/2014/main" id="{DB15B096-53C6-497C-BF47-365C490EBC26}"/>
              </a:ext>
            </a:extLst>
          </p:cNvPr>
          <p:cNvSpPr txBox="1">
            <a:spLocks noChangeArrowheads="1"/>
          </p:cNvSpPr>
          <p:nvPr/>
        </p:nvSpPr>
        <p:spPr>
          <a:xfrm>
            <a:off x="617066" y="430498"/>
            <a:ext cx="2133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计算</a:t>
            </a:r>
          </a:p>
        </p:txBody>
      </p:sp>
      <p:graphicFrame>
        <p:nvGraphicFramePr>
          <p:cNvPr id="3" name="对象 607234">
            <a:extLst>
              <a:ext uri="{FF2B5EF4-FFF2-40B4-BE49-F238E27FC236}">
                <a16:creationId xmlns:a16="http://schemas.microsoft.com/office/drawing/2014/main" id="{A4AC1897-1483-4DDE-84A5-723F00A7AE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0675387"/>
              </p:ext>
            </p:extLst>
          </p:nvPr>
        </p:nvGraphicFramePr>
        <p:xfrm>
          <a:off x="1907704" y="303498"/>
          <a:ext cx="1765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78" name="Equation" r:id="rId3" imgW="1765080" imgH="774360" progId="Equation.DSMT4">
                  <p:embed/>
                </p:oleObj>
              </mc:Choice>
              <mc:Fallback>
                <p:oleObj name="Equation" r:id="rId3" imgW="1765080" imgH="774360" progId="Equation.DSMT4">
                  <p:embed/>
                  <p:pic>
                    <p:nvPicPr>
                      <p:cNvPr id="3" name="对象 607234">
                        <a:extLst>
                          <a:ext uri="{FF2B5EF4-FFF2-40B4-BE49-F238E27FC236}">
                            <a16:creationId xmlns:a16="http://schemas.microsoft.com/office/drawing/2014/main" id="{BA493E46-CF05-4A91-B423-044A5F238D0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03498"/>
                        <a:ext cx="17653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43012EF-CB25-4E7D-99F4-FC4764F36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25" y="1108657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9F56ECE-0C02-4251-A6B8-ADB685CA93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0304235"/>
              </p:ext>
            </p:extLst>
          </p:nvPr>
        </p:nvGraphicFramePr>
        <p:xfrm>
          <a:off x="1848966" y="1168685"/>
          <a:ext cx="1447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79" name="Equation" r:id="rId5" imgW="1447560" imgH="431640" progId="Equation.DSMT4">
                  <p:embed/>
                </p:oleObj>
              </mc:Choice>
              <mc:Fallback>
                <p:oleObj name="Equation" r:id="rId5" imgW="1447560" imgH="431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49E5485-B59E-49DF-80F7-D6CBF1CF87E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966" y="1168685"/>
                        <a:ext cx="1447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ADFD09B9-71E6-44CD-9B1E-7D41455BB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463" y="1143799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A65872B-24E6-463F-BC55-8946EF9BC1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4858803"/>
              </p:ext>
            </p:extLst>
          </p:nvPr>
        </p:nvGraphicFramePr>
        <p:xfrm>
          <a:off x="3880966" y="965485"/>
          <a:ext cx="2451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80" name="Equation" r:id="rId7" imgW="2450880" imgH="761760" progId="Equation.DSMT4">
                  <p:embed/>
                </p:oleObj>
              </mc:Choice>
              <mc:Fallback>
                <p:oleObj name="Equation" r:id="rId7" imgW="2450880" imgH="761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E251FD6-3AE8-4AE2-8AC5-93EAC5041A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0966" y="965485"/>
                        <a:ext cx="24511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9E8A9D8-B11D-4FDA-BF18-97E1773EBF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1802117"/>
              </p:ext>
            </p:extLst>
          </p:nvPr>
        </p:nvGraphicFramePr>
        <p:xfrm>
          <a:off x="6916266" y="1194085"/>
          <a:ext cx="1409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81" name="Equation" r:id="rId9" imgW="1409400" imgH="380880" progId="Equation.DSMT4">
                  <p:embed/>
                </p:oleObj>
              </mc:Choice>
              <mc:Fallback>
                <p:oleObj name="Equation" r:id="rId9" imgW="140940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5B9E798-F95A-4C88-B949-8C22DF07721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266" y="1194085"/>
                        <a:ext cx="1409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3D86FF7-7F8A-4778-BF73-B5EAD100E1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5604526"/>
              </p:ext>
            </p:extLst>
          </p:nvPr>
        </p:nvGraphicFramePr>
        <p:xfrm>
          <a:off x="1106810" y="1777497"/>
          <a:ext cx="1079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82" name="Equation" r:id="rId11" imgW="1079280" imgH="380880" progId="Equation.DSMT4">
                  <p:embed/>
                </p:oleObj>
              </mc:Choice>
              <mc:Fallback>
                <p:oleObj name="Equation" r:id="rId11" imgW="1079280" imgH="380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C89891B-6C66-447D-AD93-B392AFEBCD9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810" y="1777497"/>
                        <a:ext cx="1079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00D6523-E86D-4251-9799-076EBFF0BA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177343"/>
              </p:ext>
            </p:extLst>
          </p:nvPr>
        </p:nvGraphicFramePr>
        <p:xfrm>
          <a:off x="2260607" y="1808451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83" name="Equation" r:id="rId13" imgW="685800" imgH="342720" progId="Equation.DSMT4">
                  <p:embed/>
                </p:oleObj>
              </mc:Choice>
              <mc:Fallback>
                <p:oleObj name="Equation" r:id="rId13" imgW="68580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C0F9AAF-2BDB-430B-93AE-DA417393DD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7" y="1808451"/>
                        <a:ext cx="685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C71558C2-4DEA-4FE8-97E8-A0C8206CD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25" y="2379948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    </a:t>
            </a:r>
            <a:r>
              <a:rPr lang="zh-CN" altLang="en-US" sz="2400" b="1" dirty="0">
                <a:latin typeface="+mj-ea"/>
                <a:ea typeface="+mj-ea"/>
              </a:rPr>
              <a:t>原式 </a:t>
            </a:r>
            <a:r>
              <a:rPr lang="en-US" altLang="zh-CN" sz="2400" b="1" dirty="0">
                <a:latin typeface="+mj-ea"/>
                <a:ea typeface="+mj-ea"/>
              </a:rPr>
              <a:t>=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806A93B-C72B-48BF-A96F-DA3C48D1FA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6182572"/>
              </p:ext>
            </p:extLst>
          </p:nvPr>
        </p:nvGraphicFramePr>
        <p:xfrm>
          <a:off x="2409010" y="2223430"/>
          <a:ext cx="1638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84" name="Equation" r:id="rId15" imgW="1638000" imgH="774360" progId="Equation.DSMT4">
                  <p:embed/>
                </p:oleObj>
              </mc:Choice>
              <mc:Fallback>
                <p:oleObj name="Equation" r:id="rId15" imgW="1638000" imgH="7743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AE2A656-0EC4-4A12-ACC9-941B9108691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010" y="2223430"/>
                        <a:ext cx="16383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992F05C-005B-4DD7-AA83-CAA688351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5394867"/>
              </p:ext>
            </p:extLst>
          </p:nvPr>
        </p:nvGraphicFramePr>
        <p:xfrm>
          <a:off x="2032122" y="3112424"/>
          <a:ext cx="19192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85" name="Equation" r:id="rId17" imgW="1917360" imgH="723600" progId="Equation.DSMT4">
                  <p:embed/>
                </p:oleObj>
              </mc:Choice>
              <mc:Fallback>
                <p:oleObj name="Equation" r:id="rId17" imgW="1917360" imgH="723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76FAB12-63B3-4159-8D21-C65076CA67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122" y="3112424"/>
                        <a:ext cx="19192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F61840B-13C0-4780-95AF-DD5CA32BA3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4885867"/>
              </p:ext>
            </p:extLst>
          </p:nvPr>
        </p:nvGraphicFramePr>
        <p:xfrm>
          <a:off x="6036259" y="3145123"/>
          <a:ext cx="71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86" name="Equation" r:id="rId19" imgW="711000" imgH="736560" progId="Equation.DSMT4">
                  <p:embed/>
                </p:oleObj>
              </mc:Choice>
              <mc:Fallback>
                <p:oleObj name="Equation" r:id="rId19" imgW="711000" imgH="7365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6C82842-B12B-416C-9975-ED8E0A29B35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6259" y="3145123"/>
                        <a:ext cx="711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27C90B3-3D00-4103-86FF-44808B3209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6717068"/>
              </p:ext>
            </p:extLst>
          </p:nvPr>
        </p:nvGraphicFramePr>
        <p:xfrm>
          <a:off x="358304" y="1819560"/>
          <a:ext cx="63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87" name="Equation" r:id="rId21" imgW="634680" imgH="342720" progId="Equation.DSMT4">
                  <p:embed/>
                </p:oleObj>
              </mc:Choice>
              <mc:Fallback>
                <p:oleObj name="Equation" r:id="rId21" imgW="634680" imgH="342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764C1F3D-BAD2-4796-B9F5-FA83C0E0F8A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304" y="1819560"/>
                        <a:ext cx="635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45C02DB6-0CC5-42F4-9375-E96FA1A09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1859" y="1135719"/>
            <a:ext cx="649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400" b="1" dirty="0">
                <a:latin typeface="+mj-ea"/>
                <a:ea typeface="+mj-ea"/>
              </a:rPr>
              <a:t>且 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D6592C0-1F8B-426B-AD46-F22D42AD3A94}"/>
              </a:ext>
            </a:extLst>
          </p:cNvPr>
          <p:cNvGrpSpPr/>
          <p:nvPr/>
        </p:nvGrpSpPr>
        <p:grpSpPr>
          <a:xfrm>
            <a:off x="3961063" y="3129304"/>
            <a:ext cx="2036570" cy="747103"/>
            <a:chOff x="2030502" y="4299942"/>
            <a:chExt cx="2036570" cy="747103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ABA2EAC7-CC6F-45BD-91CF-E1507339681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46456865"/>
                </p:ext>
              </p:extLst>
            </p:nvPr>
          </p:nvGraphicFramePr>
          <p:xfrm>
            <a:off x="2030502" y="4299942"/>
            <a:ext cx="1754187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388" name="Equation" r:id="rId23" imgW="1752480" imgH="736560" progId="Equation.DSMT4">
                    <p:embed/>
                  </p:oleObj>
                </mc:Choice>
                <mc:Fallback>
                  <p:oleObj name="Equation" r:id="rId23" imgW="1752480" imgH="73656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8C4319CD-B00B-48F0-8EEC-7B3D396E993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0502" y="4299942"/>
                          <a:ext cx="1754187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C34A1FD5-8DB1-4F37-BF64-147D3DC1126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05685725"/>
                </p:ext>
              </p:extLst>
            </p:nvPr>
          </p:nvGraphicFramePr>
          <p:xfrm>
            <a:off x="3901972" y="4310445"/>
            <a:ext cx="1651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389" name="Equation" r:id="rId25" imgW="164880" imgH="736560" progId="Equation.DSMT4">
                    <p:embed/>
                  </p:oleObj>
                </mc:Choice>
                <mc:Fallback>
                  <p:oleObj name="Equation" r:id="rId25" imgW="164880" imgH="7365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8D3F1E66-9B25-4B79-85D5-9F1E38E793B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1972" y="4310445"/>
                          <a:ext cx="1651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直接连接符 18">
              <a:extLst>
                <a:ext uri="{FF2B5EF4-FFF2-40B4-BE49-F238E27FC236}">
                  <a16:creationId xmlns:a16="http://schemas.microsoft.com/office/drawing/2014/main" id="{806E5535-5C5A-4354-AEBF-C0EDCCBFAB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0980" y="4366977"/>
              <a:ext cx="13855" cy="6025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29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  <p:bldP spid="1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1814B74-9C94-447E-9A72-85AE5C98DC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711801"/>
              </p:ext>
            </p:extLst>
          </p:nvPr>
        </p:nvGraphicFramePr>
        <p:xfrm>
          <a:off x="1979712" y="267494"/>
          <a:ext cx="2679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95" name="Equation" r:id="rId3" imgW="2679480" imgH="596880" progId="Equation.DSMT4">
                  <p:embed/>
                </p:oleObj>
              </mc:Choice>
              <mc:Fallback>
                <p:oleObj name="Equation" r:id="rId3" imgW="2679480" imgH="5968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B1814B74-9C94-447E-9A72-85AE5C98DCF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67494"/>
                        <a:ext cx="26797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41F47B9-F84F-4FD0-8D23-7A33832155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9192149"/>
              </p:ext>
            </p:extLst>
          </p:nvPr>
        </p:nvGraphicFramePr>
        <p:xfrm>
          <a:off x="2206725" y="816985"/>
          <a:ext cx="245268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96" name="Equation" r:id="rId5" imgW="2450880" imgH="711000" progId="Equation.DSMT4">
                  <p:embed/>
                </p:oleObj>
              </mc:Choice>
              <mc:Fallback>
                <p:oleObj name="Equation" r:id="rId5" imgW="2450880" imgH="7110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41F47B9-F84F-4FD0-8D23-7A338321558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725" y="816985"/>
                        <a:ext cx="2452687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52A0ADF-DF09-462A-AC12-97EE1448B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7725447"/>
              </p:ext>
            </p:extLst>
          </p:nvPr>
        </p:nvGraphicFramePr>
        <p:xfrm>
          <a:off x="2206725" y="1811079"/>
          <a:ext cx="53101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97" name="Equation" r:id="rId7" imgW="5308560" imgH="711000" progId="Equation.DSMT4">
                  <p:embed/>
                </p:oleObj>
              </mc:Choice>
              <mc:Fallback>
                <p:oleObj name="Equation" r:id="rId7" imgW="5308560" imgH="7110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52A0ADF-DF09-462A-AC12-97EE1448BD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725" y="1811079"/>
                        <a:ext cx="531018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ABEF477-FA0D-484C-BD4B-60B3D40F89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104390"/>
              </p:ext>
            </p:extLst>
          </p:nvPr>
        </p:nvGraphicFramePr>
        <p:xfrm>
          <a:off x="2206725" y="3012143"/>
          <a:ext cx="3225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98" name="Equation" r:id="rId9" imgW="3225600" imgH="787320" progId="Equation.DSMT4">
                  <p:embed/>
                </p:oleObj>
              </mc:Choice>
              <mc:Fallback>
                <p:oleObj name="Equation" r:id="rId9" imgW="3225600" imgH="787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ABEF477-FA0D-484C-BD4B-60B3D40F894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725" y="3012143"/>
                        <a:ext cx="3225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C049DD1-7381-4206-B847-E93B23F1F3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5018641"/>
              </p:ext>
            </p:extLst>
          </p:nvPr>
        </p:nvGraphicFramePr>
        <p:xfrm>
          <a:off x="5397354" y="3012143"/>
          <a:ext cx="558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99" name="Equation" r:id="rId11" imgW="558720" imgH="736560" progId="Equation.DSMT4">
                  <p:embed/>
                </p:oleObj>
              </mc:Choice>
              <mc:Fallback>
                <p:oleObj name="Equation" r:id="rId11" imgW="55872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C049DD1-7381-4206-B847-E93B23F1F3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354" y="3012143"/>
                        <a:ext cx="558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60DE888-AAE8-4A9F-AAE9-AB176312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9" y="958376"/>
            <a:ext cx="2089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sp>
        <p:nvSpPr>
          <p:cNvPr id="9" name="标题 607233">
            <a:extLst>
              <a:ext uri="{FF2B5EF4-FFF2-40B4-BE49-F238E27FC236}">
                <a16:creationId xmlns:a16="http://schemas.microsoft.com/office/drawing/2014/main" id="{D53E55CA-EAC2-4CF9-B8AF-C192EFD5DCF4}"/>
              </a:ext>
            </a:extLst>
          </p:cNvPr>
          <p:cNvSpPr txBox="1">
            <a:spLocks noChangeArrowheads="1"/>
          </p:cNvSpPr>
          <p:nvPr/>
        </p:nvSpPr>
        <p:spPr>
          <a:xfrm>
            <a:off x="870944" y="319882"/>
            <a:ext cx="2133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4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计算</a:t>
            </a:r>
          </a:p>
        </p:txBody>
      </p:sp>
    </p:spTree>
    <p:extLst>
      <p:ext uri="{BB962C8B-B14F-4D97-AF65-F5344CB8AC3E}">
        <p14:creationId xmlns:p14="http://schemas.microsoft.com/office/powerpoint/2010/main" val="396338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>
            <a:extLst>
              <a:ext uri="{FF2B5EF4-FFF2-40B4-BE49-F238E27FC236}">
                <a16:creationId xmlns:a16="http://schemas.microsoft.com/office/drawing/2014/main" id="{38288362-EB10-4278-A562-8F638E117B0E}"/>
              </a:ext>
            </a:extLst>
          </p:cNvPr>
          <p:cNvGrpSpPr>
            <a:grpSpLocks/>
          </p:cNvGrpSpPr>
          <p:nvPr/>
        </p:nvGrpSpPr>
        <p:grpSpPr bwMode="auto">
          <a:xfrm>
            <a:off x="863588" y="159482"/>
            <a:ext cx="3597796" cy="635000"/>
            <a:chOff x="381000" y="470217"/>
            <a:chExt cx="4797061" cy="846666"/>
          </a:xfrm>
        </p:grpSpPr>
        <p:sp>
          <p:nvSpPr>
            <p:cNvPr id="3" name="Text Box 8">
              <a:extLst>
                <a:ext uri="{FF2B5EF4-FFF2-40B4-BE49-F238E27FC236}">
                  <a16:creationId xmlns:a16="http://schemas.microsoft.com/office/drawing/2014/main" id="{5E2A8C79-80D1-447F-9127-D71668F9B2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585788"/>
              <a:ext cx="1162049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93D78D17-4810-428F-A744-6116C8BEF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300" y="585788"/>
              <a:ext cx="2133600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latin typeface="+mn-ea"/>
                  <a:ea typeface="+mn-ea"/>
                  <a:cs typeface="Times New Roman" panose="02020603050405020304" pitchFamily="18" charset="0"/>
                </a:rPr>
                <a:t>计算</a:t>
              </a:r>
            </a:p>
          </p:txBody>
        </p:sp>
        <p:graphicFrame>
          <p:nvGraphicFramePr>
            <p:cNvPr id="5" name="Object 3">
              <a:extLst>
                <a:ext uri="{FF2B5EF4-FFF2-40B4-BE49-F238E27FC236}">
                  <a16:creationId xmlns:a16="http://schemas.microsoft.com/office/drawing/2014/main" id="{F971799D-3467-4F10-ABCB-650E34E8736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384061" y="470217"/>
            <a:ext cx="2794000" cy="846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664" name="Equation" r:id="rId3" imgW="2095200" imgH="634680" progId="Equation.DSMT4">
                    <p:embed/>
                  </p:oleObj>
                </mc:Choice>
                <mc:Fallback>
                  <p:oleObj name="Equation" r:id="rId3" imgW="2095200" imgH="634680" progId="Equation.DSMT4">
                    <p:embed/>
                    <p:pic>
                      <p:nvPicPr>
                        <p:cNvPr id="9245" name="Object 3">
                          <a:extLst>
                            <a:ext uri="{FF2B5EF4-FFF2-40B4-BE49-F238E27FC236}">
                              <a16:creationId xmlns:a16="http://schemas.microsoft.com/office/drawing/2014/main" id="{F0FCBD3B-2C11-4030-BDDA-4FED0D8AF1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4061" y="470217"/>
                          <a:ext cx="2794000" cy="8466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CD7AD19C-E62F-4E43-98BB-17B0934E33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561475"/>
              </p:ext>
            </p:extLst>
          </p:nvPr>
        </p:nvGraphicFramePr>
        <p:xfrm>
          <a:off x="1475400" y="957283"/>
          <a:ext cx="1968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665" name="Equation" r:id="rId5" imgW="1968480" imgH="634680" progId="Equation.DSMT4">
                  <p:embed/>
                </p:oleObj>
              </mc:Choice>
              <mc:Fallback>
                <p:oleObj name="Equation" r:id="rId5" imgW="1968480" imgH="634680" progId="Equation.DSMT4">
                  <p:embed/>
                  <p:pic>
                    <p:nvPicPr>
                      <p:cNvPr id="31" name="Object 11">
                        <a:extLst>
                          <a:ext uri="{FF2B5EF4-FFF2-40B4-BE49-F238E27FC236}">
                            <a16:creationId xmlns:a16="http://schemas.microsoft.com/office/drawing/2014/main" id="{E7B76BBF-A37D-4913-AA75-CEF469446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400" y="957283"/>
                        <a:ext cx="19685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DE44F247-7818-42D5-AD2F-F016A56ECF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760483"/>
              </p:ext>
            </p:extLst>
          </p:nvPr>
        </p:nvGraphicFramePr>
        <p:xfrm>
          <a:off x="3539837" y="969983"/>
          <a:ext cx="2247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666" name="Equation" r:id="rId7" imgW="2247840" imgH="622080" progId="Equation.DSMT4">
                  <p:embed/>
                </p:oleObj>
              </mc:Choice>
              <mc:Fallback>
                <p:oleObj name="Equation" r:id="rId7" imgW="2247840" imgH="622080" progId="Equation.DSMT4">
                  <p:embed/>
                  <p:pic>
                    <p:nvPicPr>
                      <p:cNvPr id="32" name="Object 11">
                        <a:extLst>
                          <a:ext uri="{FF2B5EF4-FFF2-40B4-BE49-F238E27FC236}">
                            <a16:creationId xmlns:a16="http://schemas.microsoft.com/office/drawing/2014/main" id="{D4B49CEA-507B-4306-B29C-AF826238CA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9837" y="969983"/>
                        <a:ext cx="22479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E6C96D47-44E3-405E-9FFC-18E4A769D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7737" y="1060486"/>
            <a:ext cx="25393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“凑微分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不换限”</a:t>
            </a:r>
          </a:p>
        </p:txBody>
      </p:sp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ED37FBC9-8286-448C-BAAD-A897124512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468502"/>
              </p:ext>
            </p:extLst>
          </p:nvPr>
        </p:nvGraphicFramePr>
        <p:xfrm>
          <a:off x="3443900" y="3781864"/>
          <a:ext cx="1968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667" name="Equation" r:id="rId9" imgW="1968480" imgH="736560" progId="Equation.DSMT4">
                  <p:embed/>
                </p:oleObj>
              </mc:Choice>
              <mc:Fallback>
                <p:oleObj name="Equation" r:id="rId9" imgW="1968480" imgH="736560" progId="Equation.DSMT4">
                  <p:embed/>
                  <p:pic>
                    <p:nvPicPr>
                      <p:cNvPr id="34" name="Object 11">
                        <a:extLst>
                          <a:ext uri="{FF2B5EF4-FFF2-40B4-BE49-F238E27FC236}">
                            <a16:creationId xmlns:a16="http://schemas.microsoft.com/office/drawing/2014/main" id="{23A50CF8-AF20-4D4A-BEE7-548F2054D3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900" y="3781864"/>
                        <a:ext cx="19685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A480FD73-463E-4070-84B6-5C455A1E5A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856709"/>
              </p:ext>
            </p:extLst>
          </p:nvPr>
        </p:nvGraphicFramePr>
        <p:xfrm>
          <a:off x="3531631" y="1767690"/>
          <a:ext cx="3606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668" name="Equation" r:id="rId11" imgW="3606480" imgH="774360" progId="Equation.DSMT4">
                  <p:embed/>
                </p:oleObj>
              </mc:Choice>
              <mc:Fallback>
                <p:oleObj name="Equation" r:id="rId11" imgW="3606480" imgH="774360" progId="Equation.DSMT4">
                  <p:embed/>
                  <p:pic>
                    <p:nvPicPr>
                      <p:cNvPr id="29" name="Object 11">
                        <a:extLst>
                          <a:ext uri="{FF2B5EF4-FFF2-40B4-BE49-F238E27FC236}">
                            <a16:creationId xmlns:a16="http://schemas.microsoft.com/office/drawing/2014/main" id="{F4B6383B-7F6F-4C0F-91F7-FCFDC80D54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1631" y="1767690"/>
                        <a:ext cx="3606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8">
            <a:extLst>
              <a:ext uri="{FF2B5EF4-FFF2-40B4-BE49-F238E27FC236}">
                <a16:creationId xmlns:a16="http://schemas.microsoft.com/office/drawing/2014/main" id="{74BA689C-E7FE-44C3-8318-C0946F8A5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683" y="1050301"/>
            <a:ext cx="8715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8C9CBCAD-F787-48BA-BFE4-3F5132F29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19" y="2944636"/>
            <a:ext cx="8715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或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6843E09B-0E72-4462-A328-09B4855ABD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182534"/>
              </p:ext>
            </p:extLst>
          </p:nvPr>
        </p:nvGraphicFramePr>
        <p:xfrm>
          <a:off x="1258512" y="2857968"/>
          <a:ext cx="1968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669" name="Equation" r:id="rId5" imgW="1968480" imgH="634680" progId="Equation.DSMT4">
                  <p:embed/>
                </p:oleObj>
              </mc:Choice>
              <mc:Fallback>
                <p:oleObj name="Equation" r:id="rId5" imgW="1968480" imgH="634680" progId="Equation.DSMT4">
                  <p:embed/>
                  <p:pic>
                    <p:nvPicPr>
                      <p:cNvPr id="14" name="Object 11">
                        <a:extLst>
                          <a:ext uri="{FF2B5EF4-FFF2-40B4-BE49-F238E27FC236}">
                            <a16:creationId xmlns:a16="http://schemas.microsoft.com/office/drawing/2014/main" id="{C5B13BE1-1E0D-427D-B1C1-9EA6C7AB4D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512" y="2857968"/>
                        <a:ext cx="19685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>
            <a:extLst>
              <a:ext uri="{FF2B5EF4-FFF2-40B4-BE49-F238E27FC236}">
                <a16:creationId xmlns:a16="http://schemas.microsoft.com/office/drawing/2014/main" id="{0C54C5A4-0937-49D4-9F97-178871E320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673924"/>
              </p:ext>
            </p:extLst>
          </p:nvPr>
        </p:nvGraphicFramePr>
        <p:xfrm>
          <a:off x="3386717" y="2870668"/>
          <a:ext cx="2247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670" name="Equation" r:id="rId7" imgW="2247840" imgH="622080" progId="Equation.DSMT4">
                  <p:embed/>
                </p:oleObj>
              </mc:Choice>
              <mc:Fallback>
                <p:oleObj name="Equation" r:id="rId7" imgW="2247840" imgH="622080" progId="Equation.DSMT4">
                  <p:embed/>
                  <p:pic>
                    <p:nvPicPr>
                      <p:cNvPr id="16" name="Object 11">
                        <a:extLst>
                          <a:ext uri="{FF2B5EF4-FFF2-40B4-BE49-F238E27FC236}">
                            <a16:creationId xmlns:a16="http://schemas.microsoft.com/office/drawing/2014/main" id="{047BD799-01A2-4B55-B15C-88773A792C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717" y="2870668"/>
                        <a:ext cx="22479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AB8F063B-A59E-4901-BD1D-5025AFB79789}"/>
              </a:ext>
            </a:extLst>
          </p:cNvPr>
          <p:cNvGrpSpPr/>
          <p:nvPr/>
        </p:nvGrpSpPr>
        <p:grpSpPr>
          <a:xfrm>
            <a:off x="5590787" y="2600481"/>
            <a:ext cx="2539354" cy="400110"/>
            <a:chOff x="5724128" y="2617726"/>
            <a:chExt cx="2539354" cy="400110"/>
          </a:xfrm>
        </p:grpSpPr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A5D5EDFB-5493-42B5-99A9-D8DE9D978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4128" y="2617726"/>
              <a:ext cx="253935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令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1462ABEF-8D68-462B-8775-032B3823771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078212" y="2718202"/>
            <a:ext cx="9271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671" name="Equation" r:id="rId13" imgW="927000" imgH="190440" progId="Equation.DSMT4">
                    <p:embed/>
                  </p:oleObj>
                </mc:Choice>
                <mc:Fallback>
                  <p:oleObj name="Equation" r:id="rId13" imgW="927000" imgH="19044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5E0D4B86-FC80-4431-A3E8-9DE0D2C6E9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078212" y="2718202"/>
                          <a:ext cx="9271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133E8723-C0A1-4B5A-954D-C5C7A7D49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346378"/>
              </p:ext>
            </p:extLst>
          </p:nvPr>
        </p:nvGraphicFramePr>
        <p:xfrm>
          <a:off x="5769555" y="2876364"/>
          <a:ext cx="1320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672" name="Equation" r:id="rId15" imgW="1320480" imgH="596880" progId="Equation.DSMT4">
                  <p:embed/>
                </p:oleObj>
              </mc:Choice>
              <mc:Fallback>
                <p:oleObj name="Equation" r:id="rId15" imgW="1320480" imgH="596880" progId="Equation.DSMT4">
                  <p:embed/>
                  <p:pic>
                    <p:nvPicPr>
                      <p:cNvPr id="19" name="Object 11">
                        <a:extLst>
                          <a:ext uri="{FF2B5EF4-FFF2-40B4-BE49-F238E27FC236}">
                            <a16:creationId xmlns:a16="http://schemas.microsoft.com/office/drawing/2014/main" id="{26F2C9F8-94C4-4E26-810A-4CA23AD35B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9555" y="2876364"/>
                        <a:ext cx="1320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83237016-46F5-441B-AD5C-55378D6BB8EB}"/>
              </a:ext>
            </a:extLst>
          </p:cNvPr>
          <p:cNvGrpSpPr/>
          <p:nvPr/>
        </p:nvGrpSpPr>
        <p:grpSpPr>
          <a:xfrm>
            <a:off x="7226015" y="2678367"/>
            <a:ext cx="1380918" cy="645012"/>
            <a:chOff x="7287348" y="3002403"/>
            <a:chExt cx="1380918" cy="645012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25FB003C-8A3D-4D62-A36A-B69769C5104E}"/>
                </a:ext>
              </a:extLst>
            </p:cNvPr>
            <p:cNvGrpSpPr/>
            <p:nvPr/>
          </p:nvGrpSpPr>
          <p:grpSpPr>
            <a:xfrm>
              <a:off x="7287348" y="3024993"/>
              <a:ext cx="1380918" cy="622422"/>
              <a:chOff x="5616642" y="1930294"/>
              <a:chExt cx="1380918" cy="622422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081373AC-2FD1-4244-B5BC-EF1EE34FBC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6642" y="2544136"/>
                <a:ext cx="1380918" cy="221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414C7760-FCB3-4B2C-BA67-A3E31B1D98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40871" y="193029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1688F637-9E09-4926-AFC5-A09BFBE55074}"/>
                  </a:ext>
                </a:extLst>
              </p:cNvPr>
              <p:cNvCxnSpPr/>
              <p:nvPr/>
            </p:nvCxnSpPr>
            <p:spPr>
              <a:xfrm>
                <a:off x="6588224" y="1943676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4" name="对象 23">
                <a:extLst>
                  <a:ext uri="{FF2B5EF4-FFF2-40B4-BE49-F238E27FC236}">
                    <a16:creationId xmlns:a16="http://schemas.microsoft.com/office/drawing/2014/main" id="{CF19546E-B5E8-4BEB-B589-5B03D3DE59A7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767325" y="1977554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673" name="Equation" r:id="rId17" imgW="177480" imgH="190440" progId="Equation.DSMT4">
                      <p:embed/>
                    </p:oleObj>
                  </mc:Choice>
                  <mc:Fallback>
                    <p:oleObj name="Equation" r:id="rId17" imgW="177480" imgH="190440" progId="Equation.DSMT4">
                      <p:embed/>
                      <p:pic>
                        <p:nvPicPr>
                          <p:cNvPr id="24" name="对象 23">
                            <a:extLst>
                              <a:ext uri="{FF2B5EF4-FFF2-40B4-BE49-F238E27FC236}">
                                <a16:creationId xmlns:a16="http://schemas.microsoft.com/office/drawing/2014/main" id="{E6A0B03F-B19F-43EE-93DA-8D2C999CB6A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767325" y="1977554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E9E65E4C-8FEE-4430-961C-CA19232885BF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788957" y="2275564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674" name="Equation" r:id="rId19" imgW="177480" imgH="190440" progId="Equation.DSMT4">
                      <p:embed/>
                    </p:oleObj>
                  </mc:Choice>
                  <mc:Fallback>
                    <p:oleObj name="Equation" r:id="rId19" imgW="177480" imgH="190440" progId="Equation.DSMT4">
                      <p:embed/>
                      <p:pic>
                        <p:nvPicPr>
                          <p:cNvPr id="25" name="对象 24">
                            <a:extLst>
                              <a:ext uri="{FF2B5EF4-FFF2-40B4-BE49-F238E27FC236}">
                                <a16:creationId xmlns:a16="http://schemas.microsoft.com/office/drawing/2014/main" id="{97EC0C52-C223-4790-AB29-99C366798E3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788957" y="2275564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EEEA160D-FC01-45B9-A5D4-9BB63F726C19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6232674" y="1930294"/>
              <a:ext cx="1651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675" name="Equation" r:id="rId21" imgW="164880" imgH="241200" progId="Equation.DSMT4">
                      <p:embed/>
                    </p:oleObj>
                  </mc:Choice>
                  <mc:Fallback>
                    <p:oleObj name="Equation" r:id="rId21" imgW="164880" imgH="241200" progId="Equation.DSMT4">
                      <p:embed/>
                      <p:pic>
                        <p:nvPicPr>
                          <p:cNvPr id="26" name="对象 25">
                            <a:extLst>
                              <a:ext uri="{FF2B5EF4-FFF2-40B4-BE49-F238E27FC236}">
                                <a16:creationId xmlns:a16="http://schemas.microsoft.com/office/drawing/2014/main" id="{DB8A45FC-4FCF-43DD-875B-6D9417B9A8F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6232674" y="1930294"/>
                            <a:ext cx="1651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>
                <a:extLst>
                  <a:ext uri="{FF2B5EF4-FFF2-40B4-BE49-F238E27FC236}">
                    <a16:creationId xmlns:a16="http://schemas.microsoft.com/office/drawing/2014/main" id="{B5222FF5-C1ED-48B4-81A9-EE93B25D5727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6235044" y="2261276"/>
              <a:ext cx="1143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676" name="Equation" r:id="rId23" imgW="114120" imgH="228600" progId="Equation.DSMT4">
                      <p:embed/>
                    </p:oleObj>
                  </mc:Choice>
                  <mc:Fallback>
                    <p:oleObj name="Equation" r:id="rId23" imgW="114120" imgH="228600" progId="Equation.DSMT4">
                      <p:embed/>
                      <p:pic>
                        <p:nvPicPr>
                          <p:cNvPr id="28" name="对象 27">
                            <a:extLst>
                              <a:ext uri="{FF2B5EF4-FFF2-40B4-BE49-F238E27FC236}">
                                <a16:creationId xmlns:a16="http://schemas.microsoft.com/office/drawing/2014/main" id="{1E396FF9-DE31-4636-A597-323CBAC4EB0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6235044" y="2261276"/>
                            <a:ext cx="1143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对象 27">
                <a:extLst>
                  <a:ext uri="{FF2B5EF4-FFF2-40B4-BE49-F238E27FC236}">
                    <a16:creationId xmlns:a16="http://schemas.microsoft.com/office/drawing/2014/main" id="{31454BD0-4456-4CA9-AB39-B7C23FD7F406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6695419" y="2245401"/>
              <a:ext cx="1651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677" name="Equation" r:id="rId25" imgW="164880" imgH="241200" progId="Equation.DSMT4">
                      <p:embed/>
                    </p:oleObj>
                  </mc:Choice>
                  <mc:Fallback>
                    <p:oleObj name="Equation" r:id="rId25" imgW="164880" imgH="241200" progId="Equation.DSMT4">
                      <p:embed/>
                      <p:pic>
                        <p:nvPicPr>
                          <p:cNvPr id="30" name="对象 29">
                            <a:extLst>
                              <a:ext uri="{FF2B5EF4-FFF2-40B4-BE49-F238E27FC236}">
                                <a16:creationId xmlns:a16="http://schemas.microsoft.com/office/drawing/2014/main" id="{6E67A97D-9FE1-4474-B9A8-B7863DB087C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6695419" y="2245401"/>
                            <a:ext cx="1651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AD6979DC-9635-47BF-A1B6-D5190738D4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1919" y="2226197"/>
                <a:ext cx="1364673" cy="84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BE1D5FD-4C74-42F1-986D-3D13D1C90F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3128" y="1941398"/>
                <a:ext cx="1364673" cy="84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9D7B275-5601-45AA-93BC-991D9900A13D}"/>
                  </a:ext>
                </a:extLst>
              </p:cNvPr>
              <p:cNvCxnSpPr/>
              <p:nvPr/>
            </p:nvCxnSpPr>
            <p:spPr>
              <a:xfrm>
                <a:off x="6986592" y="195004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E00F12E6-AB5D-4001-9AB3-DCE89ACED0B9}"/>
                  </a:ext>
                </a:extLst>
              </p:cNvPr>
              <p:cNvCxnSpPr/>
              <p:nvPr/>
            </p:nvCxnSpPr>
            <p:spPr>
              <a:xfrm>
                <a:off x="5619280" y="193029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3307FFFE-A4EF-4D6A-A730-FFC4F7C7DC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3450638"/>
                </p:ext>
              </p:extLst>
            </p:nvPr>
          </p:nvGraphicFramePr>
          <p:xfrm>
            <a:off x="8314073" y="3002403"/>
            <a:ext cx="165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678" name="Equation" r:id="rId27" imgW="164880" imgH="330120" progId="Equation.DSMT4">
                    <p:embed/>
                  </p:oleObj>
                </mc:Choice>
                <mc:Fallback>
                  <p:oleObj name="Equation" r:id="rId27" imgW="164880" imgH="3301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F0D7DE65-A83D-4D8D-B91F-D2456835A5F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8314073" y="3002403"/>
                          <a:ext cx="165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06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8">
            <a:extLst>
              <a:ext uri="{FF2B5EF4-FFF2-40B4-BE49-F238E27FC236}">
                <a16:creationId xmlns:a16="http://schemas.microsoft.com/office/drawing/2014/main" id="{9CAC1EC7-EE7C-4D75-B8C0-E5041F3CB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699" y="1765131"/>
            <a:ext cx="13430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300" b="1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3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9219" name="组合 2">
            <a:extLst>
              <a:ext uri="{FF2B5EF4-FFF2-40B4-BE49-F238E27FC236}">
                <a16:creationId xmlns:a16="http://schemas.microsoft.com/office/drawing/2014/main" id="{E91413C0-6179-4558-8F6C-F1BA8A6F2A7E}"/>
              </a:ext>
            </a:extLst>
          </p:cNvPr>
          <p:cNvGrpSpPr>
            <a:grpSpLocks/>
          </p:cNvGrpSpPr>
          <p:nvPr/>
        </p:nvGrpSpPr>
        <p:grpSpPr bwMode="auto">
          <a:xfrm>
            <a:off x="935596" y="231458"/>
            <a:ext cx="4293132" cy="1440180"/>
            <a:chOff x="381000" y="-25707"/>
            <a:chExt cx="5724176" cy="1920239"/>
          </a:xfrm>
        </p:grpSpPr>
        <p:sp>
          <p:nvSpPr>
            <p:cNvPr id="9243" name="Text Box 8">
              <a:extLst>
                <a:ext uri="{FF2B5EF4-FFF2-40B4-BE49-F238E27FC236}">
                  <a16:creationId xmlns:a16="http://schemas.microsoft.com/office/drawing/2014/main" id="{0000A8AE-2DD5-4774-8D23-1842D79CB9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585788"/>
              <a:ext cx="1162049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3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3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9244" name="Text Box 2">
              <a:extLst>
                <a:ext uri="{FF2B5EF4-FFF2-40B4-BE49-F238E27FC236}">
                  <a16:creationId xmlns:a16="http://schemas.microsoft.com/office/drawing/2014/main" id="{C8A6DA8A-65F5-42C2-BC7F-67C79A57E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8100" y="585788"/>
              <a:ext cx="2133600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300" b="1">
                  <a:latin typeface="+mn-ea"/>
                  <a:ea typeface="+mn-ea"/>
                  <a:cs typeface="Times New Roman" panose="02020603050405020304" pitchFamily="18" charset="0"/>
                </a:rPr>
                <a:t>设函数</a:t>
              </a:r>
            </a:p>
          </p:txBody>
        </p:sp>
        <p:graphicFrame>
          <p:nvGraphicFramePr>
            <p:cNvPr id="9245" name="Object 3">
              <a:extLst>
                <a:ext uri="{FF2B5EF4-FFF2-40B4-BE49-F238E27FC236}">
                  <a16:creationId xmlns:a16="http://schemas.microsoft.com/office/drawing/2014/main" id="{F0FCBD3B-2C11-4030-BDDA-4FED0D8AF16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37304" y="-25707"/>
            <a:ext cx="3367872" cy="1920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13" name="Equation" r:id="rId3" imgW="2806560" imgH="1600200" progId="Equation.DSMT4">
                    <p:embed/>
                  </p:oleObj>
                </mc:Choice>
                <mc:Fallback>
                  <p:oleObj name="Equation" r:id="rId3" imgW="2806560" imgH="1600200" progId="Equation.DSMT4">
                    <p:embed/>
                    <p:pic>
                      <p:nvPicPr>
                        <p:cNvPr id="9245" name="Object 3">
                          <a:extLst>
                            <a:ext uri="{FF2B5EF4-FFF2-40B4-BE49-F238E27FC236}">
                              <a16:creationId xmlns:a16="http://schemas.microsoft.com/office/drawing/2014/main" id="{F0FCBD3B-2C11-4030-BDDA-4FED0D8AF1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7304" y="-25707"/>
                          <a:ext cx="3367872" cy="1920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13">
            <a:extLst>
              <a:ext uri="{FF2B5EF4-FFF2-40B4-BE49-F238E27FC236}">
                <a16:creationId xmlns:a16="http://schemas.microsoft.com/office/drawing/2014/main" id="{03843EE3-B0D0-44FB-85C6-AA8CC15FFC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62614"/>
              </p:ext>
            </p:extLst>
          </p:nvPr>
        </p:nvGraphicFramePr>
        <p:xfrm>
          <a:off x="1683765" y="1838190"/>
          <a:ext cx="1507878" cy="36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14" name="Equation" r:id="rId5" imgW="1587240" imgH="380880" progId="Equation.DSMT4">
                  <p:embed/>
                </p:oleObj>
              </mc:Choice>
              <mc:Fallback>
                <p:oleObj name="Equation" r:id="rId5" imgW="1587240" imgH="380880" progId="Equation.DSMT4">
                  <p:embed/>
                  <p:pic>
                    <p:nvPicPr>
                      <p:cNvPr id="16" name="Object 13">
                        <a:extLst>
                          <a:ext uri="{FF2B5EF4-FFF2-40B4-BE49-F238E27FC236}">
                            <a16:creationId xmlns:a16="http://schemas.microsoft.com/office/drawing/2014/main" id="{03843EE3-B0D0-44FB-85C6-AA8CC15FFC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3765" y="1838190"/>
                        <a:ext cx="1507878" cy="361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5">
            <a:extLst>
              <a:ext uri="{FF2B5EF4-FFF2-40B4-BE49-F238E27FC236}">
                <a16:creationId xmlns:a16="http://schemas.microsoft.com/office/drawing/2014/main" id="{4A94FCFB-F15E-4CCF-9E31-E6D8F778DC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178273"/>
              </p:ext>
            </p:extLst>
          </p:nvPr>
        </p:nvGraphicFramePr>
        <p:xfrm>
          <a:off x="3377711" y="1850846"/>
          <a:ext cx="1556100" cy="32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15" name="Equation" r:id="rId7" imgW="1638000" imgH="342720" progId="Equation.DSMT4">
                  <p:embed/>
                </p:oleObj>
              </mc:Choice>
              <mc:Fallback>
                <p:oleObj name="Equation" r:id="rId7" imgW="1638000" imgH="342720" progId="Equation.DSMT4">
                  <p:embed/>
                  <p:pic>
                    <p:nvPicPr>
                      <p:cNvPr id="19" name="Object 25">
                        <a:extLst>
                          <a:ext uri="{FF2B5EF4-FFF2-40B4-BE49-F238E27FC236}">
                            <a16:creationId xmlns:a16="http://schemas.microsoft.com/office/drawing/2014/main" id="{4A94FCFB-F15E-4CCF-9E31-E6D8F778DC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7711" y="1850846"/>
                        <a:ext cx="1556100" cy="325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1">
            <a:extLst>
              <a:ext uri="{FF2B5EF4-FFF2-40B4-BE49-F238E27FC236}">
                <a16:creationId xmlns:a16="http://schemas.microsoft.com/office/drawing/2014/main" id="{8F558F39-C370-4884-AB57-2E7B531C7D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376161"/>
              </p:ext>
            </p:extLst>
          </p:nvPr>
        </p:nvGraphicFramePr>
        <p:xfrm>
          <a:off x="2619788" y="2489017"/>
          <a:ext cx="13255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16" name="Equation" r:id="rId9" imgW="1396800" imgH="596880" progId="Equation.DSMT4">
                  <p:embed/>
                </p:oleObj>
              </mc:Choice>
              <mc:Fallback>
                <p:oleObj name="Equation" r:id="rId9" imgW="1396800" imgH="596880" progId="Equation.DSMT4">
                  <p:embed/>
                  <p:pic>
                    <p:nvPicPr>
                      <p:cNvPr id="25" name="Object 11">
                        <a:extLst>
                          <a:ext uri="{FF2B5EF4-FFF2-40B4-BE49-F238E27FC236}">
                            <a16:creationId xmlns:a16="http://schemas.microsoft.com/office/drawing/2014/main" id="{8F558F39-C370-4884-AB57-2E7B531C7D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788" y="2489017"/>
                        <a:ext cx="13255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1">
            <a:extLst>
              <a:ext uri="{FF2B5EF4-FFF2-40B4-BE49-F238E27FC236}">
                <a16:creationId xmlns:a16="http://schemas.microsoft.com/office/drawing/2014/main" id="{EE4E3A08-5E97-461A-8554-059BE1DBB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570893"/>
              </p:ext>
            </p:extLst>
          </p:nvPr>
        </p:nvGraphicFramePr>
        <p:xfrm>
          <a:off x="5543438" y="2430345"/>
          <a:ext cx="287020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17" name="Equation" r:id="rId11" imgW="3022560" imgH="736560" progId="Equation.DSMT4">
                  <p:embed/>
                </p:oleObj>
              </mc:Choice>
              <mc:Fallback>
                <p:oleObj name="Equation" r:id="rId11" imgW="3022560" imgH="736560" progId="Equation.DSMT4">
                  <p:embed/>
                  <p:pic>
                    <p:nvPicPr>
                      <p:cNvPr id="26" name="Object 11">
                        <a:extLst>
                          <a:ext uri="{FF2B5EF4-FFF2-40B4-BE49-F238E27FC236}">
                            <a16:creationId xmlns:a16="http://schemas.microsoft.com/office/drawing/2014/main" id="{EE4E3A08-5E97-461A-8554-059BE1DBB2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438" y="2430345"/>
                        <a:ext cx="2870200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E4C6D4AA-8CBB-4C5A-B984-F6ED20710A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892218"/>
              </p:ext>
            </p:extLst>
          </p:nvPr>
        </p:nvGraphicFramePr>
        <p:xfrm>
          <a:off x="2596376" y="3267697"/>
          <a:ext cx="20256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18" name="Equation" r:id="rId13" imgW="2133360" imgH="583920" progId="Equation.DSMT4">
                  <p:embed/>
                </p:oleObj>
              </mc:Choice>
              <mc:Fallback>
                <p:oleObj name="Equation" r:id="rId13" imgW="2133360" imgH="583920" progId="Equation.DSMT4">
                  <p:embed/>
                  <p:pic>
                    <p:nvPicPr>
                      <p:cNvPr id="27" name="Object 11">
                        <a:extLst>
                          <a:ext uri="{FF2B5EF4-FFF2-40B4-BE49-F238E27FC236}">
                            <a16:creationId xmlns:a16="http://schemas.microsoft.com/office/drawing/2014/main" id="{E4C6D4AA-8CBB-4C5A-B984-F6ED20710A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376" y="3267697"/>
                        <a:ext cx="20256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4">
            <a:extLst>
              <a:ext uri="{FF2B5EF4-FFF2-40B4-BE49-F238E27FC236}">
                <a16:creationId xmlns:a16="http://schemas.microsoft.com/office/drawing/2014/main" id="{6895BE8E-FF5F-4F62-80D2-8F04C8B189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032963"/>
              </p:ext>
            </p:extLst>
          </p:nvPr>
        </p:nvGraphicFramePr>
        <p:xfrm>
          <a:off x="6120172" y="3381996"/>
          <a:ext cx="12176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19" name="Equation" r:id="rId15" imgW="1282680" imgH="342720" progId="Equation.DSMT4">
                  <p:embed/>
                </p:oleObj>
              </mc:Choice>
              <mc:Fallback>
                <p:oleObj name="Equation" r:id="rId15" imgW="1282680" imgH="342720" progId="Equation.DSMT4">
                  <p:embed/>
                  <p:pic>
                    <p:nvPicPr>
                      <p:cNvPr id="28" name="Object 14">
                        <a:extLst>
                          <a:ext uri="{FF2B5EF4-FFF2-40B4-BE49-F238E27FC236}">
                            <a16:creationId xmlns:a16="http://schemas.microsoft.com/office/drawing/2014/main" id="{6895BE8E-FF5F-4F62-80D2-8F04C8B189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0172" y="3381996"/>
                        <a:ext cx="1217612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5">
            <a:extLst>
              <a:ext uri="{FF2B5EF4-FFF2-40B4-BE49-F238E27FC236}">
                <a16:creationId xmlns:a16="http://schemas.microsoft.com/office/drawing/2014/main" id="{C25B7D88-077C-4C14-8B0A-FC0155F7E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786676"/>
              </p:ext>
            </p:extLst>
          </p:nvPr>
        </p:nvGraphicFramePr>
        <p:xfrm>
          <a:off x="5472100" y="668030"/>
          <a:ext cx="2002752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20" name="Equation" r:id="rId17" imgW="2108160" imgH="596880" progId="Equation.DSMT4">
                  <p:embed/>
                </p:oleObj>
              </mc:Choice>
              <mc:Fallback>
                <p:oleObj name="Equation" r:id="rId17" imgW="2108160" imgH="596880" progId="Equation.DSMT4">
                  <p:embed/>
                  <p:pic>
                    <p:nvPicPr>
                      <p:cNvPr id="29" name="Object 25">
                        <a:extLst>
                          <a:ext uri="{FF2B5EF4-FFF2-40B4-BE49-F238E27FC236}">
                            <a16:creationId xmlns:a16="http://schemas.microsoft.com/office/drawing/2014/main" id="{C25B7D88-077C-4C14-8B0A-FC0155F7ED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100" y="668030"/>
                        <a:ext cx="2002752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A04C617-33CD-47E5-A164-FBD6EC9E3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018641"/>
              </p:ext>
            </p:extLst>
          </p:nvPr>
        </p:nvGraphicFramePr>
        <p:xfrm>
          <a:off x="1047038" y="2480179"/>
          <a:ext cx="1520190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21" name="Equation" r:id="rId19" imgW="1600200" imgH="596880" progId="Equation.DSMT4">
                  <p:embed/>
                </p:oleObj>
              </mc:Choice>
              <mc:Fallback>
                <p:oleObj name="Equation" r:id="rId19" imgW="1600200" imgH="5968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A04C617-33CD-47E5-A164-FBD6EC9E30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47038" y="2480179"/>
                        <a:ext cx="1520190" cy="567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>
            <a:extLst>
              <a:ext uri="{FF2B5EF4-FFF2-40B4-BE49-F238E27FC236}">
                <a16:creationId xmlns:a16="http://schemas.microsoft.com/office/drawing/2014/main" id="{9CD6ADF5-977F-4B68-9C76-E678665B6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308481"/>
              </p:ext>
            </p:extLst>
          </p:nvPr>
        </p:nvGraphicFramePr>
        <p:xfrm>
          <a:off x="4622026" y="3267697"/>
          <a:ext cx="1435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22" name="Equation" r:id="rId21" imgW="1511280" imgH="507960" progId="Equation.DSMT4">
                  <p:embed/>
                </p:oleObj>
              </mc:Choice>
              <mc:Fallback>
                <p:oleObj name="Equation" r:id="rId21" imgW="1511280" imgH="507960" progId="Equation.DSMT4">
                  <p:embed/>
                  <p:pic>
                    <p:nvPicPr>
                      <p:cNvPr id="30" name="Object 11">
                        <a:extLst>
                          <a:ext uri="{FF2B5EF4-FFF2-40B4-BE49-F238E27FC236}">
                            <a16:creationId xmlns:a16="http://schemas.microsoft.com/office/drawing/2014/main" id="{9CD6ADF5-977F-4B68-9C76-E678665B6E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026" y="3267697"/>
                        <a:ext cx="1435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>
            <a:extLst>
              <a:ext uri="{FF2B5EF4-FFF2-40B4-BE49-F238E27FC236}">
                <a16:creationId xmlns:a16="http://schemas.microsoft.com/office/drawing/2014/main" id="{B0FE7DB1-B400-4A56-8B3B-4D45BB6F4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983957"/>
              </p:ext>
            </p:extLst>
          </p:nvPr>
        </p:nvGraphicFramePr>
        <p:xfrm>
          <a:off x="4068033" y="2480830"/>
          <a:ext cx="14097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23" name="Equation" r:id="rId23" imgW="1485720" imgH="596880" progId="Equation.DSMT4">
                  <p:embed/>
                </p:oleObj>
              </mc:Choice>
              <mc:Fallback>
                <p:oleObj name="Equation" r:id="rId23" imgW="1485720" imgH="596880" progId="Equation.DSMT4">
                  <p:embed/>
                  <p:pic>
                    <p:nvPicPr>
                      <p:cNvPr id="24" name="Object 11">
                        <a:extLst>
                          <a:ext uri="{FF2B5EF4-FFF2-40B4-BE49-F238E27FC236}">
                            <a16:creationId xmlns:a16="http://schemas.microsoft.com/office/drawing/2014/main" id="{B0FE7DB1-B400-4A56-8B3B-4D45BB6F4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033" y="2480830"/>
                        <a:ext cx="14097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17" name="组合 9216">
            <a:extLst>
              <a:ext uri="{FF2B5EF4-FFF2-40B4-BE49-F238E27FC236}">
                <a16:creationId xmlns:a16="http://schemas.microsoft.com/office/drawing/2014/main" id="{5862559F-8AED-4F6D-BEF4-77A710C7900C}"/>
              </a:ext>
            </a:extLst>
          </p:cNvPr>
          <p:cNvGrpSpPr/>
          <p:nvPr/>
        </p:nvGrpSpPr>
        <p:grpSpPr>
          <a:xfrm>
            <a:off x="5092558" y="1687358"/>
            <a:ext cx="1380918" cy="622422"/>
            <a:chOff x="5616642" y="1930294"/>
            <a:chExt cx="1380918" cy="622422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26F67A7-8FAB-4314-9549-491346655994}"/>
                </a:ext>
              </a:extLst>
            </p:cNvPr>
            <p:cNvCxnSpPr>
              <a:cxnSpLocks/>
            </p:cNvCxnSpPr>
            <p:nvPr/>
          </p:nvCxnSpPr>
          <p:spPr>
            <a:xfrm>
              <a:off x="5616642" y="2544136"/>
              <a:ext cx="1380918" cy="22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6D4AD41-95C6-4EA0-AE07-34AE9FC8F293}"/>
                </a:ext>
              </a:extLst>
            </p:cNvPr>
            <p:cNvCxnSpPr>
              <a:cxnSpLocks/>
            </p:cNvCxnSpPr>
            <p:nvPr/>
          </p:nvCxnSpPr>
          <p:spPr>
            <a:xfrm>
              <a:off x="6040871" y="1930294"/>
              <a:ext cx="0" cy="6026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FE192EFC-4C0F-4ACC-AE1B-035538A68AD3}"/>
                </a:ext>
              </a:extLst>
            </p:cNvPr>
            <p:cNvCxnSpPr/>
            <p:nvPr/>
          </p:nvCxnSpPr>
          <p:spPr>
            <a:xfrm>
              <a:off x="6588224" y="1943676"/>
              <a:ext cx="0" cy="6026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6B1E5A5-C800-4AE9-86C2-54104440453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767325" y="197755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24" name="Equation" r:id="rId25" imgW="177480" imgH="190440" progId="Equation.DSMT4">
                    <p:embed/>
                  </p:oleObj>
                </mc:Choice>
                <mc:Fallback>
                  <p:oleObj name="Equation" r:id="rId25" imgW="177480" imgH="19044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E6B1E5A5-C800-4AE9-86C2-5410444045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767325" y="197755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82101AE0-8F4A-47C1-8802-7A09B917132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821363" y="2262188"/>
            <a:ext cx="114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25" name="Equation" r:id="rId27" imgW="114120" imgH="215640" progId="Equation.DSMT4">
                    <p:embed/>
                  </p:oleObj>
                </mc:Choice>
                <mc:Fallback>
                  <p:oleObj name="Equation" r:id="rId27" imgW="114120" imgH="21564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82101AE0-8F4A-47C1-8802-7A09B917132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821363" y="2262188"/>
                          <a:ext cx="1143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5B44E370-5937-4333-92F4-CCD6031313B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232674" y="1930294"/>
            <a:ext cx="165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26" name="Equation" r:id="rId29" imgW="164880" imgH="241200" progId="Equation.DSMT4">
                    <p:embed/>
                  </p:oleObj>
                </mc:Choice>
                <mc:Fallback>
                  <p:oleObj name="Equation" r:id="rId29" imgW="164880" imgH="2412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5B44E370-5937-4333-92F4-CCD6031313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6232674" y="1930294"/>
                          <a:ext cx="1651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E2110BCA-A1B3-4B39-953E-AC64B685964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723690" y="1959122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27" name="Equation" r:id="rId31" imgW="164880" imgH="228600" progId="Equation.DSMT4">
                    <p:embed/>
                  </p:oleObj>
                </mc:Choice>
                <mc:Fallback>
                  <p:oleObj name="Equation" r:id="rId31" imgW="164880" imgH="22860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E2110BCA-A1B3-4B39-953E-AC64B685964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6723690" y="1959122"/>
                          <a:ext cx="1651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7668A5F7-851F-479A-B3A3-3708ECE1442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146800" y="2260600"/>
            <a:ext cx="292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28" name="Equation" r:id="rId33" imgW="291960" imgH="228600" progId="Equation.DSMT4">
                    <p:embed/>
                  </p:oleObj>
                </mc:Choice>
                <mc:Fallback>
                  <p:oleObj name="Equation" r:id="rId33" imgW="291960" imgH="22860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7668A5F7-851F-479A-B3A3-3708ECE1442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6146800" y="2260600"/>
                          <a:ext cx="2921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B45BAF97-FF2F-442A-BE13-B8E9621803E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720280" y="2251380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29" name="Equation" r:id="rId35" imgW="114120" imgH="228600" progId="Equation.DSMT4">
                    <p:embed/>
                  </p:oleObj>
                </mc:Choice>
                <mc:Fallback>
                  <p:oleObj name="Equation" r:id="rId35" imgW="114120" imgH="22860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B45BAF97-FF2F-442A-BE13-B8E9621803E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6720280" y="2251380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BE8BB83-4428-4E91-AC2E-EC3816D210C5}"/>
                </a:ext>
              </a:extLst>
            </p:cNvPr>
            <p:cNvCxnSpPr>
              <a:cxnSpLocks/>
            </p:cNvCxnSpPr>
            <p:nvPr/>
          </p:nvCxnSpPr>
          <p:spPr>
            <a:xfrm>
              <a:off x="5621919" y="2226197"/>
              <a:ext cx="1364673" cy="84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D3C917A2-AE8E-4DAA-81E2-68B09F8B53C1}"/>
                </a:ext>
              </a:extLst>
            </p:cNvPr>
            <p:cNvCxnSpPr>
              <a:cxnSpLocks/>
            </p:cNvCxnSpPr>
            <p:nvPr/>
          </p:nvCxnSpPr>
          <p:spPr>
            <a:xfrm>
              <a:off x="5623128" y="1941398"/>
              <a:ext cx="1364673" cy="84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9BC096D-25FC-469E-9354-B50DDD47B889}"/>
                </a:ext>
              </a:extLst>
            </p:cNvPr>
            <p:cNvCxnSpPr/>
            <p:nvPr/>
          </p:nvCxnSpPr>
          <p:spPr>
            <a:xfrm>
              <a:off x="6986592" y="1950044"/>
              <a:ext cx="0" cy="6026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91ACC200-6BAF-46CD-BCAF-6CD07872DA10}"/>
                </a:ext>
              </a:extLst>
            </p:cNvPr>
            <p:cNvCxnSpPr/>
            <p:nvPr/>
          </p:nvCxnSpPr>
          <p:spPr>
            <a:xfrm>
              <a:off x="5619280" y="1930294"/>
              <a:ext cx="0" cy="6026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13982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07233">
            <a:extLst>
              <a:ext uri="{FF2B5EF4-FFF2-40B4-BE49-F238E27FC236}">
                <a16:creationId xmlns:a16="http://schemas.microsoft.com/office/drawing/2014/main" id="{E190AC77-E342-4B68-B72E-38DC3FEE0869}"/>
              </a:ext>
            </a:extLst>
          </p:cNvPr>
          <p:cNvSpPr txBox="1">
            <a:spLocks noChangeArrowheads="1"/>
          </p:cNvSpPr>
          <p:nvPr/>
        </p:nvSpPr>
        <p:spPr>
          <a:xfrm>
            <a:off x="696888" y="823714"/>
            <a:ext cx="7437322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设                        计算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E7661A6-83C7-4DE5-8A89-44E7DFCDB7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6535838"/>
              </p:ext>
            </p:extLst>
          </p:nvPr>
        </p:nvGraphicFramePr>
        <p:xfrm>
          <a:off x="1763688" y="411510"/>
          <a:ext cx="3506788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2" name="Equation" r:id="rId3" imgW="3504960" imgH="1320480" progId="Equation.DSMT4">
                  <p:embed/>
                </p:oleObj>
              </mc:Choice>
              <mc:Fallback>
                <p:oleObj name="Equation" r:id="rId3" imgW="3504960" imgH="1320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BF74C9A-4CE0-4F2C-A062-AD318462AB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11510"/>
                        <a:ext cx="3506788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7756726-FA3E-46C5-B986-0D035E2C45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013515"/>
              </p:ext>
            </p:extLst>
          </p:nvPr>
        </p:nvGraphicFramePr>
        <p:xfrm>
          <a:off x="6045978" y="773460"/>
          <a:ext cx="1676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3" name="Equation" r:id="rId5" imgW="1676160" imgH="596880" progId="Equation.DSMT4">
                  <p:embed/>
                </p:oleObj>
              </mc:Choice>
              <mc:Fallback>
                <p:oleObj name="Equation" r:id="rId5" imgW="1676160" imgH="596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4F70942-F243-474C-B1EF-1C8E3C275E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45978" y="773460"/>
                        <a:ext cx="1676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D951BEA-8EF5-4127-BAC7-01DBE7130BB4}"/>
              </a:ext>
            </a:extLst>
          </p:cNvPr>
          <p:cNvSpPr/>
          <p:nvPr/>
        </p:nvSpPr>
        <p:spPr>
          <a:xfrm>
            <a:off x="717386" y="236170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0BAFE23-E50B-432A-BE9A-7476B39DFF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0190816"/>
              </p:ext>
            </p:extLst>
          </p:nvPr>
        </p:nvGraphicFramePr>
        <p:xfrm>
          <a:off x="1365458" y="2361704"/>
          <a:ext cx="1803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4" name="Equation" r:id="rId7" imgW="1803240" imgH="596880" progId="Equation.DSMT4">
                  <p:embed/>
                </p:oleObj>
              </mc:Choice>
              <mc:Fallback>
                <p:oleObj name="Equation" r:id="rId7" imgW="1803240" imgH="596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A5AF9F9-A4BB-4F45-9D74-8FD9230A5E3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458" y="2361704"/>
                        <a:ext cx="1803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014973C-DA61-46F3-9A00-62500EFFEE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6309443"/>
              </p:ext>
            </p:extLst>
          </p:nvPr>
        </p:nvGraphicFramePr>
        <p:xfrm>
          <a:off x="3322884" y="2340994"/>
          <a:ext cx="13858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5" name="Equation" r:id="rId9" imgW="1384200" imgH="596880" progId="Equation.DSMT4">
                  <p:embed/>
                </p:oleObj>
              </mc:Choice>
              <mc:Fallback>
                <p:oleObj name="Equation" r:id="rId9" imgW="1384200" imgH="596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6D54068-6139-4EAE-B9FE-E72D801DB37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884" y="2340994"/>
                        <a:ext cx="1385888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F8A13E5-3AEE-4249-9D63-0E76D68F74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313620"/>
              </p:ext>
            </p:extLst>
          </p:nvPr>
        </p:nvGraphicFramePr>
        <p:xfrm>
          <a:off x="2622758" y="1985881"/>
          <a:ext cx="1092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6" name="Equation" r:id="rId11" imgW="1091880" imgH="304560" progId="Equation.DSMT4">
                  <p:embed/>
                </p:oleObj>
              </mc:Choice>
              <mc:Fallback>
                <p:oleObj name="Equation" r:id="rId11" imgW="1091880" imgH="304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80EE7B2-348E-44D7-88D2-998D51A211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22758" y="1985881"/>
                        <a:ext cx="10922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57F9666-E031-4962-AB39-2009E4E424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8476281"/>
              </p:ext>
            </p:extLst>
          </p:nvPr>
        </p:nvGraphicFramePr>
        <p:xfrm>
          <a:off x="4792870" y="2291854"/>
          <a:ext cx="2857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7" name="Equation" r:id="rId13" imgW="2857320" imgH="736560" progId="Equation.DSMT4">
                  <p:embed/>
                </p:oleObj>
              </mc:Choice>
              <mc:Fallback>
                <p:oleObj name="Equation" r:id="rId13" imgW="285732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37FE413-C663-4D61-B2E9-AD9219A7CD8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870" y="2291854"/>
                        <a:ext cx="28575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760F395-695D-4D16-9A2E-0E1C249088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714839"/>
              </p:ext>
            </p:extLst>
          </p:nvPr>
        </p:nvGraphicFramePr>
        <p:xfrm>
          <a:off x="3322994" y="3153852"/>
          <a:ext cx="2374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8" name="Equation" r:id="rId15" imgW="2374560" imgH="723600" progId="Equation.DSMT4">
                  <p:embed/>
                </p:oleObj>
              </mc:Choice>
              <mc:Fallback>
                <p:oleObj name="Equation" r:id="rId15" imgW="237456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043D735-7426-4AD5-906A-9BFC1E81D2B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994" y="3153852"/>
                        <a:ext cx="2374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5037B20-76EC-4F89-9C1A-9217640BA9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7251020"/>
              </p:ext>
            </p:extLst>
          </p:nvPr>
        </p:nvGraphicFramePr>
        <p:xfrm>
          <a:off x="5673486" y="3140578"/>
          <a:ext cx="2311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9" name="Equation" r:id="rId17" imgW="2311200" imgH="723600" progId="Equation.DSMT4">
                  <p:embed/>
                </p:oleObj>
              </mc:Choice>
              <mc:Fallback>
                <p:oleObj name="Equation" r:id="rId17" imgW="2311200" imgH="723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01B372C-DDDC-408C-973C-665ADB4A2AF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486" y="3140578"/>
                        <a:ext cx="2311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931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71" name="组合 1">
            <a:extLst>
              <a:ext uri="{FF2B5EF4-FFF2-40B4-BE49-F238E27FC236}">
                <a16:creationId xmlns:a16="http://schemas.microsoft.com/office/drawing/2014/main" id="{3A70EA18-AA25-4A47-BA4E-AC28B487C9CA}"/>
              </a:ext>
            </a:extLst>
          </p:cNvPr>
          <p:cNvGrpSpPr>
            <a:grpSpLocks/>
          </p:cNvGrpSpPr>
          <p:nvPr/>
        </p:nvGrpSpPr>
        <p:grpSpPr bwMode="auto">
          <a:xfrm>
            <a:off x="1043608" y="509497"/>
            <a:ext cx="4781574" cy="461665"/>
            <a:chOff x="511725" y="215968"/>
            <a:chExt cx="6375340" cy="615720"/>
          </a:xfrm>
        </p:grpSpPr>
        <p:graphicFrame>
          <p:nvGraphicFramePr>
            <p:cNvPr id="15373" name="Object 12">
              <a:extLst>
                <a:ext uri="{FF2B5EF4-FFF2-40B4-BE49-F238E27FC236}">
                  <a16:creationId xmlns:a16="http://schemas.microsoft.com/office/drawing/2014/main" id="{2B408EB0-0934-4EF9-8AFF-054D73791C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4975519"/>
                </p:ext>
              </p:extLst>
            </p:nvPr>
          </p:nvGraphicFramePr>
          <p:xfrm>
            <a:off x="1570182" y="305754"/>
            <a:ext cx="5316883" cy="5079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728" name="Equation" r:id="rId3" imgW="3987720" imgH="380880" progId="Equation.DSMT4">
                    <p:embed/>
                  </p:oleObj>
                </mc:Choice>
                <mc:Fallback>
                  <p:oleObj name="Equation" r:id="rId3" imgW="3987720" imgH="380880" progId="Equation.DSMT4">
                    <p:embed/>
                    <p:pic>
                      <p:nvPicPr>
                        <p:cNvPr id="15373" name="Object 12">
                          <a:extLst>
                            <a:ext uri="{FF2B5EF4-FFF2-40B4-BE49-F238E27FC236}">
                              <a16:creationId xmlns:a16="http://schemas.microsoft.com/office/drawing/2014/main" id="{2B408EB0-0934-4EF9-8AFF-054D73791C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0182" y="305754"/>
                          <a:ext cx="5316883" cy="5079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6" name="Text Box 8">
              <a:extLst>
                <a:ext uri="{FF2B5EF4-FFF2-40B4-BE49-F238E27FC236}">
                  <a16:creationId xmlns:a16="http://schemas.microsoft.com/office/drawing/2014/main" id="{FDA56C28-CF38-4BA4-B821-C8DD44B3B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725" y="215968"/>
              <a:ext cx="1162050" cy="615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定理</a:t>
              </a:r>
              <a:endPara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10E2C2B4-F9C0-4551-8B49-815AB058FF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857253"/>
              </p:ext>
            </p:extLst>
          </p:nvPr>
        </p:nvGraphicFramePr>
        <p:xfrm>
          <a:off x="1640722" y="1347614"/>
          <a:ext cx="438120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729" name="Equation" r:id="rId5" imgW="4381200" imgH="596880" progId="Equation.DSMT4">
                  <p:embed/>
                </p:oleObj>
              </mc:Choice>
              <mc:Fallback>
                <p:oleObj name="Equation" r:id="rId5" imgW="4381200" imgH="59688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10E2C2B4-F9C0-4551-8B49-815AB058FF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0722" y="1347614"/>
                        <a:ext cx="4381200" cy="59688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">
            <a:extLst>
              <a:ext uri="{FF2B5EF4-FFF2-40B4-BE49-F238E27FC236}">
                <a16:creationId xmlns:a16="http://schemas.microsoft.com/office/drawing/2014/main" id="{C9FF7578-5B43-429B-A9D9-4815C90AF9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663557"/>
              </p:ext>
            </p:extLst>
          </p:nvPr>
        </p:nvGraphicFramePr>
        <p:xfrm>
          <a:off x="1348322" y="2517775"/>
          <a:ext cx="46736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730" name="Equation" r:id="rId7" imgW="4673520" imgH="1117440" progId="Equation.DSMT4">
                  <p:embed/>
                </p:oleObj>
              </mc:Choice>
              <mc:Fallback>
                <p:oleObj name="Equation" r:id="rId7" imgW="4673520" imgH="1117440" progId="Equation.DSMT4">
                  <p:embed/>
                  <p:pic>
                    <p:nvPicPr>
                      <p:cNvPr id="22" name="Object 3">
                        <a:extLst>
                          <a:ext uri="{FF2B5EF4-FFF2-40B4-BE49-F238E27FC236}">
                            <a16:creationId xmlns:a16="http://schemas.microsoft.com/office/drawing/2014/main" id="{C9FF7578-5B43-429B-A9D9-4815C90AF9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322" y="2517775"/>
                        <a:ext cx="4673600" cy="1117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箭头: 五边形 2">
            <a:extLst>
              <a:ext uri="{FF2B5EF4-FFF2-40B4-BE49-F238E27FC236}">
                <a16:creationId xmlns:a16="http://schemas.microsoft.com/office/drawing/2014/main" id="{30A7D627-FCBF-411D-82D4-157979026534}"/>
              </a:ext>
            </a:extLst>
          </p:cNvPr>
          <p:cNvSpPr/>
          <p:nvPr/>
        </p:nvSpPr>
        <p:spPr>
          <a:xfrm flipH="1">
            <a:off x="6372200" y="2154803"/>
            <a:ext cx="1440160" cy="358164"/>
          </a:xfrm>
          <a:prstGeom prst="homePlate">
            <a:avLst>
              <a:gd name="adj" fmla="val 60727"/>
            </a:avLst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重要结论</a:t>
            </a:r>
          </a:p>
        </p:txBody>
      </p:sp>
    </p:spTree>
    <p:extLst>
      <p:ext uri="{BB962C8B-B14F-4D97-AF65-F5344CB8AC3E}">
        <p14:creationId xmlns:p14="http://schemas.microsoft.com/office/powerpoint/2010/main" val="3122781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5">
            <a:extLst>
              <a:ext uri="{FF2B5EF4-FFF2-40B4-BE49-F238E27FC236}">
                <a16:creationId xmlns:a16="http://schemas.microsoft.com/office/drawing/2014/main" id="{70B22007-327F-47E0-9090-0D29AE5961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484620"/>
              </p:ext>
            </p:extLst>
          </p:nvPr>
        </p:nvGraphicFramePr>
        <p:xfrm>
          <a:off x="1708200" y="267494"/>
          <a:ext cx="572760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45" name="Equation" r:id="rId3" imgW="5727600" imgH="596880" progId="Equation.DSMT4">
                  <p:embed/>
                </p:oleObj>
              </mc:Choice>
              <mc:Fallback>
                <p:oleObj name="Equation" r:id="rId3" imgW="5727600" imgH="596880" progId="Equation.DSMT4">
                  <p:embed/>
                  <p:pic>
                    <p:nvPicPr>
                      <p:cNvPr id="18447" name="Object 15">
                        <a:extLst>
                          <a:ext uri="{FF2B5EF4-FFF2-40B4-BE49-F238E27FC236}">
                            <a16:creationId xmlns:a16="http://schemas.microsoft.com/office/drawing/2014/main" id="{776ABEEA-2971-4AE0-9268-76EB8A0C31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200" y="267494"/>
                        <a:ext cx="572760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6">
            <a:extLst>
              <a:ext uri="{FF2B5EF4-FFF2-40B4-BE49-F238E27FC236}">
                <a16:creationId xmlns:a16="http://schemas.microsoft.com/office/drawing/2014/main" id="{49CC339A-94A4-4BCD-87D2-A2539986FF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480946"/>
              </p:ext>
            </p:extLst>
          </p:nvPr>
        </p:nvGraphicFramePr>
        <p:xfrm>
          <a:off x="1057895" y="1057979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46" name="Equation" r:id="rId5" imgW="1206360" imgH="342720" progId="Equation.DSMT4">
                  <p:embed/>
                </p:oleObj>
              </mc:Choice>
              <mc:Fallback>
                <p:oleObj name="Equation" r:id="rId5" imgW="1206360" imgH="342720" progId="Equation.DSMT4">
                  <p:embed/>
                  <p:pic>
                    <p:nvPicPr>
                      <p:cNvPr id="18448" name="Object 16">
                        <a:extLst>
                          <a:ext uri="{FF2B5EF4-FFF2-40B4-BE49-F238E27FC236}">
                            <a16:creationId xmlns:a16="http://schemas.microsoft.com/office/drawing/2014/main" id="{D3113BA2-988C-4742-993E-5B65009044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895" y="1057979"/>
                        <a:ext cx="1206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7">
            <a:extLst>
              <a:ext uri="{FF2B5EF4-FFF2-40B4-BE49-F238E27FC236}">
                <a16:creationId xmlns:a16="http://schemas.microsoft.com/office/drawing/2014/main" id="{ADA14331-2193-4347-857A-05707C3842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593778"/>
              </p:ext>
            </p:extLst>
          </p:nvPr>
        </p:nvGraphicFramePr>
        <p:xfrm>
          <a:off x="1911484" y="1893767"/>
          <a:ext cx="347976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47" name="Equation" r:id="rId7" imgW="3479760" imgH="596880" progId="Equation.DSMT4">
                  <p:embed/>
                </p:oleObj>
              </mc:Choice>
              <mc:Fallback>
                <p:oleObj name="Equation" r:id="rId7" imgW="3479760" imgH="596880" progId="Equation.DSMT4">
                  <p:embed/>
                  <p:pic>
                    <p:nvPicPr>
                      <p:cNvPr id="18449" name="Object 17">
                        <a:extLst>
                          <a:ext uri="{FF2B5EF4-FFF2-40B4-BE49-F238E27FC236}">
                            <a16:creationId xmlns:a16="http://schemas.microsoft.com/office/drawing/2014/main" id="{50D7AD6B-9EAF-4EA9-8F3E-4AF2143F7C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484" y="1893767"/>
                        <a:ext cx="347976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9">
            <a:extLst>
              <a:ext uri="{FF2B5EF4-FFF2-40B4-BE49-F238E27FC236}">
                <a16:creationId xmlns:a16="http://schemas.microsoft.com/office/drawing/2014/main" id="{CCDCA39A-6BFB-4AFD-AA62-827E6EAAA9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479404"/>
              </p:ext>
            </p:extLst>
          </p:nvPr>
        </p:nvGraphicFramePr>
        <p:xfrm>
          <a:off x="5538652" y="1893767"/>
          <a:ext cx="209520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48" name="Equation" r:id="rId9" imgW="2095200" imgH="596880" progId="Equation.DSMT4">
                  <p:embed/>
                </p:oleObj>
              </mc:Choice>
              <mc:Fallback>
                <p:oleObj name="Equation" r:id="rId9" imgW="2095200" imgH="596880" progId="Equation.DSMT4">
                  <p:embed/>
                  <p:pic>
                    <p:nvPicPr>
                      <p:cNvPr id="18451" name="Object 19">
                        <a:extLst>
                          <a:ext uri="{FF2B5EF4-FFF2-40B4-BE49-F238E27FC236}">
                            <a16:creationId xmlns:a16="http://schemas.microsoft.com/office/drawing/2014/main" id="{BBE4B893-AF49-4CC6-B77E-E466CC6AE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652" y="1893767"/>
                        <a:ext cx="209520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0">
            <a:extLst>
              <a:ext uri="{FF2B5EF4-FFF2-40B4-BE49-F238E27FC236}">
                <a16:creationId xmlns:a16="http://schemas.microsoft.com/office/drawing/2014/main" id="{FEF641CC-FC06-4A33-9BCD-5A3DE30E5F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008340"/>
              </p:ext>
            </p:extLst>
          </p:nvPr>
        </p:nvGraphicFramePr>
        <p:xfrm>
          <a:off x="963526" y="3406850"/>
          <a:ext cx="7708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49" name="Equation" r:id="rId11" imgW="7708680" imgH="596880" progId="Equation.DSMT4">
                  <p:embed/>
                </p:oleObj>
              </mc:Choice>
              <mc:Fallback>
                <p:oleObj name="Equation" r:id="rId11" imgW="7708680" imgH="596880" progId="Equation.DSMT4">
                  <p:embed/>
                  <p:pic>
                    <p:nvPicPr>
                      <p:cNvPr id="18452" name="Object 20">
                        <a:extLst>
                          <a:ext uri="{FF2B5EF4-FFF2-40B4-BE49-F238E27FC236}">
                            <a16:creationId xmlns:a16="http://schemas.microsoft.com/office/drawing/2014/main" id="{52CDDB0B-D3EC-4389-A488-16F1076FEF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526" y="3406850"/>
                        <a:ext cx="7708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1">
            <a:extLst>
              <a:ext uri="{FF2B5EF4-FFF2-40B4-BE49-F238E27FC236}">
                <a16:creationId xmlns:a16="http://schemas.microsoft.com/office/drawing/2014/main" id="{80646149-CAF5-4C76-90E6-638EF6CD99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130666"/>
              </p:ext>
            </p:extLst>
          </p:nvPr>
        </p:nvGraphicFramePr>
        <p:xfrm>
          <a:off x="403098" y="2913406"/>
          <a:ext cx="647640" cy="33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50" name="Equation" r:id="rId13" imgW="647640" imgH="330120" progId="Equation.DSMT4">
                  <p:embed/>
                </p:oleObj>
              </mc:Choice>
              <mc:Fallback>
                <p:oleObj name="Equation" r:id="rId13" imgW="647640" imgH="330120" progId="Equation.DSMT4">
                  <p:embed/>
                  <p:pic>
                    <p:nvPicPr>
                      <p:cNvPr id="18453" name="Object 21">
                        <a:extLst>
                          <a:ext uri="{FF2B5EF4-FFF2-40B4-BE49-F238E27FC236}">
                            <a16:creationId xmlns:a16="http://schemas.microsoft.com/office/drawing/2014/main" id="{F4657CB5-742D-48A9-9A0B-810F6A0212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98" y="2913406"/>
                        <a:ext cx="647640" cy="33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>
            <a:extLst>
              <a:ext uri="{FF2B5EF4-FFF2-40B4-BE49-F238E27FC236}">
                <a16:creationId xmlns:a16="http://schemas.microsoft.com/office/drawing/2014/main" id="{4507A16E-C620-4A8C-9032-CFC0278A6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79913"/>
              </p:ext>
            </p:extLst>
          </p:nvPr>
        </p:nvGraphicFramePr>
        <p:xfrm>
          <a:off x="5008098" y="1104005"/>
          <a:ext cx="209520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51" name="Equation" r:id="rId15" imgW="2095200" imgH="380880" progId="Equation.DSMT4">
                  <p:embed/>
                </p:oleObj>
              </mc:Choice>
              <mc:Fallback>
                <p:oleObj name="Equation" r:id="rId15" imgW="2095200" imgH="380880" progId="Equation.DSMT4">
                  <p:embed/>
                  <p:pic>
                    <p:nvPicPr>
                      <p:cNvPr id="18454" name="Object 22">
                        <a:extLst>
                          <a:ext uri="{FF2B5EF4-FFF2-40B4-BE49-F238E27FC236}">
                            <a16:creationId xmlns:a16="http://schemas.microsoft.com/office/drawing/2014/main" id="{000B3181-3CD7-4B0A-896F-B749014FE5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098" y="1104005"/>
                        <a:ext cx="209520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AAF313E8-E11F-4A04-A26D-4839EECD4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958"/>
              </p:ext>
            </p:extLst>
          </p:nvPr>
        </p:nvGraphicFramePr>
        <p:xfrm>
          <a:off x="2375164" y="1076003"/>
          <a:ext cx="255240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52" name="Equation" r:id="rId17" imgW="2552400" imgH="380880" progId="Equation.DSMT4">
                  <p:embed/>
                </p:oleObj>
              </mc:Choice>
              <mc:Fallback>
                <p:oleObj name="Equation" r:id="rId17" imgW="2552400" imgH="380880" progId="Equation.DSMT4">
                  <p:embed/>
                  <p:pic>
                    <p:nvPicPr>
                      <p:cNvPr id="18455" name="Object 23">
                        <a:extLst>
                          <a:ext uri="{FF2B5EF4-FFF2-40B4-BE49-F238E27FC236}">
                            <a16:creationId xmlns:a16="http://schemas.microsoft.com/office/drawing/2014/main" id="{F34F070A-7D26-4672-9D3F-66B91A762D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164" y="1076003"/>
                        <a:ext cx="255240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>
            <a:extLst>
              <a:ext uri="{FF2B5EF4-FFF2-40B4-BE49-F238E27FC236}">
                <a16:creationId xmlns:a16="http://schemas.microsoft.com/office/drawing/2014/main" id="{C5C99401-3D7E-49E5-A8A2-8EF848873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526" y="309663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E2A0DDF-BAC5-45F1-8B24-7092BB6D9F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984095"/>
              </p:ext>
            </p:extLst>
          </p:nvPr>
        </p:nvGraphicFramePr>
        <p:xfrm>
          <a:off x="7113673" y="1076003"/>
          <a:ext cx="31716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53" name="Equation" r:id="rId19" imgW="317160" imgH="342720" progId="Equation.DSMT4">
                  <p:embed/>
                </p:oleObj>
              </mc:Choice>
              <mc:Fallback>
                <p:oleObj name="Equation" r:id="rId19" imgW="317160" imgH="3427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7F71FEA-5C9B-4627-AB79-F73D8CD21B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13673" y="1076003"/>
                        <a:ext cx="317160" cy="342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0">
            <a:extLst>
              <a:ext uri="{FF2B5EF4-FFF2-40B4-BE49-F238E27FC236}">
                <a16:creationId xmlns:a16="http://schemas.microsoft.com/office/drawing/2014/main" id="{53B7EBE8-7520-47F4-A9C6-137AB11191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334688"/>
              </p:ext>
            </p:extLst>
          </p:nvPr>
        </p:nvGraphicFramePr>
        <p:xfrm>
          <a:off x="1619672" y="1131590"/>
          <a:ext cx="438120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4" name="Equation" r:id="rId3" imgW="4381200" imgH="596880" progId="Equation.DSMT4">
                  <p:embed/>
                </p:oleObj>
              </mc:Choice>
              <mc:Fallback>
                <p:oleObj name="Equation" r:id="rId3" imgW="4381200" imgH="59688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10E2C2B4-F9C0-4551-8B49-815AB058FF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131590"/>
                        <a:ext cx="438120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C5467B7-883C-40E4-BA6F-4F83ABC45B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385638"/>
              </p:ext>
            </p:extLst>
          </p:nvPr>
        </p:nvGraphicFramePr>
        <p:xfrm>
          <a:off x="3059832" y="2297637"/>
          <a:ext cx="46736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5" name="Equation" r:id="rId5" imgW="4673520" imgH="1117440" progId="Equation.DSMT4">
                  <p:embed/>
                </p:oleObj>
              </mc:Choice>
              <mc:Fallback>
                <p:oleObj name="Equation" r:id="rId5" imgW="4673520" imgH="1117440" progId="Equation.DSMT4">
                  <p:embed/>
                  <p:pic>
                    <p:nvPicPr>
                      <p:cNvPr id="22" name="Object 3">
                        <a:extLst>
                          <a:ext uri="{FF2B5EF4-FFF2-40B4-BE49-F238E27FC236}">
                            <a16:creationId xmlns:a16="http://schemas.microsoft.com/office/drawing/2014/main" id="{C9FF7578-5B43-429B-A9D9-4815C90AF9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2297637"/>
                        <a:ext cx="46736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1">
            <a:extLst>
              <a:ext uri="{FF2B5EF4-FFF2-40B4-BE49-F238E27FC236}">
                <a16:creationId xmlns:a16="http://schemas.microsoft.com/office/drawing/2014/main" id="{A2ADE5C5-6511-4204-9578-9CF6B7ADCF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18308"/>
              </p:ext>
            </p:extLst>
          </p:nvPr>
        </p:nvGraphicFramePr>
        <p:xfrm>
          <a:off x="998538" y="555625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6" name="Equation" r:id="rId7" imgW="304560" imgH="330120" progId="Equation.DSMT4">
                  <p:embed/>
                </p:oleObj>
              </mc:Choice>
              <mc:Fallback>
                <p:oleObj name="Equation" r:id="rId7" imgW="304560" imgH="330120" progId="Equation.DSMT4">
                  <p:embed/>
                  <p:pic>
                    <p:nvPicPr>
                      <p:cNvPr id="7" name="Object 21">
                        <a:extLst>
                          <a:ext uri="{FF2B5EF4-FFF2-40B4-BE49-F238E27FC236}">
                            <a16:creationId xmlns:a16="http://schemas.microsoft.com/office/drawing/2014/main" id="{80646149-CAF5-4C76-90E6-638EF6CD9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38" y="555625"/>
                        <a:ext cx="304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6557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354F3F7-BE63-4DD0-80FD-DA08E8B871A6}"/>
              </a:ext>
            </a:extLst>
          </p:cNvPr>
          <p:cNvSpPr/>
          <p:nvPr/>
        </p:nvSpPr>
        <p:spPr>
          <a:xfrm>
            <a:off x="5902477" y="1428213"/>
            <a:ext cx="1739900" cy="1430867"/>
          </a:xfrm>
          <a:custGeom>
            <a:avLst/>
            <a:gdLst>
              <a:gd name="connsiteX0" fmla="*/ 4234 w 1739900"/>
              <a:gd name="connsiteY0" fmla="*/ 719667 h 1430867"/>
              <a:gd name="connsiteX1" fmla="*/ 0 w 1739900"/>
              <a:gd name="connsiteY1" fmla="*/ 1413934 h 1430867"/>
              <a:gd name="connsiteX2" fmla="*/ 76200 w 1739900"/>
              <a:gd name="connsiteY2" fmla="*/ 1430867 h 1430867"/>
              <a:gd name="connsiteX3" fmla="*/ 114300 w 1739900"/>
              <a:gd name="connsiteY3" fmla="*/ 1422400 h 1430867"/>
              <a:gd name="connsiteX4" fmla="*/ 177800 w 1739900"/>
              <a:gd name="connsiteY4" fmla="*/ 1430867 h 1430867"/>
              <a:gd name="connsiteX5" fmla="*/ 241300 w 1739900"/>
              <a:gd name="connsiteY5" fmla="*/ 1401234 h 1430867"/>
              <a:gd name="connsiteX6" fmla="*/ 347134 w 1739900"/>
              <a:gd name="connsiteY6" fmla="*/ 1358900 h 1430867"/>
              <a:gd name="connsiteX7" fmla="*/ 402167 w 1739900"/>
              <a:gd name="connsiteY7" fmla="*/ 1325034 h 1430867"/>
              <a:gd name="connsiteX8" fmla="*/ 482600 w 1739900"/>
              <a:gd name="connsiteY8" fmla="*/ 1240367 h 1430867"/>
              <a:gd name="connsiteX9" fmla="*/ 567267 w 1739900"/>
              <a:gd name="connsiteY9" fmla="*/ 1159934 h 1430867"/>
              <a:gd name="connsiteX10" fmla="*/ 905934 w 1739900"/>
              <a:gd name="connsiteY10" fmla="*/ 715434 h 1430867"/>
              <a:gd name="connsiteX11" fmla="*/ 1134534 w 1739900"/>
              <a:gd name="connsiteY11" fmla="*/ 393700 h 1430867"/>
              <a:gd name="connsiteX12" fmla="*/ 1312334 w 1739900"/>
              <a:gd name="connsiteY12" fmla="*/ 194734 h 1430867"/>
              <a:gd name="connsiteX13" fmla="*/ 1418167 w 1739900"/>
              <a:gd name="connsiteY13" fmla="*/ 97367 h 1430867"/>
              <a:gd name="connsiteX14" fmla="*/ 1557867 w 1739900"/>
              <a:gd name="connsiteY14" fmla="*/ 12700 h 1430867"/>
              <a:gd name="connsiteX15" fmla="*/ 1714500 w 1739900"/>
              <a:gd name="connsiteY15" fmla="*/ 0 h 1430867"/>
              <a:gd name="connsiteX16" fmla="*/ 1735667 w 1739900"/>
              <a:gd name="connsiteY16" fmla="*/ 0 h 1430867"/>
              <a:gd name="connsiteX17" fmla="*/ 1739900 w 1739900"/>
              <a:gd name="connsiteY17" fmla="*/ 702734 h 1430867"/>
              <a:gd name="connsiteX18" fmla="*/ 4234 w 1739900"/>
              <a:gd name="connsiteY18" fmla="*/ 719667 h 143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39900" h="1430867">
                <a:moveTo>
                  <a:pt x="4234" y="719667"/>
                </a:moveTo>
                <a:cubicBezTo>
                  <a:pt x="2823" y="951089"/>
                  <a:pt x="1411" y="1182512"/>
                  <a:pt x="0" y="1413934"/>
                </a:cubicBezTo>
                <a:lnTo>
                  <a:pt x="76200" y="1430867"/>
                </a:lnTo>
                <a:lnTo>
                  <a:pt x="114300" y="1422400"/>
                </a:lnTo>
                <a:lnTo>
                  <a:pt x="177800" y="1430867"/>
                </a:lnTo>
                <a:lnTo>
                  <a:pt x="241300" y="1401234"/>
                </a:lnTo>
                <a:lnTo>
                  <a:pt x="347134" y="1358900"/>
                </a:lnTo>
                <a:lnTo>
                  <a:pt x="402167" y="1325034"/>
                </a:lnTo>
                <a:lnTo>
                  <a:pt x="482600" y="1240367"/>
                </a:lnTo>
                <a:lnTo>
                  <a:pt x="567267" y="1159934"/>
                </a:lnTo>
                <a:lnTo>
                  <a:pt x="905934" y="715434"/>
                </a:lnTo>
                <a:lnTo>
                  <a:pt x="1134534" y="393700"/>
                </a:lnTo>
                <a:lnTo>
                  <a:pt x="1312334" y="194734"/>
                </a:lnTo>
                <a:lnTo>
                  <a:pt x="1418167" y="97367"/>
                </a:lnTo>
                <a:lnTo>
                  <a:pt x="1557867" y="12700"/>
                </a:lnTo>
                <a:lnTo>
                  <a:pt x="1714500" y="0"/>
                </a:lnTo>
                <a:lnTo>
                  <a:pt x="1735667" y="0"/>
                </a:lnTo>
                <a:lnTo>
                  <a:pt x="1739900" y="702734"/>
                </a:lnTo>
                <a:lnTo>
                  <a:pt x="4234" y="719667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5DF9561F-0673-4C0B-9608-48C6FB0AA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387" y="329818"/>
            <a:ext cx="1800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rgbClr val="0064FF"/>
                </a:solidFill>
                <a:latin typeface="+mn-ea"/>
                <a:ea typeface="+mn-ea"/>
              </a:rPr>
              <a:t>几何解释：</a:t>
            </a:r>
            <a:endParaRPr lang="en-US" altLang="zh-CN" sz="22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16" name="Line 24">
            <a:extLst>
              <a:ext uri="{FF2B5EF4-FFF2-40B4-BE49-F238E27FC236}">
                <a16:creationId xmlns:a16="http://schemas.microsoft.com/office/drawing/2014/main" id="{E1A2D8D4-F240-4A1E-9CB0-00B057CD9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8077" y="2159513"/>
            <a:ext cx="0" cy="68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47566D6B-72B8-4989-A135-DB0BC5F413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43970" y="1457323"/>
            <a:ext cx="0" cy="68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7FB1EE3-9C5E-4E7E-BBD0-C1DC393AEB2E}"/>
              </a:ext>
            </a:extLst>
          </p:cNvPr>
          <p:cNvGrpSpPr/>
          <p:nvPr/>
        </p:nvGrpSpPr>
        <p:grpSpPr>
          <a:xfrm>
            <a:off x="5335673" y="1137982"/>
            <a:ext cx="3183034" cy="1780985"/>
            <a:chOff x="5266603" y="2377175"/>
            <a:chExt cx="3183034" cy="1780985"/>
          </a:xfrm>
        </p:grpSpPr>
        <p:sp>
          <p:nvSpPr>
            <p:cNvPr id="14" name="Line 22">
              <a:extLst>
                <a:ext uri="{FF2B5EF4-FFF2-40B4-BE49-F238E27FC236}">
                  <a16:creationId xmlns:a16="http://schemas.microsoft.com/office/drawing/2014/main" id="{8B2F0142-18ED-49CF-A072-A0E157B64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66603" y="3376815"/>
              <a:ext cx="3183034" cy="61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3">
              <a:extLst>
                <a:ext uri="{FF2B5EF4-FFF2-40B4-BE49-F238E27FC236}">
                  <a16:creationId xmlns:a16="http://schemas.microsoft.com/office/drawing/2014/main" id="{0E613BC1-D1E2-483E-A277-60F4EAD5C6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739324" y="2457213"/>
              <a:ext cx="992" cy="17009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" name="Object 26">
              <a:extLst>
                <a:ext uri="{FF2B5EF4-FFF2-40B4-BE49-F238E27FC236}">
                  <a16:creationId xmlns:a16="http://schemas.microsoft.com/office/drawing/2014/main" id="{9081BB4A-2873-4C91-A5F5-6AB0716607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3464094"/>
                </p:ext>
              </p:extLst>
            </p:nvPr>
          </p:nvGraphicFramePr>
          <p:xfrm>
            <a:off x="6739820" y="3402699"/>
            <a:ext cx="1648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78" name="Equation" r:id="rId4" imgW="164880" imgH="190440" progId="Equation.DSMT4">
                    <p:embed/>
                  </p:oleObj>
                </mc:Choice>
                <mc:Fallback>
                  <p:oleObj name="Equation" r:id="rId4" imgW="164880" imgH="190440" progId="Equation.DSMT4">
                    <p:embed/>
                    <p:pic>
                      <p:nvPicPr>
                        <p:cNvPr id="18" name="Object 26">
                          <a:extLst>
                            <a:ext uri="{FF2B5EF4-FFF2-40B4-BE49-F238E27FC236}">
                              <a16:creationId xmlns:a16="http://schemas.microsoft.com/office/drawing/2014/main" id="{9081BB4A-2873-4C91-A5F5-6AB0716607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9820" y="3402699"/>
                          <a:ext cx="164880" cy="19044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7">
              <a:extLst>
                <a:ext uri="{FF2B5EF4-FFF2-40B4-BE49-F238E27FC236}">
                  <a16:creationId xmlns:a16="http://schemas.microsoft.com/office/drawing/2014/main" id="{1888B043-D88E-4EF8-8B24-9A432675A3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7088665"/>
                </p:ext>
              </p:extLst>
            </p:nvPr>
          </p:nvGraphicFramePr>
          <p:xfrm>
            <a:off x="8251699" y="3407512"/>
            <a:ext cx="1774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79" name="Equation" r:id="rId6" imgW="177480" imgH="190440" progId="Equation.DSMT4">
                    <p:embed/>
                  </p:oleObj>
                </mc:Choice>
                <mc:Fallback>
                  <p:oleObj name="Equation" r:id="rId6" imgW="177480" imgH="190440" progId="Equation.DSMT4">
                    <p:embed/>
                    <p:pic>
                      <p:nvPicPr>
                        <p:cNvPr id="19" name="Object 27">
                          <a:extLst>
                            <a:ext uri="{FF2B5EF4-FFF2-40B4-BE49-F238E27FC236}">
                              <a16:creationId xmlns:a16="http://schemas.microsoft.com/office/drawing/2014/main" id="{1888B043-D88E-4EF8-8B24-9A432675A3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51699" y="3407512"/>
                          <a:ext cx="177480" cy="19044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8">
              <a:extLst>
                <a:ext uri="{FF2B5EF4-FFF2-40B4-BE49-F238E27FC236}">
                  <a16:creationId xmlns:a16="http://schemas.microsoft.com/office/drawing/2014/main" id="{1091F405-0182-4410-8276-76C5654973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5484424"/>
                </p:ext>
              </p:extLst>
            </p:nvPr>
          </p:nvGraphicFramePr>
          <p:xfrm>
            <a:off x="6796401" y="2377175"/>
            <a:ext cx="223871" cy="2609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80" name="Equation" r:id="rId8" imgW="139680" imgH="164880" progId="Equation.DSMT4">
                    <p:embed/>
                  </p:oleObj>
                </mc:Choice>
                <mc:Fallback>
                  <p:oleObj name="Equation" r:id="rId8" imgW="139680" imgH="164880" progId="Equation.DSMT4">
                    <p:embed/>
                    <p:pic>
                      <p:nvPicPr>
                        <p:cNvPr id="20" name="Object 28">
                          <a:extLst>
                            <a:ext uri="{FF2B5EF4-FFF2-40B4-BE49-F238E27FC236}">
                              <a16:creationId xmlns:a16="http://schemas.microsoft.com/office/drawing/2014/main" id="{1091F405-0182-4410-8276-76C5654973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6401" y="2377175"/>
                          <a:ext cx="223871" cy="26098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31">
            <a:extLst>
              <a:ext uri="{FF2B5EF4-FFF2-40B4-BE49-F238E27FC236}">
                <a16:creationId xmlns:a16="http://schemas.microsoft.com/office/drawing/2014/main" id="{1136A3EB-72B5-4276-B054-C9C85CD0A7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019583"/>
              </p:ext>
            </p:extLst>
          </p:nvPr>
        </p:nvGraphicFramePr>
        <p:xfrm>
          <a:off x="5856287" y="1409525"/>
          <a:ext cx="1444590" cy="279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1" name="Equation" r:id="rId10" imgW="1574640" imgH="304560" progId="Equation.DSMT4">
                  <p:embed/>
                </p:oleObj>
              </mc:Choice>
              <mc:Fallback>
                <p:oleObj name="Equation" r:id="rId10" imgW="1574640" imgH="304560" progId="Equation.DSMT4">
                  <p:embed/>
                  <p:pic>
                    <p:nvPicPr>
                      <p:cNvPr id="23" name="Object 31">
                        <a:extLst>
                          <a:ext uri="{FF2B5EF4-FFF2-40B4-BE49-F238E27FC236}">
                            <a16:creationId xmlns:a16="http://schemas.microsoft.com/office/drawing/2014/main" id="{1136A3EB-72B5-4276-B054-C9C85CD0A7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287" y="1409525"/>
                        <a:ext cx="1444590" cy="27959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9">
            <a:extLst>
              <a:ext uri="{FF2B5EF4-FFF2-40B4-BE49-F238E27FC236}">
                <a16:creationId xmlns:a16="http://schemas.microsoft.com/office/drawing/2014/main" id="{715F8CC9-7B31-42F1-B26F-3856D7F76E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635011"/>
              </p:ext>
            </p:extLst>
          </p:nvPr>
        </p:nvGraphicFramePr>
        <p:xfrm>
          <a:off x="1147515" y="2561980"/>
          <a:ext cx="317160" cy="19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2" name="Equation" r:id="rId12" imgW="317160" imgH="190440" progId="Equation.DSMT4">
                  <p:embed/>
                </p:oleObj>
              </mc:Choice>
              <mc:Fallback>
                <p:oleObj name="Equation" r:id="rId12" imgW="317160" imgH="190440" progId="Equation.DSMT4">
                  <p:embed/>
                  <p:pic>
                    <p:nvPicPr>
                      <p:cNvPr id="33" name="Object 19">
                        <a:extLst>
                          <a:ext uri="{FF2B5EF4-FFF2-40B4-BE49-F238E27FC236}">
                            <a16:creationId xmlns:a16="http://schemas.microsoft.com/office/drawing/2014/main" id="{715F8CC9-7B31-42F1-B26F-3856D7F76E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515" y="2561980"/>
                        <a:ext cx="317160" cy="1904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0">
            <a:extLst>
              <a:ext uri="{FF2B5EF4-FFF2-40B4-BE49-F238E27FC236}">
                <a16:creationId xmlns:a16="http://schemas.microsoft.com/office/drawing/2014/main" id="{6BEA6A56-6AFF-4816-A196-7FB97896D5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051370"/>
              </p:ext>
            </p:extLst>
          </p:nvPr>
        </p:nvGraphicFramePr>
        <p:xfrm>
          <a:off x="3305954" y="2595025"/>
          <a:ext cx="177480" cy="19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3" name="Equation" r:id="rId14" imgW="177480" imgH="190440" progId="Equation.DSMT4">
                  <p:embed/>
                </p:oleObj>
              </mc:Choice>
              <mc:Fallback>
                <p:oleObj name="Equation" r:id="rId14" imgW="177480" imgH="190440" progId="Equation.DSMT4">
                  <p:embed/>
                  <p:pic>
                    <p:nvPicPr>
                      <p:cNvPr id="34" name="Object 20">
                        <a:extLst>
                          <a:ext uri="{FF2B5EF4-FFF2-40B4-BE49-F238E27FC236}">
                            <a16:creationId xmlns:a16="http://schemas.microsoft.com/office/drawing/2014/main" id="{6BEA6A56-6AFF-4816-A196-7FB97896D5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954" y="2595025"/>
                        <a:ext cx="177480" cy="1904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1">
            <a:extLst>
              <a:ext uri="{FF2B5EF4-FFF2-40B4-BE49-F238E27FC236}">
                <a16:creationId xmlns:a16="http://schemas.microsoft.com/office/drawing/2014/main" id="{55947162-24CA-4535-9AB4-04B96DC9F3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904946"/>
              </p:ext>
            </p:extLst>
          </p:nvPr>
        </p:nvGraphicFramePr>
        <p:xfrm>
          <a:off x="1795420" y="1371007"/>
          <a:ext cx="1296144" cy="263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4" name="Equation" r:id="rId16" imgW="1688760" imgH="342720" progId="Equation.DSMT4">
                  <p:embed/>
                </p:oleObj>
              </mc:Choice>
              <mc:Fallback>
                <p:oleObj name="Equation" r:id="rId16" imgW="1688760" imgH="342720" progId="Equation.DSMT4">
                  <p:embed/>
                  <p:pic>
                    <p:nvPicPr>
                      <p:cNvPr id="35" name="Object 21">
                        <a:extLst>
                          <a:ext uri="{FF2B5EF4-FFF2-40B4-BE49-F238E27FC236}">
                            <a16:creationId xmlns:a16="http://schemas.microsoft.com/office/drawing/2014/main" id="{55947162-24CA-4535-9AB4-04B96DC9F3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420" y="1371007"/>
                        <a:ext cx="1296144" cy="2630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0">
            <a:extLst>
              <a:ext uri="{FF2B5EF4-FFF2-40B4-BE49-F238E27FC236}">
                <a16:creationId xmlns:a16="http://schemas.microsoft.com/office/drawing/2014/main" id="{C5BF12FB-C359-4546-9292-DCDF771CB6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553054"/>
              </p:ext>
            </p:extLst>
          </p:nvPr>
        </p:nvGraphicFramePr>
        <p:xfrm>
          <a:off x="1018207" y="3050685"/>
          <a:ext cx="332712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5" name="Equation" r:id="rId18" imgW="3327120" imgH="596880" progId="Equation.DSMT4">
                  <p:embed/>
                </p:oleObj>
              </mc:Choice>
              <mc:Fallback>
                <p:oleObj name="Equation" r:id="rId18" imgW="3327120" imgH="596880" progId="Equation.DSMT4">
                  <p:embed/>
                  <p:pic>
                    <p:nvPicPr>
                      <p:cNvPr id="36" name="Object 20">
                        <a:extLst>
                          <a:ext uri="{FF2B5EF4-FFF2-40B4-BE49-F238E27FC236}">
                            <a16:creationId xmlns:a16="http://schemas.microsoft.com/office/drawing/2014/main" id="{C5BF12FB-C359-4546-9292-DCDF771CB6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207" y="3050685"/>
                        <a:ext cx="332712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0">
            <a:extLst>
              <a:ext uri="{FF2B5EF4-FFF2-40B4-BE49-F238E27FC236}">
                <a16:creationId xmlns:a16="http://schemas.microsoft.com/office/drawing/2014/main" id="{416EE515-EABD-4DEE-BDB8-9779651DE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074769"/>
              </p:ext>
            </p:extLst>
          </p:nvPr>
        </p:nvGraphicFramePr>
        <p:xfrm>
          <a:off x="1523433" y="3874412"/>
          <a:ext cx="160020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6" name="Equation" r:id="rId20" imgW="1600200" imgH="380880" progId="Equation.DSMT4">
                  <p:embed/>
                </p:oleObj>
              </mc:Choice>
              <mc:Fallback>
                <p:oleObj name="Equation" r:id="rId20" imgW="1600200" imgH="380880" progId="Equation.DSMT4">
                  <p:embed/>
                  <p:pic>
                    <p:nvPicPr>
                      <p:cNvPr id="39" name="Object 20">
                        <a:extLst>
                          <a:ext uri="{FF2B5EF4-FFF2-40B4-BE49-F238E27FC236}">
                            <a16:creationId xmlns:a16="http://schemas.microsoft.com/office/drawing/2014/main" id="{416EE515-EABD-4DEE-BDB8-9779651DEC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433" y="3874412"/>
                        <a:ext cx="1600200" cy="3808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>
            <a:extLst>
              <a:ext uri="{FF2B5EF4-FFF2-40B4-BE49-F238E27FC236}">
                <a16:creationId xmlns:a16="http://schemas.microsoft.com/office/drawing/2014/main" id="{AABF7E81-7CB1-4D3D-AB88-B44AE34265C9}"/>
              </a:ext>
            </a:extLst>
          </p:cNvPr>
          <p:cNvGrpSpPr/>
          <p:nvPr/>
        </p:nvGrpSpPr>
        <p:grpSpPr>
          <a:xfrm>
            <a:off x="5543975" y="1421882"/>
            <a:ext cx="2518467" cy="1435758"/>
            <a:chOff x="5457138" y="1874356"/>
            <a:chExt cx="2518467" cy="1435758"/>
          </a:xfrm>
        </p:grpSpPr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DEBC4FB8-0C0D-451E-8C96-056A49FB53A2}"/>
                </a:ext>
              </a:extLst>
            </p:cNvPr>
            <p:cNvSpPr/>
            <p:nvPr/>
          </p:nvSpPr>
          <p:spPr>
            <a:xfrm>
              <a:off x="5457138" y="2590114"/>
              <a:ext cx="1260000" cy="720000"/>
            </a:xfrm>
            <a:custGeom>
              <a:avLst/>
              <a:gdLst>
                <a:gd name="connsiteX0" fmla="*/ 0 w 1449658"/>
                <a:gd name="connsiteY0" fmla="*/ 655691 h 844146"/>
                <a:gd name="connsiteX1" fmla="*/ 727059 w 1449658"/>
                <a:gd name="connsiteY1" fmla="*/ 802887 h 844146"/>
                <a:gd name="connsiteX2" fmla="*/ 1449658 w 1449658"/>
                <a:gd name="connsiteY2" fmla="*/ 0 h 8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9658" h="844146">
                  <a:moveTo>
                    <a:pt x="0" y="655691"/>
                  </a:moveTo>
                  <a:cubicBezTo>
                    <a:pt x="242724" y="783930"/>
                    <a:pt x="485449" y="912169"/>
                    <a:pt x="727059" y="802887"/>
                  </a:cubicBezTo>
                  <a:cubicBezTo>
                    <a:pt x="968669" y="693605"/>
                    <a:pt x="1209163" y="346802"/>
                    <a:pt x="1449658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E3E87009-03DF-48D8-A967-A55F86B01DAF}"/>
                </a:ext>
              </a:extLst>
            </p:cNvPr>
            <p:cNvSpPr/>
            <p:nvPr/>
          </p:nvSpPr>
          <p:spPr>
            <a:xfrm flipH="1" flipV="1">
              <a:off x="6715605" y="1874356"/>
              <a:ext cx="1260000" cy="720000"/>
            </a:xfrm>
            <a:custGeom>
              <a:avLst/>
              <a:gdLst>
                <a:gd name="connsiteX0" fmla="*/ 0 w 1449658"/>
                <a:gd name="connsiteY0" fmla="*/ 655691 h 844146"/>
                <a:gd name="connsiteX1" fmla="*/ 727059 w 1449658"/>
                <a:gd name="connsiteY1" fmla="*/ 802887 h 844146"/>
                <a:gd name="connsiteX2" fmla="*/ 1449658 w 1449658"/>
                <a:gd name="connsiteY2" fmla="*/ 0 h 8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9658" h="844146">
                  <a:moveTo>
                    <a:pt x="0" y="655691"/>
                  </a:moveTo>
                  <a:cubicBezTo>
                    <a:pt x="242724" y="783930"/>
                    <a:pt x="485449" y="912169"/>
                    <a:pt x="727059" y="802887"/>
                  </a:cubicBezTo>
                  <a:cubicBezTo>
                    <a:pt x="968669" y="693605"/>
                    <a:pt x="1209163" y="346802"/>
                    <a:pt x="1449658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40" name="Object 19">
            <a:extLst>
              <a:ext uri="{FF2B5EF4-FFF2-40B4-BE49-F238E27FC236}">
                <a16:creationId xmlns:a16="http://schemas.microsoft.com/office/drawing/2014/main" id="{DD23B884-6F13-4A3D-BCA5-4288341C4A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334885"/>
              </p:ext>
            </p:extLst>
          </p:nvPr>
        </p:nvGraphicFramePr>
        <p:xfrm>
          <a:off x="5538787" y="2159513"/>
          <a:ext cx="317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7" name="Equation" r:id="rId22" imgW="317160" imgH="190440" progId="Equation.DSMT4">
                  <p:embed/>
                </p:oleObj>
              </mc:Choice>
              <mc:Fallback>
                <p:oleObj name="Equation" r:id="rId22" imgW="317160" imgH="190440" progId="Equation.DSMT4">
                  <p:embed/>
                  <p:pic>
                    <p:nvPicPr>
                      <p:cNvPr id="33" name="Object 19">
                        <a:extLst>
                          <a:ext uri="{FF2B5EF4-FFF2-40B4-BE49-F238E27FC236}">
                            <a16:creationId xmlns:a16="http://schemas.microsoft.com/office/drawing/2014/main" id="{715F8CC9-7B31-42F1-B26F-3856D7F76E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787" y="2159513"/>
                        <a:ext cx="317500" cy="190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0">
            <a:extLst>
              <a:ext uri="{FF2B5EF4-FFF2-40B4-BE49-F238E27FC236}">
                <a16:creationId xmlns:a16="http://schemas.microsoft.com/office/drawing/2014/main" id="{013ECC9E-3333-4CB8-A0CD-DE4DBB3C7F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542027"/>
              </p:ext>
            </p:extLst>
          </p:nvPr>
        </p:nvGraphicFramePr>
        <p:xfrm>
          <a:off x="7515658" y="2197176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8" name="Equation" r:id="rId24" imgW="177480" imgH="190440" progId="Equation.DSMT4">
                  <p:embed/>
                </p:oleObj>
              </mc:Choice>
              <mc:Fallback>
                <p:oleObj name="Equation" r:id="rId24" imgW="177480" imgH="190440" progId="Equation.DSMT4">
                  <p:embed/>
                  <p:pic>
                    <p:nvPicPr>
                      <p:cNvPr id="34" name="Object 20">
                        <a:extLst>
                          <a:ext uri="{FF2B5EF4-FFF2-40B4-BE49-F238E27FC236}">
                            <a16:creationId xmlns:a16="http://schemas.microsoft.com/office/drawing/2014/main" id="{6BEA6A56-6AFF-4816-A196-7FB97896D5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5658" y="2197176"/>
                        <a:ext cx="177800" cy="190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0">
            <a:extLst>
              <a:ext uri="{FF2B5EF4-FFF2-40B4-BE49-F238E27FC236}">
                <a16:creationId xmlns:a16="http://schemas.microsoft.com/office/drawing/2014/main" id="{1B736DB1-20BE-4437-9358-81323352B0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285572"/>
              </p:ext>
            </p:extLst>
          </p:nvPr>
        </p:nvGraphicFramePr>
        <p:xfrm>
          <a:off x="6033810" y="2231422"/>
          <a:ext cx="36988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9" name="Equation" r:id="rId26" imgW="190440" imgH="228600" progId="Equation.DSMT4">
                  <p:embed/>
                </p:oleObj>
              </mc:Choice>
              <mc:Fallback>
                <p:oleObj name="Equation" r:id="rId26" imgW="190440" imgH="228600" progId="Equation.DSMT4">
                  <p:embed/>
                  <p:pic>
                    <p:nvPicPr>
                      <p:cNvPr id="38" name="Object 20">
                        <a:extLst>
                          <a:ext uri="{FF2B5EF4-FFF2-40B4-BE49-F238E27FC236}">
                            <a16:creationId xmlns:a16="http://schemas.microsoft.com/office/drawing/2014/main" id="{11691C3D-FFD2-4F49-966B-A3230CD252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3810" y="2231422"/>
                        <a:ext cx="369887" cy="447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0">
            <a:extLst>
              <a:ext uri="{FF2B5EF4-FFF2-40B4-BE49-F238E27FC236}">
                <a16:creationId xmlns:a16="http://schemas.microsoft.com/office/drawing/2014/main" id="{687B39BF-4CC0-4CAC-BCD6-DDC8C49E76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655131"/>
              </p:ext>
            </p:extLst>
          </p:nvPr>
        </p:nvGraphicFramePr>
        <p:xfrm>
          <a:off x="7194983" y="1653791"/>
          <a:ext cx="3206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90" name="Equation" r:id="rId28" imgW="164880" imgH="228600" progId="Equation.DSMT4">
                  <p:embed/>
                </p:oleObj>
              </mc:Choice>
              <mc:Fallback>
                <p:oleObj name="Equation" r:id="rId28" imgW="164880" imgH="228600" progId="Equation.DSMT4">
                  <p:embed/>
                  <p:pic>
                    <p:nvPicPr>
                      <p:cNvPr id="37" name="Object 20">
                        <a:extLst>
                          <a:ext uri="{FF2B5EF4-FFF2-40B4-BE49-F238E27FC236}">
                            <a16:creationId xmlns:a16="http://schemas.microsoft.com/office/drawing/2014/main" id="{CAD4B61A-2DF0-42EC-B395-5DAD0454EF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4983" y="1653791"/>
                        <a:ext cx="320675" cy="447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0">
            <a:extLst>
              <a:ext uri="{FF2B5EF4-FFF2-40B4-BE49-F238E27FC236}">
                <a16:creationId xmlns:a16="http://schemas.microsoft.com/office/drawing/2014/main" id="{D09D5B4D-92E6-4D34-8FF1-91E3C1B7C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006041"/>
              </p:ext>
            </p:extLst>
          </p:nvPr>
        </p:nvGraphicFramePr>
        <p:xfrm>
          <a:off x="5686752" y="3069026"/>
          <a:ext cx="189216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91" name="Equation" r:id="rId30" imgW="1892160" imgH="596880" progId="Equation.DSMT4">
                  <p:embed/>
                </p:oleObj>
              </mc:Choice>
              <mc:Fallback>
                <p:oleObj name="Equation" r:id="rId30" imgW="1892160" imgH="596880" progId="Equation.DSMT4">
                  <p:embed/>
                  <p:pic>
                    <p:nvPicPr>
                      <p:cNvPr id="36" name="Object 20">
                        <a:extLst>
                          <a:ext uri="{FF2B5EF4-FFF2-40B4-BE49-F238E27FC236}">
                            <a16:creationId xmlns:a16="http://schemas.microsoft.com/office/drawing/2014/main" id="{C5BF12FB-C359-4546-9292-DCDF771CB6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752" y="3069026"/>
                        <a:ext cx="189216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0">
            <a:extLst>
              <a:ext uri="{FF2B5EF4-FFF2-40B4-BE49-F238E27FC236}">
                <a16:creationId xmlns:a16="http://schemas.microsoft.com/office/drawing/2014/main" id="{5E43E4E8-BCFA-4A2D-A823-A88B5BC70A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050279"/>
              </p:ext>
            </p:extLst>
          </p:nvPr>
        </p:nvGraphicFramePr>
        <p:xfrm>
          <a:off x="5848783" y="3815965"/>
          <a:ext cx="134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92" name="Equation" r:id="rId32" imgW="1346040" imgH="380880" progId="Equation.DSMT4">
                  <p:embed/>
                </p:oleObj>
              </mc:Choice>
              <mc:Fallback>
                <p:oleObj name="Equation" r:id="rId32" imgW="1346040" imgH="380880" progId="Equation.DSMT4">
                  <p:embed/>
                  <p:pic>
                    <p:nvPicPr>
                      <p:cNvPr id="39" name="Object 20">
                        <a:extLst>
                          <a:ext uri="{FF2B5EF4-FFF2-40B4-BE49-F238E27FC236}">
                            <a16:creationId xmlns:a16="http://schemas.microsoft.com/office/drawing/2014/main" id="{416EE515-EABD-4DEE-BDB8-9779651DEC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783" y="3815965"/>
                        <a:ext cx="1346200" cy="381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3B530C8-3F3B-4449-A41F-742A921BDD58}"/>
              </a:ext>
            </a:extLst>
          </p:cNvPr>
          <p:cNvSpPr/>
          <p:nvPr/>
        </p:nvSpPr>
        <p:spPr>
          <a:xfrm>
            <a:off x="1411271" y="1448950"/>
            <a:ext cx="2048933" cy="1087967"/>
          </a:xfrm>
          <a:custGeom>
            <a:avLst/>
            <a:gdLst>
              <a:gd name="connsiteX0" fmla="*/ 16933 w 2048933"/>
              <a:gd name="connsiteY0" fmla="*/ 16933 h 1087967"/>
              <a:gd name="connsiteX1" fmla="*/ 80433 w 2048933"/>
              <a:gd name="connsiteY1" fmla="*/ 8467 h 1087967"/>
              <a:gd name="connsiteX2" fmla="*/ 97367 w 2048933"/>
              <a:gd name="connsiteY2" fmla="*/ 4233 h 1087967"/>
              <a:gd name="connsiteX3" fmla="*/ 97367 w 2048933"/>
              <a:gd name="connsiteY3" fmla="*/ 4233 h 1087967"/>
              <a:gd name="connsiteX4" fmla="*/ 152400 w 2048933"/>
              <a:gd name="connsiteY4" fmla="*/ 0 h 1087967"/>
              <a:gd name="connsiteX5" fmla="*/ 241300 w 2048933"/>
              <a:gd name="connsiteY5" fmla="*/ 21167 h 1087967"/>
              <a:gd name="connsiteX6" fmla="*/ 279400 w 2048933"/>
              <a:gd name="connsiteY6" fmla="*/ 42333 h 1087967"/>
              <a:gd name="connsiteX7" fmla="*/ 313267 w 2048933"/>
              <a:gd name="connsiteY7" fmla="*/ 59267 h 1087967"/>
              <a:gd name="connsiteX8" fmla="*/ 338667 w 2048933"/>
              <a:gd name="connsiteY8" fmla="*/ 76200 h 1087967"/>
              <a:gd name="connsiteX9" fmla="*/ 397933 w 2048933"/>
              <a:gd name="connsiteY9" fmla="*/ 152400 h 1087967"/>
              <a:gd name="connsiteX10" fmla="*/ 448733 w 2048933"/>
              <a:gd name="connsiteY10" fmla="*/ 211667 h 1087967"/>
              <a:gd name="connsiteX11" fmla="*/ 512233 w 2048933"/>
              <a:gd name="connsiteY11" fmla="*/ 334433 h 1087967"/>
              <a:gd name="connsiteX12" fmla="*/ 584200 w 2048933"/>
              <a:gd name="connsiteY12" fmla="*/ 465667 h 1087967"/>
              <a:gd name="connsiteX13" fmla="*/ 668867 w 2048933"/>
              <a:gd name="connsiteY13" fmla="*/ 635000 h 1087967"/>
              <a:gd name="connsiteX14" fmla="*/ 753533 w 2048933"/>
              <a:gd name="connsiteY14" fmla="*/ 774700 h 1087967"/>
              <a:gd name="connsiteX15" fmla="*/ 821267 w 2048933"/>
              <a:gd name="connsiteY15" fmla="*/ 901700 h 1087967"/>
              <a:gd name="connsiteX16" fmla="*/ 884767 w 2048933"/>
              <a:gd name="connsiteY16" fmla="*/ 982133 h 1087967"/>
              <a:gd name="connsiteX17" fmla="*/ 931333 w 2048933"/>
              <a:gd name="connsiteY17" fmla="*/ 1049867 h 1087967"/>
              <a:gd name="connsiteX18" fmla="*/ 1024467 w 2048933"/>
              <a:gd name="connsiteY18" fmla="*/ 1079500 h 1087967"/>
              <a:gd name="connsiteX19" fmla="*/ 1147233 w 2048933"/>
              <a:gd name="connsiteY19" fmla="*/ 1032933 h 1087967"/>
              <a:gd name="connsiteX20" fmla="*/ 1202267 w 2048933"/>
              <a:gd name="connsiteY20" fmla="*/ 931333 h 1087967"/>
              <a:gd name="connsiteX21" fmla="*/ 1291167 w 2048933"/>
              <a:gd name="connsiteY21" fmla="*/ 808567 h 1087967"/>
              <a:gd name="connsiteX22" fmla="*/ 1333500 w 2048933"/>
              <a:gd name="connsiteY22" fmla="*/ 723900 h 1087967"/>
              <a:gd name="connsiteX23" fmla="*/ 1384300 w 2048933"/>
              <a:gd name="connsiteY23" fmla="*/ 635000 h 1087967"/>
              <a:gd name="connsiteX24" fmla="*/ 1439333 w 2048933"/>
              <a:gd name="connsiteY24" fmla="*/ 516467 h 1087967"/>
              <a:gd name="connsiteX25" fmla="*/ 1528233 w 2048933"/>
              <a:gd name="connsiteY25" fmla="*/ 359833 h 1087967"/>
              <a:gd name="connsiteX26" fmla="*/ 1600200 w 2048933"/>
              <a:gd name="connsiteY26" fmla="*/ 215900 h 1087967"/>
              <a:gd name="connsiteX27" fmla="*/ 1693333 w 2048933"/>
              <a:gd name="connsiteY27" fmla="*/ 105833 h 1087967"/>
              <a:gd name="connsiteX28" fmla="*/ 1778000 w 2048933"/>
              <a:gd name="connsiteY28" fmla="*/ 33867 h 1087967"/>
              <a:gd name="connsiteX29" fmla="*/ 1917700 w 2048933"/>
              <a:gd name="connsiteY29" fmla="*/ 8467 h 1087967"/>
              <a:gd name="connsiteX30" fmla="*/ 2027767 w 2048933"/>
              <a:gd name="connsiteY30" fmla="*/ 21167 h 1087967"/>
              <a:gd name="connsiteX31" fmla="*/ 2048933 w 2048933"/>
              <a:gd name="connsiteY31" fmla="*/ 29633 h 1087967"/>
              <a:gd name="connsiteX32" fmla="*/ 2044700 w 2048933"/>
              <a:gd name="connsiteY32" fmla="*/ 1075267 h 1087967"/>
              <a:gd name="connsiteX33" fmla="*/ 0 w 2048933"/>
              <a:gd name="connsiteY33" fmla="*/ 1087967 h 1087967"/>
              <a:gd name="connsiteX34" fmla="*/ 16933 w 2048933"/>
              <a:gd name="connsiteY34" fmla="*/ 16933 h 1087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048933" h="1087967">
                <a:moveTo>
                  <a:pt x="16933" y="16933"/>
                </a:moveTo>
                <a:lnTo>
                  <a:pt x="80433" y="8467"/>
                </a:lnTo>
                <a:lnTo>
                  <a:pt x="97367" y="4233"/>
                </a:lnTo>
                <a:lnTo>
                  <a:pt x="97367" y="4233"/>
                </a:lnTo>
                <a:lnTo>
                  <a:pt x="152400" y="0"/>
                </a:lnTo>
                <a:lnTo>
                  <a:pt x="241300" y="21167"/>
                </a:lnTo>
                <a:lnTo>
                  <a:pt x="279400" y="42333"/>
                </a:lnTo>
                <a:lnTo>
                  <a:pt x="313267" y="59267"/>
                </a:lnTo>
                <a:lnTo>
                  <a:pt x="338667" y="76200"/>
                </a:lnTo>
                <a:lnTo>
                  <a:pt x="397933" y="152400"/>
                </a:lnTo>
                <a:lnTo>
                  <a:pt x="448733" y="211667"/>
                </a:lnTo>
                <a:lnTo>
                  <a:pt x="512233" y="334433"/>
                </a:lnTo>
                <a:lnTo>
                  <a:pt x="584200" y="465667"/>
                </a:lnTo>
                <a:lnTo>
                  <a:pt x="668867" y="635000"/>
                </a:lnTo>
                <a:lnTo>
                  <a:pt x="753533" y="774700"/>
                </a:lnTo>
                <a:lnTo>
                  <a:pt x="821267" y="901700"/>
                </a:lnTo>
                <a:lnTo>
                  <a:pt x="884767" y="982133"/>
                </a:lnTo>
                <a:lnTo>
                  <a:pt x="931333" y="1049867"/>
                </a:lnTo>
                <a:lnTo>
                  <a:pt x="1024467" y="1079500"/>
                </a:lnTo>
                <a:lnTo>
                  <a:pt x="1147233" y="1032933"/>
                </a:lnTo>
                <a:lnTo>
                  <a:pt x="1202267" y="931333"/>
                </a:lnTo>
                <a:lnTo>
                  <a:pt x="1291167" y="808567"/>
                </a:lnTo>
                <a:lnTo>
                  <a:pt x="1333500" y="723900"/>
                </a:lnTo>
                <a:lnTo>
                  <a:pt x="1384300" y="635000"/>
                </a:lnTo>
                <a:lnTo>
                  <a:pt x="1439333" y="516467"/>
                </a:lnTo>
                <a:lnTo>
                  <a:pt x="1528233" y="359833"/>
                </a:lnTo>
                <a:lnTo>
                  <a:pt x="1600200" y="215900"/>
                </a:lnTo>
                <a:lnTo>
                  <a:pt x="1693333" y="105833"/>
                </a:lnTo>
                <a:lnTo>
                  <a:pt x="1778000" y="33867"/>
                </a:lnTo>
                <a:lnTo>
                  <a:pt x="1917700" y="8467"/>
                </a:lnTo>
                <a:lnTo>
                  <a:pt x="2027767" y="21167"/>
                </a:lnTo>
                <a:lnTo>
                  <a:pt x="2048933" y="29633"/>
                </a:lnTo>
                <a:lnTo>
                  <a:pt x="2044700" y="1075267"/>
                </a:lnTo>
                <a:lnTo>
                  <a:pt x="0" y="1087967"/>
                </a:lnTo>
                <a:cubicBezTo>
                  <a:pt x="2822" y="732367"/>
                  <a:pt x="5645" y="376767"/>
                  <a:pt x="16933" y="16933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F89851CF-BA6D-4864-86A6-0B3FF18EEC02}"/>
              </a:ext>
            </a:extLst>
          </p:cNvPr>
          <p:cNvSpPr/>
          <p:nvPr/>
        </p:nvSpPr>
        <p:spPr>
          <a:xfrm>
            <a:off x="984821" y="1462524"/>
            <a:ext cx="2880753" cy="1074393"/>
          </a:xfrm>
          <a:custGeom>
            <a:avLst/>
            <a:gdLst>
              <a:gd name="connsiteX0" fmla="*/ 0 w 2887075"/>
              <a:gd name="connsiteY0" fmla="*/ 183778 h 749683"/>
              <a:gd name="connsiteX1" fmla="*/ 719371 w 2887075"/>
              <a:gd name="connsiteY1" fmla="*/ 33509 h 749683"/>
              <a:gd name="connsiteX2" fmla="*/ 1448333 w 2887075"/>
              <a:gd name="connsiteY2" fmla="*/ 749683 h 749683"/>
              <a:gd name="connsiteX3" fmla="*/ 2174098 w 2887075"/>
              <a:gd name="connsiteY3" fmla="*/ 36706 h 749683"/>
              <a:gd name="connsiteX4" fmla="*/ 2887075 w 2887075"/>
              <a:gd name="connsiteY4" fmla="*/ 186975 h 749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7075" h="749683">
                <a:moveTo>
                  <a:pt x="0" y="183778"/>
                </a:moveTo>
                <a:cubicBezTo>
                  <a:pt x="238991" y="61484"/>
                  <a:pt x="477982" y="-60809"/>
                  <a:pt x="719371" y="33509"/>
                </a:cubicBezTo>
                <a:cubicBezTo>
                  <a:pt x="960760" y="127827"/>
                  <a:pt x="1205879" y="749150"/>
                  <a:pt x="1448333" y="749683"/>
                </a:cubicBezTo>
                <a:cubicBezTo>
                  <a:pt x="1690787" y="750216"/>
                  <a:pt x="1934308" y="130491"/>
                  <a:pt x="2174098" y="36706"/>
                </a:cubicBezTo>
                <a:cubicBezTo>
                  <a:pt x="2413888" y="-57079"/>
                  <a:pt x="2650481" y="64948"/>
                  <a:pt x="2887075" y="186975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Line 14">
            <a:extLst>
              <a:ext uri="{FF2B5EF4-FFF2-40B4-BE49-F238E27FC236}">
                <a16:creationId xmlns:a16="http://schemas.microsoft.com/office/drawing/2014/main" id="{2B257527-047E-4CCA-8A21-B95F7C1FC9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45839" y="1469285"/>
            <a:ext cx="1" cy="1080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13">
            <a:extLst>
              <a:ext uri="{FF2B5EF4-FFF2-40B4-BE49-F238E27FC236}">
                <a16:creationId xmlns:a16="http://schemas.microsoft.com/office/drawing/2014/main" id="{A03C6BAD-D062-4418-85CF-49D4D94AFD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1271" y="1469285"/>
            <a:ext cx="9622" cy="1080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7" name="Object 20">
            <a:extLst>
              <a:ext uri="{FF2B5EF4-FFF2-40B4-BE49-F238E27FC236}">
                <a16:creationId xmlns:a16="http://schemas.microsoft.com/office/drawing/2014/main" id="{CAD4B61A-2DF0-42EC-B395-5DAD0454EF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161670"/>
              </p:ext>
            </p:extLst>
          </p:nvPr>
        </p:nvGraphicFramePr>
        <p:xfrm>
          <a:off x="2939389" y="1885715"/>
          <a:ext cx="3206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93" name="Equation" r:id="rId28" imgW="164880" imgH="228600" progId="Equation.DSMT4">
                  <p:embed/>
                </p:oleObj>
              </mc:Choice>
              <mc:Fallback>
                <p:oleObj name="Equation" r:id="rId28" imgW="164880" imgH="228600" progId="Equation.DSMT4">
                  <p:embed/>
                  <p:pic>
                    <p:nvPicPr>
                      <p:cNvPr id="37" name="Object 20">
                        <a:extLst>
                          <a:ext uri="{FF2B5EF4-FFF2-40B4-BE49-F238E27FC236}">
                            <a16:creationId xmlns:a16="http://schemas.microsoft.com/office/drawing/2014/main" id="{CAD4B61A-2DF0-42EC-B395-5DAD0454EF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9389" y="1885715"/>
                        <a:ext cx="320675" cy="447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0">
            <a:extLst>
              <a:ext uri="{FF2B5EF4-FFF2-40B4-BE49-F238E27FC236}">
                <a16:creationId xmlns:a16="http://schemas.microsoft.com/office/drawing/2014/main" id="{11691C3D-FFD2-4F49-966B-A3230CD252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784740"/>
              </p:ext>
            </p:extLst>
          </p:nvPr>
        </p:nvGraphicFramePr>
        <p:xfrm>
          <a:off x="1506623" y="1895834"/>
          <a:ext cx="36988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94" name="Equation" r:id="rId26" imgW="190440" imgH="228600" progId="Equation.DSMT4">
                  <p:embed/>
                </p:oleObj>
              </mc:Choice>
              <mc:Fallback>
                <p:oleObj name="Equation" r:id="rId26" imgW="190440" imgH="228600" progId="Equation.DSMT4">
                  <p:embed/>
                  <p:pic>
                    <p:nvPicPr>
                      <p:cNvPr id="38" name="Object 20">
                        <a:extLst>
                          <a:ext uri="{FF2B5EF4-FFF2-40B4-BE49-F238E27FC236}">
                            <a16:creationId xmlns:a16="http://schemas.microsoft.com/office/drawing/2014/main" id="{11691C3D-FFD2-4F49-966B-A3230CD252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623" y="1895834"/>
                        <a:ext cx="369887" cy="447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51CE8AA1-E199-48CF-AC61-85A3E0BCC4C9}"/>
              </a:ext>
            </a:extLst>
          </p:cNvPr>
          <p:cNvGrpSpPr/>
          <p:nvPr/>
        </p:nvGrpSpPr>
        <p:grpSpPr>
          <a:xfrm>
            <a:off x="813336" y="1137982"/>
            <a:ext cx="3167190" cy="1656183"/>
            <a:chOff x="394053" y="2715766"/>
            <a:chExt cx="3167190" cy="1656183"/>
          </a:xfrm>
        </p:grpSpPr>
        <p:graphicFrame>
          <p:nvGraphicFramePr>
            <p:cNvPr id="30" name="Object 16">
              <a:extLst>
                <a:ext uri="{FF2B5EF4-FFF2-40B4-BE49-F238E27FC236}">
                  <a16:creationId xmlns:a16="http://schemas.microsoft.com/office/drawing/2014/main" id="{EFF1B46D-C5DE-4FEB-B312-A147AFDA84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0057932"/>
                </p:ext>
              </p:extLst>
            </p:nvPr>
          </p:nvGraphicFramePr>
          <p:xfrm>
            <a:off x="1800151" y="4152951"/>
            <a:ext cx="1648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95" name="Equation" r:id="rId34" imgW="164880" imgH="190440" progId="Equation.DSMT4">
                    <p:embed/>
                  </p:oleObj>
                </mc:Choice>
                <mc:Fallback>
                  <p:oleObj name="Equation" r:id="rId34" imgW="164880" imgH="190440" progId="Equation.DSMT4">
                    <p:embed/>
                    <p:pic>
                      <p:nvPicPr>
                        <p:cNvPr id="30" name="Object 16">
                          <a:extLst>
                            <a:ext uri="{FF2B5EF4-FFF2-40B4-BE49-F238E27FC236}">
                              <a16:creationId xmlns:a16="http://schemas.microsoft.com/office/drawing/2014/main" id="{EFF1B46D-C5DE-4FEB-B312-A147AFDA84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0151" y="4152951"/>
                          <a:ext cx="164880" cy="1904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17">
              <a:extLst>
                <a:ext uri="{FF2B5EF4-FFF2-40B4-BE49-F238E27FC236}">
                  <a16:creationId xmlns:a16="http://schemas.microsoft.com/office/drawing/2014/main" id="{E716C9EF-D110-4146-92D6-D7E67B77EB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3954124"/>
                </p:ext>
              </p:extLst>
            </p:nvPr>
          </p:nvGraphicFramePr>
          <p:xfrm>
            <a:off x="3319784" y="4139670"/>
            <a:ext cx="1774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96" name="Equation" r:id="rId36" imgW="177480" imgH="190440" progId="Equation.DSMT4">
                    <p:embed/>
                  </p:oleObj>
                </mc:Choice>
                <mc:Fallback>
                  <p:oleObj name="Equation" r:id="rId36" imgW="177480" imgH="190440" progId="Equation.DSMT4">
                    <p:embed/>
                    <p:pic>
                      <p:nvPicPr>
                        <p:cNvPr id="31" name="Object 17">
                          <a:extLst>
                            <a:ext uri="{FF2B5EF4-FFF2-40B4-BE49-F238E27FC236}">
                              <a16:creationId xmlns:a16="http://schemas.microsoft.com/office/drawing/2014/main" id="{E716C9EF-D110-4146-92D6-D7E67B77EB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9784" y="4139670"/>
                          <a:ext cx="177480" cy="1904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8">
              <a:extLst>
                <a:ext uri="{FF2B5EF4-FFF2-40B4-BE49-F238E27FC236}">
                  <a16:creationId xmlns:a16="http://schemas.microsoft.com/office/drawing/2014/main" id="{ED3434F7-79AE-427A-AE49-4AF494A4FEE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057839" y="2715766"/>
            <a:ext cx="204645" cy="239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97" name="Equation" r:id="rId38" imgW="139680" imgH="164880" progId="Equation.DSMT4">
                    <p:embed/>
                  </p:oleObj>
                </mc:Choice>
                <mc:Fallback>
                  <p:oleObj name="Equation" r:id="rId38" imgW="139680" imgH="164880" progId="Equation.DSMT4">
                    <p:embed/>
                    <p:pic>
                      <p:nvPicPr>
                        <p:cNvPr id="32" name="Object 18">
                          <a:extLst>
                            <a:ext uri="{FF2B5EF4-FFF2-40B4-BE49-F238E27FC236}">
                              <a16:creationId xmlns:a16="http://schemas.microsoft.com/office/drawing/2014/main" id="{ED3434F7-79AE-427A-AE49-4AF494A4FE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839" y="2715766"/>
                          <a:ext cx="204645" cy="23930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38CECA5D-E0E1-45CB-81B7-5EE51FC0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96445" y="2766272"/>
              <a:ext cx="15137" cy="1605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11">
              <a:extLst>
                <a:ext uri="{FF2B5EF4-FFF2-40B4-BE49-F238E27FC236}">
                  <a16:creationId xmlns:a16="http://schemas.microsoft.com/office/drawing/2014/main" id="{8BDA8633-5AD4-4C0F-8DBE-6F430DEDA0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053" y="4109804"/>
              <a:ext cx="316719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8E5C147B-C8C5-4EBF-B275-DFD4CBAA9274}"/>
              </a:ext>
            </a:extLst>
          </p:cNvPr>
          <p:cNvSpPr txBox="1"/>
          <p:nvPr/>
        </p:nvSpPr>
        <p:spPr>
          <a:xfrm>
            <a:off x="4277432" y="317954"/>
            <a:ext cx="1224136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偶倍奇零</a:t>
            </a:r>
          </a:p>
        </p:txBody>
      </p:sp>
    </p:spTree>
    <p:extLst>
      <p:ext uri="{BB962C8B-B14F-4D97-AF65-F5344CB8AC3E}">
        <p14:creationId xmlns:p14="http://schemas.microsoft.com/office/powerpoint/2010/main" val="205190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/>
      <p:bldP spid="16" grpId="0" animBg="1"/>
      <p:bldP spid="17" grpId="0" animBg="1"/>
      <p:bldP spid="7" grpId="0" animBg="1"/>
      <p:bldP spid="46" grpId="0" animBg="1"/>
      <p:bldP spid="28" grpId="0" animBg="1"/>
      <p:bldP spid="27" grpId="0" animBg="1"/>
      <p:bldP spid="5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D0468A0-3A16-4B91-AA99-A51D960649D6}"/>
              </a:ext>
            </a:extLst>
          </p:cNvPr>
          <p:cNvGrpSpPr/>
          <p:nvPr/>
        </p:nvGrpSpPr>
        <p:grpSpPr>
          <a:xfrm>
            <a:off x="647564" y="231490"/>
            <a:ext cx="3210392" cy="819150"/>
            <a:chOff x="774503" y="544138"/>
            <a:chExt cx="3210392" cy="819150"/>
          </a:xfrm>
        </p:grpSpPr>
        <p:grpSp>
          <p:nvGrpSpPr>
            <p:cNvPr id="3" name="组合 1">
              <a:extLst>
                <a:ext uri="{FF2B5EF4-FFF2-40B4-BE49-F238E27FC236}">
                  <a16:creationId xmlns:a16="http://schemas.microsoft.com/office/drawing/2014/main" id="{488D6420-6D1E-47FA-B543-CB5C36FD14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503" y="544138"/>
              <a:ext cx="3210392" cy="819150"/>
              <a:chOff x="962026" y="338149"/>
              <a:chExt cx="4280523" cy="1092200"/>
            </a:xfrm>
          </p:grpSpPr>
          <p:graphicFrame>
            <p:nvGraphicFramePr>
              <p:cNvPr id="5" name="Object 5">
                <a:extLst>
                  <a:ext uri="{FF2B5EF4-FFF2-40B4-BE49-F238E27FC236}">
                    <a16:creationId xmlns:a16="http://schemas.microsoft.com/office/drawing/2014/main" id="{5C330638-678A-4E20-8B18-9F2BDC104E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34382152"/>
                  </p:ext>
                </p:extLst>
              </p:nvPr>
            </p:nvGraphicFramePr>
            <p:xfrm>
              <a:off x="2893049" y="338149"/>
              <a:ext cx="2349500" cy="1092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8291" name="Equation" r:id="rId3" imgW="1854000" imgH="863280" progId="Equation.DSMT4">
                      <p:embed/>
                    </p:oleObj>
                  </mc:Choice>
                  <mc:Fallback>
                    <p:oleObj name="Equation" r:id="rId3" imgW="1854000" imgH="863280" progId="Equation.DSMT4">
                      <p:embed/>
                      <p:pic>
                        <p:nvPicPr>
                          <p:cNvPr id="17428" name="Object 5">
                            <a:extLst>
                              <a:ext uri="{FF2B5EF4-FFF2-40B4-BE49-F238E27FC236}">
                                <a16:creationId xmlns:a16="http://schemas.microsoft.com/office/drawing/2014/main" id="{F6C75320-4B11-4576-8671-B35C0D645F1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3049" y="338149"/>
                            <a:ext cx="2349500" cy="1092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D058D17D-8B8D-405C-8158-B6E8A58BBA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2026" y="586731"/>
                <a:ext cx="1162051" cy="5950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r>
                  <a:rPr lang="zh-CN" altLang="en-US" sz="2300" b="1" dirty="0">
                    <a:solidFill>
                      <a:srgbClr val="0064FF"/>
                    </a:solidFill>
                    <a:latin typeface="+mn-ea"/>
                    <a:ea typeface="+mn-ea"/>
                  </a:rPr>
                  <a:t>例</a:t>
                </a:r>
                <a:r>
                  <a:rPr lang="en-US" altLang="zh-CN" sz="2300" b="1" dirty="0">
                    <a:solidFill>
                      <a:srgbClr val="0064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8</a:t>
                </a:r>
              </a:p>
            </p:txBody>
          </p:sp>
        </p:grp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40B9E48-C799-46DD-A4D4-1D2B5C41F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458" y="696538"/>
              <a:ext cx="871400" cy="51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zh-CN" altLang="en-US" sz="2300" b="1" dirty="0">
                  <a:latin typeface="+mn-ea"/>
                  <a:ea typeface="+mn-ea"/>
                  <a:cs typeface="Times New Roman" panose="02020603050405020304" pitchFamily="18" charset="0"/>
                </a:rPr>
                <a:t>计算</a:t>
              </a:r>
            </a:p>
          </p:txBody>
        </p:sp>
      </p:grpSp>
      <p:graphicFrame>
        <p:nvGraphicFramePr>
          <p:cNvPr id="7" name="Object 20">
            <a:extLst>
              <a:ext uri="{FF2B5EF4-FFF2-40B4-BE49-F238E27FC236}">
                <a16:creationId xmlns:a16="http://schemas.microsoft.com/office/drawing/2014/main" id="{1B59A4B8-032E-4FC6-B689-E6DA222187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256409"/>
              </p:ext>
            </p:extLst>
          </p:nvPr>
        </p:nvGraphicFramePr>
        <p:xfrm>
          <a:off x="4294982" y="342625"/>
          <a:ext cx="438120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92" name="Equation" r:id="rId5" imgW="4381200" imgH="596880" progId="Equation.DSMT4">
                  <p:embed/>
                </p:oleObj>
              </mc:Choice>
              <mc:Fallback>
                <p:oleObj name="Equation" r:id="rId5" imgW="4381200" imgH="596880" progId="Equation.DSMT4">
                  <p:embed/>
                  <p:pic>
                    <p:nvPicPr>
                      <p:cNvPr id="2" name="Object 20">
                        <a:extLst>
                          <a:ext uri="{FF2B5EF4-FFF2-40B4-BE49-F238E27FC236}">
                            <a16:creationId xmlns:a16="http://schemas.microsoft.com/office/drawing/2014/main" id="{53B7EBE8-7520-47F4-A9C6-137AB11191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982" y="342625"/>
                        <a:ext cx="4381200" cy="59688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3F5E601C-42F5-43FB-B8F9-93F3D33F8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64" y="1156408"/>
            <a:ext cx="5403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1B9AA7A5-BDAA-4D10-B8AF-88913EF72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4233" y="1175905"/>
            <a:ext cx="9546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因为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0" name="Object 20">
            <a:extLst>
              <a:ext uri="{FF2B5EF4-FFF2-40B4-BE49-F238E27FC236}">
                <a16:creationId xmlns:a16="http://schemas.microsoft.com/office/drawing/2014/main" id="{9D17BCE5-59C9-47C1-84D0-2C76E46E9E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833089"/>
              </p:ext>
            </p:extLst>
          </p:nvPr>
        </p:nvGraphicFramePr>
        <p:xfrm>
          <a:off x="2018267" y="1157028"/>
          <a:ext cx="43926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93" name="Equation" r:id="rId7" imgW="4394160" imgH="596880" progId="Equation.DSMT4">
                  <p:embed/>
                </p:oleObj>
              </mc:Choice>
              <mc:Fallback>
                <p:oleObj name="Equation" r:id="rId7" imgW="4394160" imgH="596880" progId="Equation.DSMT4">
                  <p:embed/>
                  <p:pic>
                    <p:nvPicPr>
                      <p:cNvPr id="7" name="Object 20">
                        <a:extLst>
                          <a:ext uri="{FF2B5EF4-FFF2-40B4-BE49-F238E27FC236}">
                            <a16:creationId xmlns:a16="http://schemas.microsoft.com/office/drawing/2014/main" id="{1B59A4B8-032E-4FC6-B689-E6DA222187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8267" y="1157028"/>
                        <a:ext cx="439261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>
            <a:extLst>
              <a:ext uri="{FF2B5EF4-FFF2-40B4-BE49-F238E27FC236}">
                <a16:creationId xmlns:a16="http://schemas.microsoft.com/office/drawing/2014/main" id="{0DC4484D-74BB-455F-A0E2-B2BB6FA0E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64" y="2005695"/>
            <a:ext cx="9546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所以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3B3B9D05-E83D-411B-A67B-6F5E95A601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682068"/>
              </p:ext>
            </p:extLst>
          </p:nvPr>
        </p:nvGraphicFramePr>
        <p:xfrm>
          <a:off x="1788079" y="1860316"/>
          <a:ext cx="50800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94" name="Equation" r:id="rId9" imgW="5346360" imgH="863280" progId="Equation.DSMT4">
                  <p:embed/>
                </p:oleObj>
              </mc:Choice>
              <mc:Fallback>
                <p:oleObj name="Equation" r:id="rId9" imgW="5346360" imgH="8632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5C330638-678A-4E20-8B18-9F2BDC104E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8079" y="1860316"/>
                        <a:ext cx="50800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FCFED416-32C9-4AEB-9698-6363CEF544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47204"/>
              </p:ext>
            </p:extLst>
          </p:nvPr>
        </p:nvGraphicFramePr>
        <p:xfrm>
          <a:off x="1567151" y="3059411"/>
          <a:ext cx="5553076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95" name="Equation" r:id="rId11" imgW="5841720" imgH="787320" progId="Equation.DSMT4">
                  <p:embed/>
                </p:oleObj>
              </mc:Choice>
              <mc:Fallback>
                <p:oleObj name="Equation" r:id="rId11" imgW="5841720" imgH="787320" progId="Equation.DSMT4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3B3B9D05-E83D-411B-A67B-6F5E95A601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7151" y="3059411"/>
                        <a:ext cx="5553076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811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EE9BD2C-2065-469E-BE40-F2CF3B45E465}"/>
              </a:ext>
            </a:extLst>
          </p:cNvPr>
          <p:cNvGrpSpPr/>
          <p:nvPr/>
        </p:nvGrpSpPr>
        <p:grpSpPr>
          <a:xfrm>
            <a:off x="816570" y="192362"/>
            <a:ext cx="3040529" cy="819150"/>
            <a:chOff x="774503" y="544137"/>
            <a:chExt cx="3040529" cy="819150"/>
          </a:xfrm>
        </p:grpSpPr>
        <p:grpSp>
          <p:nvGrpSpPr>
            <p:cNvPr id="3" name="组合 1">
              <a:extLst>
                <a:ext uri="{FF2B5EF4-FFF2-40B4-BE49-F238E27FC236}">
                  <a16:creationId xmlns:a16="http://schemas.microsoft.com/office/drawing/2014/main" id="{59F8EDD0-D1B9-4777-83E6-12ADAEBF46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503" y="544137"/>
              <a:ext cx="3040529" cy="819150"/>
              <a:chOff x="962026" y="338148"/>
              <a:chExt cx="4054039" cy="1092200"/>
            </a:xfrm>
          </p:grpSpPr>
          <p:graphicFrame>
            <p:nvGraphicFramePr>
              <p:cNvPr id="5" name="Object 5">
                <a:extLst>
                  <a:ext uri="{FF2B5EF4-FFF2-40B4-BE49-F238E27FC236}">
                    <a16:creationId xmlns:a16="http://schemas.microsoft.com/office/drawing/2014/main" id="{E6A35987-C707-4144-9F0E-111E1D386C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64753587"/>
                  </p:ext>
                </p:extLst>
              </p:nvPr>
            </p:nvGraphicFramePr>
            <p:xfrm>
              <a:off x="2893049" y="338148"/>
              <a:ext cx="2123016" cy="1092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310" name="Equation" r:id="rId3" imgW="1676160" imgH="863280" progId="Equation.DSMT4">
                      <p:embed/>
                    </p:oleObj>
                  </mc:Choice>
                  <mc:Fallback>
                    <p:oleObj name="Equation" r:id="rId3" imgW="1676160" imgH="863280" progId="Equation.DSMT4">
                      <p:embed/>
                      <p:pic>
                        <p:nvPicPr>
                          <p:cNvPr id="5" name="Object 5">
                            <a:extLst>
                              <a:ext uri="{FF2B5EF4-FFF2-40B4-BE49-F238E27FC236}">
                                <a16:creationId xmlns:a16="http://schemas.microsoft.com/office/drawing/2014/main" id="{5C330638-678A-4E20-8B18-9F2BDC104E9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3049" y="338148"/>
                            <a:ext cx="2123016" cy="1092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24FAE611-8F65-474E-AF53-7E2D19A153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2026" y="586731"/>
                <a:ext cx="1162051" cy="5950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r>
                  <a:rPr lang="zh-CN" altLang="en-US" sz="2300" b="1" dirty="0">
                    <a:solidFill>
                      <a:srgbClr val="0064FF"/>
                    </a:solidFill>
                    <a:latin typeface="+mn-ea"/>
                    <a:ea typeface="+mn-ea"/>
                  </a:rPr>
                  <a:t>例</a:t>
                </a:r>
                <a:r>
                  <a:rPr lang="en-US" altLang="zh-CN" sz="2300" b="1" dirty="0">
                    <a:solidFill>
                      <a:srgbClr val="0064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9</a:t>
                </a:r>
              </a:p>
            </p:txBody>
          </p:sp>
        </p:grp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81594D0E-A99C-42E5-A0AB-7318FDF7F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458" y="696538"/>
              <a:ext cx="871400" cy="51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zh-CN" altLang="en-US" sz="2300" b="1" dirty="0">
                  <a:latin typeface="+mn-ea"/>
                  <a:ea typeface="+mn-ea"/>
                  <a:cs typeface="Times New Roman" panose="02020603050405020304" pitchFamily="18" charset="0"/>
                </a:rPr>
                <a:t>计算</a:t>
              </a:r>
            </a:p>
          </p:txBody>
        </p:sp>
      </p:grpSp>
      <p:graphicFrame>
        <p:nvGraphicFramePr>
          <p:cNvPr id="7" name="Object 20">
            <a:extLst>
              <a:ext uri="{FF2B5EF4-FFF2-40B4-BE49-F238E27FC236}">
                <a16:creationId xmlns:a16="http://schemas.microsoft.com/office/drawing/2014/main" id="{F7E0C044-C0E7-44CF-A42A-368D130BEA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368351"/>
              </p:ext>
            </p:extLst>
          </p:nvPr>
        </p:nvGraphicFramePr>
        <p:xfrm>
          <a:off x="4463988" y="303498"/>
          <a:ext cx="438120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1" name="Equation" r:id="rId5" imgW="4381200" imgH="596880" progId="Equation.DSMT4">
                  <p:embed/>
                </p:oleObj>
              </mc:Choice>
              <mc:Fallback>
                <p:oleObj name="Equation" r:id="rId5" imgW="4381200" imgH="596880" progId="Equation.DSMT4">
                  <p:embed/>
                  <p:pic>
                    <p:nvPicPr>
                      <p:cNvPr id="7" name="Object 20">
                        <a:extLst>
                          <a:ext uri="{FF2B5EF4-FFF2-40B4-BE49-F238E27FC236}">
                            <a16:creationId xmlns:a16="http://schemas.microsoft.com/office/drawing/2014/main" id="{1B59A4B8-032E-4FC6-B689-E6DA222187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3988" y="303498"/>
                        <a:ext cx="4381200" cy="59688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0786BF5C-4D74-498A-BABA-C174857FE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570" y="1117281"/>
            <a:ext cx="5403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F3861358-03F7-4F72-BC62-CE1632F09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3239" y="1136778"/>
            <a:ext cx="9546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因为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0" name="Object 20">
            <a:extLst>
              <a:ext uri="{FF2B5EF4-FFF2-40B4-BE49-F238E27FC236}">
                <a16:creationId xmlns:a16="http://schemas.microsoft.com/office/drawing/2014/main" id="{39407F96-C3C0-4D06-A566-83E2CE04F7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040934"/>
              </p:ext>
            </p:extLst>
          </p:nvPr>
        </p:nvGraphicFramePr>
        <p:xfrm>
          <a:off x="2187273" y="1117901"/>
          <a:ext cx="43926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2" name="Equation" r:id="rId7" imgW="4394160" imgH="596880" progId="Equation.DSMT4">
                  <p:embed/>
                </p:oleObj>
              </mc:Choice>
              <mc:Fallback>
                <p:oleObj name="Equation" r:id="rId7" imgW="4394160" imgH="596880" progId="Equation.DSMT4">
                  <p:embed/>
                  <p:pic>
                    <p:nvPicPr>
                      <p:cNvPr id="10" name="Object 20">
                        <a:extLst>
                          <a:ext uri="{FF2B5EF4-FFF2-40B4-BE49-F238E27FC236}">
                            <a16:creationId xmlns:a16="http://schemas.microsoft.com/office/drawing/2014/main" id="{9D17BCE5-59C9-47C1-84D0-2C76E46E9E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273" y="1117901"/>
                        <a:ext cx="439261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>
            <a:extLst>
              <a:ext uri="{FF2B5EF4-FFF2-40B4-BE49-F238E27FC236}">
                <a16:creationId xmlns:a16="http://schemas.microsoft.com/office/drawing/2014/main" id="{0D38E6BC-50C7-4B18-92DF-B79A9E670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570" y="1887715"/>
            <a:ext cx="9546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所以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67830F9D-05FA-43B8-8801-F4FD0B509D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440588"/>
              </p:ext>
            </p:extLst>
          </p:nvPr>
        </p:nvGraphicFramePr>
        <p:xfrm>
          <a:off x="1882713" y="1875783"/>
          <a:ext cx="51625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3" name="Equation" r:id="rId9" imgW="5435280" imgH="863280" progId="Equation.DSMT4">
                  <p:embed/>
                </p:oleObj>
              </mc:Choice>
              <mc:Fallback>
                <p:oleObj name="Equation" r:id="rId9" imgW="5435280" imgH="8632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E6A35987-C707-4144-9F0E-111E1D386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13" y="1875783"/>
                        <a:ext cx="516255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BFC4FEC-224F-4FED-A8BB-BEADB5EC2A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247856"/>
              </p:ext>
            </p:extLst>
          </p:nvPr>
        </p:nvGraphicFramePr>
        <p:xfrm>
          <a:off x="1616765" y="2970173"/>
          <a:ext cx="4902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4" name="Equation" r:id="rId11" imgW="4902120" imgH="787320" progId="Equation.DSMT4">
                  <p:embed/>
                </p:oleObj>
              </mc:Choice>
              <mc:Fallback>
                <p:oleObj name="Equation" r:id="rId11" imgW="49021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16765" y="2970173"/>
                        <a:ext cx="4902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877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4EDE893-D29E-4A61-8244-E1113BC68BFD}"/>
              </a:ext>
            </a:extLst>
          </p:cNvPr>
          <p:cNvGrpSpPr/>
          <p:nvPr/>
        </p:nvGrpSpPr>
        <p:grpSpPr>
          <a:xfrm>
            <a:off x="683568" y="411510"/>
            <a:ext cx="4566504" cy="844550"/>
            <a:chOff x="921384" y="597072"/>
            <a:chExt cx="4566504" cy="844550"/>
          </a:xfrm>
        </p:grpSpPr>
        <p:graphicFrame>
          <p:nvGraphicFramePr>
            <p:cNvPr id="3" name="Object 20">
              <a:extLst>
                <a:ext uri="{FF2B5EF4-FFF2-40B4-BE49-F238E27FC236}">
                  <a16:creationId xmlns:a16="http://schemas.microsoft.com/office/drawing/2014/main" id="{CC15D0C2-B5E6-44FF-90C4-6FBA9D62336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555776" y="597072"/>
            <a:ext cx="2932112" cy="844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90" name="Equation" r:id="rId3" imgW="3085920" imgH="888840" progId="Equation.DSMT4">
                    <p:embed/>
                  </p:oleObj>
                </mc:Choice>
                <mc:Fallback>
                  <p:oleObj name="Equation" r:id="rId3" imgW="3085920" imgH="888840" progId="Equation.DSMT4">
                    <p:embed/>
                    <p:pic>
                      <p:nvPicPr>
                        <p:cNvPr id="3" name="Object 20">
                          <a:extLst>
                            <a:ext uri="{FF2B5EF4-FFF2-40B4-BE49-F238E27FC236}">
                              <a16:creationId xmlns:a16="http://schemas.microsoft.com/office/drawing/2014/main" id="{CC15D0C2-B5E6-44FF-90C4-6FBA9D6233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597072"/>
                          <a:ext cx="2932112" cy="844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25">
              <a:extLst>
                <a:ext uri="{FF2B5EF4-FFF2-40B4-BE49-F238E27FC236}">
                  <a16:creationId xmlns:a16="http://schemas.microsoft.com/office/drawing/2014/main" id="{E37F73E8-CE45-4793-9221-97B94F00E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1384" y="788515"/>
              <a:ext cx="12961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例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10-1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5EC8B95-71D9-4A6E-BBEA-7C936731F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488" y="762172"/>
              <a:ext cx="871400" cy="51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计算</a:t>
              </a:r>
            </a:p>
          </p:txBody>
        </p:sp>
      </p:grpSp>
      <p:sp>
        <p:nvSpPr>
          <p:cNvPr id="6" name="Text Box 8">
            <a:extLst>
              <a:ext uri="{FF2B5EF4-FFF2-40B4-BE49-F238E27FC236}">
                <a16:creationId xmlns:a16="http://schemas.microsoft.com/office/drawing/2014/main" id="{76B98609-F892-41F6-9A81-DFC31A1E1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079" y="2061273"/>
            <a:ext cx="504056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D7C1C1-A216-4382-961E-9A619EFDE7A8}"/>
              </a:ext>
            </a:extLst>
          </p:cNvPr>
          <p:cNvSpPr/>
          <p:nvPr/>
        </p:nvSpPr>
        <p:spPr>
          <a:xfrm>
            <a:off x="1201135" y="2061742"/>
            <a:ext cx="9781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原式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87ECAB1-241F-4D7F-9153-4E8B2E43836C}"/>
              </a:ext>
            </a:extLst>
          </p:cNvPr>
          <p:cNvGrpSpPr/>
          <p:nvPr/>
        </p:nvGrpSpPr>
        <p:grpSpPr>
          <a:xfrm>
            <a:off x="2213667" y="1979074"/>
            <a:ext cx="1638253" cy="971666"/>
            <a:chOff x="2132474" y="2084571"/>
            <a:chExt cx="1638253" cy="97166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B9BF135-F4FB-41A9-BC8B-213CD048B674}"/>
                </a:ext>
              </a:extLst>
            </p:cNvPr>
            <p:cNvSpPr/>
            <p:nvPr/>
          </p:nvSpPr>
          <p:spPr>
            <a:xfrm>
              <a:off x="2491072" y="2084571"/>
              <a:ext cx="814743" cy="5434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0" name="Object 20">
              <a:extLst>
                <a:ext uri="{FF2B5EF4-FFF2-40B4-BE49-F238E27FC236}">
                  <a16:creationId xmlns:a16="http://schemas.microsoft.com/office/drawing/2014/main" id="{A5CC2E39-2B71-4292-98D3-D3EFC18A8F4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32474" y="2084571"/>
            <a:ext cx="1531938" cy="566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91" name="Equation" r:id="rId5" imgW="1612800" imgH="596880" progId="Equation.DSMT4">
                    <p:embed/>
                  </p:oleObj>
                </mc:Choice>
                <mc:Fallback>
                  <p:oleObj name="Equation" r:id="rId5" imgW="1612800" imgH="596880" progId="Equation.DSMT4">
                    <p:embed/>
                    <p:pic>
                      <p:nvPicPr>
                        <p:cNvPr id="10" name="Object 20">
                          <a:extLst>
                            <a:ext uri="{FF2B5EF4-FFF2-40B4-BE49-F238E27FC236}">
                              <a16:creationId xmlns:a16="http://schemas.microsoft.com/office/drawing/2014/main" id="{A5CC2E39-2B71-4292-98D3-D3EFC18A8F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2474" y="2084571"/>
                          <a:ext cx="1531938" cy="566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4C538A61-2109-42B2-A04A-F3D4AEBBC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3944" y="2594572"/>
              <a:ext cx="14167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偶函数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</p:grpSp>
      <p:graphicFrame>
        <p:nvGraphicFramePr>
          <p:cNvPr id="12" name="Object 20">
            <a:extLst>
              <a:ext uri="{FF2B5EF4-FFF2-40B4-BE49-F238E27FC236}">
                <a16:creationId xmlns:a16="http://schemas.microsoft.com/office/drawing/2014/main" id="{6861BB71-E643-47C8-BB02-9B83E8B4499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06797" y="3263775"/>
          <a:ext cx="183197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92" name="Equation" r:id="rId7" imgW="1930320" imgH="723600" progId="Equation.DSMT4">
                  <p:embed/>
                </p:oleObj>
              </mc:Choice>
              <mc:Fallback>
                <p:oleObj name="Equation" r:id="rId7" imgW="1930320" imgH="723600" progId="Equation.DSMT4">
                  <p:embed/>
                  <p:pic>
                    <p:nvPicPr>
                      <p:cNvPr id="12" name="Object 20">
                        <a:extLst>
                          <a:ext uri="{FF2B5EF4-FFF2-40B4-BE49-F238E27FC236}">
                            <a16:creationId xmlns:a16="http://schemas.microsoft.com/office/drawing/2014/main" id="{6861BB71-E643-47C8-BB02-9B83E8B449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797" y="3263775"/>
                        <a:ext cx="1831975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38BC15B5-F008-42B8-954B-533E38E12AEF}"/>
              </a:ext>
            </a:extLst>
          </p:cNvPr>
          <p:cNvGrpSpPr/>
          <p:nvPr/>
        </p:nvGrpSpPr>
        <p:grpSpPr>
          <a:xfrm>
            <a:off x="3738772" y="1870974"/>
            <a:ext cx="2514600" cy="1299596"/>
            <a:chOff x="4283968" y="1961346"/>
            <a:chExt cx="2514600" cy="1299596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3AB3594-AFA8-460E-8092-828ED013E1FB}"/>
                </a:ext>
              </a:extLst>
            </p:cNvPr>
            <p:cNvSpPr/>
            <p:nvPr/>
          </p:nvSpPr>
          <p:spPr>
            <a:xfrm>
              <a:off x="4932040" y="1961346"/>
              <a:ext cx="1515941" cy="826428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Text Box 8">
              <a:extLst>
                <a:ext uri="{FF2B5EF4-FFF2-40B4-BE49-F238E27FC236}">
                  <a16:creationId xmlns:a16="http://schemas.microsoft.com/office/drawing/2014/main" id="{B2AC515C-32A8-4F17-9075-6CC73D5E0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056" y="2799277"/>
              <a:ext cx="14167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奇函数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73BC57DB-94B6-40F6-A1F7-0AD4B3034BB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283968" y="1972849"/>
            <a:ext cx="25146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93" name="Equation" r:id="rId9" imgW="2514600" imgH="774360" progId="Equation.DSMT4">
                    <p:embed/>
                  </p:oleObj>
                </mc:Choice>
                <mc:Fallback>
                  <p:oleObj name="Equation" r:id="rId9" imgW="2514600" imgH="77436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73BC57DB-94B6-40F6-A1F7-0AD4B3034B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83968" y="1972849"/>
                          <a:ext cx="25146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2848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0A3C152-DDCF-43E7-9B5E-7E26D38DD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040" y="3387441"/>
            <a:ext cx="1443803" cy="549936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ea typeface="楷体_GB2312" charset="-122"/>
            </a:endParaRPr>
          </a:p>
        </p:txBody>
      </p:sp>
      <p:graphicFrame>
        <p:nvGraphicFramePr>
          <p:cNvPr id="20495" name="Object 15">
            <a:extLst>
              <a:ext uri="{FF2B5EF4-FFF2-40B4-BE49-F238E27FC236}">
                <a16:creationId xmlns:a16="http://schemas.microsoft.com/office/drawing/2014/main" id="{B06FB7CB-211F-49F8-8D44-11A10AEAE6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86465"/>
              </p:ext>
            </p:extLst>
          </p:nvPr>
        </p:nvGraphicFramePr>
        <p:xfrm>
          <a:off x="3767010" y="3378891"/>
          <a:ext cx="2255832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32" name="Equation" r:id="rId3" imgW="2374560" imgH="596880" progId="Equation.DSMT4">
                  <p:embed/>
                </p:oleObj>
              </mc:Choice>
              <mc:Fallback>
                <p:oleObj name="Equation" r:id="rId3" imgW="2374560" imgH="596880" progId="Equation.DSMT4">
                  <p:embed/>
                  <p:pic>
                    <p:nvPicPr>
                      <p:cNvPr id="20495" name="Object 15">
                        <a:extLst>
                          <a:ext uri="{FF2B5EF4-FFF2-40B4-BE49-F238E27FC236}">
                            <a16:creationId xmlns:a16="http://schemas.microsoft.com/office/drawing/2014/main" id="{B06FB7CB-211F-49F8-8D44-11A10AEAE6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7010" y="3378891"/>
                        <a:ext cx="2255832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Rectangle 3">
            <a:extLst>
              <a:ext uri="{FF2B5EF4-FFF2-40B4-BE49-F238E27FC236}">
                <a16:creationId xmlns:a16="http://schemas.microsoft.com/office/drawing/2014/main" id="{1716F596-9BC9-42D4-B154-EA89C593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450" y="1293947"/>
            <a:ext cx="1294848" cy="848782"/>
          </a:xfrm>
          <a:prstGeom prst="rect">
            <a:avLst/>
          </a:prstGeom>
          <a:solidFill>
            <a:srgbClr val="FFFF00">
              <a:alpha val="49804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ea typeface="楷体_GB2312" charset="-122"/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F77E79F0-B7EE-43DF-9ADC-F5B8EB398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9955" y="1315193"/>
            <a:ext cx="1309770" cy="848781"/>
          </a:xfrm>
          <a:prstGeom prst="rect">
            <a:avLst/>
          </a:prstGeom>
          <a:solidFill>
            <a:srgbClr val="FFFF00">
              <a:alpha val="49804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ea typeface="楷体_GB2312" charset="-122"/>
            </a:endParaRPr>
          </a:p>
        </p:txBody>
      </p:sp>
      <p:graphicFrame>
        <p:nvGraphicFramePr>
          <p:cNvPr id="20488" name="Object 8">
            <a:extLst>
              <a:ext uri="{FF2B5EF4-FFF2-40B4-BE49-F238E27FC236}">
                <a16:creationId xmlns:a16="http://schemas.microsoft.com/office/drawing/2014/main" id="{00385602-FA2E-4F1E-9A36-8A304145D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741631"/>
              </p:ext>
            </p:extLst>
          </p:nvPr>
        </p:nvGraphicFramePr>
        <p:xfrm>
          <a:off x="3929361" y="1382084"/>
          <a:ext cx="2243862" cy="808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33" name="Equation" r:id="rId5" imgW="2361960" imgH="850680" progId="Equation.DSMT4">
                  <p:embed/>
                </p:oleObj>
              </mc:Choice>
              <mc:Fallback>
                <p:oleObj name="Equation" r:id="rId5" imgW="2361960" imgH="850680" progId="Equation.DSMT4">
                  <p:embed/>
                  <p:pic>
                    <p:nvPicPr>
                      <p:cNvPr id="20488" name="Object 8">
                        <a:extLst>
                          <a:ext uri="{FF2B5EF4-FFF2-40B4-BE49-F238E27FC236}">
                            <a16:creationId xmlns:a16="http://schemas.microsoft.com/office/drawing/2014/main" id="{00385602-FA2E-4F1E-9A36-8A304145D8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361" y="1382084"/>
                        <a:ext cx="2243862" cy="808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>
            <a:extLst>
              <a:ext uri="{FF2B5EF4-FFF2-40B4-BE49-F238E27FC236}">
                <a16:creationId xmlns:a16="http://schemas.microsoft.com/office/drawing/2014/main" id="{B086AFCC-F616-4665-9FF8-C9C269E16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255903"/>
              </p:ext>
            </p:extLst>
          </p:nvPr>
        </p:nvGraphicFramePr>
        <p:xfrm>
          <a:off x="6199216" y="1423999"/>
          <a:ext cx="2195640" cy="771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34" name="Equation" r:id="rId7" imgW="2311200" imgH="812520" progId="Equation.DSMT4">
                  <p:embed/>
                </p:oleObj>
              </mc:Choice>
              <mc:Fallback>
                <p:oleObj name="Equation" r:id="rId7" imgW="2311200" imgH="812520" progId="Equation.DSMT4">
                  <p:embed/>
                  <p:pic>
                    <p:nvPicPr>
                      <p:cNvPr id="20489" name="Object 9">
                        <a:extLst>
                          <a:ext uri="{FF2B5EF4-FFF2-40B4-BE49-F238E27FC236}">
                            <a16:creationId xmlns:a16="http://schemas.microsoft.com/office/drawing/2014/main" id="{B086AFCC-F616-4665-9FF8-C9C269E16C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216" y="1423999"/>
                        <a:ext cx="2195640" cy="771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Text Box 10">
            <a:extLst>
              <a:ext uri="{FF2B5EF4-FFF2-40B4-BE49-F238E27FC236}">
                <a16:creationId xmlns:a16="http://schemas.microsoft.com/office/drawing/2014/main" id="{D68DBAEA-4FF2-4F76-A81A-D0DD0AC86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1292" y="820096"/>
            <a:ext cx="971550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偶函数</a:t>
            </a:r>
          </a:p>
        </p:txBody>
      </p:sp>
      <p:sp>
        <p:nvSpPr>
          <p:cNvPr id="20491" name="Text Box 11">
            <a:extLst>
              <a:ext uri="{FF2B5EF4-FFF2-40B4-BE49-F238E27FC236}">
                <a16:creationId xmlns:a16="http://schemas.microsoft.com/office/drawing/2014/main" id="{C2E58546-04CC-48E3-93B7-4452872E2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3068" y="820096"/>
            <a:ext cx="971550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800" b="1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奇函数</a:t>
            </a:r>
          </a:p>
        </p:txBody>
      </p:sp>
      <p:graphicFrame>
        <p:nvGraphicFramePr>
          <p:cNvPr id="20493" name="Object 13">
            <a:extLst>
              <a:ext uri="{FF2B5EF4-FFF2-40B4-BE49-F238E27FC236}">
                <a16:creationId xmlns:a16="http://schemas.microsoft.com/office/drawing/2014/main" id="{C122CBF2-D09F-42DC-908E-E35EA9D98E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767452"/>
              </p:ext>
            </p:extLst>
          </p:nvPr>
        </p:nvGraphicFramePr>
        <p:xfrm>
          <a:off x="3651828" y="2306299"/>
          <a:ext cx="2798928" cy="844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35" name="Equation" r:id="rId9" imgW="2946240" imgH="888840" progId="Equation.DSMT4">
                  <p:embed/>
                </p:oleObj>
              </mc:Choice>
              <mc:Fallback>
                <p:oleObj name="Equation" r:id="rId9" imgW="2946240" imgH="888840" progId="Equation.DSMT4">
                  <p:embed/>
                  <p:pic>
                    <p:nvPicPr>
                      <p:cNvPr id="20493" name="Object 13">
                        <a:extLst>
                          <a:ext uri="{FF2B5EF4-FFF2-40B4-BE49-F238E27FC236}">
                            <a16:creationId xmlns:a16="http://schemas.microsoft.com/office/drawing/2014/main" id="{C122CBF2-D09F-42DC-908E-E35EA9D98E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828" y="2306299"/>
                        <a:ext cx="2798928" cy="844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14">
            <a:extLst>
              <a:ext uri="{FF2B5EF4-FFF2-40B4-BE49-F238E27FC236}">
                <a16:creationId xmlns:a16="http://schemas.microsoft.com/office/drawing/2014/main" id="{BA2BD7AB-A90C-470A-B420-AD91E0FFC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140088"/>
              </p:ext>
            </p:extLst>
          </p:nvPr>
        </p:nvGraphicFramePr>
        <p:xfrm>
          <a:off x="1281184" y="3370341"/>
          <a:ext cx="2473002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36" name="Equation" r:id="rId11" imgW="2603160" imgH="596880" progId="Equation.DSMT4">
                  <p:embed/>
                </p:oleObj>
              </mc:Choice>
              <mc:Fallback>
                <p:oleObj name="Equation" r:id="rId11" imgW="2603160" imgH="596880" progId="Equation.DSMT4">
                  <p:embed/>
                  <p:pic>
                    <p:nvPicPr>
                      <p:cNvPr id="20494" name="Object 14">
                        <a:extLst>
                          <a:ext uri="{FF2B5EF4-FFF2-40B4-BE49-F238E27FC236}">
                            <a16:creationId xmlns:a16="http://schemas.microsoft.com/office/drawing/2014/main" id="{BA2BD7AB-A90C-470A-B420-AD91E0FFCD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84" y="3370341"/>
                        <a:ext cx="2473002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Object 16">
            <a:extLst>
              <a:ext uri="{FF2B5EF4-FFF2-40B4-BE49-F238E27FC236}">
                <a16:creationId xmlns:a16="http://schemas.microsoft.com/office/drawing/2014/main" id="{979FE59B-CB25-4C5F-B08E-C8B392DEC2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23567"/>
              </p:ext>
            </p:extLst>
          </p:nvPr>
        </p:nvGraphicFramePr>
        <p:xfrm>
          <a:off x="1294595" y="4182356"/>
          <a:ext cx="881062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37" name="Equation" r:id="rId13" imgW="927000" imgH="279360" progId="Equation.DSMT4">
                  <p:embed/>
                </p:oleObj>
              </mc:Choice>
              <mc:Fallback>
                <p:oleObj name="Equation" r:id="rId13" imgW="927000" imgH="279360" progId="Equation.DSMT4">
                  <p:embed/>
                  <p:pic>
                    <p:nvPicPr>
                      <p:cNvPr id="20496" name="Object 16">
                        <a:extLst>
                          <a:ext uri="{FF2B5EF4-FFF2-40B4-BE49-F238E27FC236}">
                            <a16:creationId xmlns:a16="http://schemas.microsoft.com/office/drawing/2014/main" id="{979FE59B-CB25-4C5F-B08E-C8B392DEC2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595" y="4182356"/>
                        <a:ext cx="881062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7" name="Text Box 17">
            <a:extLst>
              <a:ext uri="{FF2B5EF4-FFF2-40B4-BE49-F238E27FC236}">
                <a16:creationId xmlns:a16="http://schemas.microsoft.com/office/drawing/2014/main" id="{9F52D624-5FED-483A-AD5F-2372DB8FF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703" y="3983667"/>
            <a:ext cx="30771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（四分之一单位圆的面积）</a:t>
            </a:r>
          </a:p>
        </p:txBody>
      </p:sp>
      <p:sp>
        <p:nvSpPr>
          <p:cNvPr id="26" name="Text Box 8">
            <a:extLst>
              <a:ext uri="{FF2B5EF4-FFF2-40B4-BE49-F238E27FC236}">
                <a16:creationId xmlns:a16="http://schemas.microsoft.com/office/drawing/2014/main" id="{7CF2029C-B79D-422C-A1C2-F295495EC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26" y="1516445"/>
            <a:ext cx="871538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300" b="1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300" b="1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00E398D-664D-4646-A876-AB9DA6231C6B}"/>
              </a:ext>
            </a:extLst>
          </p:cNvPr>
          <p:cNvGrpSpPr/>
          <p:nvPr/>
        </p:nvGrpSpPr>
        <p:grpSpPr>
          <a:xfrm>
            <a:off x="863588" y="179279"/>
            <a:ext cx="4187533" cy="808146"/>
            <a:chOff x="774503" y="503238"/>
            <a:chExt cx="4187533" cy="808146"/>
          </a:xfrm>
        </p:grpSpPr>
        <p:grpSp>
          <p:nvGrpSpPr>
            <p:cNvPr id="17424" name="组合 1">
              <a:extLst>
                <a:ext uri="{FF2B5EF4-FFF2-40B4-BE49-F238E27FC236}">
                  <a16:creationId xmlns:a16="http://schemas.microsoft.com/office/drawing/2014/main" id="{1FB41A29-E376-415B-9850-16866EE195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503" y="503238"/>
              <a:ext cx="4187533" cy="808146"/>
              <a:chOff x="962026" y="283615"/>
              <a:chExt cx="5583378" cy="1077528"/>
            </a:xfrm>
          </p:grpSpPr>
          <p:graphicFrame>
            <p:nvGraphicFramePr>
              <p:cNvPr id="17428" name="Object 5">
                <a:extLst>
                  <a:ext uri="{FF2B5EF4-FFF2-40B4-BE49-F238E27FC236}">
                    <a16:creationId xmlns:a16="http://schemas.microsoft.com/office/drawing/2014/main" id="{F6C75320-4B11-4576-8671-B35C0D645F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52068504"/>
                  </p:ext>
                </p:extLst>
              </p:nvPr>
            </p:nvGraphicFramePr>
            <p:xfrm>
              <a:off x="3537628" y="283615"/>
              <a:ext cx="3007776" cy="1077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2638" name="Equation" r:id="rId15" imgW="2374560" imgH="850680" progId="Equation.DSMT4">
                      <p:embed/>
                    </p:oleObj>
                  </mc:Choice>
                  <mc:Fallback>
                    <p:oleObj name="Equation" r:id="rId15" imgW="2374560" imgH="850680" progId="Equation.DSMT4">
                      <p:embed/>
                      <p:pic>
                        <p:nvPicPr>
                          <p:cNvPr id="17428" name="Object 5">
                            <a:extLst>
                              <a:ext uri="{FF2B5EF4-FFF2-40B4-BE49-F238E27FC236}">
                                <a16:creationId xmlns:a16="http://schemas.microsoft.com/office/drawing/2014/main" id="{F6C75320-4B11-4576-8671-B35C0D645F1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37628" y="283615"/>
                            <a:ext cx="3007776" cy="10775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29" name="Text Box 8">
                <a:extLst>
                  <a:ext uri="{FF2B5EF4-FFF2-40B4-BE49-F238E27FC236}">
                    <a16:creationId xmlns:a16="http://schemas.microsoft.com/office/drawing/2014/main" id="{A8755F9D-1538-4882-A080-3FE7E09056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2026" y="586731"/>
                <a:ext cx="1428470" cy="5950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r>
                  <a:rPr lang="zh-CN" altLang="en-US" sz="2300" b="1" dirty="0">
                    <a:solidFill>
                      <a:srgbClr val="0064FF"/>
                    </a:solidFill>
                    <a:latin typeface="+mn-ea"/>
                    <a:ea typeface="+mn-ea"/>
                  </a:rPr>
                  <a:t>例</a:t>
                </a:r>
                <a:r>
                  <a:rPr lang="en-US" altLang="zh-CN" sz="2300" b="1" dirty="0">
                    <a:solidFill>
                      <a:srgbClr val="0064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10-2</a:t>
                </a:r>
              </a:p>
            </p:txBody>
          </p:sp>
        </p:grpSp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671CD9F6-BCEE-4941-AB33-249212ECE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6026" y="678307"/>
              <a:ext cx="871400" cy="51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zh-CN" altLang="en-US" sz="2300" b="1" dirty="0">
                  <a:latin typeface="+mn-ea"/>
                  <a:ea typeface="+mn-ea"/>
                  <a:cs typeface="Times New Roman" panose="02020603050405020304" pitchFamily="18" charset="0"/>
                </a:rPr>
                <a:t>计算</a:t>
              </a:r>
            </a:p>
          </p:txBody>
        </p:sp>
      </p:grpSp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1FE54199-E68A-4E0F-A6DF-2743653510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561316"/>
              </p:ext>
            </p:extLst>
          </p:nvPr>
        </p:nvGraphicFramePr>
        <p:xfrm>
          <a:off x="1661217" y="1382084"/>
          <a:ext cx="2268144" cy="808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39" name="Equation" r:id="rId17" imgW="2387520" imgH="850680" progId="Equation.DSMT4">
                  <p:embed/>
                </p:oleObj>
              </mc:Choice>
              <mc:Fallback>
                <p:oleObj name="Equation" r:id="rId17" imgW="2387520" imgH="850680" progId="Equation.DSMT4">
                  <p:embed/>
                  <p:pic>
                    <p:nvPicPr>
                      <p:cNvPr id="17428" name="Object 5">
                        <a:extLst>
                          <a:ext uri="{FF2B5EF4-FFF2-40B4-BE49-F238E27FC236}">
                            <a16:creationId xmlns:a16="http://schemas.microsoft.com/office/drawing/2014/main" id="{F6C75320-4B11-4576-8671-B35C0D645F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1217" y="1382084"/>
                        <a:ext cx="2268144" cy="808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8">
            <a:extLst>
              <a:ext uri="{FF2B5EF4-FFF2-40B4-BE49-F238E27FC236}">
                <a16:creationId xmlns:a16="http://schemas.microsoft.com/office/drawing/2014/main" id="{CD3D73B9-261D-4C19-B0A8-3EA215DFE3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695211"/>
              </p:ext>
            </p:extLst>
          </p:nvPr>
        </p:nvGraphicFramePr>
        <p:xfrm>
          <a:off x="1281184" y="2338346"/>
          <a:ext cx="2328336" cy="808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40" name="Equation" r:id="rId19" imgW="2450880" imgH="850680" progId="Equation.DSMT4">
                  <p:embed/>
                </p:oleObj>
              </mc:Choice>
              <mc:Fallback>
                <p:oleObj name="Equation" r:id="rId19" imgW="2450880" imgH="850680" progId="Equation.DSMT4">
                  <p:embed/>
                  <p:pic>
                    <p:nvPicPr>
                      <p:cNvPr id="20488" name="Object 8">
                        <a:extLst>
                          <a:ext uri="{FF2B5EF4-FFF2-40B4-BE49-F238E27FC236}">
                            <a16:creationId xmlns:a16="http://schemas.microsoft.com/office/drawing/2014/main" id="{00385602-FA2E-4F1E-9A36-8A304145D8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84" y="2338346"/>
                        <a:ext cx="2328336" cy="808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0" grpId="0" animBg="1" autoUpdateAnimBg="0"/>
      <p:bldP spid="20491" grpId="0" animBg="1" autoUpdateAnimBg="0"/>
      <p:bldP spid="20497" grpId="0" autoUpdateAnimBg="0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BC2A899F-2806-4E69-8E95-80A2EF025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82" y="305529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3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1E6150A-5408-489D-ABBD-2B5750DEE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652" y="252844"/>
            <a:ext cx="477882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2300" b="1" dirty="0">
                <a:latin typeface="+mn-ea"/>
                <a:ea typeface="+mn-ea"/>
                <a:cs typeface="Times New Roman" panose="02020603050405020304" pitchFamily="18" charset="0"/>
              </a:rPr>
              <a:t>  证明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4F0F549-3898-47DE-A798-52BAD37AB8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766526"/>
              </p:ext>
            </p:extLst>
          </p:nvPr>
        </p:nvGraphicFramePr>
        <p:xfrm>
          <a:off x="2591780" y="87474"/>
          <a:ext cx="3111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41" name="Equation" r:id="rId3" imgW="3111480" imgH="711000" progId="Equation.DSMT4">
                  <p:embed/>
                </p:oleObj>
              </mc:Choice>
              <mc:Fallback>
                <p:oleObj name="Equation" r:id="rId3" imgW="31114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1780" y="87474"/>
                        <a:ext cx="3111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>
            <a:extLst>
              <a:ext uri="{FF2B5EF4-FFF2-40B4-BE49-F238E27FC236}">
                <a16:creationId xmlns:a16="http://schemas.microsoft.com/office/drawing/2014/main" id="{51242D78-2FF8-4D1C-BA9F-A321388A2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82" y="967039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lang="en-US" altLang="zh-CN" sz="23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F62E09B-AF97-4491-A64A-4ED71EFC44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593194"/>
              </p:ext>
            </p:extLst>
          </p:nvPr>
        </p:nvGraphicFramePr>
        <p:xfrm>
          <a:off x="1619759" y="816943"/>
          <a:ext cx="441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42" name="Equation" r:id="rId5" imgW="4419360" imgH="838080" progId="Equation.DSMT4">
                  <p:embed/>
                </p:oleObj>
              </mc:Choice>
              <mc:Fallback>
                <p:oleObj name="Equation" r:id="rId5" imgW="4419360" imgH="838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4F0F549-3898-47DE-A798-52BAD37AB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759" y="816943"/>
                        <a:ext cx="44196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EAF754F2-B111-4DDC-B022-6AA0B2FBAC0A}"/>
              </a:ext>
            </a:extLst>
          </p:cNvPr>
          <p:cNvGrpSpPr/>
          <p:nvPr/>
        </p:nvGrpSpPr>
        <p:grpSpPr>
          <a:xfrm>
            <a:off x="863588" y="1704892"/>
            <a:ext cx="1662027" cy="461665"/>
            <a:chOff x="899592" y="1994437"/>
            <a:chExt cx="1662027" cy="461665"/>
          </a:xfrm>
        </p:grpSpPr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3F8A764A-3F43-4A55-B0C6-5A0A7C6067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592" y="1994437"/>
              <a:ext cx="8715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300" b="1" dirty="0">
                  <a:latin typeface="+mn-ea"/>
                  <a:ea typeface="+mn-ea"/>
                </a:rPr>
                <a:t>令</a:t>
              </a:r>
              <a:endParaRPr lang="en-US" altLang="zh-CN" sz="2300" b="1" dirty="0">
                <a:latin typeface="+mn-ea"/>
                <a:ea typeface="+mn-ea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76402BD-5D1D-4367-96C9-0C65A115A3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4207748"/>
                </p:ext>
              </p:extLst>
            </p:nvPr>
          </p:nvGraphicFramePr>
          <p:xfrm>
            <a:off x="1456719" y="2104365"/>
            <a:ext cx="11049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543" name="Equation" r:id="rId7" imgW="1104840" imgH="291960" progId="Equation.DSMT4">
                    <p:embed/>
                  </p:oleObj>
                </mc:Choice>
                <mc:Fallback>
                  <p:oleObj name="Equation" r:id="rId7" imgW="110484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56719" y="2104365"/>
                          <a:ext cx="11049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BC92374-DDD3-4FE3-9DD6-813FC05650A4}"/>
              </a:ext>
            </a:extLst>
          </p:cNvPr>
          <p:cNvGrpSpPr/>
          <p:nvPr/>
        </p:nvGrpSpPr>
        <p:grpSpPr>
          <a:xfrm>
            <a:off x="2591780" y="1704891"/>
            <a:ext cx="1621262" cy="461665"/>
            <a:chOff x="2627784" y="1994436"/>
            <a:chExt cx="1621262" cy="461665"/>
          </a:xfrm>
        </p:grpSpPr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2C146888-F35C-4AE7-AA0D-273C751E3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7784" y="1994436"/>
              <a:ext cx="8715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300" b="1" dirty="0">
                  <a:latin typeface="+mn-ea"/>
                  <a:ea typeface="+mn-ea"/>
                </a:rPr>
                <a:t>则</a:t>
              </a:r>
              <a:endParaRPr lang="en-US" altLang="zh-CN" sz="2300" b="1" dirty="0">
                <a:latin typeface="+mn-ea"/>
                <a:ea typeface="+mn-ea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F2829AE3-FA41-4406-9470-389977404F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8946840"/>
                </p:ext>
              </p:extLst>
            </p:nvPr>
          </p:nvGraphicFramePr>
          <p:xfrm>
            <a:off x="3118746" y="2104365"/>
            <a:ext cx="1130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544" name="Equation" r:id="rId9" imgW="1130040" imgH="330120" progId="Equation.DSMT4">
                    <p:embed/>
                  </p:oleObj>
                </mc:Choice>
                <mc:Fallback>
                  <p:oleObj name="Equation" r:id="rId9" imgW="1130040" imgH="3301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676402BD-5D1D-4367-96C9-0C65A115A32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18746" y="2104365"/>
                          <a:ext cx="1130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446A304-8017-46CE-AB0C-9D53606705FE}"/>
              </a:ext>
            </a:extLst>
          </p:cNvPr>
          <p:cNvGrpSpPr/>
          <p:nvPr/>
        </p:nvGrpSpPr>
        <p:grpSpPr>
          <a:xfrm>
            <a:off x="5184068" y="1695935"/>
            <a:ext cx="1380918" cy="651286"/>
            <a:chOff x="6732240" y="2056390"/>
            <a:chExt cx="1380918" cy="651286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98A5E2BC-9127-4B19-9DA2-9A1F913395AB}"/>
                </a:ext>
              </a:extLst>
            </p:cNvPr>
            <p:cNvGrpSpPr/>
            <p:nvPr/>
          </p:nvGrpSpPr>
          <p:grpSpPr>
            <a:xfrm>
              <a:off x="6732240" y="2056390"/>
              <a:ext cx="1380918" cy="651286"/>
              <a:chOff x="5616642" y="1901430"/>
              <a:chExt cx="1380918" cy="651286"/>
            </a:xfrm>
          </p:grpSpPr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87E27C2-7542-474E-91FD-F41AC59108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6642" y="2544136"/>
                <a:ext cx="1380918" cy="221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CD321B57-352E-4989-AAC6-484A470C1C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40871" y="193029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503760FF-9532-4D32-8244-92D7DCD274DF}"/>
                  </a:ext>
                </a:extLst>
              </p:cNvPr>
              <p:cNvCxnSpPr/>
              <p:nvPr/>
            </p:nvCxnSpPr>
            <p:spPr>
              <a:xfrm>
                <a:off x="6588224" y="1943676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8" name="对象 17">
                <a:extLst>
                  <a:ext uri="{FF2B5EF4-FFF2-40B4-BE49-F238E27FC236}">
                    <a16:creationId xmlns:a16="http://schemas.microsoft.com/office/drawing/2014/main" id="{31E817A4-F6E8-45E1-9C50-897204F2612A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767325" y="1977554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45" name="Equation" r:id="rId11" imgW="177480" imgH="190440" progId="Equation.DSMT4">
                      <p:embed/>
                    </p:oleObj>
                  </mc:Choice>
                  <mc:Fallback>
                    <p:oleObj name="Equation" r:id="rId11" imgW="177480" imgH="190440" progId="Equation.DSMT4">
                      <p:embed/>
                      <p:pic>
                        <p:nvPicPr>
                          <p:cNvPr id="24" name="对象 23">
                            <a:extLst>
                              <a:ext uri="{FF2B5EF4-FFF2-40B4-BE49-F238E27FC236}">
                                <a16:creationId xmlns:a16="http://schemas.microsoft.com/office/drawing/2014/main" id="{E6A0B03F-B19F-43EE-93DA-8D2C999CB6A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767325" y="1977554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C97BDF90-90CA-47EC-8523-ADBA6936E3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54018248"/>
                  </p:ext>
                </p:extLst>
              </p:nvPr>
            </p:nvGraphicFramePr>
            <p:xfrm>
              <a:off x="5820190" y="2262803"/>
              <a:ext cx="114300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46" name="Equation" r:id="rId13" imgW="114120" imgH="215640" progId="Equation.DSMT4">
                      <p:embed/>
                    </p:oleObj>
                  </mc:Choice>
                  <mc:Fallback>
                    <p:oleObj name="Equation" r:id="rId13" imgW="114120" imgH="215640" progId="Equation.DSMT4">
                      <p:embed/>
                      <p:pic>
                        <p:nvPicPr>
                          <p:cNvPr id="25" name="对象 24">
                            <a:extLst>
                              <a:ext uri="{FF2B5EF4-FFF2-40B4-BE49-F238E27FC236}">
                                <a16:creationId xmlns:a16="http://schemas.microsoft.com/office/drawing/2014/main" id="{97EC0C52-C223-4790-AB29-99C366798E3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5820190" y="2262803"/>
                            <a:ext cx="114300" cy="215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对象 19">
                <a:extLst>
                  <a:ext uri="{FF2B5EF4-FFF2-40B4-BE49-F238E27FC236}">
                    <a16:creationId xmlns:a16="http://schemas.microsoft.com/office/drawing/2014/main" id="{344B82CE-2F99-4749-A9E8-272986A12F7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0256365"/>
                  </p:ext>
                </p:extLst>
              </p:nvPr>
            </p:nvGraphicFramePr>
            <p:xfrm>
              <a:off x="6236751" y="1901430"/>
              <a:ext cx="1651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47" name="Equation" r:id="rId15" imgW="164880" imgH="330120" progId="Equation.DSMT4">
                      <p:embed/>
                    </p:oleObj>
                  </mc:Choice>
                  <mc:Fallback>
                    <p:oleObj name="Equation" r:id="rId15" imgW="164880" imgH="330120" progId="Equation.DSMT4">
                      <p:embed/>
                      <p:pic>
                        <p:nvPicPr>
                          <p:cNvPr id="26" name="对象 25">
                            <a:extLst>
                              <a:ext uri="{FF2B5EF4-FFF2-40B4-BE49-F238E27FC236}">
                                <a16:creationId xmlns:a16="http://schemas.microsoft.com/office/drawing/2014/main" id="{DB8A45FC-4FCF-43DD-875B-6D9417B9A8F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236751" y="1901430"/>
                            <a:ext cx="1651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对象 20">
                <a:extLst>
                  <a:ext uri="{FF2B5EF4-FFF2-40B4-BE49-F238E27FC236}">
                    <a16:creationId xmlns:a16="http://schemas.microsoft.com/office/drawing/2014/main" id="{789C0401-2979-4761-A059-C61221479C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64611371"/>
                  </p:ext>
                </p:extLst>
              </p:nvPr>
            </p:nvGraphicFramePr>
            <p:xfrm>
              <a:off x="6209127" y="2210415"/>
              <a:ext cx="1651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48" name="Equation" r:id="rId17" imgW="164880" imgH="330120" progId="Equation.DSMT4">
                      <p:embed/>
                    </p:oleObj>
                  </mc:Choice>
                  <mc:Fallback>
                    <p:oleObj name="Equation" r:id="rId17" imgW="164880" imgH="330120" progId="Equation.DSMT4">
                      <p:embed/>
                      <p:pic>
                        <p:nvPicPr>
                          <p:cNvPr id="28" name="对象 27">
                            <a:extLst>
                              <a:ext uri="{FF2B5EF4-FFF2-40B4-BE49-F238E27FC236}">
                                <a16:creationId xmlns:a16="http://schemas.microsoft.com/office/drawing/2014/main" id="{1E396FF9-DE31-4636-A597-323CBAC4EB0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209127" y="2210415"/>
                            <a:ext cx="1651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5026EF56-17B4-4406-9317-0C4702ABC5A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2714581"/>
                  </p:ext>
                </p:extLst>
              </p:nvPr>
            </p:nvGraphicFramePr>
            <p:xfrm>
              <a:off x="6694902" y="2245340"/>
              <a:ext cx="1651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49" name="Equation" r:id="rId19" imgW="164880" imgH="241200" progId="Equation.DSMT4">
                      <p:embed/>
                    </p:oleObj>
                  </mc:Choice>
                  <mc:Fallback>
                    <p:oleObj name="Equation" r:id="rId19" imgW="164880" imgH="241200" progId="Equation.DSMT4">
                      <p:embed/>
                      <p:pic>
                        <p:nvPicPr>
                          <p:cNvPr id="30" name="对象 29">
                            <a:extLst>
                              <a:ext uri="{FF2B5EF4-FFF2-40B4-BE49-F238E27FC236}">
                                <a16:creationId xmlns:a16="http://schemas.microsoft.com/office/drawing/2014/main" id="{6E67A97D-9FE1-4474-B9A8-B7863DB087C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6694902" y="2245340"/>
                            <a:ext cx="1651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56109D6C-C99A-46D7-A83E-01ED4BE970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1919" y="2226197"/>
                <a:ext cx="1364673" cy="84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6BFF93E-2272-4ADE-9AEE-ABE871BE56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3128" y="1941398"/>
                <a:ext cx="1364673" cy="84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3EC2F036-B51E-4498-A83F-7138D3D5ADF1}"/>
                  </a:ext>
                </a:extLst>
              </p:cNvPr>
              <p:cNvCxnSpPr/>
              <p:nvPr/>
            </p:nvCxnSpPr>
            <p:spPr>
              <a:xfrm>
                <a:off x="6986592" y="195004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E43AF09F-0EA0-48D5-B2A4-D54D4B8CBA30}"/>
                  </a:ext>
                </a:extLst>
              </p:cNvPr>
              <p:cNvCxnSpPr/>
              <p:nvPr/>
            </p:nvCxnSpPr>
            <p:spPr>
              <a:xfrm>
                <a:off x="5619280" y="193029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A62A6E4A-50C7-4E05-BCFC-5985061919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0007289"/>
                </p:ext>
              </p:extLst>
            </p:nvPr>
          </p:nvGraphicFramePr>
          <p:xfrm>
            <a:off x="7772454" y="2130682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550" name="Equation" r:id="rId21" imgW="177480" imgH="190440" progId="Equation.DSMT4">
                    <p:embed/>
                  </p:oleObj>
                </mc:Choice>
                <mc:Fallback>
                  <p:oleObj name="Equation" r:id="rId21" imgW="177480" imgH="19044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789C0401-2979-4761-A059-C61221479C7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772454" y="2130682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66DA85AA-6DC2-495A-828B-B7CACCB573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325708"/>
              </p:ext>
            </p:extLst>
          </p:nvPr>
        </p:nvGraphicFramePr>
        <p:xfrm>
          <a:off x="1378459" y="2409205"/>
          <a:ext cx="1549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51" name="Equation" r:id="rId23" imgW="1549080" imgH="723600" progId="Equation.DSMT4">
                  <p:embed/>
                </p:oleObj>
              </mc:Choice>
              <mc:Fallback>
                <p:oleObj name="Equation" r:id="rId23" imgW="15490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78459" y="2409205"/>
                        <a:ext cx="1549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FBCF2DEA-01D2-42F6-91C2-CCE8974284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861568"/>
              </p:ext>
            </p:extLst>
          </p:nvPr>
        </p:nvGraphicFramePr>
        <p:xfrm>
          <a:off x="2906261" y="2388014"/>
          <a:ext cx="2222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52" name="Equation" r:id="rId25" imgW="2222280" imgH="723600" progId="Equation.DSMT4">
                  <p:embed/>
                </p:oleObj>
              </mc:Choice>
              <mc:Fallback>
                <p:oleObj name="Equation" r:id="rId25" imgW="2222280" imgH="7236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66DA85AA-6DC2-495A-828B-B7CACCB573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906261" y="2388014"/>
                        <a:ext cx="2222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76C8BAD9-9AAF-4977-BD42-B67BC1D4FB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366451"/>
              </p:ext>
            </p:extLst>
          </p:nvPr>
        </p:nvGraphicFramePr>
        <p:xfrm>
          <a:off x="1214946" y="3169618"/>
          <a:ext cx="21082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53" name="Equation" r:id="rId27" imgW="2108160" imgH="711000" progId="Equation.DSMT4">
                  <p:embed/>
                </p:oleObj>
              </mc:Choice>
              <mc:Fallback>
                <p:oleObj name="Equation" r:id="rId27" imgW="2108160" imgH="7110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FBCF2DEA-01D2-42F6-91C2-CCE897428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214946" y="3169618"/>
                        <a:ext cx="21082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33ABB292-B104-4667-9DC8-BC5993956D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212931"/>
              </p:ext>
            </p:extLst>
          </p:nvPr>
        </p:nvGraphicFramePr>
        <p:xfrm>
          <a:off x="3286634" y="3169618"/>
          <a:ext cx="1460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54" name="Equation" r:id="rId29" imgW="1460160" imgH="711000" progId="Equation.DSMT4">
                  <p:embed/>
                </p:oleObj>
              </mc:Choice>
              <mc:Fallback>
                <p:oleObj name="Equation" r:id="rId29" imgW="1460160" imgH="7110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76C8BAD9-9AAF-4977-BD42-B67BC1D4FB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286634" y="3169618"/>
                        <a:ext cx="1460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5A4D4763-95BD-4658-83F9-93ED6F2E71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86485"/>
              </p:ext>
            </p:extLst>
          </p:nvPr>
        </p:nvGraphicFramePr>
        <p:xfrm>
          <a:off x="4720146" y="3166443"/>
          <a:ext cx="1625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55" name="Equation" r:id="rId31" imgW="1625400" imgH="711000" progId="Equation.DSMT4">
                  <p:embed/>
                </p:oleObj>
              </mc:Choice>
              <mc:Fallback>
                <p:oleObj name="Equation" r:id="rId31" imgW="1625400" imgH="71100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33ABB292-B104-4667-9DC8-BC5993956D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720146" y="3166443"/>
                        <a:ext cx="16256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>
            <a:extLst>
              <a:ext uri="{FF2B5EF4-FFF2-40B4-BE49-F238E27FC236}">
                <a16:creationId xmlns:a16="http://schemas.microsoft.com/office/drawing/2014/main" id="{B84EF5B8-D668-4BFC-9B8E-9347E3DD6C1B}"/>
              </a:ext>
            </a:extLst>
          </p:cNvPr>
          <p:cNvGrpSpPr/>
          <p:nvPr/>
        </p:nvGrpSpPr>
        <p:grpSpPr>
          <a:xfrm>
            <a:off x="880240" y="3800211"/>
            <a:ext cx="3758252" cy="711200"/>
            <a:chOff x="916244" y="4089756"/>
            <a:chExt cx="3758252" cy="711200"/>
          </a:xfrm>
        </p:grpSpPr>
        <p:sp>
          <p:nvSpPr>
            <p:cNvPr id="34" name="Text Box 8">
              <a:extLst>
                <a:ext uri="{FF2B5EF4-FFF2-40B4-BE49-F238E27FC236}">
                  <a16:creationId xmlns:a16="http://schemas.microsoft.com/office/drawing/2014/main" id="{B34EF6A1-3B06-4150-8877-D5C729FB8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6244" y="4317593"/>
              <a:ext cx="8715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300" b="1" dirty="0">
                  <a:latin typeface="+mn-ea"/>
                  <a:ea typeface="+mn-ea"/>
                </a:rPr>
                <a:t>故</a:t>
              </a:r>
              <a:endParaRPr lang="en-US" altLang="zh-CN" sz="2300" b="1" dirty="0">
                <a:latin typeface="+mn-ea"/>
                <a:ea typeface="+mn-ea"/>
              </a:endParaRPr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2AC7FA83-3C7B-4EC6-831D-5BAF087E37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4387941"/>
                </p:ext>
              </p:extLst>
            </p:nvPr>
          </p:nvGraphicFramePr>
          <p:xfrm>
            <a:off x="1562996" y="4089756"/>
            <a:ext cx="3111500" cy="71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556" name="Equation" r:id="rId33" imgW="3111480" imgH="711000" progId="Equation.DSMT4">
                    <p:embed/>
                  </p:oleObj>
                </mc:Choice>
                <mc:Fallback>
                  <p:oleObj name="Equation" r:id="rId33" imgW="3111480" imgH="71100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04F0F549-3898-47DE-A798-52BAD37AB84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562996" y="4089756"/>
                          <a:ext cx="3111500" cy="711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6359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1B1F391-3A33-49A8-8147-1E4612C11B03}"/>
              </a:ext>
            </a:extLst>
          </p:cNvPr>
          <p:cNvSpPr/>
          <p:nvPr/>
        </p:nvSpPr>
        <p:spPr>
          <a:xfrm>
            <a:off x="1166891" y="725819"/>
            <a:ext cx="5042968" cy="1493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44604262-AA71-434D-99BD-DCA699B48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144" y="2417359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300" b="1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B4A4A9A5-5C3F-4688-8BC1-A71EAD78F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913" y="2401376"/>
            <a:ext cx="14555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宋体" panose="02010600030101010101" pitchFamily="2" charset="-122"/>
              </a:rPr>
              <a:t>令</a:t>
            </a:r>
          </a:p>
        </p:txBody>
      </p:sp>
      <p:graphicFrame>
        <p:nvGraphicFramePr>
          <p:cNvPr id="21509" name="Object 5">
            <a:extLst>
              <a:ext uri="{FF2B5EF4-FFF2-40B4-BE49-F238E27FC236}">
                <a16:creationId xmlns:a16="http://schemas.microsoft.com/office/drawing/2014/main" id="{7B54EBE5-2C81-49A3-9FCB-64B20A9B8C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528911"/>
              </p:ext>
            </p:extLst>
          </p:nvPr>
        </p:nvGraphicFramePr>
        <p:xfrm>
          <a:off x="2278671" y="2304482"/>
          <a:ext cx="1085850" cy="68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42" name="Equation" r:id="rId3" imgW="1143000" imgH="723600" progId="Equation.DSMT4">
                  <p:embed/>
                </p:oleObj>
              </mc:Choice>
              <mc:Fallback>
                <p:oleObj name="Equation" r:id="rId3" imgW="1143000" imgH="723600" progId="Equation.DSMT4">
                  <p:embed/>
                  <p:pic>
                    <p:nvPicPr>
                      <p:cNvPr id="21509" name="Object 5">
                        <a:extLst>
                          <a:ext uri="{FF2B5EF4-FFF2-40B4-BE49-F238E27FC236}">
                            <a16:creationId xmlns:a16="http://schemas.microsoft.com/office/drawing/2014/main" id="{7B54EBE5-2C81-49A3-9FCB-64B20A9B8C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671" y="2304482"/>
                        <a:ext cx="1085850" cy="687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>
            <a:extLst>
              <a:ext uri="{FF2B5EF4-FFF2-40B4-BE49-F238E27FC236}">
                <a16:creationId xmlns:a16="http://schemas.microsoft.com/office/drawing/2014/main" id="{0C5FC864-3CC9-49F8-8CFD-3ED1D82DD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92160"/>
              </p:ext>
            </p:extLst>
          </p:nvPr>
        </p:nvGraphicFramePr>
        <p:xfrm>
          <a:off x="3539320" y="2501205"/>
          <a:ext cx="1580382" cy="36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43" name="Equation" r:id="rId5" imgW="1663560" imgH="380880" progId="Equation.DSMT4">
                  <p:embed/>
                </p:oleObj>
              </mc:Choice>
              <mc:Fallback>
                <p:oleObj name="Equation" r:id="rId5" imgW="1663560" imgH="380880" progId="Equation.DSMT4">
                  <p:embed/>
                  <p:pic>
                    <p:nvPicPr>
                      <p:cNvPr id="21510" name="Object 6">
                        <a:extLst>
                          <a:ext uri="{FF2B5EF4-FFF2-40B4-BE49-F238E27FC236}">
                            <a16:creationId xmlns:a16="http://schemas.microsoft.com/office/drawing/2014/main" id="{0C5FC864-3CC9-49F8-8CFD-3ED1D82DDD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9320" y="2501205"/>
                        <a:ext cx="1580382" cy="361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>
            <a:extLst>
              <a:ext uri="{FF2B5EF4-FFF2-40B4-BE49-F238E27FC236}">
                <a16:creationId xmlns:a16="http://schemas.microsoft.com/office/drawing/2014/main" id="{ACC925F4-A5A6-458C-8313-54FFB40B4C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553174"/>
              </p:ext>
            </p:extLst>
          </p:nvPr>
        </p:nvGraphicFramePr>
        <p:xfrm>
          <a:off x="911695" y="3124812"/>
          <a:ext cx="1411434" cy="36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44" name="Equation" r:id="rId7" imgW="1485720" imgH="380880" progId="Equation.DSMT4">
                  <p:embed/>
                </p:oleObj>
              </mc:Choice>
              <mc:Fallback>
                <p:oleObj name="Equation" r:id="rId7" imgW="1485720" imgH="380880" progId="Equation.DSMT4">
                  <p:embed/>
                  <p:pic>
                    <p:nvPicPr>
                      <p:cNvPr id="21511" name="Object 7">
                        <a:extLst>
                          <a:ext uri="{FF2B5EF4-FFF2-40B4-BE49-F238E27FC236}">
                            <a16:creationId xmlns:a16="http://schemas.microsoft.com/office/drawing/2014/main" id="{ACC925F4-A5A6-458C-8313-54FFB40B4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695" y="3124812"/>
                        <a:ext cx="1411434" cy="361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>
            <a:extLst>
              <a:ext uri="{FF2B5EF4-FFF2-40B4-BE49-F238E27FC236}">
                <a16:creationId xmlns:a16="http://schemas.microsoft.com/office/drawing/2014/main" id="{FB27F69D-B1C9-4A43-B03C-76FCA9EC15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376566"/>
              </p:ext>
            </p:extLst>
          </p:nvPr>
        </p:nvGraphicFramePr>
        <p:xfrm>
          <a:off x="2438904" y="2948338"/>
          <a:ext cx="723672" cy="68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45" name="Equation" r:id="rId9" imgW="761760" imgH="723600" progId="Equation.DSMT4">
                  <p:embed/>
                </p:oleObj>
              </mc:Choice>
              <mc:Fallback>
                <p:oleObj name="Equation" r:id="rId9" imgW="761760" imgH="723600" progId="Equation.DSMT4">
                  <p:embed/>
                  <p:pic>
                    <p:nvPicPr>
                      <p:cNvPr id="21512" name="Object 8">
                        <a:extLst>
                          <a:ext uri="{FF2B5EF4-FFF2-40B4-BE49-F238E27FC236}">
                            <a16:creationId xmlns:a16="http://schemas.microsoft.com/office/drawing/2014/main" id="{FB27F69D-B1C9-4A43-B03C-76FCA9EC15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904" y="2948338"/>
                        <a:ext cx="723672" cy="687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>
            <a:extLst>
              <a:ext uri="{FF2B5EF4-FFF2-40B4-BE49-F238E27FC236}">
                <a16:creationId xmlns:a16="http://schemas.microsoft.com/office/drawing/2014/main" id="{63616F8A-2C9E-4CFA-B417-B111A3191B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607537"/>
              </p:ext>
            </p:extLst>
          </p:nvPr>
        </p:nvGraphicFramePr>
        <p:xfrm>
          <a:off x="3452126" y="2945748"/>
          <a:ext cx="1134072" cy="68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46" name="Equation" r:id="rId11" imgW="1193760" imgH="723600" progId="Equation.DSMT4">
                  <p:embed/>
                </p:oleObj>
              </mc:Choice>
              <mc:Fallback>
                <p:oleObj name="Equation" r:id="rId11" imgW="1193760" imgH="723600" progId="Equation.DSMT4">
                  <p:embed/>
                  <p:pic>
                    <p:nvPicPr>
                      <p:cNvPr id="21513" name="Object 9">
                        <a:extLst>
                          <a:ext uri="{FF2B5EF4-FFF2-40B4-BE49-F238E27FC236}">
                            <a16:creationId xmlns:a16="http://schemas.microsoft.com/office/drawing/2014/main" id="{63616F8A-2C9E-4CFA-B417-B111A3191B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126" y="2945748"/>
                        <a:ext cx="1134072" cy="687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10">
            <a:extLst>
              <a:ext uri="{FF2B5EF4-FFF2-40B4-BE49-F238E27FC236}">
                <a16:creationId xmlns:a16="http://schemas.microsoft.com/office/drawing/2014/main" id="{369E3632-10DB-455D-A55D-BA59E1FD87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695392"/>
              </p:ext>
            </p:extLst>
          </p:nvPr>
        </p:nvGraphicFramePr>
        <p:xfrm>
          <a:off x="4694262" y="3142350"/>
          <a:ext cx="627228" cy="313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47" name="Equation" r:id="rId13" imgW="660240" imgH="330120" progId="Equation.DSMT4">
                  <p:embed/>
                </p:oleObj>
              </mc:Choice>
              <mc:Fallback>
                <p:oleObj name="Equation" r:id="rId13" imgW="660240" imgH="330120" progId="Equation.DSMT4">
                  <p:embed/>
                  <p:pic>
                    <p:nvPicPr>
                      <p:cNvPr id="21514" name="Object 10">
                        <a:extLst>
                          <a:ext uri="{FF2B5EF4-FFF2-40B4-BE49-F238E27FC236}">
                            <a16:creationId xmlns:a16="http://schemas.microsoft.com/office/drawing/2014/main" id="{369E3632-10DB-455D-A55D-BA59E1FD87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62" y="3142350"/>
                        <a:ext cx="627228" cy="313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2">
            <a:extLst>
              <a:ext uri="{FF2B5EF4-FFF2-40B4-BE49-F238E27FC236}">
                <a16:creationId xmlns:a16="http://schemas.microsoft.com/office/drawing/2014/main" id="{9D5564D2-80FC-4764-B344-02BF7C18D7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488846"/>
              </p:ext>
            </p:extLst>
          </p:nvPr>
        </p:nvGraphicFramePr>
        <p:xfrm>
          <a:off x="438758" y="3715770"/>
          <a:ext cx="1639888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48" name="Equation" r:id="rId15" imgW="1726920" imgH="711000" progId="Equation.DSMT4">
                  <p:embed/>
                </p:oleObj>
              </mc:Choice>
              <mc:Fallback>
                <p:oleObj name="Equation" r:id="rId15" imgW="1726920" imgH="711000" progId="Equation.DSMT4">
                  <p:embed/>
                  <p:pic>
                    <p:nvPicPr>
                      <p:cNvPr id="21516" name="Object 12">
                        <a:extLst>
                          <a:ext uri="{FF2B5EF4-FFF2-40B4-BE49-F238E27FC236}">
                            <a16:creationId xmlns:a16="http://schemas.microsoft.com/office/drawing/2014/main" id="{9D5564D2-80FC-4764-B344-02BF7C18D7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58" y="3715770"/>
                        <a:ext cx="1639888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13">
            <a:extLst>
              <a:ext uri="{FF2B5EF4-FFF2-40B4-BE49-F238E27FC236}">
                <a16:creationId xmlns:a16="http://schemas.microsoft.com/office/drawing/2014/main" id="{596FACB6-9F99-462F-8D91-319A79F8F1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081321"/>
              </p:ext>
            </p:extLst>
          </p:nvPr>
        </p:nvGraphicFramePr>
        <p:xfrm>
          <a:off x="2143477" y="3765811"/>
          <a:ext cx="2473002" cy="747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49" name="Equation" r:id="rId17" imgW="2603160" imgH="787320" progId="Equation.DSMT4">
                  <p:embed/>
                </p:oleObj>
              </mc:Choice>
              <mc:Fallback>
                <p:oleObj name="Equation" r:id="rId17" imgW="2603160" imgH="787320" progId="Equation.DSMT4">
                  <p:embed/>
                  <p:pic>
                    <p:nvPicPr>
                      <p:cNvPr id="21517" name="Object 13">
                        <a:extLst>
                          <a:ext uri="{FF2B5EF4-FFF2-40B4-BE49-F238E27FC236}">
                            <a16:creationId xmlns:a16="http://schemas.microsoft.com/office/drawing/2014/main" id="{596FACB6-9F99-462F-8D91-319A79F8F1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477" y="3765811"/>
                        <a:ext cx="2473002" cy="747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Object 14">
            <a:extLst>
              <a:ext uri="{FF2B5EF4-FFF2-40B4-BE49-F238E27FC236}">
                <a16:creationId xmlns:a16="http://schemas.microsoft.com/office/drawing/2014/main" id="{B239EC4D-C3A6-447F-979F-46985BC381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651034"/>
              </p:ext>
            </p:extLst>
          </p:nvPr>
        </p:nvGraphicFramePr>
        <p:xfrm>
          <a:off x="4694262" y="3709906"/>
          <a:ext cx="1797552" cy="67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50" name="Equation" r:id="rId19" imgW="1892160" imgH="711000" progId="Equation.DSMT4">
                  <p:embed/>
                </p:oleObj>
              </mc:Choice>
              <mc:Fallback>
                <p:oleObj name="Equation" r:id="rId19" imgW="1892160" imgH="711000" progId="Equation.DSMT4">
                  <p:embed/>
                  <p:pic>
                    <p:nvPicPr>
                      <p:cNvPr id="21518" name="Object 14">
                        <a:extLst>
                          <a:ext uri="{FF2B5EF4-FFF2-40B4-BE49-F238E27FC236}">
                            <a16:creationId xmlns:a16="http://schemas.microsoft.com/office/drawing/2014/main" id="{B239EC4D-C3A6-447F-979F-46985BC38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62" y="3709906"/>
                        <a:ext cx="1797552" cy="67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15">
            <a:extLst>
              <a:ext uri="{FF2B5EF4-FFF2-40B4-BE49-F238E27FC236}">
                <a16:creationId xmlns:a16="http://schemas.microsoft.com/office/drawing/2014/main" id="{FC3EF640-F822-4E79-A7AD-B22FD1F55C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96188"/>
              </p:ext>
            </p:extLst>
          </p:nvPr>
        </p:nvGraphicFramePr>
        <p:xfrm>
          <a:off x="6574446" y="3709420"/>
          <a:ext cx="19558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51" name="Equation" r:id="rId21" imgW="2057400" imgH="711000" progId="Equation.DSMT4">
                  <p:embed/>
                </p:oleObj>
              </mc:Choice>
              <mc:Fallback>
                <p:oleObj name="Equation" r:id="rId21" imgW="2057400" imgH="711000" progId="Equation.DSMT4">
                  <p:embed/>
                  <p:pic>
                    <p:nvPicPr>
                      <p:cNvPr id="21519" name="Object 15">
                        <a:extLst>
                          <a:ext uri="{FF2B5EF4-FFF2-40B4-BE49-F238E27FC236}">
                            <a16:creationId xmlns:a16="http://schemas.microsoft.com/office/drawing/2014/main" id="{FC3EF640-F822-4E79-A7AD-B22FD1F55C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4446" y="3709420"/>
                        <a:ext cx="19558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Text Box 8">
            <a:extLst>
              <a:ext uri="{FF2B5EF4-FFF2-40B4-BE49-F238E27FC236}">
                <a16:creationId xmlns:a16="http://schemas.microsoft.com/office/drawing/2014/main" id="{69765CC8-76A4-41D3-8FE8-527948263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144" y="223031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endParaRPr lang="en-US" altLang="zh-CN" sz="23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67CF747-D7BB-416A-BC71-2C53D88744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589538"/>
              </p:ext>
            </p:extLst>
          </p:nvPr>
        </p:nvGraphicFramePr>
        <p:xfrm>
          <a:off x="1618271" y="742382"/>
          <a:ext cx="392112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52" name="Equation" r:id="rId23" imgW="4127400" imgH="711000" progId="Equation.DSMT4">
                  <p:embed/>
                </p:oleObj>
              </mc:Choice>
              <mc:Fallback>
                <p:oleObj name="Equation" r:id="rId23" imgW="41274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618271" y="742382"/>
                        <a:ext cx="3921125" cy="67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4">
            <a:extLst>
              <a:ext uri="{FF2B5EF4-FFF2-40B4-BE49-F238E27FC236}">
                <a16:creationId xmlns:a16="http://schemas.microsoft.com/office/drawing/2014/main" id="{DCA16C77-0667-40AE-A705-0F388BD0E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644" y="195486"/>
            <a:ext cx="477882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2300" b="1" dirty="0">
                <a:latin typeface="+mn-ea"/>
                <a:ea typeface="+mn-ea"/>
                <a:cs typeface="Times New Roman" panose="02020603050405020304" pitchFamily="18" charset="0"/>
              </a:rPr>
              <a:t> 若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lang="zh-CN" altLang="en-US" sz="2300" b="1" dirty="0"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lang="zh-CN" altLang="en-US" sz="2300" b="1" dirty="0">
                <a:latin typeface="+mn-ea"/>
                <a:ea typeface="+mn-ea"/>
                <a:cs typeface="Times New Roman" panose="02020603050405020304" pitchFamily="18" charset="0"/>
              </a:rPr>
              <a:t>上连续，证明 </a:t>
            </a:r>
          </a:p>
        </p:txBody>
      </p:sp>
      <p:graphicFrame>
        <p:nvGraphicFramePr>
          <p:cNvPr id="22" name="Object 16">
            <a:extLst>
              <a:ext uri="{FF2B5EF4-FFF2-40B4-BE49-F238E27FC236}">
                <a16:creationId xmlns:a16="http://schemas.microsoft.com/office/drawing/2014/main" id="{FBD02692-C8BF-452F-9519-A47F066B3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648283"/>
              </p:ext>
            </p:extLst>
          </p:nvPr>
        </p:nvGraphicFramePr>
        <p:xfrm>
          <a:off x="1943694" y="297232"/>
          <a:ext cx="590976" cy="32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53" name="Equation" r:id="rId25" imgW="622080" imgH="342720" progId="Equation.DSMT4">
                  <p:embed/>
                </p:oleObj>
              </mc:Choice>
              <mc:Fallback>
                <p:oleObj name="Equation" r:id="rId25" imgW="622080" imgH="342720" progId="Equation.DSMT4">
                  <p:embed/>
                  <p:pic>
                    <p:nvPicPr>
                      <p:cNvPr id="20496" name="Object 16">
                        <a:extLst>
                          <a:ext uri="{FF2B5EF4-FFF2-40B4-BE49-F238E27FC236}">
                            <a16:creationId xmlns:a16="http://schemas.microsoft.com/office/drawing/2014/main" id="{979FE59B-CB25-4C5F-B08E-C8B392DEC2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694" y="297232"/>
                        <a:ext cx="590976" cy="325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>
            <a:extLst>
              <a:ext uri="{FF2B5EF4-FFF2-40B4-BE49-F238E27FC236}">
                <a16:creationId xmlns:a16="http://schemas.microsoft.com/office/drawing/2014/main" id="{8D1DD51E-C614-4BC4-9D06-C34FCFBD20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834669"/>
              </p:ext>
            </p:extLst>
          </p:nvPr>
        </p:nvGraphicFramePr>
        <p:xfrm>
          <a:off x="2942795" y="295316"/>
          <a:ext cx="530784" cy="313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54" name="Equation" r:id="rId27" imgW="558720" imgH="330120" progId="Equation.DSMT4">
                  <p:embed/>
                </p:oleObj>
              </mc:Choice>
              <mc:Fallback>
                <p:oleObj name="Equation" r:id="rId27" imgW="558720" imgH="330120" progId="Equation.DSMT4">
                  <p:embed/>
                  <p:pic>
                    <p:nvPicPr>
                      <p:cNvPr id="22" name="Object 16">
                        <a:extLst>
                          <a:ext uri="{FF2B5EF4-FFF2-40B4-BE49-F238E27FC236}">
                            <a16:creationId xmlns:a16="http://schemas.microsoft.com/office/drawing/2014/main" id="{FBD02692-C8BF-452F-9519-A47F066B37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2795" y="295316"/>
                        <a:ext cx="530784" cy="313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95F8929F-E3F9-45F1-9CC8-0A8A3C0D37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629309"/>
              </p:ext>
            </p:extLst>
          </p:nvPr>
        </p:nvGraphicFramePr>
        <p:xfrm>
          <a:off x="1605570" y="1483745"/>
          <a:ext cx="4367340" cy="68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55" name="Equation" r:id="rId29" imgW="4597200" imgH="723600" progId="Equation.DSMT4">
                  <p:embed/>
                </p:oleObj>
              </mc:Choice>
              <mc:Fallback>
                <p:oleObj name="Equation" r:id="rId29" imgW="4597200" imgH="723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67CF747-D7BB-416A-BC71-2C53D88744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605570" y="1483745"/>
                        <a:ext cx="4367340" cy="687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3E4C2552-1BDB-493A-B4A2-8061EECAEED3}"/>
              </a:ext>
            </a:extLst>
          </p:cNvPr>
          <p:cNvSpPr/>
          <p:nvPr/>
        </p:nvSpPr>
        <p:spPr>
          <a:xfrm flipH="1">
            <a:off x="6443700" y="1291276"/>
            <a:ext cx="1607721" cy="384937"/>
          </a:xfrm>
          <a:prstGeom prst="homePlat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重要结论</a:t>
            </a:r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C1B60ADC-29B1-4065-8131-0D61785D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6123" y="3004221"/>
            <a:ext cx="1188840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300" b="1" dirty="0">
                <a:latin typeface="+mn-ea"/>
                <a:ea typeface="+mn-ea"/>
              </a:rPr>
              <a:t>从而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  <p:bldP spid="21508" grpId="0" autoUpdateAnimBg="0"/>
      <p:bldP spid="25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F5C05C41-D2BA-4175-B87F-BC0FFA1E8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41" y="981909"/>
            <a:ext cx="577454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300" b="1">
                <a:latin typeface="宋体" panose="02010600030101010101" pitchFamily="2" charset="-122"/>
              </a:rPr>
              <a:t>令</a:t>
            </a:r>
          </a:p>
        </p:txBody>
      </p:sp>
      <p:graphicFrame>
        <p:nvGraphicFramePr>
          <p:cNvPr id="22531" name="Object 3">
            <a:extLst>
              <a:ext uri="{FF2B5EF4-FFF2-40B4-BE49-F238E27FC236}">
                <a16:creationId xmlns:a16="http://schemas.microsoft.com/office/drawing/2014/main" id="{71B807A9-8516-42B3-87FF-DEE8CD185A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694767"/>
              </p:ext>
            </p:extLst>
          </p:nvPr>
        </p:nvGraphicFramePr>
        <p:xfrm>
          <a:off x="874241" y="1114169"/>
          <a:ext cx="1049598" cy="27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5" name="Equation" r:id="rId3" imgW="1104840" imgH="291960" progId="Equation.DSMT4">
                  <p:embed/>
                </p:oleObj>
              </mc:Choice>
              <mc:Fallback>
                <p:oleObj name="Equation" r:id="rId3" imgW="1104840" imgH="291960" progId="Equation.DSMT4">
                  <p:embed/>
                  <p:pic>
                    <p:nvPicPr>
                      <p:cNvPr id="22531" name="Object 3">
                        <a:extLst>
                          <a:ext uri="{FF2B5EF4-FFF2-40B4-BE49-F238E27FC236}">
                            <a16:creationId xmlns:a16="http://schemas.microsoft.com/office/drawing/2014/main" id="{71B807A9-8516-42B3-87FF-DEE8CD185A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241" y="1114169"/>
                        <a:ext cx="1049598" cy="27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>
            <a:extLst>
              <a:ext uri="{FF2B5EF4-FFF2-40B4-BE49-F238E27FC236}">
                <a16:creationId xmlns:a16="http://schemas.microsoft.com/office/drawing/2014/main" id="{7C14FFA3-27A1-47CE-A6A1-C2593FCDD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63995"/>
              </p:ext>
            </p:extLst>
          </p:nvPr>
        </p:nvGraphicFramePr>
        <p:xfrm>
          <a:off x="1999580" y="1045427"/>
          <a:ext cx="15208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6" name="Equation" r:id="rId5" imgW="1600200" imgH="380880" progId="Equation.DSMT4">
                  <p:embed/>
                </p:oleObj>
              </mc:Choice>
              <mc:Fallback>
                <p:oleObj name="Equation" r:id="rId5" imgW="1600200" imgH="380880" progId="Equation.DSMT4">
                  <p:embed/>
                  <p:pic>
                    <p:nvPicPr>
                      <p:cNvPr id="22532" name="Object 4">
                        <a:extLst>
                          <a:ext uri="{FF2B5EF4-FFF2-40B4-BE49-F238E27FC236}">
                            <a16:creationId xmlns:a16="http://schemas.microsoft.com/office/drawing/2014/main" id="{7C14FFA3-27A1-47CE-A6A1-C2593FCDD3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580" y="1045427"/>
                        <a:ext cx="152082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85FC24DF-6788-4034-B75E-7B50D9E62A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604934"/>
              </p:ext>
            </p:extLst>
          </p:nvPr>
        </p:nvGraphicFramePr>
        <p:xfrm>
          <a:off x="3653461" y="1044046"/>
          <a:ext cx="1375182" cy="36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7" name="Equation" r:id="rId7" imgW="1447560" imgH="380880" progId="Equation.DSMT4">
                  <p:embed/>
                </p:oleObj>
              </mc:Choice>
              <mc:Fallback>
                <p:oleObj name="Equation" r:id="rId7" imgW="1447560" imgH="380880" progId="Equation.DSMT4">
                  <p:embed/>
                  <p:pic>
                    <p:nvPicPr>
                      <p:cNvPr id="22533" name="Object 5">
                        <a:extLst>
                          <a:ext uri="{FF2B5EF4-FFF2-40B4-BE49-F238E27FC236}">
                            <a16:creationId xmlns:a16="http://schemas.microsoft.com/office/drawing/2014/main" id="{85FC24DF-6788-4034-B75E-7B50D9E62A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3461" y="1044046"/>
                        <a:ext cx="1375182" cy="361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>
            <a:extLst>
              <a:ext uri="{FF2B5EF4-FFF2-40B4-BE49-F238E27FC236}">
                <a16:creationId xmlns:a16="http://schemas.microsoft.com/office/drawing/2014/main" id="{59A765B8-A4B7-4BF7-B6BC-352349224D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650414"/>
              </p:ext>
            </p:extLst>
          </p:nvPr>
        </p:nvGraphicFramePr>
        <p:xfrm>
          <a:off x="5125368" y="1107340"/>
          <a:ext cx="663575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8" name="Equation" r:id="rId9" imgW="698400" imgH="304560" progId="Equation.DSMT4">
                  <p:embed/>
                </p:oleObj>
              </mc:Choice>
              <mc:Fallback>
                <p:oleObj name="Equation" r:id="rId9" imgW="698400" imgH="304560" progId="Equation.DSMT4">
                  <p:embed/>
                  <p:pic>
                    <p:nvPicPr>
                      <p:cNvPr id="22534" name="Object 6">
                        <a:extLst>
                          <a:ext uri="{FF2B5EF4-FFF2-40B4-BE49-F238E27FC236}">
                            <a16:creationId xmlns:a16="http://schemas.microsoft.com/office/drawing/2014/main" id="{59A765B8-A4B7-4BF7-B6BC-352349224D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5368" y="1107340"/>
                        <a:ext cx="663575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>
            <a:extLst>
              <a:ext uri="{FF2B5EF4-FFF2-40B4-BE49-F238E27FC236}">
                <a16:creationId xmlns:a16="http://schemas.microsoft.com/office/drawing/2014/main" id="{7E453344-0163-4162-A7C0-4F7EDFDA05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879576"/>
              </p:ext>
            </p:extLst>
          </p:nvPr>
        </p:nvGraphicFramePr>
        <p:xfrm>
          <a:off x="5951829" y="1044616"/>
          <a:ext cx="1061568" cy="36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9" name="Equation" r:id="rId11" imgW="1117440" imgH="380880" progId="Equation.DSMT4">
                  <p:embed/>
                </p:oleObj>
              </mc:Choice>
              <mc:Fallback>
                <p:oleObj name="Equation" r:id="rId11" imgW="1117440" imgH="380880" progId="Equation.DSMT4">
                  <p:embed/>
                  <p:pic>
                    <p:nvPicPr>
                      <p:cNvPr id="22535" name="Object 7">
                        <a:extLst>
                          <a:ext uri="{FF2B5EF4-FFF2-40B4-BE49-F238E27FC236}">
                            <a16:creationId xmlns:a16="http://schemas.microsoft.com/office/drawing/2014/main" id="{7E453344-0163-4162-A7C0-4F7EDFDA05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829" y="1044616"/>
                        <a:ext cx="1061568" cy="361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>
            <a:extLst>
              <a:ext uri="{FF2B5EF4-FFF2-40B4-BE49-F238E27FC236}">
                <a16:creationId xmlns:a16="http://schemas.microsoft.com/office/drawing/2014/main" id="{A877AACA-B5B3-4603-AE4C-BC436EAFAC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999261"/>
              </p:ext>
            </p:extLst>
          </p:nvPr>
        </p:nvGraphicFramePr>
        <p:xfrm>
          <a:off x="7176283" y="1064656"/>
          <a:ext cx="615258" cy="265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0" name="Equation" r:id="rId13" imgW="647640" imgH="279360" progId="Equation.DSMT4">
                  <p:embed/>
                </p:oleObj>
              </mc:Choice>
              <mc:Fallback>
                <p:oleObj name="Equation" r:id="rId13" imgW="647640" imgH="279360" progId="Equation.DSMT4">
                  <p:embed/>
                  <p:pic>
                    <p:nvPicPr>
                      <p:cNvPr id="22536" name="Object 8">
                        <a:extLst>
                          <a:ext uri="{FF2B5EF4-FFF2-40B4-BE49-F238E27FC236}">
                            <a16:creationId xmlns:a16="http://schemas.microsoft.com/office/drawing/2014/main" id="{A877AACA-B5B3-4603-AE4C-BC436EAFAC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283" y="1064656"/>
                        <a:ext cx="615258" cy="265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>
            <a:extLst>
              <a:ext uri="{FF2B5EF4-FFF2-40B4-BE49-F238E27FC236}">
                <a16:creationId xmlns:a16="http://schemas.microsoft.com/office/drawing/2014/main" id="{36AF9E6F-FAEE-4D2D-AFE0-36FA3BBB06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385779"/>
              </p:ext>
            </p:extLst>
          </p:nvPr>
        </p:nvGraphicFramePr>
        <p:xfrm>
          <a:off x="1721516" y="1509015"/>
          <a:ext cx="1773270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1" name="Equation" r:id="rId15" imgW="1866600" imgH="596880" progId="Equation.DSMT4">
                  <p:embed/>
                </p:oleObj>
              </mc:Choice>
              <mc:Fallback>
                <p:oleObj name="Equation" r:id="rId15" imgW="1866600" imgH="596880" progId="Equation.DSMT4">
                  <p:embed/>
                  <p:pic>
                    <p:nvPicPr>
                      <p:cNvPr id="22537" name="Object 9">
                        <a:extLst>
                          <a:ext uri="{FF2B5EF4-FFF2-40B4-BE49-F238E27FC236}">
                            <a16:creationId xmlns:a16="http://schemas.microsoft.com/office/drawing/2014/main" id="{36AF9E6F-FAEE-4D2D-AFE0-36FA3BBB06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1516" y="1509015"/>
                        <a:ext cx="1773270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10">
            <a:extLst>
              <a:ext uri="{FF2B5EF4-FFF2-40B4-BE49-F238E27FC236}">
                <a16:creationId xmlns:a16="http://schemas.microsoft.com/office/drawing/2014/main" id="{80E07302-31F4-469A-A46E-5AAEB14555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064454"/>
              </p:ext>
            </p:extLst>
          </p:nvPr>
        </p:nvGraphicFramePr>
        <p:xfrm>
          <a:off x="3558263" y="1505516"/>
          <a:ext cx="3136824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2" name="Equation" r:id="rId17" imgW="3301920" imgH="596880" progId="Equation.DSMT4">
                  <p:embed/>
                </p:oleObj>
              </mc:Choice>
              <mc:Fallback>
                <p:oleObj name="Equation" r:id="rId17" imgW="3301920" imgH="596880" progId="Equation.DSMT4">
                  <p:embed/>
                  <p:pic>
                    <p:nvPicPr>
                      <p:cNvPr id="22538" name="Object 10">
                        <a:extLst>
                          <a:ext uri="{FF2B5EF4-FFF2-40B4-BE49-F238E27FC236}">
                            <a16:creationId xmlns:a16="http://schemas.microsoft.com/office/drawing/2014/main" id="{80E07302-31F4-469A-A46E-5AAEB14555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8263" y="1505516"/>
                        <a:ext cx="3136824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11">
            <a:extLst>
              <a:ext uri="{FF2B5EF4-FFF2-40B4-BE49-F238E27FC236}">
                <a16:creationId xmlns:a16="http://schemas.microsoft.com/office/drawing/2014/main" id="{0D6FDE24-9499-4FCC-A42F-D0DB07C312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48432"/>
              </p:ext>
            </p:extLst>
          </p:nvPr>
        </p:nvGraphicFramePr>
        <p:xfrm>
          <a:off x="1479760" y="2199681"/>
          <a:ext cx="2449062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3" name="Equation" r:id="rId19" imgW="2577960" imgH="596880" progId="Equation.DSMT4">
                  <p:embed/>
                </p:oleObj>
              </mc:Choice>
              <mc:Fallback>
                <p:oleObj name="Equation" r:id="rId19" imgW="2577960" imgH="596880" progId="Equation.DSMT4">
                  <p:embed/>
                  <p:pic>
                    <p:nvPicPr>
                      <p:cNvPr id="22539" name="Object 11">
                        <a:extLst>
                          <a:ext uri="{FF2B5EF4-FFF2-40B4-BE49-F238E27FC236}">
                            <a16:creationId xmlns:a16="http://schemas.microsoft.com/office/drawing/2014/main" id="{0D6FDE24-9499-4FCC-A42F-D0DB07C312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760" y="2199681"/>
                        <a:ext cx="2449062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>
            <a:extLst>
              <a:ext uri="{FF2B5EF4-FFF2-40B4-BE49-F238E27FC236}">
                <a16:creationId xmlns:a16="http://schemas.microsoft.com/office/drawing/2014/main" id="{CBA4DB99-758C-42D8-B1A6-8E837ADD2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778400"/>
              </p:ext>
            </p:extLst>
          </p:nvPr>
        </p:nvGraphicFramePr>
        <p:xfrm>
          <a:off x="1583668" y="204888"/>
          <a:ext cx="3872808" cy="68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4" name="Equation" r:id="rId21" imgW="4076640" imgH="723600" progId="Equation.DSMT4">
                  <p:embed/>
                </p:oleObj>
              </mc:Choice>
              <mc:Fallback>
                <p:oleObj name="Equation" r:id="rId21" imgW="4076640" imgH="723600" progId="Equation.DSMT4">
                  <p:embed/>
                  <p:pic>
                    <p:nvPicPr>
                      <p:cNvPr id="19468" name="Object 12">
                        <a:extLst>
                          <a:ext uri="{FF2B5EF4-FFF2-40B4-BE49-F238E27FC236}">
                            <a16:creationId xmlns:a16="http://schemas.microsoft.com/office/drawing/2014/main" id="{CBA4DB99-758C-42D8-B1A6-8E837ADD28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668" y="204888"/>
                        <a:ext cx="3872808" cy="687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Object 13">
            <a:extLst>
              <a:ext uri="{FF2B5EF4-FFF2-40B4-BE49-F238E27FC236}">
                <a16:creationId xmlns:a16="http://schemas.microsoft.com/office/drawing/2014/main" id="{0B3D6065-48F1-49A6-801B-48736024E7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891230"/>
              </p:ext>
            </p:extLst>
          </p:nvPr>
        </p:nvGraphicFramePr>
        <p:xfrm>
          <a:off x="3939667" y="2197870"/>
          <a:ext cx="188277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5" name="Equation" r:id="rId23" imgW="1981080" imgH="596880" progId="Equation.DSMT4">
                  <p:embed/>
                </p:oleObj>
              </mc:Choice>
              <mc:Fallback>
                <p:oleObj name="Equation" r:id="rId23" imgW="1981080" imgH="596880" progId="Equation.DSMT4">
                  <p:embed/>
                  <p:pic>
                    <p:nvPicPr>
                      <p:cNvPr id="22541" name="Object 13">
                        <a:extLst>
                          <a:ext uri="{FF2B5EF4-FFF2-40B4-BE49-F238E27FC236}">
                            <a16:creationId xmlns:a16="http://schemas.microsoft.com/office/drawing/2014/main" id="{0B3D6065-48F1-49A6-801B-48736024E7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9667" y="2197870"/>
                        <a:ext cx="188277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2" name="Object 14">
            <a:extLst>
              <a:ext uri="{FF2B5EF4-FFF2-40B4-BE49-F238E27FC236}">
                <a16:creationId xmlns:a16="http://schemas.microsoft.com/office/drawing/2014/main" id="{6CDCC747-473B-4A23-8E61-2F749686E4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692962"/>
              </p:ext>
            </p:extLst>
          </p:nvPr>
        </p:nvGraphicFramePr>
        <p:xfrm>
          <a:off x="5871040" y="2194476"/>
          <a:ext cx="1761300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6" name="Equation" r:id="rId25" imgW="1854000" imgH="596880" progId="Equation.DSMT4">
                  <p:embed/>
                </p:oleObj>
              </mc:Choice>
              <mc:Fallback>
                <p:oleObj name="Equation" r:id="rId25" imgW="1854000" imgH="596880" progId="Equation.DSMT4">
                  <p:embed/>
                  <p:pic>
                    <p:nvPicPr>
                      <p:cNvPr id="22542" name="Object 14">
                        <a:extLst>
                          <a:ext uri="{FF2B5EF4-FFF2-40B4-BE49-F238E27FC236}">
                            <a16:creationId xmlns:a16="http://schemas.microsoft.com/office/drawing/2014/main" id="{6CDCC747-473B-4A23-8E61-2F749686E4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1040" y="2194476"/>
                        <a:ext cx="1761300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15">
            <a:extLst>
              <a:ext uri="{FF2B5EF4-FFF2-40B4-BE49-F238E27FC236}">
                <a16:creationId xmlns:a16="http://schemas.microsoft.com/office/drawing/2014/main" id="{DF9D6650-250D-4DE4-95A4-D53A3A7B20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27318"/>
              </p:ext>
            </p:extLst>
          </p:nvPr>
        </p:nvGraphicFramePr>
        <p:xfrm>
          <a:off x="1484592" y="2876339"/>
          <a:ext cx="2026692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7" name="Equation" r:id="rId27" imgW="2133360" imgH="596880" progId="Equation.DSMT4">
                  <p:embed/>
                </p:oleObj>
              </mc:Choice>
              <mc:Fallback>
                <p:oleObj name="Equation" r:id="rId27" imgW="2133360" imgH="596880" progId="Equation.DSMT4">
                  <p:embed/>
                  <p:pic>
                    <p:nvPicPr>
                      <p:cNvPr id="22543" name="Object 15">
                        <a:extLst>
                          <a:ext uri="{FF2B5EF4-FFF2-40B4-BE49-F238E27FC236}">
                            <a16:creationId xmlns:a16="http://schemas.microsoft.com/office/drawing/2014/main" id="{DF9D6650-250D-4DE4-95A4-D53A3A7B20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592" y="2876339"/>
                        <a:ext cx="2026692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6">
            <a:extLst>
              <a:ext uri="{FF2B5EF4-FFF2-40B4-BE49-F238E27FC236}">
                <a16:creationId xmlns:a16="http://schemas.microsoft.com/office/drawing/2014/main" id="{2D8D9444-AC1E-40C2-BCC5-DCB874AC0C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328083"/>
              </p:ext>
            </p:extLst>
          </p:nvPr>
        </p:nvGraphicFramePr>
        <p:xfrm>
          <a:off x="3544379" y="2867795"/>
          <a:ext cx="1965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8" name="Equation" r:id="rId29" imgW="2070000" imgH="596880" progId="Equation.DSMT4">
                  <p:embed/>
                </p:oleObj>
              </mc:Choice>
              <mc:Fallback>
                <p:oleObj name="Equation" r:id="rId29" imgW="2070000" imgH="596880" progId="Equation.DSMT4">
                  <p:embed/>
                  <p:pic>
                    <p:nvPicPr>
                      <p:cNvPr id="22544" name="Object 16">
                        <a:extLst>
                          <a:ext uri="{FF2B5EF4-FFF2-40B4-BE49-F238E27FC236}">
                            <a16:creationId xmlns:a16="http://schemas.microsoft.com/office/drawing/2014/main" id="{2D8D9444-AC1E-40C2-BCC5-DCB874AC0C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4379" y="2867795"/>
                        <a:ext cx="1965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6" name="Line 18">
            <a:extLst>
              <a:ext uri="{FF2B5EF4-FFF2-40B4-BE49-F238E27FC236}">
                <a16:creationId xmlns:a16="http://schemas.microsoft.com/office/drawing/2014/main" id="{2333BE94-EC4D-4E4C-89C4-99BAC0299D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82295" y="2102285"/>
            <a:ext cx="1651713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19480" name="Text Box 24">
            <a:extLst>
              <a:ext uri="{FF2B5EF4-FFF2-40B4-BE49-F238E27FC236}">
                <a16:creationId xmlns:a16="http://schemas.microsoft.com/office/drawing/2014/main" id="{01C9C557-BE73-4A21-854C-39F6333A4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497" y="343531"/>
            <a:ext cx="7119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3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(2)</a:t>
            </a:r>
            <a:r>
              <a:rPr lang="en-US" altLang="zh-CN" sz="23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2554" name="Line 26">
            <a:extLst>
              <a:ext uri="{FF2B5EF4-FFF2-40B4-BE49-F238E27FC236}">
                <a16:creationId xmlns:a16="http://schemas.microsoft.com/office/drawing/2014/main" id="{674F07CC-B92C-4A02-94B4-8B879FD394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2088" y="3461183"/>
            <a:ext cx="1645251" cy="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7" name="Text Box 3">
            <a:extLst>
              <a:ext uri="{FF2B5EF4-FFF2-40B4-BE49-F238E27FC236}">
                <a16:creationId xmlns:a16="http://schemas.microsoft.com/office/drawing/2014/main" id="{3534EB63-4433-452D-947A-027D97C7B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702" y="1592539"/>
            <a:ext cx="1171874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300" b="1">
                <a:latin typeface="+mn-ea"/>
                <a:ea typeface="+mn-ea"/>
              </a:rPr>
              <a:t>从而</a:t>
            </a: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13676AC5-B3DC-40BA-A9F0-5097419B1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9" y="3677471"/>
            <a:ext cx="631187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300" b="1">
                <a:latin typeface="+mn-ea"/>
                <a:ea typeface="+mn-ea"/>
              </a:rPr>
              <a:t>故</a:t>
            </a:r>
          </a:p>
        </p:txBody>
      </p:sp>
      <p:graphicFrame>
        <p:nvGraphicFramePr>
          <p:cNvPr id="31" name="Object 16">
            <a:extLst>
              <a:ext uri="{FF2B5EF4-FFF2-40B4-BE49-F238E27FC236}">
                <a16:creationId xmlns:a16="http://schemas.microsoft.com/office/drawing/2014/main" id="{50D2A753-8182-478B-90EB-9BB3EB41EC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197633"/>
              </p:ext>
            </p:extLst>
          </p:nvPr>
        </p:nvGraphicFramePr>
        <p:xfrm>
          <a:off x="1391729" y="3569470"/>
          <a:ext cx="39560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9" name="Equation" r:id="rId31" imgW="4165560" imgH="723600" progId="Equation.DSMT4">
                  <p:embed/>
                </p:oleObj>
              </mc:Choice>
              <mc:Fallback>
                <p:oleObj name="Equation" r:id="rId31" imgW="4165560" imgH="723600" progId="Equation.DSMT4">
                  <p:embed/>
                  <p:pic>
                    <p:nvPicPr>
                      <p:cNvPr id="22544" name="Object 16">
                        <a:extLst>
                          <a:ext uri="{FF2B5EF4-FFF2-40B4-BE49-F238E27FC236}">
                            <a16:creationId xmlns:a16="http://schemas.microsoft.com/office/drawing/2014/main" id="{2D8D9444-AC1E-40C2-BCC5-DCB874AC0C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1729" y="3569470"/>
                        <a:ext cx="395605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7" grpId="0" autoUpdateAnimBg="0"/>
      <p:bldP spid="28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0">
            <a:extLst>
              <a:ext uri="{FF2B5EF4-FFF2-40B4-BE49-F238E27FC236}">
                <a16:creationId xmlns:a16="http://schemas.microsoft.com/office/drawing/2014/main" id="{30745163-CA35-4DB0-ACD6-C8CCAD1124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227451"/>
              </p:ext>
            </p:extLst>
          </p:nvPr>
        </p:nvGraphicFramePr>
        <p:xfrm>
          <a:off x="2627784" y="195486"/>
          <a:ext cx="1833804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934" name="Equation" r:id="rId4" imgW="1930320" imgH="736560" progId="Equation.DSMT4">
                  <p:embed/>
                </p:oleObj>
              </mc:Choice>
              <mc:Fallback>
                <p:oleObj name="Equation" r:id="rId4" imgW="1930320" imgH="736560" progId="Equation.DSMT4">
                  <p:embed/>
                  <p:pic>
                    <p:nvPicPr>
                      <p:cNvPr id="22548" name="Object 20">
                        <a:extLst>
                          <a:ext uri="{FF2B5EF4-FFF2-40B4-BE49-F238E27FC236}">
                            <a16:creationId xmlns:a16="http://schemas.microsoft.com/office/drawing/2014/main" id="{FC1D9C56-FFE0-4D62-9F4F-CCC09CA365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195486"/>
                        <a:ext cx="1833804" cy="699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1">
            <a:extLst>
              <a:ext uri="{FF2B5EF4-FFF2-40B4-BE49-F238E27FC236}">
                <a16:creationId xmlns:a16="http://schemas.microsoft.com/office/drawing/2014/main" id="{A812237A-6DAF-4576-9E51-55D7932C84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402261"/>
              </p:ext>
            </p:extLst>
          </p:nvPr>
        </p:nvGraphicFramePr>
        <p:xfrm>
          <a:off x="3500703" y="1186284"/>
          <a:ext cx="2243862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935" name="Equation" r:id="rId6" imgW="2361960" imgH="736560" progId="Equation.DSMT4">
                  <p:embed/>
                </p:oleObj>
              </mc:Choice>
              <mc:Fallback>
                <p:oleObj name="Equation" r:id="rId6" imgW="2361960" imgH="736560" progId="Equation.DSMT4">
                  <p:embed/>
                  <p:pic>
                    <p:nvPicPr>
                      <p:cNvPr id="22549" name="Object 21">
                        <a:extLst>
                          <a:ext uri="{FF2B5EF4-FFF2-40B4-BE49-F238E27FC236}">
                            <a16:creationId xmlns:a16="http://schemas.microsoft.com/office/drawing/2014/main" id="{79A87F53-7A7F-43DA-AEC6-1AD3F0DDD8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703" y="1186284"/>
                        <a:ext cx="2243862" cy="699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2">
            <a:extLst>
              <a:ext uri="{FF2B5EF4-FFF2-40B4-BE49-F238E27FC236}">
                <a16:creationId xmlns:a16="http://schemas.microsoft.com/office/drawing/2014/main" id="{63050B9F-E045-4A01-A7C1-B40C798ADA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830697"/>
              </p:ext>
            </p:extLst>
          </p:nvPr>
        </p:nvGraphicFramePr>
        <p:xfrm>
          <a:off x="5673155" y="2268589"/>
          <a:ext cx="6651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936" name="Equation" r:id="rId8" imgW="698400" imgH="761760" progId="Equation.DSMT4">
                  <p:embed/>
                </p:oleObj>
              </mc:Choice>
              <mc:Fallback>
                <p:oleObj name="Equation" r:id="rId8" imgW="698400" imgH="761760" progId="Equation.DSMT4">
                  <p:embed/>
                  <p:pic>
                    <p:nvPicPr>
                      <p:cNvPr id="22550" name="Object 22">
                        <a:extLst>
                          <a:ext uri="{FF2B5EF4-FFF2-40B4-BE49-F238E27FC236}">
                            <a16:creationId xmlns:a16="http://schemas.microsoft.com/office/drawing/2014/main" id="{2D443F8A-9490-43E2-BE15-453F6B72C6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155" y="2268589"/>
                        <a:ext cx="66516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5">
            <a:extLst>
              <a:ext uri="{FF2B5EF4-FFF2-40B4-BE49-F238E27FC236}">
                <a16:creationId xmlns:a16="http://schemas.microsoft.com/office/drawing/2014/main" id="{D26C3401-98D0-476E-9B6E-DC7794702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76" y="332954"/>
            <a:ext cx="1296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1423D28-EDFE-4BA4-B0E8-BFF168E72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480" y="306611"/>
            <a:ext cx="8714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id="{275B65CB-D455-4223-AEE8-1D17EC6CE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76" y="1305494"/>
            <a:ext cx="1296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9" name="Object 20">
            <a:extLst>
              <a:ext uri="{FF2B5EF4-FFF2-40B4-BE49-F238E27FC236}">
                <a16:creationId xmlns:a16="http://schemas.microsoft.com/office/drawing/2014/main" id="{09511151-A57D-4AFD-9A60-3697AEB5D0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729003"/>
              </p:ext>
            </p:extLst>
          </p:nvPr>
        </p:nvGraphicFramePr>
        <p:xfrm>
          <a:off x="1641464" y="1186284"/>
          <a:ext cx="1785937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937" name="Equation" r:id="rId10" imgW="1879560" imgH="736560" progId="Equation.DSMT4">
                  <p:embed/>
                </p:oleObj>
              </mc:Choice>
              <mc:Fallback>
                <p:oleObj name="Equation" r:id="rId10" imgW="1879560" imgH="736560" progId="Equation.DSMT4">
                  <p:embed/>
                  <p:pic>
                    <p:nvPicPr>
                      <p:cNvPr id="2" name="Object 20">
                        <a:extLst>
                          <a:ext uri="{FF2B5EF4-FFF2-40B4-BE49-F238E27FC236}">
                            <a16:creationId xmlns:a16="http://schemas.microsoft.com/office/drawing/2014/main" id="{30745163-CA35-4DB0-ACD6-C8CCAD1124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464" y="1186284"/>
                        <a:ext cx="1785937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E27EEA94-749B-4EB9-BBA1-C5AF77DC8C03}"/>
              </a:ext>
            </a:extLst>
          </p:cNvPr>
          <p:cNvGrpSpPr/>
          <p:nvPr/>
        </p:nvGrpSpPr>
        <p:grpSpPr>
          <a:xfrm>
            <a:off x="1677403" y="3693182"/>
            <a:ext cx="4408120" cy="691580"/>
            <a:chOff x="1749411" y="4148743"/>
            <a:chExt cx="4408120" cy="691580"/>
          </a:xfrm>
        </p:grpSpPr>
        <p:sp>
          <p:nvSpPr>
            <p:cNvPr id="12" name="圆角矩形 1">
              <a:extLst>
                <a:ext uri="{FF2B5EF4-FFF2-40B4-BE49-F238E27FC236}">
                  <a16:creationId xmlns:a16="http://schemas.microsoft.com/office/drawing/2014/main" id="{09B24970-4697-44E0-93C1-E0E15C3E7250}"/>
                </a:ext>
              </a:extLst>
            </p:cNvPr>
            <p:cNvSpPr/>
            <p:nvPr/>
          </p:nvSpPr>
          <p:spPr>
            <a:xfrm>
              <a:off x="1749411" y="4148743"/>
              <a:ext cx="4408120" cy="691580"/>
            </a:xfrm>
            <a:prstGeom prst="round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0" name="Object 12">
              <a:extLst>
                <a:ext uri="{FF2B5EF4-FFF2-40B4-BE49-F238E27FC236}">
                  <a16:creationId xmlns:a16="http://schemas.microsoft.com/office/drawing/2014/main" id="{25BE1078-43CF-479E-A961-796E494F1C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1942096"/>
                </p:ext>
              </p:extLst>
            </p:nvPr>
          </p:nvGraphicFramePr>
          <p:xfrm>
            <a:off x="2017067" y="4148743"/>
            <a:ext cx="3872808" cy="687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938" name="Equation" r:id="rId12" imgW="4076640" imgH="723600" progId="Equation.DSMT4">
                    <p:embed/>
                  </p:oleObj>
                </mc:Choice>
                <mc:Fallback>
                  <p:oleObj name="Equation" r:id="rId12" imgW="4076640" imgH="723600" progId="Equation.DSMT4">
                    <p:embed/>
                    <p:pic>
                      <p:nvPicPr>
                        <p:cNvPr id="19468" name="Object 12">
                          <a:extLst>
                            <a:ext uri="{FF2B5EF4-FFF2-40B4-BE49-F238E27FC236}">
                              <a16:creationId xmlns:a16="http://schemas.microsoft.com/office/drawing/2014/main" id="{CBA4DB99-758C-42D8-B1A6-8E837ADD28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7067" y="4148743"/>
                          <a:ext cx="3872808" cy="687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Line 112">
            <a:extLst>
              <a:ext uri="{FF2B5EF4-FFF2-40B4-BE49-F238E27FC236}">
                <a16:creationId xmlns:a16="http://schemas.microsoft.com/office/drawing/2014/main" id="{10982DBB-99BA-472D-9C95-1B5513FF4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88" y="3412333"/>
            <a:ext cx="8763000" cy="0"/>
          </a:xfrm>
          <a:prstGeom prst="line">
            <a:avLst/>
          </a:prstGeom>
          <a:noFill/>
          <a:ln w="28575" cmpd="thickThin">
            <a:solidFill>
              <a:schemeClr val="accent1">
                <a:lumMod val="40000"/>
                <a:lumOff val="6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" name="Object 21">
            <a:extLst>
              <a:ext uri="{FF2B5EF4-FFF2-40B4-BE49-F238E27FC236}">
                <a16:creationId xmlns:a16="http://schemas.microsoft.com/office/drawing/2014/main" id="{C273C5D5-E5C1-415B-AC73-EAE0913FF8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967837"/>
              </p:ext>
            </p:extLst>
          </p:nvPr>
        </p:nvGraphicFramePr>
        <p:xfrm>
          <a:off x="5817867" y="1186284"/>
          <a:ext cx="1942218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939" name="Equation" r:id="rId14" imgW="2044440" imgH="736560" progId="Equation.DSMT4">
                  <p:embed/>
                </p:oleObj>
              </mc:Choice>
              <mc:Fallback>
                <p:oleObj name="Equation" r:id="rId14" imgW="2044440" imgH="736560" progId="Equation.DSMT4">
                  <p:embed/>
                  <p:pic>
                    <p:nvPicPr>
                      <p:cNvPr id="3" name="Object 21">
                        <a:extLst>
                          <a:ext uri="{FF2B5EF4-FFF2-40B4-BE49-F238E27FC236}">
                            <a16:creationId xmlns:a16="http://schemas.microsoft.com/office/drawing/2014/main" id="{A812237A-6DAF-4576-9E51-55D7932C84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7867" y="1186284"/>
                        <a:ext cx="1942218" cy="699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1">
            <a:extLst>
              <a:ext uri="{FF2B5EF4-FFF2-40B4-BE49-F238E27FC236}">
                <a16:creationId xmlns:a16="http://schemas.microsoft.com/office/drawing/2014/main" id="{B6A70144-8FA4-4D36-94E8-9B5FBDB1E6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155129"/>
              </p:ext>
            </p:extLst>
          </p:nvPr>
        </p:nvGraphicFramePr>
        <p:xfrm>
          <a:off x="1415394" y="2306770"/>
          <a:ext cx="2424780" cy="68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940" name="Equation" r:id="rId16" imgW="2552400" imgH="723600" progId="Equation.DSMT4">
                  <p:embed/>
                </p:oleObj>
              </mc:Choice>
              <mc:Fallback>
                <p:oleObj name="Equation" r:id="rId16" imgW="2552400" imgH="723600" progId="Equation.DSMT4">
                  <p:embed/>
                  <p:pic>
                    <p:nvPicPr>
                      <p:cNvPr id="13" name="Object 21">
                        <a:extLst>
                          <a:ext uri="{FF2B5EF4-FFF2-40B4-BE49-F238E27FC236}">
                            <a16:creationId xmlns:a16="http://schemas.microsoft.com/office/drawing/2014/main" id="{C273C5D5-E5C1-415B-AC73-EAE0913FF8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394" y="2306770"/>
                        <a:ext cx="2424780" cy="687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1">
            <a:extLst>
              <a:ext uri="{FF2B5EF4-FFF2-40B4-BE49-F238E27FC236}">
                <a16:creationId xmlns:a16="http://schemas.microsoft.com/office/drawing/2014/main" id="{AC127245-1C20-4273-9FE0-4C9F869BC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264037"/>
              </p:ext>
            </p:extLst>
          </p:nvPr>
        </p:nvGraphicFramePr>
        <p:xfrm>
          <a:off x="3898122" y="2305175"/>
          <a:ext cx="1761300" cy="68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941" name="Equation" r:id="rId18" imgW="1854000" imgH="723600" progId="Equation.DSMT4">
                  <p:embed/>
                </p:oleObj>
              </mc:Choice>
              <mc:Fallback>
                <p:oleObj name="Equation" r:id="rId18" imgW="1854000" imgH="723600" progId="Equation.DSMT4">
                  <p:embed/>
                  <p:pic>
                    <p:nvPicPr>
                      <p:cNvPr id="14" name="Object 21">
                        <a:extLst>
                          <a:ext uri="{FF2B5EF4-FFF2-40B4-BE49-F238E27FC236}">
                            <a16:creationId xmlns:a16="http://schemas.microsoft.com/office/drawing/2014/main" id="{B6A70144-8FA4-4D36-94E8-9B5FBDB1E6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122" y="2305175"/>
                        <a:ext cx="1761300" cy="687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220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A554AB4-C6CF-46D5-B13F-674E258267D5}"/>
              </a:ext>
            </a:extLst>
          </p:cNvPr>
          <p:cNvSpPr/>
          <p:nvPr/>
        </p:nvSpPr>
        <p:spPr>
          <a:xfrm>
            <a:off x="1377217" y="941143"/>
            <a:ext cx="5335155" cy="728685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498" name="Object 13">
            <a:extLst>
              <a:ext uri="{FF2B5EF4-FFF2-40B4-BE49-F238E27FC236}">
                <a16:creationId xmlns:a16="http://schemas.microsoft.com/office/drawing/2014/main" id="{00A3D430-B536-48F3-95A8-2CF84BD68F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51197"/>
              </p:ext>
            </p:extLst>
          </p:nvPr>
        </p:nvGraphicFramePr>
        <p:xfrm>
          <a:off x="1612905" y="974679"/>
          <a:ext cx="51054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29" name="Equation" r:id="rId3" imgW="5371920" imgH="596880" progId="Equation.DSMT4">
                  <p:embed/>
                </p:oleObj>
              </mc:Choice>
              <mc:Fallback>
                <p:oleObj name="Equation" r:id="rId3" imgW="5371920" imgH="596880" progId="Equation.DSMT4">
                  <p:embed/>
                  <p:pic>
                    <p:nvPicPr>
                      <p:cNvPr id="20498" name="Object 13">
                        <a:extLst>
                          <a:ext uri="{FF2B5EF4-FFF2-40B4-BE49-F238E27FC236}">
                            <a16:creationId xmlns:a16="http://schemas.microsoft.com/office/drawing/2014/main" id="{00A3D430-B536-48F3-95A8-2CF84BD68F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5" y="974679"/>
                        <a:ext cx="510540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4">
            <a:extLst>
              <a:ext uri="{FF2B5EF4-FFF2-40B4-BE49-F238E27FC236}">
                <a16:creationId xmlns:a16="http://schemas.microsoft.com/office/drawing/2014/main" id="{466F06B6-CD1C-495A-97F0-761F3DC60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628040"/>
              </p:ext>
            </p:extLst>
          </p:nvPr>
        </p:nvGraphicFramePr>
        <p:xfrm>
          <a:off x="1097315" y="2389908"/>
          <a:ext cx="65389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30" name="Equation" r:id="rId5" imgW="6883200" imgH="596880" progId="Equation.DSMT4">
                  <p:embed/>
                </p:oleObj>
              </mc:Choice>
              <mc:Fallback>
                <p:oleObj name="Equation" r:id="rId5" imgW="6883200" imgH="596880" progId="Equation.DSMT4">
                  <p:embed/>
                  <p:pic>
                    <p:nvPicPr>
                      <p:cNvPr id="23566" name="Object 14">
                        <a:extLst>
                          <a:ext uri="{FF2B5EF4-FFF2-40B4-BE49-F238E27FC236}">
                            <a16:creationId xmlns:a16="http://schemas.microsoft.com/office/drawing/2014/main" id="{466F06B6-CD1C-495A-97F0-761F3DC600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315" y="2389908"/>
                        <a:ext cx="653891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2">
            <a:extLst>
              <a:ext uri="{FF2B5EF4-FFF2-40B4-BE49-F238E27FC236}">
                <a16:creationId xmlns:a16="http://schemas.microsoft.com/office/drawing/2014/main" id="{709E8CD9-EA78-4812-8C70-C4DEB7D3D0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127813"/>
              </p:ext>
            </p:extLst>
          </p:nvPr>
        </p:nvGraphicFramePr>
        <p:xfrm>
          <a:off x="1619672" y="303498"/>
          <a:ext cx="50927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31" name="Equation" r:id="rId7" imgW="5359320" imgH="380880" progId="Equation.DSMT4">
                  <p:embed/>
                </p:oleObj>
              </mc:Choice>
              <mc:Fallback>
                <p:oleObj name="Equation" r:id="rId7" imgW="5359320" imgH="380880" progId="Equation.DSMT4">
                  <p:embed/>
                  <p:pic>
                    <p:nvPicPr>
                      <p:cNvPr id="2" name="Object 12">
                        <a:extLst>
                          <a:ext uri="{FF2B5EF4-FFF2-40B4-BE49-F238E27FC236}">
                            <a16:creationId xmlns:a16="http://schemas.microsoft.com/office/drawing/2014/main" id="{709E8CD9-EA78-4812-8C70-C4DEB7D3D0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303498"/>
                        <a:ext cx="50927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9" name="Text Box 8">
            <a:extLst>
              <a:ext uri="{FF2B5EF4-FFF2-40B4-BE49-F238E27FC236}">
                <a16:creationId xmlns:a16="http://schemas.microsoft.com/office/drawing/2014/main" id="{82779F20-7898-4898-B8EF-CB0AD555D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78" y="239391"/>
            <a:ext cx="871537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endParaRPr lang="en-US" altLang="zh-CN" sz="23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20497" name="Text Box 8">
            <a:extLst>
              <a:ext uri="{FF2B5EF4-FFF2-40B4-BE49-F238E27FC236}">
                <a16:creationId xmlns:a16="http://schemas.microsoft.com/office/drawing/2014/main" id="{A44D045A-100D-48FD-84A9-3F79B7C6E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06" y="1850647"/>
            <a:ext cx="15159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</a:rPr>
              <a:t>证  法一</a:t>
            </a:r>
            <a:endParaRPr lang="en-US" altLang="zh-CN" sz="23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20" name="箭头: 五边形 19">
            <a:extLst>
              <a:ext uri="{FF2B5EF4-FFF2-40B4-BE49-F238E27FC236}">
                <a16:creationId xmlns:a16="http://schemas.microsoft.com/office/drawing/2014/main" id="{E69F7ECC-07E3-4A0E-BD1A-EB44FBBEE31B}"/>
              </a:ext>
            </a:extLst>
          </p:cNvPr>
          <p:cNvSpPr/>
          <p:nvPr/>
        </p:nvSpPr>
        <p:spPr>
          <a:xfrm flipH="1">
            <a:off x="6860386" y="1113016"/>
            <a:ext cx="1551685" cy="384937"/>
          </a:xfrm>
          <a:prstGeom prst="homePlat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zh-CN" altLang="en-US" sz="23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重要结论</a:t>
            </a:r>
          </a:p>
        </p:txBody>
      </p:sp>
      <p:graphicFrame>
        <p:nvGraphicFramePr>
          <p:cNvPr id="28" name="Object 15">
            <a:extLst>
              <a:ext uri="{FF2B5EF4-FFF2-40B4-BE49-F238E27FC236}">
                <a16:creationId xmlns:a16="http://schemas.microsoft.com/office/drawing/2014/main" id="{A1590105-66C8-4C82-8BCA-3E4C6F45A0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31667"/>
              </p:ext>
            </p:extLst>
          </p:nvPr>
        </p:nvGraphicFramePr>
        <p:xfrm>
          <a:off x="1071419" y="3204267"/>
          <a:ext cx="4524375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12" name="Equation" r:id="rId9" imgW="4762440" imgH="342720" progId="Equation.DSMT4">
                  <p:embed/>
                </p:oleObj>
              </mc:Choice>
              <mc:Fallback>
                <p:oleObj name="Equation" r:id="rId9" imgW="4762440" imgH="342720" progId="Equation.DSMT4">
                  <p:embed/>
                  <p:pic>
                    <p:nvPicPr>
                      <p:cNvPr id="2" name="Object 15">
                        <a:extLst>
                          <a:ext uri="{FF2B5EF4-FFF2-40B4-BE49-F238E27FC236}">
                            <a16:creationId xmlns:a16="http://schemas.microsoft.com/office/drawing/2014/main" id="{D0445766-C10F-4824-8667-D8B2E44A27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419" y="3204267"/>
                        <a:ext cx="4524375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4A10B562-3A5C-4F60-A47C-A0CA31F9BA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777677"/>
              </p:ext>
            </p:extLst>
          </p:nvPr>
        </p:nvGraphicFramePr>
        <p:xfrm>
          <a:off x="5595794" y="3167869"/>
          <a:ext cx="1483938" cy="36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13" name="Equation" r:id="rId11" imgW="1562040" imgH="380880" progId="Equation.DSMT4">
                  <p:embed/>
                </p:oleObj>
              </mc:Choice>
              <mc:Fallback>
                <p:oleObj name="Equation" r:id="rId11" imgW="156204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7A311E6-9141-4F43-9295-FD6AC980B6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95794" y="3167869"/>
                        <a:ext cx="1483938" cy="361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8">
            <a:extLst>
              <a:ext uri="{FF2B5EF4-FFF2-40B4-BE49-F238E27FC236}">
                <a16:creationId xmlns:a16="http://schemas.microsoft.com/office/drawing/2014/main" id="{DF641B6D-55DB-486F-BC3E-AC7EDCBA0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4047" y="3095449"/>
            <a:ext cx="871538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300" b="1" dirty="0">
                <a:latin typeface="+mn-ea"/>
                <a:ea typeface="+mn-ea"/>
              </a:rPr>
              <a:t>从而</a:t>
            </a:r>
            <a:endParaRPr lang="en-US" altLang="zh-CN" sz="2300" b="1" dirty="0">
              <a:latin typeface="+mn-ea"/>
              <a:ea typeface="+mn-ea"/>
            </a:endParaRPr>
          </a:p>
        </p:txBody>
      </p:sp>
      <p:graphicFrame>
        <p:nvGraphicFramePr>
          <p:cNvPr id="31" name="Object 16">
            <a:extLst>
              <a:ext uri="{FF2B5EF4-FFF2-40B4-BE49-F238E27FC236}">
                <a16:creationId xmlns:a16="http://schemas.microsoft.com/office/drawing/2014/main" id="{00BAD18B-9715-4E55-9BD1-73083D5442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576513"/>
              </p:ext>
            </p:extLst>
          </p:nvPr>
        </p:nvGraphicFramePr>
        <p:xfrm>
          <a:off x="955730" y="3751361"/>
          <a:ext cx="3438525" cy="567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14" r:id="rId13" imgW="3619500" imgH="596900" progId="Equation.3">
                  <p:embed/>
                </p:oleObj>
              </mc:Choice>
              <mc:Fallback>
                <p:oleObj r:id="rId13" imgW="3619500" imgH="596900" progId="Equation.3">
                  <p:embed/>
                  <p:pic>
                    <p:nvPicPr>
                      <p:cNvPr id="3" name="Object 16">
                        <a:extLst>
                          <a:ext uri="{FF2B5EF4-FFF2-40B4-BE49-F238E27FC236}">
                            <a16:creationId xmlns:a16="http://schemas.microsoft.com/office/drawing/2014/main" id="{B6E4AC29-3982-4D46-BE25-9E95DB4CBF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730" y="3751361"/>
                        <a:ext cx="3438525" cy="567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1">
            <a:extLst>
              <a:ext uri="{FF2B5EF4-FFF2-40B4-BE49-F238E27FC236}">
                <a16:creationId xmlns:a16="http://schemas.microsoft.com/office/drawing/2014/main" id="{7770BA3B-8B66-4800-BA62-7AA9BD3689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429748"/>
              </p:ext>
            </p:extLst>
          </p:nvPr>
        </p:nvGraphicFramePr>
        <p:xfrm>
          <a:off x="4314210" y="3770041"/>
          <a:ext cx="1495908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15" name="Equation" r:id="rId15" imgW="1574640" imgH="596880" progId="Equation.DSMT4">
                  <p:embed/>
                </p:oleObj>
              </mc:Choice>
              <mc:Fallback>
                <p:oleObj name="Equation" r:id="rId15" imgW="1574640" imgH="596880" progId="Equation.DSMT4">
                  <p:embed/>
                  <p:pic>
                    <p:nvPicPr>
                      <p:cNvPr id="9" name="Object 21">
                        <a:extLst>
                          <a:ext uri="{FF2B5EF4-FFF2-40B4-BE49-F238E27FC236}">
                            <a16:creationId xmlns:a16="http://schemas.microsoft.com/office/drawing/2014/main" id="{1D810E8B-7908-4345-9148-D8CF21615D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4210" y="3770041"/>
                        <a:ext cx="1495908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1">
            <a:extLst>
              <a:ext uri="{FF2B5EF4-FFF2-40B4-BE49-F238E27FC236}">
                <a16:creationId xmlns:a16="http://schemas.microsoft.com/office/drawing/2014/main" id="{3FC4A8AB-FBBC-4914-86FC-611223A32E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157689"/>
              </p:ext>
            </p:extLst>
          </p:nvPr>
        </p:nvGraphicFramePr>
        <p:xfrm>
          <a:off x="5746706" y="3752314"/>
          <a:ext cx="16764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16" name="Equation" r:id="rId17" imgW="1765080" imgH="596880" progId="Equation.DSMT4">
                  <p:embed/>
                </p:oleObj>
              </mc:Choice>
              <mc:Fallback>
                <p:oleObj name="Equation" r:id="rId17" imgW="1765080" imgH="596880" progId="Equation.DSMT4">
                  <p:embed/>
                  <p:pic>
                    <p:nvPicPr>
                      <p:cNvPr id="12" name="Object 21">
                        <a:extLst>
                          <a:ext uri="{FF2B5EF4-FFF2-40B4-BE49-F238E27FC236}">
                            <a16:creationId xmlns:a16="http://schemas.microsoft.com/office/drawing/2014/main" id="{993DF0C3-01AA-428F-ADDF-98FAA664F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06" y="3752314"/>
                        <a:ext cx="16764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8740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0497" grpId="0"/>
      <p:bldP spid="20" grpId="0" animBg="1"/>
      <p:bldP spid="3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6">
            <a:extLst>
              <a:ext uri="{FF2B5EF4-FFF2-40B4-BE49-F238E27FC236}">
                <a16:creationId xmlns:a16="http://schemas.microsoft.com/office/drawing/2014/main" id="{B6E4AC29-3982-4D46-BE25-9E95DB4CBF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583587"/>
              </p:ext>
            </p:extLst>
          </p:nvPr>
        </p:nvGraphicFramePr>
        <p:xfrm>
          <a:off x="1403648" y="843558"/>
          <a:ext cx="3438525" cy="567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96" r:id="rId3" imgW="3619500" imgH="596900" progId="Equation.3">
                  <p:embed/>
                </p:oleObj>
              </mc:Choice>
              <mc:Fallback>
                <p:oleObj r:id="rId3" imgW="3619500" imgH="596900" progId="Equation.3">
                  <p:embed/>
                  <p:pic>
                    <p:nvPicPr>
                      <p:cNvPr id="23568" name="Object 16">
                        <a:extLst>
                          <a:ext uri="{FF2B5EF4-FFF2-40B4-BE49-F238E27FC236}">
                            <a16:creationId xmlns:a16="http://schemas.microsoft.com/office/drawing/2014/main" id="{CBC6E502-9C6F-40F6-A616-25F248B3F9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843558"/>
                        <a:ext cx="3438525" cy="567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8">
            <a:extLst>
              <a:ext uri="{FF2B5EF4-FFF2-40B4-BE49-F238E27FC236}">
                <a16:creationId xmlns:a16="http://schemas.microsoft.com/office/drawing/2014/main" id="{89AD42A3-3AE3-4E28-809B-4FBF38603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338392"/>
              </p:ext>
            </p:extLst>
          </p:nvPr>
        </p:nvGraphicFramePr>
        <p:xfrm>
          <a:off x="1531620" y="1818586"/>
          <a:ext cx="6080760" cy="567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97" r:id="rId5" imgW="6400800" imgH="596900" progId="Equation.3">
                  <p:embed/>
                </p:oleObj>
              </mc:Choice>
              <mc:Fallback>
                <p:oleObj r:id="rId5" imgW="6400800" imgH="596900" progId="Equation.3">
                  <p:embed/>
                  <p:pic>
                    <p:nvPicPr>
                      <p:cNvPr id="23570" name="Object 18">
                        <a:extLst>
                          <a:ext uri="{FF2B5EF4-FFF2-40B4-BE49-F238E27FC236}">
                            <a16:creationId xmlns:a16="http://schemas.microsoft.com/office/drawing/2014/main" id="{FEC8FFED-AB61-4522-842D-769C8592A8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620" y="1818586"/>
                        <a:ext cx="6080760" cy="567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1">
            <a:extLst>
              <a:ext uri="{FF2B5EF4-FFF2-40B4-BE49-F238E27FC236}">
                <a16:creationId xmlns:a16="http://schemas.microsoft.com/office/drawing/2014/main" id="{480F40C3-F0BE-416B-8DCA-9D381E16AC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488276"/>
              </p:ext>
            </p:extLst>
          </p:nvPr>
        </p:nvGraphicFramePr>
        <p:xfrm>
          <a:off x="3079185" y="2796878"/>
          <a:ext cx="167798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98" name="Equation" r:id="rId7" imgW="1765080" imgH="596880" progId="Equation.DSMT4">
                  <p:embed/>
                </p:oleObj>
              </mc:Choice>
              <mc:Fallback>
                <p:oleObj name="Equation" r:id="rId7" imgW="1765080" imgH="596880" progId="Equation.DSMT4">
                  <p:embed/>
                  <p:pic>
                    <p:nvPicPr>
                      <p:cNvPr id="23573" name="Object 21">
                        <a:extLst>
                          <a:ext uri="{FF2B5EF4-FFF2-40B4-BE49-F238E27FC236}">
                            <a16:creationId xmlns:a16="http://schemas.microsoft.com/office/drawing/2014/main" id="{5CA71B4F-79B4-49AA-AD94-B07A9BEE4B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185" y="2796878"/>
                        <a:ext cx="1677988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89F240A8-8595-4F92-BD5D-A70E307CE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818586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300" b="1" dirty="0">
                <a:latin typeface="+mn-ea"/>
                <a:ea typeface="+mn-ea"/>
              </a:rPr>
              <a:t>于是</a:t>
            </a:r>
            <a:endParaRPr lang="en-US" altLang="zh-CN" sz="2300" b="1" dirty="0">
              <a:latin typeface="+mn-ea"/>
              <a:ea typeface="+mn-ea"/>
            </a:endParaRPr>
          </a:p>
        </p:txBody>
      </p:sp>
      <p:graphicFrame>
        <p:nvGraphicFramePr>
          <p:cNvPr id="9" name="Object 21">
            <a:extLst>
              <a:ext uri="{FF2B5EF4-FFF2-40B4-BE49-F238E27FC236}">
                <a16:creationId xmlns:a16="http://schemas.microsoft.com/office/drawing/2014/main" id="{1D810E8B-7908-4345-9148-D8CF21615D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49749"/>
              </p:ext>
            </p:extLst>
          </p:nvPr>
        </p:nvGraphicFramePr>
        <p:xfrm>
          <a:off x="4778870" y="861602"/>
          <a:ext cx="1495908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99" name="Equation" r:id="rId9" imgW="1574640" imgH="596880" progId="Equation.DSMT4">
                  <p:embed/>
                </p:oleObj>
              </mc:Choice>
              <mc:Fallback>
                <p:oleObj name="Equation" r:id="rId9" imgW="1574640" imgH="596880" progId="Equation.DSMT4">
                  <p:embed/>
                  <p:pic>
                    <p:nvPicPr>
                      <p:cNvPr id="24" name="Object 21">
                        <a:extLst>
                          <a:ext uri="{FF2B5EF4-FFF2-40B4-BE49-F238E27FC236}">
                            <a16:creationId xmlns:a16="http://schemas.microsoft.com/office/drawing/2014/main" id="{CB936BB9-3897-474E-B65A-7AFE54D005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870" y="861602"/>
                        <a:ext cx="1495908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B0BCEA2-47DF-47E6-B258-33368B167FB2}"/>
              </a:ext>
            </a:extLst>
          </p:cNvPr>
          <p:cNvCxnSpPr/>
          <p:nvPr/>
        </p:nvCxnSpPr>
        <p:spPr>
          <a:xfrm>
            <a:off x="3394898" y="1800561"/>
            <a:ext cx="706730" cy="50405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FBD2736-AE35-4AD6-B30C-6BAB0400137A}"/>
              </a:ext>
            </a:extLst>
          </p:cNvPr>
          <p:cNvCxnSpPr/>
          <p:nvPr/>
        </p:nvCxnSpPr>
        <p:spPr>
          <a:xfrm>
            <a:off x="6193401" y="1834895"/>
            <a:ext cx="706730" cy="50405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21">
            <a:extLst>
              <a:ext uri="{FF2B5EF4-FFF2-40B4-BE49-F238E27FC236}">
                <a16:creationId xmlns:a16="http://schemas.microsoft.com/office/drawing/2014/main" id="{993DF0C3-01AA-428F-ADDF-98FAA664F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250391"/>
              </p:ext>
            </p:extLst>
          </p:nvPr>
        </p:nvGraphicFramePr>
        <p:xfrm>
          <a:off x="6245812" y="861900"/>
          <a:ext cx="16764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00" name="Equation" r:id="rId11" imgW="1765080" imgH="596880" progId="Equation.DSMT4">
                  <p:embed/>
                </p:oleObj>
              </mc:Choice>
              <mc:Fallback>
                <p:oleObj name="Equation" r:id="rId11" imgW="1765080" imgH="596880" progId="Equation.DSMT4">
                  <p:embed/>
                  <p:pic>
                    <p:nvPicPr>
                      <p:cNvPr id="27" name="Object 21">
                        <a:extLst>
                          <a:ext uri="{FF2B5EF4-FFF2-40B4-BE49-F238E27FC236}">
                            <a16:creationId xmlns:a16="http://schemas.microsoft.com/office/drawing/2014/main" id="{A22920BB-4240-4724-9498-2C6A04276E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5812" y="861900"/>
                        <a:ext cx="16764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398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4523DDA2-1CD4-4569-A36D-C7A41BB2F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660" y="1132022"/>
            <a:ext cx="15159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  法二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5" name="Object 12">
            <a:extLst>
              <a:ext uri="{FF2B5EF4-FFF2-40B4-BE49-F238E27FC236}">
                <a16:creationId xmlns:a16="http://schemas.microsoft.com/office/drawing/2014/main" id="{1E390141-70B0-4410-9EE4-4204C99C8C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626091"/>
              </p:ext>
            </p:extLst>
          </p:nvPr>
        </p:nvGraphicFramePr>
        <p:xfrm>
          <a:off x="1475656" y="303498"/>
          <a:ext cx="50927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35" name="Equation" r:id="rId3" imgW="5359320" imgH="380880" progId="Equation.DSMT4">
                  <p:embed/>
                </p:oleObj>
              </mc:Choice>
              <mc:Fallback>
                <p:oleObj name="Equation" r:id="rId3" imgW="5359320" imgH="380880" progId="Equation.DSMT4">
                  <p:embed/>
                  <p:pic>
                    <p:nvPicPr>
                      <p:cNvPr id="2" name="Object 12">
                        <a:extLst>
                          <a:ext uri="{FF2B5EF4-FFF2-40B4-BE49-F238E27FC236}">
                            <a16:creationId xmlns:a16="http://schemas.microsoft.com/office/drawing/2014/main" id="{709E8CD9-EA78-4812-8C70-C4DEB7D3D0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03498"/>
                        <a:ext cx="50927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>
            <a:extLst>
              <a:ext uri="{FF2B5EF4-FFF2-40B4-BE49-F238E27FC236}">
                <a16:creationId xmlns:a16="http://schemas.microsoft.com/office/drawing/2014/main" id="{57AA9B39-1918-4B33-A5EF-0F8EA5198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62" y="239391"/>
            <a:ext cx="871537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endParaRPr lang="en-US" altLang="zh-CN" sz="23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124D359-2B4A-47B7-8C25-DD27236278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910421"/>
              </p:ext>
            </p:extLst>
          </p:nvPr>
        </p:nvGraphicFramePr>
        <p:xfrm>
          <a:off x="3068491" y="713132"/>
          <a:ext cx="3251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36" name="Equation" r:id="rId5" imgW="3251160" imgH="596880" progId="Equation.DSMT4">
                  <p:embed/>
                </p:oleObj>
              </mc:Choice>
              <mc:Fallback>
                <p:oleObj name="Equation" r:id="rId5" imgW="32511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8491" y="713132"/>
                        <a:ext cx="3251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237D831A-B88B-4A81-8A83-07D2B2B5933A}"/>
              </a:ext>
            </a:extLst>
          </p:cNvPr>
          <p:cNvGrpSpPr/>
          <p:nvPr/>
        </p:nvGrpSpPr>
        <p:grpSpPr>
          <a:xfrm>
            <a:off x="548211" y="1686099"/>
            <a:ext cx="3061153" cy="596900"/>
            <a:chOff x="1043608" y="1983442"/>
            <a:chExt cx="3061153" cy="596900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8DBEB2F-ABE9-4D6B-BEEB-674F15129B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9911906"/>
                </p:ext>
              </p:extLst>
            </p:nvPr>
          </p:nvGraphicFramePr>
          <p:xfrm>
            <a:off x="1539361" y="1983442"/>
            <a:ext cx="25654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37" name="Equation" r:id="rId7" imgW="2565360" imgH="596880" progId="Equation.DSMT4">
                    <p:embed/>
                  </p:oleObj>
                </mc:Choice>
                <mc:Fallback>
                  <p:oleObj name="Equation" r:id="rId7" imgW="2565360" imgH="5968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3124D359-2B4A-47B7-8C25-DD272362784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39361" y="1983442"/>
                          <a:ext cx="25654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081FCB3F-180B-470C-AE56-41326FE94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608" y="1998411"/>
              <a:ext cx="49539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令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425B075-D8B3-4944-9F4B-F6F0AA18C946}"/>
              </a:ext>
            </a:extLst>
          </p:cNvPr>
          <p:cNvGrpSpPr/>
          <p:nvPr/>
        </p:nvGrpSpPr>
        <p:grpSpPr>
          <a:xfrm>
            <a:off x="3694084" y="1747776"/>
            <a:ext cx="3975786" cy="461665"/>
            <a:chOff x="3779912" y="2141859"/>
            <a:chExt cx="3975786" cy="461665"/>
          </a:xfrm>
        </p:grpSpPr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EEA15DF8-356A-4768-B8CA-F80C48C991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912" y="2141859"/>
              <a:ext cx="49539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则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C236CC4-2486-451E-A69B-044E21BC33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2324081"/>
                </p:ext>
              </p:extLst>
            </p:nvPr>
          </p:nvGraphicFramePr>
          <p:xfrm>
            <a:off x="4288598" y="2195276"/>
            <a:ext cx="3467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38" name="Equation" r:id="rId9" imgW="3466800" imgH="355320" progId="Equation.DSMT4">
                    <p:embed/>
                  </p:oleObj>
                </mc:Choice>
                <mc:Fallback>
                  <p:oleObj name="Equation" r:id="rId9" imgW="3466800" imgH="3553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88DBEB2F-ABE9-4D6B-BEEB-674F15129BC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88598" y="2195276"/>
                          <a:ext cx="3467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 Box 8">
            <a:extLst>
              <a:ext uri="{FF2B5EF4-FFF2-40B4-BE49-F238E27FC236}">
                <a16:creationId xmlns:a16="http://schemas.microsoft.com/office/drawing/2014/main" id="{6418693C-7852-4299-BC8F-0D1971E34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6810" y="1695128"/>
            <a:ext cx="9289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从而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0C4677E-4F70-497F-A69E-9F66CBB723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42401"/>
              </p:ext>
            </p:extLst>
          </p:nvPr>
        </p:nvGraphicFramePr>
        <p:xfrm>
          <a:off x="3740150" y="2708185"/>
          <a:ext cx="1231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39" name="Equation" r:id="rId11" imgW="1231560" imgH="342720" progId="Equation.DSMT4">
                  <p:embed/>
                </p:oleObj>
              </mc:Choice>
              <mc:Fallback>
                <p:oleObj name="Equation" r:id="rId11" imgW="123156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88DBEB2F-ABE9-4D6B-BEEB-674F15129B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40150" y="2708185"/>
                        <a:ext cx="1231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B6B7CB23-DB4F-4729-8FBC-743788BA7D08}"/>
              </a:ext>
            </a:extLst>
          </p:cNvPr>
          <p:cNvGrpSpPr/>
          <p:nvPr/>
        </p:nvGrpSpPr>
        <p:grpSpPr>
          <a:xfrm>
            <a:off x="688161" y="3138254"/>
            <a:ext cx="3339713" cy="596900"/>
            <a:chOff x="755576" y="3264982"/>
            <a:chExt cx="3339713" cy="596900"/>
          </a:xfrm>
        </p:grpSpPr>
        <p:sp>
          <p:nvSpPr>
            <p:cNvPr id="18" name="Text Box 8">
              <a:extLst>
                <a:ext uri="{FF2B5EF4-FFF2-40B4-BE49-F238E27FC236}">
                  <a16:creationId xmlns:a16="http://schemas.microsoft.com/office/drawing/2014/main" id="{CEE33035-5552-45A9-9FB0-73AB74B32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576" y="3332600"/>
              <a:ext cx="333971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又                故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846FECB1-33D8-461A-905C-6D1C3287928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0585130"/>
                </p:ext>
              </p:extLst>
            </p:nvPr>
          </p:nvGraphicFramePr>
          <p:xfrm>
            <a:off x="1242900" y="3264982"/>
            <a:ext cx="21082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40" name="Equation" r:id="rId13" imgW="2108160" imgH="596880" progId="Equation.DSMT4">
                    <p:embed/>
                  </p:oleObj>
                </mc:Choice>
                <mc:Fallback>
                  <p:oleObj name="Equation" r:id="rId13" imgW="2108160" imgH="59688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F0C4677E-4F70-497F-A69E-9F66CBB7232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42900" y="3264982"/>
                          <a:ext cx="21082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8587B94B-BE02-4753-BA17-740E742B75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995994"/>
              </p:ext>
            </p:extLst>
          </p:nvPr>
        </p:nvGraphicFramePr>
        <p:xfrm>
          <a:off x="2447764" y="4081288"/>
          <a:ext cx="3251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41" name="Equation" r:id="rId15" imgW="3251160" imgH="596880" progId="Equation.DSMT4">
                  <p:embed/>
                </p:oleObj>
              </mc:Choice>
              <mc:Fallback>
                <p:oleObj name="Equation" r:id="rId15" imgW="3251160" imgH="596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124D359-2B4A-47B7-8C25-DD27236278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47764" y="4081288"/>
                        <a:ext cx="3251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177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55580A32-F14D-4CA2-841F-1733301D7C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032991"/>
              </p:ext>
            </p:extLst>
          </p:nvPr>
        </p:nvGraphicFramePr>
        <p:xfrm>
          <a:off x="899592" y="2004714"/>
          <a:ext cx="4560570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16" name="Equation" r:id="rId3" imgW="4800600" imgH="596880" progId="Equation.DSMT4">
                  <p:embed/>
                </p:oleObj>
              </mc:Choice>
              <mc:Fallback>
                <p:oleObj name="Equation" r:id="rId3" imgW="4800600" imgH="596880" progId="Equation.DSMT4">
                  <p:embed/>
                  <p:pic>
                    <p:nvPicPr>
                      <p:cNvPr id="21" name="Object 13">
                        <a:extLst>
                          <a:ext uri="{FF2B5EF4-FFF2-40B4-BE49-F238E27FC236}">
                            <a16:creationId xmlns:a16="http://schemas.microsoft.com/office/drawing/2014/main" id="{00A3D430-B536-48F3-95A8-2CF84BD68F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004714"/>
                        <a:ext cx="4560570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>
            <a:extLst>
              <a:ext uri="{FF2B5EF4-FFF2-40B4-BE49-F238E27FC236}">
                <a16:creationId xmlns:a16="http://schemas.microsoft.com/office/drawing/2014/main" id="{63839B52-96EE-41B8-BDAE-8133EB0A8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699542"/>
            <a:ext cx="8136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    </a:t>
            </a:r>
            <a:r>
              <a:rPr lang="zh-CN" altLang="en-US" sz="2400" b="1" dirty="0">
                <a:latin typeface="+mn-ea"/>
                <a:ea typeface="+mn-ea"/>
              </a:rPr>
              <a:t>周期函数在任何长度为  的区间上的定积分相等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ED5DD28-4339-40DC-B37D-902E6BECD4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321986"/>
              </p:ext>
            </p:extLst>
          </p:nvPr>
        </p:nvGraphicFramePr>
        <p:xfrm>
          <a:off x="1475656" y="797024"/>
          <a:ext cx="228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17" name="Equation" r:id="rId5" imgW="228600" imgH="266400" progId="Equation.DSMT4">
                  <p:embed/>
                </p:oleObj>
              </mc:Choice>
              <mc:Fallback>
                <p:oleObj name="Equation" r:id="rId5" imgW="2286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5656" y="797024"/>
                        <a:ext cx="2286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F4544C6-F688-4188-82CB-898D899866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95044"/>
              </p:ext>
            </p:extLst>
          </p:nvPr>
        </p:nvGraphicFramePr>
        <p:xfrm>
          <a:off x="4860032" y="821657"/>
          <a:ext cx="228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18" name="Equation" r:id="rId7" imgW="228600" imgH="266400" progId="Equation.DSMT4">
                  <p:embed/>
                </p:oleObj>
              </mc:Choice>
              <mc:Fallback>
                <p:oleObj name="Equation" r:id="rId7" imgW="2286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60032" y="821657"/>
                        <a:ext cx="2286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21118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0">
            <a:extLst>
              <a:ext uri="{FF2B5EF4-FFF2-40B4-BE49-F238E27FC236}">
                <a16:creationId xmlns:a16="http://schemas.microsoft.com/office/drawing/2014/main" id="{1B955CAE-B802-4D1D-9E72-E7A046D9D4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515349"/>
              </p:ext>
            </p:extLst>
          </p:nvPr>
        </p:nvGraphicFramePr>
        <p:xfrm>
          <a:off x="2641865" y="386755"/>
          <a:ext cx="15557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49" name="Equation" r:id="rId3" imgW="1638000" imgH="596880" progId="Equation.DSMT4">
                  <p:embed/>
                </p:oleObj>
              </mc:Choice>
              <mc:Fallback>
                <p:oleObj name="Equation" r:id="rId3" imgW="1638000" imgH="596880" progId="Equation.DSMT4">
                  <p:embed/>
                  <p:pic>
                    <p:nvPicPr>
                      <p:cNvPr id="2" name="Object 20">
                        <a:extLst>
                          <a:ext uri="{FF2B5EF4-FFF2-40B4-BE49-F238E27FC236}">
                            <a16:creationId xmlns:a16="http://schemas.microsoft.com/office/drawing/2014/main" id="{30745163-CA35-4DB0-ACD6-C8CCAD1124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865" y="386755"/>
                        <a:ext cx="15557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5">
            <a:extLst>
              <a:ext uri="{FF2B5EF4-FFF2-40B4-BE49-F238E27FC236}">
                <a16:creationId xmlns:a16="http://schemas.microsoft.com/office/drawing/2014/main" id="{2D1E76CE-3A74-4EAC-A0E2-67709669D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465" y="440086"/>
            <a:ext cx="1296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13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84D9C1-3A3E-4E46-A5E8-0840BC40A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909" y="413742"/>
            <a:ext cx="8714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5" name="Text Box 25">
            <a:extLst>
              <a:ext uri="{FF2B5EF4-FFF2-40B4-BE49-F238E27FC236}">
                <a16:creationId xmlns:a16="http://schemas.microsoft.com/office/drawing/2014/main" id="{00E0DA9F-A329-4BEC-8C01-544E769EF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384" y="1491630"/>
            <a:ext cx="5542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166375F-4332-4738-8D1D-1A0E3AF3A4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689270"/>
              </p:ext>
            </p:extLst>
          </p:nvPr>
        </p:nvGraphicFramePr>
        <p:xfrm>
          <a:off x="1691680" y="1491630"/>
          <a:ext cx="1587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50" name="Equation" r:id="rId5" imgW="1587240" imgH="596880" progId="Equation.DSMT4">
                  <p:embed/>
                </p:oleObj>
              </mc:Choice>
              <mc:Fallback>
                <p:oleObj name="Equation" r:id="rId5" imgW="15872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1491630"/>
                        <a:ext cx="1587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603DB44-7215-4796-822D-27E770A126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357378"/>
              </p:ext>
            </p:extLst>
          </p:nvPr>
        </p:nvGraphicFramePr>
        <p:xfrm>
          <a:off x="1367830" y="2458071"/>
          <a:ext cx="3822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51" name="Equation" r:id="rId7" imgW="3822480" imgH="596880" progId="Equation.DSMT4">
                  <p:embed/>
                </p:oleObj>
              </mc:Choice>
              <mc:Fallback>
                <p:oleObj name="Equation" r:id="rId7" imgW="38224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67830" y="2458071"/>
                        <a:ext cx="3822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670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5">
            <a:extLst>
              <a:ext uri="{FF2B5EF4-FFF2-40B4-BE49-F238E27FC236}">
                <a16:creationId xmlns:a16="http://schemas.microsoft.com/office/drawing/2014/main" id="{5FDB3032-D0B3-4760-85B9-347B15C02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80" y="118425"/>
            <a:ext cx="9361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14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 Box 25">
            <a:extLst>
              <a:ext uri="{FF2B5EF4-FFF2-40B4-BE49-F238E27FC236}">
                <a16:creationId xmlns:a16="http://schemas.microsoft.com/office/drawing/2014/main" id="{6B682DB1-BEE4-4FF3-9C0B-643C74C88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652" y="123478"/>
            <a:ext cx="74888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                                且满足条件                               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DE62BB2-8912-47F3-A3AD-283CF5C8BF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911687"/>
              </p:ext>
            </p:extLst>
          </p:nvPr>
        </p:nvGraphicFramePr>
        <p:xfrm>
          <a:off x="1979712" y="177807"/>
          <a:ext cx="229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08" name="Equation" r:id="rId3" imgW="2298600" imgH="342720" progId="Equation.DSMT4">
                  <p:embed/>
                </p:oleObj>
              </mc:Choice>
              <mc:Fallback>
                <p:oleObj name="Equation" r:id="rId3" imgW="2298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177807"/>
                        <a:ext cx="229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92B9EDA-AD7A-460F-B4F1-3D043D3EA1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5080595"/>
              </p:ext>
            </p:extLst>
          </p:nvPr>
        </p:nvGraphicFramePr>
        <p:xfrm>
          <a:off x="5940152" y="177807"/>
          <a:ext cx="219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09" name="Equation" r:id="rId5" imgW="2197080" imgH="342720" progId="Equation.DSMT4">
                  <p:embed/>
                </p:oleObj>
              </mc:Choice>
              <mc:Fallback>
                <p:oleObj name="Equation" r:id="rId5" imgW="2197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40152" y="177807"/>
                        <a:ext cx="2197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69AF136-CF0B-4774-AFC4-FCAC54AFBF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192253"/>
              </p:ext>
            </p:extLst>
          </p:nvPr>
        </p:nvGraphicFramePr>
        <p:xfrm>
          <a:off x="434020" y="693770"/>
          <a:ext cx="2197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10" name="Equation" r:id="rId7" imgW="2197080" imgH="596880" progId="Equation.DSMT4">
                  <p:embed/>
                </p:oleObj>
              </mc:Choice>
              <mc:Fallback>
                <p:oleObj name="Equation" r:id="rId7" imgW="21970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4020" y="693770"/>
                        <a:ext cx="2197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07B33CC9-9634-49DF-8CB5-6176ACB6D2BB}"/>
              </a:ext>
            </a:extLst>
          </p:cNvPr>
          <p:cNvSpPr/>
          <p:nvPr/>
        </p:nvSpPr>
        <p:spPr>
          <a:xfrm>
            <a:off x="2555776" y="76138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660C512-668B-4DB4-A8EC-965FAA6F0B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64080"/>
              </p:ext>
            </p:extLst>
          </p:nvPr>
        </p:nvGraphicFramePr>
        <p:xfrm>
          <a:off x="2975608" y="693770"/>
          <a:ext cx="2209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11" name="Equation" r:id="rId9" imgW="2209680" imgH="596880" progId="Equation.DSMT4">
                  <p:embed/>
                </p:oleObj>
              </mc:Choice>
              <mc:Fallback>
                <p:oleObj name="Equation" r:id="rId9" imgW="220968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69AF136-CF0B-4774-AFC4-FCAC54AFBF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75608" y="693770"/>
                        <a:ext cx="2209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5">
            <a:extLst>
              <a:ext uri="{FF2B5EF4-FFF2-40B4-BE49-F238E27FC236}">
                <a16:creationId xmlns:a16="http://schemas.microsoft.com/office/drawing/2014/main" id="{69EA660D-46FD-49F9-98F7-9AF54F3CC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783" y="1399297"/>
            <a:ext cx="5542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10" name="Text Box 25">
            <a:extLst>
              <a:ext uri="{FF2B5EF4-FFF2-40B4-BE49-F238E27FC236}">
                <a16:creationId xmlns:a16="http://schemas.microsoft.com/office/drawing/2014/main" id="{6E608092-031A-42B6-B2EF-66455F89A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9055" y="1393114"/>
            <a:ext cx="14936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由条件得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3BC1EF3-8B36-4037-BAC5-49D13BFCCD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079817"/>
              </p:ext>
            </p:extLst>
          </p:nvPr>
        </p:nvGraphicFramePr>
        <p:xfrm>
          <a:off x="2802799" y="1452496"/>
          <a:ext cx="539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12" name="Equation" r:id="rId11" imgW="5397480" imgH="342720" progId="Equation.DSMT4">
                  <p:embed/>
                </p:oleObj>
              </mc:Choice>
              <mc:Fallback>
                <p:oleObj name="Equation" r:id="rId11" imgW="539748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92B9EDA-AD7A-460F-B4F1-3D043D3EA1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02799" y="1452496"/>
                        <a:ext cx="5397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7640F378-72BF-45C0-9345-97F8573EEBC9}"/>
              </a:ext>
            </a:extLst>
          </p:cNvPr>
          <p:cNvGrpSpPr/>
          <p:nvPr/>
        </p:nvGrpSpPr>
        <p:grpSpPr>
          <a:xfrm>
            <a:off x="296568" y="1975824"/>
            <a:ext cx="4272896" cy="461665"/>
            <a:chOff x="155088" y="2334682"/>
            <a:chExt cx="4272896" cy="461665"/>
          </a:xfrm>
        </p:grpSpPr>
        <p:sp>
          <p:nvSpPr>
            <p:cNvPr id="12" name="Text Box 25">
              <a:extLst>
                <a:ext uri="{FF2B5EF4-FFF2-40B4-BE49-F238E27FC236}">
                  <a16:creationId xmlns:a16="http://schemas.microsoft.com/office/drawing/2014/main" id="{374A56C8-9C97-4890-A47E-DDE2B89CB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088" y="2334682"/>
              <a:ext cx="42728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即函数         为      周期函数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5F10776B-B0FF-4517-BE37-B578D0E57C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7100461"/>
                </p:ext>
              </p:extLst>
            </p:nvPr>
          </p:nvGraphicFramePr>
          <p:xfrm>
            <a:off x="1177392" y="239406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13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77392" y="239406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07B5EB00-2D48-4F28-A330-758451D8DC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1624638"/>
                </p:ext>
              </p:extLst>
            </p:nvPr>
          </p:nvGraphicFramePr>
          <p:xfrm>
            <a:off x="2191606" y="2425814"/>
            <a:ext cx="368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14" name="Equation" r:id="rId15" imgW="368280" imgH="279360" progId="Equation.DSMT4">
                    <p:embed/>
                  </p:oleObj>
                </mc:Choice>
                <mc:Fallback>
                  <p:oleObj name="Equation" r:id="rId15" imgW="3682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191606" y="2425814"/>
                          <a:ext cx="368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1512BDF-15D5-4F0E-B089-E4BC2F8D87A3}"/>
              </a:ext>
            </a:extLst>
          </p:cNvPr>
          <p:cNvGrpSpPr/>
          <p:nvPr/>
        </p:nvGrpSpPr>
        <p:grpSpPr>
          <a:xfrm>
            <a:off x="3995936" y="1975823"/>
            <a:ext cx="4608512" cy="461665"/>
            <a:chOff x="616604" y="3327834"/>
            <a:chExt cx="4608512" cy="461665"/>
          </a:xfrm>
        </p:grpSpPr>
        <p:sp>
          <p:nvSpPr>
            <p:cNvPr id="17" name="Text Box 25">
              <a:extLst>
                <a:ext uri="{FF2B5EF4-FFF2-40B4-BE49-F238E27FC236}">
                  <a16:creationId xmlns:a16="http://schemas.microsoft.com/office/drawing/2014/main" id="{B2004EB7-3638-49B8-B67F-E11187C7DC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604" y="3327834"/>
              <a:ext cx="460851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又      也为             的周期，从而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1E33C493-E911-4140-8FED-7A2AFFD138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224135"/>
                </p:ext>
              </p:extLst>
            </p:nvPr>
          </p:nvGraphicFramePr>
          <p:xfrm>
            <a:off x="2080737" y="3401908"/>
            <a:ext cx="927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15" name="Equation" r:id="rId17" imgW="927000" imgH="279360" progId="Equation.DSMT4">
                    <p:embed/>
                  </p:oleObj>
                </mc:Choice>
                <mc:Fallback>
                  <p:oleObj name="Equation" r:id="rId17" imgW="9270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080737" y="3401908"/>
                          <a:ext cx="9271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740AC9D-2824-4A44-A6AC-B3CC461F80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2796626"/>
                </p:ext>
              </p:extLst>
            </p:nvPr>
          </p:nvGraphicFramePr>
          <p:xfrm>
            <a:off x="1071352" y="3416975"/>
            <a:ext cx="368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16" name="Equation" r:id="rId19" imgW="368280" imgH="279360" progId="Equation.DSMT4">
                    <p:embed/>
                  </p:oleObj>
                </mc:Choice>
                <mc:Fallback>
                  <p:oleObj name="Equation" r:id="rId19" imgW="3682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71352" y="3416975"/>
                          <a:ext cx="368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9ED45BA-9D33-41B0-B3F1-A5FD0EB71B7C}"/>
              </a:ext>
            </a:extLst>
          </p:cNvPr>
          <p:cNvGrpSpPr/>
          <p:nvPr/>
        </p:nvGrpSpPr>
        <p:grpSpPr>
          <a:xfrm>
            <a:off x="296568" y="2491736"/>
            <a:ext cx="4592933" cy="461665"/>
            <a:chOff x="296568" y="2786068"/>
            <a:chExt cx="4592933" cy="461665"/>
          </a:xfrm>
        </p:grpSpPr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AF65FF9F-553E-4108-AD68-ADAB9ABEF0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2775144"/>
                </p:ext>
              </p:extLst>
            </p:nvPr>
          </p:nvGraphicFramePr>
          <p:xfrm>
            <a:off x="296568" y="2904833"/>
            <a:ext cx="1790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17" name="Equation" r:id="rId21" imgW="1790640" imgH="342720" progId="Equation.DSMT4">
                    <p:embed/>
                  </p:oleObj>
                </mc:Choice>
                <mc:Fallback>
                  <p:oleObj name="Equation" r:id="rId21" imgW="17906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96568" y="2904833"/>
                          <a:ext cx="1790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191F60EB-259C-4CE1-8763-AFDDB4EA8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3869" y="2786068"/>
              <a:ext cx="288563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为      周期函数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则</a:t>
              </a: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15765757-1135-4A72-8539-70686848F0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7792330"/>
                </p:ext>
              </p:extLst>
            </p:nvPr>
          </p:nvGraphicFramePr>
          <p:xfrm>
            <a:off x="2434499" y="2904833"/>
            <a:ext cx="368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18" name="Equation" r:id="rId23" imgW="368280" imgH="279360" progId="Equation.DSMT4">
                    <p:embed/>
                  </p:oleObj>
                </mc:Choice>
                <mc:Fallback>
                  <p:oleObj name="Equation" r:id="rId23" imgW="368280" imgH="2793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07B5EB00-2D48-4F28-A330-758451D8DC7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434499" y="2904833"/>
                          <a:ext cx="368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9AD4F51-DC9F-48F4-B145-59578CF48C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932457"/>
              </p:ext>
            </p:extLst>
          </p:nvPr>
        </p:nvGraphicFramePr>
        <p:xfrm>
          <a:off x="899592" y="3007648"/>
          <a:ext cx="5969001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19" name="Equation" r:id="rId24" imgW="5968800" imgH="596880" progId="Equation.DSMT4">
                  <p:embed/>
                </p:oleObj>
              </mc:Choice>
              <mc:Fallback>
                <p:oleObj name="Equation" r:id="rId24" imgW="596880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69AF136-CF0B-4774-AFC4-FCAC54AFBF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99592" y="3007648"/>
                        <a:ext cx="5969001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AB3B7501-013F-4753-9D08-24A387D6CB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11206"/>
              </p:ext>
            </p:extLst>
          </p:nvPr>
        </p:nvGraphicFramePr>
        <p:xfrm>
          <a:off x="2306577" y="3746766"/>
          <a:ext cx="1092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20" name="Equation" r:id="rId26" imgW="1091880" imgH="228600" progId="Equation.DSMT4">
                  <p:embed/>
                </p:oleObj>
              </mc:Choice>
              <mc:Fallback>
                <p:oleObj name="Equation" r:id="rId26" imgW="1091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306577" y="3746766"/>
                        <a:ext cx="1092200" cy="2286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81321F79-9DC4-4A18-ABDA-E0C2C1B57D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965123"/>
              </p:ext>
            </p:extLst>
          </p:nvPr>
        </p:nvGraphicFramePr>
        <p:xfrm>
          <a:off x="3110834" y="3876258"/>
          <a:ext cx="2679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21" name="Equation" r:id="rId28" imgW="2679480" imgH="596880" progId="Equation.DSMT4">
                  <p:embed/>
                </p:oleObj>
              </mc:Choice>
              <mc:Fallback>
                <p:oleObj name="Equation" r:id="rId28" imgW="26794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110834" y="3876258"/>
                        <a:ext cx="2679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362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5F972D9-4915-4CE4-91A4-1078DDF4DE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802892"/>
              </p:ext>
            </p:extLst>
          </p:nvPr>
        </p:nvGraphicFramePr>
        <p:xfrm>
          <a:off x="2327275" y="447675"/>
          <a:ext cx="2705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2" name="Equation" r:id="rId3" imgW="2705040" imgH="596880" progId="Equation.DSMT4">
                  <p:embed/>
                </p:oleObj>
              </mc:Choice>
              <mc:Fallback>
                <p:oleObj name="Equation" r:id="rId3" imgW="2705040" imgH="59688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81321F79-9DC4-4A18-ABDA-E0C2C1B57D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7275" y="447675"/>
                        <a:ext cx="2705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5">
            <a:extLst>
              <a:ext uri="{FF2B5EF4-FFF2-40B4-BE49-F238E27FC236}">
                <a16:creationId xmlns:a16="http://schemas.microsoft.com/office/drawing/2014/main" id="{7E5B4AE2-5263-47D7-940B-F5F0B86C7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989" y="2187423"/>
            <a:ext cx="5542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11B3C3C-FB27-4800-8D6A-4573801015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808059"/>
              </p:ext>
            </p:extLst>
          </p:nvPr>
        </p:nvGraphicFramePr>
        <p:xfrm>
          <a:off x="1691680" y="2053450"/>
          <a:ext cx="4914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3" name="Equation" r:id="rId5" imgW="4914720" imgH="596880" progId="Equation.DSMT4">
                  <p:embed/>
                </p:oleObj>
              </mc:Choice>
              <mc:Fallback>
                <p:oleObj name="Equation" r:id="rId5" imgW="4914720" imgH="5968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E5F972D9-4915-4CE4-91A4-1078DDF4D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2053450"/>
                        <a:ext cx="4914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5">
            <a:extLst>
              <a:ext uri="{FF2B5EF4-FFF2-40B4-BE49-F238E27FC236}">
                <a16:creationId xmlns:a16="http://schemas.microsoft.com/office/drawing/2014/main" id="{9D705C33-7A07-4332-9786-1C6A1C00E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979" y="3125191"/>
            <a:ext cx="5542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故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BD14DE6-2175-47EB-8FCE-B665516916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634879"/>
              </p:ext>
            </p:extLst>
          </p:nvPr>
        </p:nvGraphicFramePr>
        <p:xfrm>
          <a:off x="2351893" y="1239602"/>
          <a:ext cx="2679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4" name="Equation" r:id="rId7" imgW="2679480" imgH="596880" progId="Equation.DSMT4">
                  <p:embed/>
                </p:oleObj>
              </mc:Choice>
              <mc:Fallback>
                <p:oleObj name="Equation" r:id="rId7" imgW="2679480" imgH="5968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E5F972D9-4915-4CE4-91A4-1078DDF4D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51893" y="1239602"/>
                        <a:ext cx="2679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5">
            <a:extLst>
              <a:ext uri="{FF2B5EF4-FFF2-40B4-BE49-F238E27FC236}">
                <a16:creationId xmlns:a16="http://schemas.microsoft.com/office/drawing/2014/main" id="{596D4A96-2773-4489-B032-29B4F2E0C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1112041"/>
            <a:ext cx="22822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周期函数积分性质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AF24E3D-72B2-4771-AA3B-867A2D68A7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56"/>
              </p:ext>
            </p:extLst>
          </p:nvPr>
        </p:nvGraphicFramePr>
        <p:xfrm>
          <a:off x="2483768" y="2989956"/>
          <a:ext cx="2717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5" name="Equation" r:id="rId9" imgW="2717640" imgH="596880" progId="Equation.DSMT4">
                  <p:embed/>
                </p:oleObj>
              </mc:Choice>
              <mc:Fallback>
                <p:oleObj name="Equation" r:id="rId9" imgW="27176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83768" y="2989956"/>
                        <a:ext cx="2717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9EC038B-3BC3-41C8-AE4C-DADC992900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252131"/>
              </p:ext>
            </p:extLst>
          </p:nvPr>
        </p:nvGraphicFramePr>
        <p:xfrm>
          <a:off x="2546496" y="3881187"/>
          <a:ext cx="2667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6" name="Equation" r:id="rId11" imgW="2666880" imgH="596880" progId="Equation.DSMT4">
                  <p:embed/>
                </p:oleObj>
              </mc:Choice>
              <mc:Fallback>
                <p:oleObj name="Equation" r:id="rId11" imgW="2666880" imgH="596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AF24E3D-72B2-4771-AA3B-867A2D68A7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46496" y="3881187"/>
                        <a:ext cx="2667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5">
            <a:extLst>
              <a:ext uri="{FF2B5EF4-FFF2-40B4-BE49-F238E27FC236}">
                <a16:creationId xmlns:a16="http://schemas.microsoft.com/office/drawing/2014/main" id="{52DF2059-86A1-4D71-825D-0504E695D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40" y="3969501"/>
            <a:ext cx="18563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同理可得</a:t>
            </a:r>
          </a:p>
        </p:txBody>
      </p:sp>
    </p:spTree>
    <p:extLst>
      <p:ext uri="{BB962C8B-B14F-4D97-AF65-F5344CB8AC3E}">
        <p14:creationId xmlns:p14="http://schemas.microsoft.com/office/powerpoint/2010/main" val="250063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5">
            <a:extLst>
              <a:ext uri="{FF2B5EF4-FFF2-40B4-BE49-F238E27FC236}">
                <a16:creationId xmlns:a16="http://schemas.microsoft.com/office/drawing/2014/main" id="{73155397-DE50-4CD0-A11C-184933E5F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411509"/>
            <a:ext cx="9361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已知</a:t>
            </a:r>
          </a:p>
        </p:txBody>
      </p:sp>
      <p:sp>
        <p:nvSpPr>
          <p:cNvPr id="3" name="Text Box 25">
            <a:extLst>
              <a:ext uri="{FF2B5EF4-FFF2-40B4-BE49-F238E27FC236}">
                <a16:creationId xmlns:a16="http://schemas.microsoft.com/office/drawing/2014/main" id="{36429FB2-1825-42DA-B25E-CE99DB6DC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588" y="411510"/>
            <a:ext cx="9361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CEF1BE9-EBD0-468B-96EF-EAE8531974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341579"/>
              </p:ext>
            </p:extLst>
          </p:nvPr>
        </p:nvGraphicFramePr>
        <p:xfrm>
          <a:off x="2409825" y="344488"/>
          <a:ext cx="2946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86" name="Equation" r:id="rId3" imgW="2946240" imgH="596880" progId="Equation.DSMT4">
                  <p:embed/>
                </p:oleObj>
              </mc:Choice>
              <mc:Fallback>
                <p:oleObj name="Equation" r:id="rId3" imgW="29462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09825" y="344488"/>
                        <a:ext cx="2946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5">
            <a:extLst>
              <a:ext uri="{FF2B5EF4-FFF2-40B4-BE49-F238E27FC236}">
                <a16:creationId xmlns:a16="http://schemas.microsoft.com/office/drawing/2014/main" id="{5A11594F-553C-486A-8150-F666C21F0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080" y="411508"/>
            <a:ext cx="37804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证明                 且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0360E44-5479-41F1-9BF0-B2595A4C4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637753"/>
              </p:ext>
            </p:extLst>
          </p:nvPr>
        </p:nvGraphicFramePr>
        <p:xfrm>
          <a:off x="6059947" y="518729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87" name="Equation" r:id="rId5" imgW="1155600" imgH="342720" progId="Equation.DSMT4">
                  <p:embed/>
                </p:oleObj>
              </mc:Choice>
              <mc:Fallback>
                <p:oleObj name="Equation" r:id="rId5" imgW="1155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59947" y="518729"/>
                        <a:ext cx="1155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556714A-E16D-47F5-85E3-039F63B577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34653"/>
              </p:ext>
            </p:extLst>
          </p:nvPr>
        </p:nvGraphicFramePr>
        <p:xfrm>
          <a:off x="7677621" y="518729"/>
          <a:ext cx="685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88" name="Equation" r:id="rId7" imgW="685800" imgH="279360" progId="Equation.DSMT4">
                  <p:embed/>
                </p:oleObj>
              </mc:Choice>
              <mc:Fallback>
                <p:oleObj name="Equation" r:id="rId7" imgW="685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77621" y="518729"/>
                        <a:ext cx="685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5">
            <a:extLst>
              <a:ext uri="{FF2B5EF4-FFF2-40B4-BE49-F238E27FC236}">
                <a16:creationId xmlns:a16="http://schemas.microsoft.com/office/drawing/2014/main" id="{64773A98-1466-43BC-B2E6-AF071BDCA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596" y="1095586"/>
            <a:ext cx="5542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证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6C2930B-97E0-4B19-8986-59D025B148C4}"/>
              </a:ext>
            </a:extLst>
          </p:cNvPr>
          <p:cNvGrpSpPr/>
          <p:nvPr/>
        </p:nvGrpSpPr>
        <p:grpSpPr>
          <a:xfrm>
            <a:off x="1494681" y="1095586"/>
            <a:ext cx="4661495" cy="461665"/>
            <a:chOff x="1494681" y="1095586"/>
            <a:chExt cx="4661495" cy="461665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E2744616-7543-42BC-BDAF-1557073ACD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3294135"/>
                </p:ext>
              </p:extLst>
            </p:nvPr>
          </p:nvGraphicFramePr>
          <p:xfrm>
            <a:off x="1494681" y="1123218"/>
            <a:ext cx="1968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689" name="Equation" r:id="rId9" imgW="1968480" imgH="406080" progId="Equation.DSMT4">
                    <p:embed/>
                  </p:oleObj>
                </mc:Choice>
                <mc:Fallback>
                  <p:oleObj name="Equation" r:id="rId9" imgW="196848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94681" y="1123218"/>
                          <a:ext cx="1968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25">
              <a:extLst>
                <a:ext uri="{FF2B5EF4-FFF2-40B4-BE49-F238E27FC236}">
                  <a16:creationId xmlns:a16="http://schemas.microsoft.com/office/drawing/2014/main" id="{A745A816-C4F1-4FDC-86A0-9D3498FFE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505" y="1095586"/>
              <a:ext cx="279067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为     周期函数，则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3F83152-5BD7-4893-980A-A0434F90D0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923837"/>
                </p:ext>
              </p:extLst>
            </p:nvPr>
          </p:nvGraphicFramePr>
          <p:xfrm>
            <a:off x="3773703" y="1211314"/>
            <a:ext cx="368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690" name="Equation" r:id="rId11" imgW="368280" imgH="279360" progId="Equation.DSMT4">
                    <p:embed/>
                  </p:oleObj>
                </mc:Choice>
                <mc:Fallback>
                  <p:oleObj name="Equation" r:id="rId11" imgW="3682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73703" y="1211314"/>
                          <a:ext cx="368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5AE805B-F930-4391-B930-4AB53ECD0B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99917"/>
              </p:ext>
            </p:extLst>
          </p:nvPr>
        </p:nvGraphicFramePr>
        <p:xfrm>
          <a:off x="1212732" y="1765915"/>
          <a:ext cx="4914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91" name="Equation" r:id="rId13" imgW="4914720" imgH="596880" progId="Equation.DSMT4">
                  <p:embed/>
                </p:oleObj>
              </mc:Choice>
              <mc:Fallback>
                <p:oleObj name="Equation" r:id="rId13" imgW="4914720" imgH="596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CEF1BE9-EBD0-468B-96EF-EAE8531974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12732" y="1765915"/>
                        <a:ext cx="4914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D47E2F7-8CA7-4277-89C0-2A6BA90793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486442"/>
              </p:ext>
            </p:extLst>
          </p:nvPr>
        </p:nvGraphicFramePr>
        <p:xfrm>
          <a:off x="1909626" y="2579705"/>
          <a:ext cx="2146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92" name="Equation" r:id="rId15" imgW="2145960" imgH="596880" progId="Equation.DSMT4">
                  <p:embed/>
                </p:oleObj>
              </mc:Choice>
              <mc:Fallback>
                <p:oleObj name="Equation" r:id="rId15" imgW="21459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09626" y="2579705"/>
                        <a:ext cx="2146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7F32927-FAA8-474C-AAB7-C19DD6DCBF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228692"/>
              </p:ext>
            </p:extLst>
          </p:nvPr>
        </p:nvGraphicFramePr>
        <p:xfrm>
          <a:off x="1901825" y="3393495"/>
          <a:ext cx="3962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93" name="Equation" r:id="rId17" imgW="3962160" imgH="596880" progId="Equation.DSMT4">
                  <p:embed/>
                </p:oleObj>
              </mc:Choice>
              <mc:Fallback>
                <p:oleObj name="Equation" r:id="rId17" imgW="39621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01825" y="3393495"/>
                        <a:ext cx="3962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5">
            <a:extLst>
              <a:ext uri="{FF2B5EF4-FFF2-40B4-BE49-F238E27FC236}">
                <a16:creationId xmlns:a16="http://schemas.microsoft.com/office/drawing/2014/main" id="{9BEFCCA4-1277-4271-AAB6-4CC442D3D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53" y="3476563"/>
            <a:ext cx="12785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分部积分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07A324B-A518-4125-A3E8-B81033DF6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694926"/>
              </p:ext>
            </p:extLst>
          </p:nvPr>
        </p:nvGraphicFramePr>
        <p:xfrm>
          <a:off x="5890397" y="3378168"/>
          <a:ext cx="2489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94" name="Equation" r:id="rId19" imgW="2489040" imgH="596880" progId="Equation.DSMT4">
                  <p:embed/>
                </p:oleObj>
              </mc:Choice>
              <mc:Fallback>
                <p:oleObj name="Equation" r:id="rId19" imgW="2489040" imgH="5968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7F32927-FAA8-474C-AAB7-C19DD6DCBF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90397" y="3378168"/>
                        <a:ext cx="2489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5">
            <a:extLst>
              <a:ext uri="{FF2B5EF4-FFF2-40B4-BE49-F238E27FC236}">
                <a16:creationId xmlns:a16="http://schemas.microsoft.com/office/drawing/2014/main" id="{471A9B3A-345C-4380-90B8-709FF0C38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807" y="1879699"/>
            <a:ext cx="22822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周期函数积分性质</a:t>
            </a:r>
          </a:p>
        </p:txBody>
      </p:sp>
      <p:sp>
        <p:nvSpPr>
          <p:cNvPr id="21" name="Text Box 25">
            <a:extLst>
              <a:ext uri="{FF2B5EF4-FFF2-40B4-BE49-F238E27FC236}">
                <a16:creationId xmlns:a16="http://schemas.microsoft.com/office/drawing/2014/main" id="{62DFA7E5-A959-4153-865A-C8859A102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504" y="4047914"/>
            <a:ext cx="5542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故</a:t>
            </a:r>
          </a:p>
        </p:txBody>
      </p:sp>
      <p:sp>
        <p:nvSpPr>
          <p:cNvPr id="22" name="Text Box 25">
            <a:extLst>
              <a:ext uri="{FF2B5EF4-FFF2-40B4-BE49-F238E27FC236}">
                <a16:creationId xmlns:a16="http://schemas.microsoft.com/office/drawing/2014/main" id="{E476A944-A0CE-490A-BD81-8D87B83D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2267" y="4068419"/>
            <a:ext cx="7132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且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6AEAE376-17B4-40EC-834E-B68CDB167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300488"/>
              </p:ext>
            </p:extLst>
          </p:nvPr>
        </p:nvGraphicFramePr>
        <p:xfrm>
          <a:off x="1574916" y="4175849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95" name="Equation" r:id="rId21" imgW="1155600" imgH="342720" progId="Equation.DSMT4">
                  <p:embed/>
                </p:oleObj>
              </mc:Choice>
              <mc:Fallback>
                <p:oleObj name="Equation" r:id="rId21" imgW="11556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0360E44-5479-41F1-9BF0-B2595A4C40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4916" y="4175849"/>
                        <a:ext cx="1155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D0484252-3AED-450C-8345-1EFE64F8BC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7329"/>
              </p:ext>
            </p:extLst>
          </p:nvPr>
        </p:nvGraphicFramePr>
        <p:xfrm>
          <a:off x="3087903" y="4159551"/>
          <a:ext cx="685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96" name="Equation" r:id="rId22" imgW="685800" imgH="279360" progId="Equation.DSMT4">
                  <p:embed/>
                </p:oleObj>
              </mc:Choice>
              <mc:Fallback>
                <p:oleObj name="Equation" r:id="rId22" imgW="68580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556714A-E16D-47F5-85E3-039F63B577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7903" y="4159551"/>
                        <a:ext cx="685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941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20" grpId="0"/>
      <p:bldP spid="21" grpId="0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8">
            <a:extLst>
              <a:ext uri="{FF2B5EF4-FFF2-40B4-BE49-F238E27FC236}">
                <a16:creationId xmlns:a16="http://schemas.microsoft.com/office/drawing/2014/main" id="{5ED1F763-03AC-4A51-B79C-B422C683A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903" y="282883"/>
            <a:ext cx="871537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endParaRPr lang="en-US" altLang="zh-CN" sz="2300" b="1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66F92FD1-BD55-4680-8B1C-DDC4C9DD5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267494"/>
            <a:ext cx="74888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证明：</a:t>
            </a:r>
            <a:r>
              <a:rPr lang="en-US" altLang="zh-CN" sz="2400" b="1" dirty="0">
                <a:latin typeface="+mn-ea"/>
                <a:ea typeface="+mn-ea"/>
              </a:rPr>
              <a:t>(1)</a:t>
            </a:r>
            <a:r>
              <a:rPr lang="zh-CN" altLang="en-US" sz="2400" b="1" dirty="0">
                <a:latin typeface="+mn-ea"/>
                <a:ea typeface="+mn-ea"/>
              </a:rPr>
              <a:t>若    是连续奇函数，则        是偶函数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2E5A386-6296-4FA5-A6AF-E026140358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6754"/>
              </p:ext>
            </p:extLst>
          </p:nvPr>
        </p:nvGraphicFramePr>
        <p:xfrm>
          <a:off x="3275856" y="343313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25" name="Equation" r:id="rId3" imgW="558720" imgH="342720" progId="Equation.DSMT4">
                  <p:embed/>
                </p:oleObj>
              </mc:Choice>
              <mc:Fallback>
                <p:oleObj name="Equation" r:id="rId3" imgW="5587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5856" y="343313"/>
                        <a:ext cx="558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8F625D3A-CE79-4171-9439-7460A0AD10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590094"/>
              </p:ext>
            </p:extLst>
          </p:nvPr>
        </p:nvGraphicFramePr>
        <p:xfrm>
          <a:off x="6372301" y="216313"/>
          <a:ext cx="1117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26" name="Equation" r:id="rId5" imgW="1117440" imgH="596880" progId="Equation.DSMT4">
                  <p:embed/>
                </p:oleObj>
              </mc:Choice>
              <mc:Fallback>
                <p:oleObj name="Equation" r:id="rId5" imgW="11174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72301" y="216313"/>
                        <a:ext cx="1117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8">
            <a:extLst>
              <a:ext uri="{FF2B5EF4-FFF2-40B4-BE49-F238E27FC236}">
                <a16:creationId xmlns:a16="http://schemas.microsoft.com/office/drawing/2014/main" id="{77A07AA5-1A50-437B-A33D-46440AC35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834953"/>
            <a:ext cx="65527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+mn-ea"/>
                <a:ea typeface="+mn-ea"/>
              </a:rPr>
              <a:t>(2)</a:t>
            </a:r>
            <a:r>
              <a:rPr lang="zh-CN" altLang="en-US" sz="2400" b="1" dirty="0">
                <a:latin typeface="+mn-ea"/>
                <a:ea typeface="+mn-ea"/>
              </a:rPr>
              <a:t>若    是连续偶函数，则        是奇函数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8D7CC37B-90EF-46D5-A244-AD5050DC24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616037"/>
              </p:ext>
            </p:extLst>
          </p:nvPr>
        </p:nvGraphicFramePr>
        <p:xfrm>
          <a:off x="3275856" y="923507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27" name="Equation" r:id="rId7" imgW="558720" imgH="342720" progId="Equation.DSMT4">
                  <p:embed/>
                </p:oleObj>
              </mc:Choice>
              <mc:Fallback>
                <p:oleObj name="Equation" r:id="rId7" imgW="558720" imgH="3427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A2E5A386-6296-4FA5-A6AF-E026140358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5856" y="923507"/>
                        <a:ext cx="558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7783CE1E-C90E-4D43-97B5-16BA5DAB8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752283"/>
              </p:ext>
            </p:extLst>
          </p:nvPr>
        </p:nvGraphicFramePr>
        <p:xfrm>
          <a:off x="6444208" y="780340"/>
          <a:ext cx="1117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28" name="Equation" r:id="rId8" imgW="1117440" imgH="596880" progId="Equation.DSMT4">
                  <p:embed/>
                </p:oleObj>
              </mc:Choice>
              <mc:Fallback>
                <p:oleObj name="Equation" r:id="rId8" imgW="1117440" imgH="5968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8F625D3A-CE79-4171-9439-7460A0AD10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44208" y="780340"/>
                        <a:ext cx="1117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8">
            <a:extLst>
              <a:ext uri="{FF2B5EF4-FFF2-40B4-BE49-F238E27FC236}">
                <a16:creationId xmlns:a16="http://schemas.microsoft.com/office/drawing/2014/main" id="{C75095B9-5A08-41AA-9F78-6A1232B46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431" y="1651035"/>
            <a:ext cx="672218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lang="en-US" altLang="zh-CN" sz="23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62770F6-58EB-42F0-8E51-AD661A4824C3}"/>
              </a:ext>
            </a:extLst>
          </p:cNvPr>
          <p:cNvGrpSpPr/>
          <p:nvPr/>
        </p:nvGrpSpPr>
        <p:grpSpPr>
          <a:xfrm>
            <a:off x="1155950" y="1586784"/>
            <a:ext cx="2590897" cy="596900"/>
            <a:chOff x="1227958" y="1931435"/>
            <a:chExt cx="2590897" cy="596900"/>
          </a:xfrm>
        </p:grpSpPr>
        <p:sp>
          <p:nvSpPr>
            <p:cNvPr id="31" name="Text Box 8">
              <a:extLst>
                <a:ext uri="{FF2B5EF4-FFF2-40B4-BE49-F238E27FC236}">
                  <a16:creationId xmlns:a16="http://schemas.microsoft.com/office/drawing/2014/main" id="{72BB80A8-AC2F-4307-A9BA-67657C8F4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7958" y="1999053"/>
              <a:ext cx="49539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记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845164B4-1138-4E36-BEBD-DF6B4A0257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4407800"/>
                </p:ext>
              </p:extLst>
            </p:nvPr>
          </p:nvGraphicFramePr>
          <p:xfrm>
            <a:off x="1723355" y="1931435"/>
            <a:ext cx="20955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729" name="Equation" r:id="rId10" imgW="2095200" imgH="596880" progId="Equation.DSMT4">
                    <p:embed/>
                  </p:oleObj>
                </mc:Choice>
                <mc:Fallback>
                  <p:oleObj name="Equation" r:id="rId10" imgW="2095200" imgH="59688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8F625D3A-CE79-4171-9439-7460A0AD10E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723355" y="1931435"/>
                          <a:ext cx="20955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Text Box 8">
            <a:extLst>
              <a:ext uri="{FF2B5EF4-FFF2-40B4-BE49-F238E27FC236}">
                <a16:creationId xmlns:a16="http://schemas.microsoft.com/office/drawing/2014/main" id="{83124BE5-6687-4AF9-BBEA-FB9C7E75C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4595" y="1641748"/>
            <a:ext cx="4953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则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CF96E867-793B-4B06-AA58-029264EC63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627075"/>
              </p:ext>
            </p:extLst>
          </p:nvPr>
        </p:nvGraphicFramePr>
        <p:xfrm>
          <a:off x="1523256" y="2473850"/>
          <a:ext cx="2311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30" name="Equation" r:id="rId12" imgW="2311200" imgH="596880" progId="Equation.DSMT4">
                  <p:embed/>
                </p:oleObj>
              </mc:Choice>
              <mc:Fallback>
                <p:oleObj name="Equation" r:id="rId12" imgW="2311200" imgH="5968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845164B4-1138-4E36-BEBD-DF6B4A0257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23256" y="2473850"/>
                        <a:ext cx="2311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CD0BF960-915C-4211-8961-514E3A1BFF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986035"/>
              </p:ext>
            </p:extLst>
          </p:nvPr>
        </p:nvGraphicFramePr>
        <p:xfrm>
          <a:off x="4568676" y="2471033"/>
          <a:ext cx="1587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31" name="Equation" r:id="rId14" imgW="1587240" imgH="596880" progId="Equation.DSMT4">
                  <p:embed/>
                </p:oleObj>
              </mc:Choice>
              <mc:Fallback>
                <p:oleObj name="Equation" r:id="rId14" imgW="1587240" imgH="59688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CF96E867-793B-4B06-AA58-029264EC63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68676" y="2471033"/>
                        <a:ext cx="1587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1FE77956-9FF6-4FE3-A3C6-4899A83D9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545563"/>
              </p:ext>
            </p:extLst>
          </p:nvPr>
        </p:nvGraphicFramePr>
        <p:xfrm>
          <a:off x="3746847" y="2347247"/>
          <a:ext cx="990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32" name="Equation" r:id="rId16" imgW="990360" imgH="291960" progId="Equation.DSMT4">
                  <p:embed/>
                </p:oleObj>
              </mc:Choice>
              <mc:Fallback>
                <p:oleObj name="Equation" r:id="rId16" imgW="9903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746847" y="2347247"/>
                        <a:ext cx="9906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46D9004D-DCDA-4F2F-8175-E63012D4B2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094707"/>
              </p:ext>
            </p:extLst>
          </p:nvPr>
        </p:nvGraphicFramePr>
        <p:xfrm>
          <a:off x="4087924" y="2722639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33" name="Equation" r:id="rId18" imgW="203040" imgH="164880" progId="Equation.DSMT4">
                  <p:embed/>
                </p:oleObj>
              </mc:Choice>
              <mc:Fallback>
                <p:oleObj name="Equation" r:id="rId18" imgW="20304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087924" y="2722639"/>
                        <a:ext cx="2032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组合 48">
            <a:extLst>
              <a:ext uri="{FF2B5EF4-FFF2-40B4-BE49-F238E27FC236}">
                <a16:creationId xmlns:a16="http://schemas.microsoft.com/office/drawing/2014/main" id="{CAAA4FB9-1625-44CA-B50B-7C35AF88B3E0}"/>
              </a:ext>
            </a:extLst>
          </p:cNvPr>
          <p:cNvGrpSpPr/>
          <p:nvPr/>
        </p:nvGrpSpPr>
        <p:grpSpPr>
          <a:xfrm>
            <a:off x="760932" y="3275659"/>
            <a:ext cx="7987532" cy="461665"/>
            <a:chOff x="832940" y="3620310"/>
            <a:chExt cx="7987532" cy="461665"/>
          </a:xfrm>
        </p:grpSpPr>
        <p:sp>
          <p:nvSpPr>
            <p:cNvPr id="38" name="Text Box 8">
              <a:extLst>
                <a:ext uri="{FF2B5EF4-FFF2-40B4-BE49-F238E27FC236}">
                  <a16:creationId xmlns:a16="http://schemas.microsoft.com/office/drawing/2014/main" id="{96545DB1-A02D-4FE1-A92D-BA54AB4AB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940" y="3620310"/>
              <a:ext cx="798753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当    为奇函数时，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02AF2BA7-47D5-4228-9B9B-52EE69B0CC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4684117"/>
                </p:ext>
              </p:extLst>
            </p:nvPr>
          </p:nvGraphicFramePr>
          <p:xfrm>
            <a:off x="1222679" y="3739075"/>
            <a:ext cx="558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734" name="Equation" r:id="rId20" imgW="558720" imgH="342720" progId="Equation.DSMT4">
                    <p:embed/>
                  </p:oleObj>
                </mc:Choice>
                <mc:Fallback>
                  <p:oleObj name="Equation" r:id="rId20" imgW="558720" imgH="3427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A2E5A386-6296-4FA5-A6AF-E0261403585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22679" y="3739075"/>
                          <a:ext cx="558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4CDFFA6E-FE82-4C10-859A-3DEF38879A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425858"/>
              </p:ext>
            </p:extLst>
          </p:nvPr>
        </p:nvGraphicFramePr>
        <p:xfrm>
          <a:off x="3555256" y="3216862"/>
          <a:ext cx="2667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35" name="Equation" r:id="rId21" imgW="2666880" imgH="596880" progId="Equation.DSMT4">
                  <p:embed/>
                </p:oleObj>
              </mc:Choice>
              <mc:Fallback>
                <p:oleObj name="Equation" r:id="rId21" imgW="2666880" imgH="59688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CF96E867-793B-4B06-AA58-029264EC63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55256" y="3216862"/>
                        <a:ext cx="2667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7EC6FE0D-5CE7-4F77-97EC-F06DDF1B47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45462"/>
              </p:ext>
            </p:extLst>
          </p:nvPr>
        </p:nvGraphicFramePr>
        <p:xfrm>
          <a:off x="6291808" y="3225601"/>
          <a:ext cx="1422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36" name="Equation" r:id="rId23" imgW="1422360" imgH="596880" progId="Equation.DSMT4">
                  <p:embed/>
                </p:oleObj>
              </mc:Choice>
              <mc:Fallback>
                <p:oleObj name="Equation" r:id="rId23" imgW="14223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91808" y="3225601"/>
                        <a:ext cx="1422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3C4CAB23-50DF-4416-99F4-39D6D36B54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128301"/>
              </p:ext>
            </p:extLst>
          </p:nvPr>
        </p:nvGraphicFramePr>
        <p:xfrm>
          <a:off x="7761436" y="3398790"/>
          <a:ext cx="939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37" name="Equation" r:id="rId25" imgW="939600" imgH="342720" progId="Equation.DSMT4">
                  <p:embed/>
                </p:oleObj>
              </mc:Choice>
              <mc:Fallback>
                <p:oleObj name="Equation" r:id="rId25" imgW="939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761436" y="3398790"/>
                        <a:ext cx="939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8E2EA81C-0826-4094-B4F8-7A84B5C8CC27}"/>
              </a:ext>
            </a:extLst>
          </p:cNvPr>
          <p:cNvGrpSpPr/>
          <p:nvPr/>
        </p:nvGrpSpPr>
        <p:grpSpPr>
          <a:xfrm>
            <a:off x="731431" y="3932527"/>
            <a:ext cx="7987532" cy="461665"/>
            <a:chOff x="803439" y="4277178"/>
            <a:chExt cx="7987532" cy="461665"/>
          </a:xfrm>
        </p:grpSpPr>
        <p:sp>
          <p:nvSpPr>
            <p:cNvPr id="43" name="Text Box 8">
              <a:extLst>
                <a:ext uri="{FF2B5EF4-FFF2-40B4-BE49-F238E27FC236}">
                  <a16:creationId xmlns:a16="http://schemas.microsoft.com/office/drawing/2014/main" id="{AF71A581-3E0F-49BB-B403-B9C6EBA5E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439" y="4277178"/>
              <a:ext cx="798753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当    为偶函数时，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6D3C860C-63EA-4677-98EA-BDF42B318D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373118"/>
                </p:ext>
              </p:extLst>
            </p:nvPr>
          </p:nvGraphicFramePr>
          <p:xfrm>
            <a:off x="1193178" y="4395943"/>
            <a:ext cx="558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738" name="Equation" r:id="rId27" imgW="558720" imgH="342720" progId="Equation.DSMT4">
                    <p:embed/>
                  </p:oleObj>
                </mc:Choice>
                <mc:Fallback>
                  <p:oleObj name="Equation" r:id="rId27" imgW="558720" imgH="34272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02AF2BA7-47D5-4228-9B9B-52EE69B0CCD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93178" y="4395943"/>
                          <a:ext cx="558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EB71BC4E-550E-44F4-A4E6-105CD8BEB7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422286"/>
              </p:ext>
            </p:extLst>
          </p:nvPr>
        </p:nvGraphicFramePr>
        <p:xfrm>
          <a:off x="3525755" y="3873730"/>
          <a:ext cx="2667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39" name="Equation" r:id="rId28" imgW="2666880" imgH="596880" progId="Equation.DSMT4">
                  <p:embed/>
                </p:oleObj>
              </mc:Choice>
              <mc:Fallback>
                <p:oleObj name="Equation" r:id="rId28" imgW="2666880" imgH="59688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4CDFFA6E-FE82-4C10-859A-3DEF38879A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25755" y="3873730"/>
                        <a:ext cx="2667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22BCA7BA-DD6C-436A-B375-E9FB8EA0C0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302810"/>
              </p:ext>
            </p:extLst>
          </p:nvPr>
        </p:nvGraphicFramePr>
        <p:xfrm>
          <a:off x="6156176" y="3898820"/>
          <a:ext cx="1689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40" name="Equation" r:id="rId29" imgW="1688760" imgH="596880" progId="Equation.DSMT4">
                  <p:embed/>
                </p:oleObj>
              </mc:Choice>
              <mc:Fallback>
                <p:oleObj name="Equation" r:id="rId29" imgW="1688760" imgH="59688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7EC6FE0D-5CE7-4F77-97EC-F06DDF1B47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156176" y="3898820"/>
                        <a:ext cx="1689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D10EB950-EBD3-47EC-A859-1A7CEEE11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160110"/>
              </p:ext>
            </p:extLst>
          </p:nvPr>
        </p:nvGraphicFramePr>
        <p:xfrm>
          <a:off x="7859588" y="4051292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41" name="Equation" r:id="rId31" imgW="1104840" imgH="342720" progId="Equation.DSMT4">
                  <p:embed/>
                </p:oleObj>
              </mc:Choice>
              <mc:Fallback>
                <p:oleObj name="Equation" r:id="rId31" imgW="1104840" imgH="34272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3C4CAB23-50DF-4416-99F4-39D6D36B54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859588" y="4051292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493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29B4D4-332D-4E63-A27B-3166599FB006}"/>
              </a:ext>
            </a:extLst>
          </p:cNvPr>
          <p:cNvSpPr txBox="1"/>
          <p:nvPr/>
        </p:nvSpPr>
        <p:spPr>
          <a:xfrm>
            <a:off x="373285" y="204948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结论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7C0729-14D2-42D7-A3E2-D3A192B9293C}"/>
              </a:ext>
            </a:extLst>
          </p:cNvPr>
          <p:cNvSpPr txBox="1"/>
          <p:nvPr/>
        </p:nvSpPr>
        <p:spPr>
          <a:xfrm>
            <a:off x="1217092" y="200478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可导的奇函数的导数是偶函数，可导的偶函数的导数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801BE9-E149-430A-8849-1AC555F710A2}"/>
              </a:ext>
            </a:extLst>
          </p:cNvPr>
          <p:cNvSpPr txBox="1"/>
          <p:nvPr/>
        </p:nvSpPr>
        <p:spPr>
          <a:xfrm>
            <a:off x="1258888" y="904764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是奇函数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4D05E4-A591-42F1-AE6C-53DF3FE12785}"/>
              </a:ext>
            </a:extLst>
          </p:cNvPr>
          <p:cNvSpPr txBox="1"/>
          <p:nvPr/>
        </p:nvSpPr>
        <p:spPr>
          <a:xfrm>
            <a:off x="308167" y="1673805"/>
            <a:ext cx="5905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结论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2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连续奇函数的原函数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一定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为偶函数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515427-CC96-4240-B3F5-FA238079EF32}"/>
              </a:ext>
            </a:extLst>
          </p:cNvPr>
          <p:cNvSpPr/>
          <p:nvPr/>
        </p:nvSpPr>
        <p:spPr>
          <a:xfrm>
            <a:off x="308167" y="2511912"/>
            <a:ext cx="8611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连续奇函数的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积分上限函数    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一定是偶函数，而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30FCEC-1482-4C44-BB30-3F505C73EDD3}"/>
              </a:ext>
            </a:extLst>
          </p:cNvPr>
          <p:cNvSpPr/>
          <p:nvPr/>
        </p:nvSpPr>
        <p:spPr>
          <a:xfrm>
            <a:off x="209205" y="3745508"/>
            <a:ext cx="30935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一个常数仍为偶函数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sz="2400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E21E1E5-9765-4C21-826D-119A53F556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650059"/>
              </p:ext>
            </p:extLst>
          </p:nvPr>
        </p:nvGraphicFramePr>
        <p:xfrm>
          <a:off x="3334410" y="3657494"/>
          <a:ext cx="1600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79" name="Equation" r:id="rId3" imgW="1600200" imgH="596880" progId="Equation.DSMT4">
                  <p:embed/>
                </p:oleObj>
              </mc:Choice>
              <mc:Fallback>
                <p:oleObj name="Equation" r:id="rId3" imgW="16002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4410" y="3657494"/>
                        <a:ext cx="1600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5DDF955F-C3BF-49BD-BA0B-208B32938C00}"/>
              </a:ext>
            </a:extLst>
          </p:cNvPr>
          <p:cNvSpPr/>
          <p:nvPr/>
        </p:nvSpPr>
        <p:spPr>
          <a:xfrm>
            <a:off x="125104" y="3128710"/>
            <a:ext cx="87222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连续函数所有的原函数之间相差一个常数，且偶函数加上任意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900AFD6-CAB3-4C37-A2BA-A30E85A0B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730937"/>
              </p:ext>
            </p:extLst>
          </p:nvPr>
        </p:nvGraphicFramePr>
        <p:xfrm>
          <a:off x="4808369" y="2444294"/>
          <a:ext cx="1117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80" name="Equation" r:id="rId5" imgW="1117440" imgH="596880" progId="Equation.DSMT4">
                  <p:embed/>
                </p:oleObj>
              </mc:Choice>
              <mc:Fallback>
                <p:oleObj name="Equation" r:id="rId5" imgW="11174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08369" y="2444294"/>
                        <a:ext cx="1117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61248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24B0679-8BED-438C-8B19-38DE16102538}"/>
              </a:ext>
            </a:extLst>
          </p:cNvPr>
          <p:cNvSpPr txBox="1"/>
          <p:nvPr/>
        </p:nvSpPr>
        <p:spPr>
          <a:xfrm>
            <a:off x="671787" y="411510"/>
            <a:ext cx="610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结论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连续偶函数的原函数不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一定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为奇函数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F69D14-3C33-4A04-A7BF-686D5DC06BD4}"/>
              </a:ext>
            </a:extLst>
          </p:cNvPr>
          <p:cNvSpPr/>
          <p:nvPr/>
        </p:nvSpPr>
        <p:spPr>
          <a:xfrm>
            <a:off x="686114" y="1271528"/>
            <a:ext cx="8241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连续偶函数的积分上限函数        一定是奇函数，但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015115-5003-4648-8BA3-95E7BA7C1262}"/>
              </a:ext>
            </a:extLst>
          </p:cNvPr>
          <p:cNvSpPr/>
          <p:nvPr/>
        </p:nvSpPr>
        <p:spPr>
          <a:xfrm>
            <a:off x="187789" y="2696684"/>
            <a:ext cx="30160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为奇函数的原函数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sz="2400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86F2993-1156-476F-8C1F-3E41B5BCBF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913647"/>
              </p:ext>
            </p:extLst>
          </p:nvPr>
        </p:nvGraphicFramePr>
        <p:xfrm>
          <a:off x="4902676" y="1203910"/>
          <a:ext cx="1117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695" name="Equation" r:id="rId3" imgW="1117440" imgH="596880" progId="Equation.DSMT4">
                  <p:embed/>
                </p:oleObj>
              </mc:Choice>
              <mc:Fallback>
                <p:oleObj name="Equation" r:id="rId3" imgW="1117440" imgH="596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C87310E-8FAD-4FE8-9D8C-8D99D9FE8A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02676" y="1203910"/>
                        <a:ext cx="1117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1214FF3-4D44-4642-9C3C-2D803E7E9394}"/>
              </a:ext>
            </a:extLst>
          </p:cNvPr>
          <p:cNvSpPr/>
          <p:nvPr/>
        </p:nvSpPr>
        <p:spPr>
          <a:xfrm>
            <a:off x="4968044" y="1968330"/>
            <a:ext cx="3888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即连续偶函数存在唯一的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3B7992-68DA-4D05-9565-C8BC5939A732}"/>
              </a:ext>
            </a:extLst>
          </p:cNvPr>
          <p:cNvSpPr/>
          <p:nvPr/>
        </p:nvSpPr>
        <p:spPr>
          <a:xfrm>
            <a:off x="177740" y="1977072"/>
            <a:ext cx="51143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奇函数加上非零常数不再为奇函数</a:t>
            </a:r>
            <a:r>
              <a:rPr lang="en-US" altLang="zh-CN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60915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C4639D57-046A-45D3-B4E4-C426A4F2AC17}"/>
              </a:ext>
            </a:extLst>
          </p:cNvPr>
          <p:cNvGrpSpPr/>
          <p:nvPr/>
        </p:nvGrpSpPr>
        <p:grpSpPr>
          <a:xfrm>
            <a:off x="683568" y="222463"/>
            <a:ext cx="3726791" cy="566738"/>
            <a:chOff x="921384" y="735978"/>
            <a:chExt cx="3726791" cy="566738"/>
          </a:xfrm>
        </p:grpSpPr>
        <p:graphicFrame>
          <p:nvGraphicFramePr>
            <p:cNvPr id="9" name="Object 20">
              <a:extLst>
                <a:ext uri="{FF2B5EF4-FFF2-40B4-BE49-F238E27FC236}">
                  <a16:creationId xmlns:a16="http://schemas.microsoft.com/office/drawing/2014/main" id="{9F59088D-231C-46D4-A48F-2590C14D51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32791"/>
                </p:ext>
              </p:extLst>
            </p:nvPr>
          </p:nvGraphicFramePr>
          <p:xfrm>
            <a:off x="2728888" y="735978"/>
            <a:ext cx="1919287" cy="566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289" name="Equation" r:id="rId3" imgW="2019240" imgH="596880" progId="Equation.DSMT4">
                    <p:embed/>
                  </p:oleObj>
                </mc:Choice>
                <mc:Fallback>
                  <p:oleObj name="Equation" r:id="rId3" imgW="2019240" imgH="596880" progId="Equation.DSMT4">
                    <p:embed/>
                    <p:pic>
                      <p:nvPicPr>
                        <p:cNvPr id="13" name="Object 20">
                          <a:extLst>
                            <a:ext uri="{FF2B5EF4-FFF2-40B4-BE49-F238E27FC236}">
                              <a16:creationId xmlns:a16="http://schemas.microsoft.com/office/drawing/2014/main" id="{DEF7FE24-2FA3-439E-8BAD-5118D0B19C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888" y="735978"/>
                          <a:ext cx="1919287" cy="566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25">
              <a:extLst>
                <a:ext uri="{FF2B5EF4-FFF2-40B4-BE49-F238E27FC236}">
                  <a16:creationId xmlns:a16="http://schemas.microsoft.com/office/drawing/2014/main" id="{BF8D8500-CF39-4D7A-98E7-B615D30EE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1384" y="788515"/>
              <a:ext cx="12961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17</a:t>
              </a:r>
              <a:endPara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B4D9310E-C311-433E-B0ED-15C97B5B7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488" y="762172"/>
              <a:ext cx="871400" cy="51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计算</a:t>
              </a:r>
            </a:p>
          </p:txBody>
        </p:sp>
      </p:grpSp>
      <p:sp>
        <p:nvSpPr>
          <p:cNvPr id="12" name="Text Box 8">
            <a:extLst>
              <a:ext uri="{FF2B5EF4-FFF2-40B4-BE49-F238E27FC236}">
                <a16:creationId xmlns:a16="http://schemas.microsoft.com/office/drawing/2014/main" id="{DF158F7D-4783-41D0-BDA0-B7D6AE231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02" y="1091669"/>
            <a:ext cx="504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3ABDF6-4243-4944-AC01-1E7E084A30AF}"/>
              </a:ext>
            </a:extLst>
          </p:cNvPr>
          <p:cNvSpPr/>
          <p:nvPr/>
        </p:nvSpPr>
        <p:spPr>
          <a:xfrm>
            <a:off x="1331640" y="1108890"/>
            <a:ext cx="9781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原式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20">
            <a:extLst>
              <a:ext uri="{FF2B5EF4-FFF2-40B4-BE49-F238E27FC236}">
                <a16:creationId xmlns:a16="http://schemas.microsoft.com/office/drawing/2014/main" id="{6CC931A5-974B-467D-93F9-C231BD3B81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200486"/>
              </p:ext>
            </p:extLst>
          </p:nvPr>
        </p:nvGraphicFramePr>
        <p:xfrm>
          <a:off x="2335123" y="1039132"/>
          <a:ext cx="22574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90" name="Equation" r:id="rId5" imgW="2374560" imgH="596880" progId="Equation.DSMT4">
                  <p:embed/>
                </p:oleObj>
              </mc:Choice>
              <mc:Fallback>
                <p:oleObj name="Equation" r:id="rId5" imgW="2374560" imgH="596880" progId="Equation.DSMT4">
                  <p:embed/>
                  <p:pic>
                    <p:nvPicPr>
                      <p:cNvPr id="9" name="Object 20">
                        <a:extLst>
                          <a:ext uri="{FF2B5EF4-FFF2-40B4-BE49-F238E27FC236}">
                            <a16:creationId xmlns:a16="http://schemas.microsoft.com/office/drawing/2014/main" id="{9F59088D-231C-46D4-A48F-2590C14D51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123" y="1039132"/>
                        <a:ext cx="225742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8">
            <a:extLst>
              <a:ext uri="{FF2B5EF4-FFF2-40B4-BE49-F238E27FC236}">
                <a16:creationId xmlns:a16="http://schemas.microsoft.com/office/drawing/2014/main" id="{19BD45EE-FBD3-4878-944A-33FFA7CF3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02" y="1677505"/>
            <a:ext cx="504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令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C0863EC-B6FA-402E-8942-F9DD0416B1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67380"/>
              </p:ext>
            </p:extLst>
          </p:nvPr>
        </p:nvGraphicFramePr>
        <p:xfrm>
          <a:off x="1268512" y="1807558"/>
          <a:ext cx="1422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91" name="Equation" r:id="rId7" imgW="1422360" imgH="330120" progId="Equation.DSMT4">
                  <p:embed/>
                </p:oleObj>
              </mc:Choice>
              <mc:Fallback>
                <p:oleObj name="Equation" r:id="rId7" imgW="14223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68512" y="1807558"/>
                        <a:ext cx="1422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75883C1-C78E-40B9-AE1F-5A8F192348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046925"/>
              </p:ext>
            </p:extLst>
          </p:nvPr>
        </p:nvGraphicFramePr>
        <p:xfrm>
          <a:off x="2937159" y="1807558"/>
          <a:ext cx="147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92" name="Equation" r:id="rId9" imgW="1473120" imgH="330120" progId="Equation.DSMT4">
                  <p:embed/>
                </p:oleObj>
              </mc:Choice>
              <mc:Fallback>
                <p:oleObj name="Equation" r:id="rId9" imgW="1473120" imgH="3301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1C0863EC-B6FA-402E-8942-F9DD0416B1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37159" y="1807558"/>
                        <a:ext cx="1473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A98B0933-9D71-4199-B395-E44F0390EC02}"/>
              </a:ext>
            </a:extLst>
          </p:cNvPr>
          <p:cNvGrpSpPr/>
          <p:nvPr/>
        </p:nvGrpSpPr>
        <p:grpSpPr>
          <a:xfrm>
            <a:off x="5220072" y="1686391"/>
            <a:ext cx="1380918" cy="622422"/>
            <a:chOff x="6732240" y="2085254"/>
            <a:chExt cx="1380918" cy="622422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AA39F00-BBFC-452C-9566-FA8FDC7BF22A}"/>
                </a:ext>
              </a:extLst>
            </p:cNvPr>
            <p:cNvGrpSpPr/>
            <p:nvPr/>
          </p:nvGrpSpPr>
          <p:grpSpPr>
            <a:xfrm>
              <a:off x="6732240" y="2085254"/>
              <a:ext cx="1380918" cy="622422"/>
              <a:chOff x="5616642" y="1930294"/>
              <a:chExt cx="1380918" cy="622422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4E3979E-CE2B-4094-ABE1-568F71D848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6642" y="2544136"/>
                <a:ext cx="1380918" cy="221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C6E37325-2F58-4FA9-898B-8A1A69B557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40871" y="193029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AC584ECF-62BC-4E8F-B5C8-E5BFF03F0BEA}"/>
                  </a:ext>
                </a:extLst>
              </p:cNvPr>
              <p:cNvCxnSpPr/>
              <p:nvPr/>
            </p:nvCxnSpPr>
            <p:spPr>
              <a:xfrm>
                <a:off x="6588224" y="1943676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4" name="对象 23">
                <a:extLst>
                  <a:ext uri="{FF2B5EF4-FFF2-40B4-BE49-F238E27FC236}">
                    <a16:creationId xmlns:a16="http://schemas.microsoft.com/office/drawing/2014/main" id="{C20D08DF-BF1D-4562-9BA7-EC8FF06EC150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767325" y="1977554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9293" name="Equation" r:id="rId11" imgW="177480" imgH="190440" progId="Equation.DSMT4">
                      <p:embed/>
                    </p:oleObj>
                  </mc:Choice>
                  <mc:Fallback>
                    <p:oleObj name="Equation" r:id="rId11" imgW="177480" imgH="190440" progId="Equation.DSMT4">
                      <p:embed/>
                      <p:pic>
                        <p:nvPicPr>
                          <p:cNvPr id="18" name="对象 17">
                            <a:extLst>
                              <a:ext uri="{FF2B5EF4-FFF2-40B4-BE49-F238E27FC236}">
                                <a16:creationId xmlns:a16="http://schemas.microsoft.com/office/drawing/2014/main" id="{31E817A4-F6E8-45E1-9C50-897204F2612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767325" y="1977554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489EFB0C-194C-4541-BF7E-B7BB9ACE33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9272678"/>
                  </p:ext>
                </p:extLst>
              </p:nvPr>
            </p:nvGraphicFramePr>
            <p:xfrm>
              <a:off x="5820190" y="2262803"/>
              <a:ext cx="114300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9294" name="Equation" r:id="rId13" imgW="114120" imgH="215640" progId="Equation.DSMT4">
                      <p:embed/>
                    </p:oleObj>
                  </mc:Choice>
                  <mc:Fallback>
                    <p:oleObj name="Equation" r:id="rId13" imgW="114120" imgH="215640" progId="Equation.DSMT4">
                      <p:embed/>
                      <p:pic>
                        <p:nvPicPr>
                          <p:cNvPr id="19" name="对象 18">
                            <a:extLst>
                              <a:ext uri="{FF2B5EF4-FFF2-40B4-BE49-F238E27FC236}">
                                <a16:creationId xmlns:a16="http://schemas.microsoft.com/office/drawing/2014/main" id="{C97BDF90-90CA-47EC-8523-ADBA6936E3A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5820190" y="2262803"/>
                            <a:ext cx="114300" cy="215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BF5B625C-3C03-4FBF-B24F-6F66F8E663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8356480"/>
                  </p:ext>
                </p:extLst>
              </p:nvPr>
            </p:nvGraphicFramePr>
            <p:xfrm>
              <a:off x="6236983" y="1946363"/>
              <a:ext cx="1651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9295" name="Equation" r:id="rId15" imgW="164880" imgH="241200" progId="Equation.DSMT4">
                      <p:embed/>
                    </p:oleObj>
                  </mc:Choice>
                  <mc:Fallback>
                    <p:oleObj name="Equation" r:id="rId15" imgW="164880" imgH="241200" progId="Equation.DSMT4">
                      <p:embed/>
                      <p:pic>
                        <p:nvPicPr>
                          <p:cNvPr id="20" name="对象 19">
                            <a:extLst>
                              <a:ext uri="{FF2B5EF4-FFF2-40B4-BE49-F238E27FC236}">
                                <a16:creationId xmlns:a16="http://schemas.microsoft.com/office/drawing/2014/main" id="{344B82CE-2F99-4749-A9E8-272986A12F7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236983" y="1946363"/>
                            <a:ext cx="1651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>
                <a:extLst>
                  <a:ext uri="{FF2B5EF4-FFF2-40B4-BE49-F238E27FC236}">
                    <a16:creationId xmlns:a16="http://schemas.microsoft.com/office/drawing/2014/main" id="{A8AB6F32-76DF-4FE1-B75E-4EF450738C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22351093"/>
                  </p:ext>
                </p:extLst>
              </p:nvPr>
            </p:nvGraphicFramePr>
            <p:xfrm>
              <a:off x="6119508" y="2209888"/>
              <a:ext cx="3429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9296" name="Equation" r:id="rId17" imgW="342720" imgH="330120" progId="Equation.DSMT4">
                      <p:embed/>
                    </p:oleObj>
                  </mc:Choice>
                  <mc:Fallback>
                    <p:oleObj name="Equation" r:id="rId17" imgW="342720" imgH="330120" progId="Equation.DSMT4">
                      <p:embed/>
                      <p:pic>
                        <p:nvPicPr>
                          <p:cNvPr id="21" name="对象 20">
                            <a:extLst>
                              <a:ext uri="{FF2B5EF4-FFF2-40B4-BE49-F238E27FC236}">
                                <a16:creationId xmlns:a16="http://schemas.microsoft.com/office/drawing/2014/main" id="{789C0401-2979-4761-A059-C61221479C7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119508" y="2209888"/>
                            <a:ext cx="3429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对象 27">
                <a:extLst>
                  <a:ext uri="{FF2B5EF4-FFF2-40B4-BE49-F238E27FC236}">
                    <a16:creationId xmlns:a16="http://schemas.microsoft.com/office/drawing/2014/main" id="{50C1900D-6DA8-4F8D-8DBA-9B390F486CC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19465118"/>
                  </p:ext>
                </p:extLst>
              </p:nvPr>
            </p:nvGraphicFramePr>
            <p:xfrm>
              <a:off x="6694183" y="2200363"/>
              <a:ext cx="1651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9297" name="Equation" r:id="rId19" imgW="164880" imgH="330120" progId="Equation.DSMT4">
                      <p:embed/>
                    </p:oleObj>
                  </mc:Choice>
                  <mc:Fallback>
                    <p:oleObj name="Equation" r:id="rId19" imgW="164880" imgH="330120" progId="Equation.DSMT4">
                      <p:embed/>
                      <p:pic>
                        <p:nvPicPr>
                          <p:cNvPr id="22" name="对象 21">
                            <a:extLst>
                              <a:ext uri="{FF2B5EF4-FFF2-40B4-BE49-F238E27FC236}">
                                <a16:creationId xmlns:a16="http://schemas.microsoft.com/office/drawing/2014/main" id="{5026EF56-17B4-4406-9317-0C4702ABC5A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6694183" y="2200363"/>
                            <a:ext cx="1651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832A480-A31E-48E7-8E6A-F165579971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1919" y="2226197"/>
                <a:ext cx="1364673" cy="84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F052DE0A-95A3-4B60-B6A5-F69741CCFD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3128" y="1941398"/>
                <a:ext cx="1364673" cy="84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8AED079A-EED3-422D-A5CD-3492EFD2474D}"/>
                  </a:ext>
                </a:extLst>
              </p:cNvPr>
              <p:cNvCxnSpPr/>
              <p:nvPr/>
            </p:nvCxnSpPr>
            <p:spPr>
              <a:xfrm>
                <a:off x="6986592" y="195004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2307CECA-C950-41C9-8A44-35C7CB1491E4}"/>
                  </a:ext>
                </a:extLst>
              </p:cNvPr>
              <p:cNvCxnSpPr/>
              <p:nvPr/>
            </p:nvCxnSpPr>
            <p:spPr>
              <a:xfrm>
                <a:off x="5619280" y="193029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00F4A954-2B7D-4F17-95A7-BBAB99D367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3922030"/>
                </p:ext>
              </p:extLst>
            </p:nvPr>
          </p:nvGraphicFramePr>
          <p:xfrm>
            <a:off x="7778031" y="2110848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298" name="Equation" r:id="rId21" imgW="164880" imgH="228600" progId="Equation.DSMT4">
                    <p:embed/>
                  </p:oleObj>
                </mc:Choice>
                <mc:Fallback>
                  <p:oleObj name="Equation" r:id="rId21" imgW="164880" imgH="22860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A62A6E4A-50C7-4E05-BCFC-59850619192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778031" y="2110848"/>
                          <a:ext cx="1651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6558ABBE-0F3D-4180-9EF8-47F98CC401A0}"/>
              </a:ext>
            </a:extLst>
          </p:cNvPr>
          <p:cNvSpPr/>
          <p:nvPr/>
        </p:nvSpPr>
        <p:spPr>
          <a:xfrm>
            <a:off x="1136057" y="251649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原式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Object 20">
            <a:extLst>
              <a:ext uri="{FF2B5EF4-FFF2-40B4-BE49-F238E27FC236}">
                <a16:creationId xmlns:a16="http://schemas.microsoft.com/office/drawing/2014/main" id="{572162FB-8D2A-4864-92C9-8EE1148217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541065"/>
              </p:ext>
            </p:extLst>
          </p:nvPr>
        </p:nvGraphicFramePr>
        <p:xfrm>
          <a:off x="1907704" y="2363576"/>
          <a:ext cx="2608263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99" name="Equation" r:id="rId23" imgW="2743200" imgH="863280" progId="Equation.DSMT4">
                  <p:embed/>
                </p:oleObj>
              </mc:Choice>
              <mc:Fallback>
                <p:oleObj name="Equation" r:id="rId23" imgW="2743200" imgH="863280" progId="Equation.DSMT4">
                  <p:embed/>
                  <p:pic>
                    <p:nvPicPr>
                      <p:cNvPr id="14" name="Object 20">
                        <a:extLst>
                          <a:ext uri="{FF2B5EF4-FFF2-40B4-BE49-F238E27FC236}">
                            <a16:creationId xmlns:a16="http://schemas.microsoft.com/office/drawing/2014/main" id="{6CC931A5-974B-467D-93F9-C231BD3B81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363576"/>
                        <a:ext cx="2608263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0">
            <a:extLst>
              <a:ext uri="{FF2B5EF4-FFF2-40B4-BE49-F238E27FC236}">
                <a16:creationId xmlns:a16="http://schemas.microsoft.com/office/drawing/2014/main" id="{0FC71E52-E808-40E0-8363-0DD2109E51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961671"/>
              </p:ext>
            </p:extLst>
          </p:nvPr>
        </p:nvGraphicFramePr>
        <p:xfrm>
          <a:off x="1884363" y="3296310"/>
          <a:ext cx="1557337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00" name="Equation" r:id="rId25" imgW="1638000" imgH="863280" progId="Equation.DSMT4">
                  <p:embed/>
                </p:oleObj>
              </mc:Choice>
              <mc:Fallback>
                <p:oleObj name="Equation" r:id="rId25" imgW="1638000" imgH="863280" progId="Equation.DSMT4">
                  <p:embed/>
                  <p:pic>
                    <p:nvPicPr>
                      <p:cNvPr id="34" name="Object 20">
                        <a:extLst>
                          <a:ext uri="{FF2B5EF4-FFF2-40B4-BE49-F238E27FC236}">
                            <a16:creationId xmlns:a16="http://schemas.microsoft.com/office/drawing/2014/main" id="{572162FB-8D2A-4864-92C9-8EE1148217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363" y="3296310"/>
                        <a:ext cx="1557337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0">
            <a:extLst>
              <a:ext uri="{FF2B5EF4-FFF2-40B4-BE49-F238E27FC236}">
                <a16:creationId xmlns:a16="http://schemas.microsoft.com/office/drawing/2014/main" id="{6AC09032-9BAF-41B1-A8C0-0E68575A82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926130"/>
              </p:ext>
            </p:extLst>
          </p:nvPr>
        </p:nvGraphicFramePr>
        <p:xfrm>
          <a:off x="3460750" y="3296310"/>
          <a:ext cx="185737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01" name="Equation" r:id="rId27" imgW="1955520" imgH="863280" progId="Equation.DSMT4">
                  <p:embed/>
                </p:oleObj>
              </mc:Choice>
              <mc:Fallback>
                <p:oleObj name="Equation" r:id="rId27" imgW="1955520" imgH="863280" progId="Equation.DSMT4">
                  <p:embed/>
                  <p:pic>
                    <p:nvPicPr>
                      <p:cNvPr id="35" name="Object 20">
                        <a:extLst>
                          <a:ext uri="{FF2B5EF4-FFF2-40B4-BE49-F238E27FC236}">
                            <a16:creationId xmlns:a16="http://schemas.microsoft.com/office/drawing/2014/main" id="{0FC71E52-E808-40E0-8363-0DD2109E51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3296310"/>
                        <a:ext cx="185737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7B5A7AA7-08CC-4710-A4F5-F1930DA70B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318274"/>
              </p:ext>
            </p:extLst>
          </p:nvPr>
        </p:nvGraphicFramePr>
        <p:xfrm>
          <a:off x="5375275" y="3142322"/>
          <a:ext cx="25527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02" name="Equation" r:id="rId29" imgW="2552400" imgH="1130040" progId="Equation.DSMT4">
                  <p:embed/>
                </p:oleObj>
              </mc:Choice>
              <mc:Fallback>
                <p:oleObj name="Equation" r:id="rId29" imgW="255240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375275" y="3142322"/>
                        <a:ext cx="2552700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679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3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25C1BA6D-62CC-45EE-B9F3-3BB4B3616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83518"/>
            <a:ext cx="5616624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sz="23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3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区间再现公式</a:t>
            </a:r>
            <a:r>
              <a:rPr lang="en-US" altLang="zh-CN" sz="23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300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300" b="1" dirty="0">
                <a:latin typeface="+mn-ea"/>
                <a:ea typeface="+mn-ea"/>
                <a:cs typeface="Times New Roman" panose="02020603050405020304" pitchFamily="18" charset="0"/>
              </a:rPr>
              <a:t>设             则</a:t>
            </a:r>
            <a:endParaRPr lang="en-US" altLang="zh-CN" sz="23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FEDEAC1-09D1-4663-8F9E-4B46C26CE4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398054"/>
              </p:ext>
            </p:extLst>
          </p:nvPr>
        </p:nvGraphicFramePr>
        <p:xfrm>
          <a:off x="3923928" y="535206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49" name="Equation" r:id="rId3" imgW="1815840" imgH="342720" progId="Equation.DSMT4">
                  <p:embed/>
                </p:oleObj>
              </mc:Choice>
              <mc:Fallback>
                <p:oleObj name="Equation" r:id="rId3" imgW="1815840" imgH="3427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0BE68AC-2DE0-4692-98B6-7B528329F4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3928" y="535206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5A7608F-2664-4004-B9F7-ED30C403E3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250369"/>
              </p:ext>
            </p:extLst>
          </p:nvPr>
        </p:nvGraphicFramePr>
        <p:xfrm>
          <a:off x="2226169" y="994747"/>
          <a:ext cx="3530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50" name="Equation" r:id="rId5" imgW="3530520" imgH="596880" progId="Equation.DSMT4">
                  <p:embed/>
                </p:oleObj>
              </mc:Choice>
              <mc:Fallback>
                <p:oleObj name="Equation" r:id="rId5" imgW="353052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26169" y="994747"/>
                        <a:ext cx="3530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extLst>
              <a:ext uri="{FF2B5EF4-FFF2-40B4-BE49-F238E27FC236}">
                <a16:creationId xmlns:a16="http://schemas.microsoft.com/office/drawing/2014/main" id="{EFFF2808-02A7-4B9E-B5FD-30C2AC3B7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406" y="1671650"/>
            <a:ext cx="504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ED12E731-7249-4E66-81D3-A8C21EF90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050" y="1671650"/>
            <a:ext cx="504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令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795AF60-336A-4CC4-9015-85CD04ACB9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081126"/>
              </p:ext>
            </p:extLst>
          </p:nvPr>
        </p:nvGraphicFramePr>
        <p:xfrm>
          <a:off x="1784445" y="1803115"/>
          <a:ext cx="157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51" name="Equation" r:id="rId7" imgW="1574640" imgH="330120" progId="Equation.DSMT4">
                  <p:embed/>
                </p:oleObj>
              </mc:Choice>
              <mc:Fallback>
                <p:oleObj name="Equation" r:id="rId7" imgW="15746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84445" y="1803115"/>
                        <a:ext cx="1574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8F084C22-8198-447C-9430-05A4F80E5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8047" y="1656600"/>
            <a:ext cx="504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则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77C8C98-DD9F-4FCB-A216-793FB34C7A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793397"/>
              </p:ext>
            </p:extLst>
          </p:nvPr>
        </p:nvGraphicFramePr>
        <p:xfrm>
          <a:off x="2137269" y="2415518"/>
          <a:ext cx="3708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52" name="Equation" r:id="rId9" imgW="3708360" imgH="596880" progId="Equation.DSMT4">
                  <p:embed/>
                </p:oleObj>
              </mc:Choice>
              <mc:Fallback>
                <p:oleObj name="Equation" r:id="rId9" imgW="37083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37269" y="2415518"/>
                        <a:ext cx="3708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2445E3C-6940-4465-B97E-FE8AC04E6C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615034"/>
              </p:ext>
            </p:extLst>
          </p:nvPr>
        </p:nvGraphicFramePr>
        <p:xfrm>
          <a:off x="1944847" y="3320589"/>
          <a:ext cx="2946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53" name="Equation" r:id="rId11" imgW="2946240" imgH="596880" progId="Equation.DSMT4">
                  <p:embed/>
                </p:oleObj>
              </mc:Choice>
              <mc:Fallback>
                <p:oleObj name="Equation" r:id="rId11" imgW="29462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44847" y="3320589"/>
                        <a:ext cx="2946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748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5">
            <a:extLst>
              <a:ext uri="{FF2B5EF4-FFF2-40B4-BE49-F238E27FC236}">
                <a16:creationId xmlns:a16="http://schemas.microsoft.com/office/drawing/2014/main" id="{12F06418-7C86-4713-9A43-4AE3E59CC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85899"/>
            <a:ext cx="1296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18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A7F5FC0-1782-4F33-8E63-10F34E318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012" y="133214"/>
            <a:ext cx="3640056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设常数      计算定积分       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E318A27-CEA7-4B69-807C-4DB6EA7AC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474189"/>
              </p:ext>
            </p:extLst>
          </p:nvPr>
        </p:nvGraphicFramePr>
        <p:xfrm>
          <a:off x="2627784" y="251631"/>
          <a:ext cx="762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02" name="Equation" r:id="rId3" imgW="761760" imgH="330120" progId="Equation.DSMT4">
                  <p:embed/>
                </p:oleObj>
              </mc:Choice>
              <mc:Fallback>
                <p:oleObj name="Equation" r:id="rId3" imgW="7617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251631"/>
                        <a:ext cx="762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AC9102D-4A57-41BE-80FD-DDC4B9C59B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164930"/>
              </p:ext>
            </p:extLst>
          </p:nvPr>
        </p:nvGraphicFramePr>
        <p:xfrm>
          <a:off x="5004048" y="48431"/>
          <a:ext cx="2374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03" name="Equation" r:id="rId5" imgW="2374560" imgH="736560" progId="Equation.DSMT4">
                  <p:embed/>
                </p:oleObj>
              </mc:Choice>
              <mc:Fallback>
                <p:oleObj name="Equation" r:id="rId5" imgW="2374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4048" y="48431"/>
                        <a:ext cx="2374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>
            <a:extLst>
              <a:ext uri="{FF2B5EF4-FFF2-40B4-BE49-F238E27FC236}">
                <a16:creationId xmlns:a16="http://schemas.microsoft.com/office/drawing/2014/main" id="{0610BD92-4354-44B4-AA9D-B9DF18F76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858552"/>
            <a:ext cx="504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EBC120D8-4004-4403-8F14-B21C1B454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1984" y="858552"/>
            <a:ext cx="27759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由区间再现公式，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F1C4AE2-DFF0-4172-BAB2-0F16158F3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788900"/>
              </p:ext>
            </p:extLst>
          </p:nvPr>
        </p:nvGraphicFramePr>
        <p:xfrm>
          <a:off x="6120172" y="858552"/>
          <a:ext cx="266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04" name="Equation" r:id="rId7" imgW="2666880" imgH="457200" progId="Equation.DSMT4">
                  <p:embed/>
                </p:oleObj>
              </mc:Choice>
              <mc:Fallback>
                <p:oleObj name="Equation" r:id="rId7" imgW="2666880" imgH="4572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5A7608F-2664-4004-B9F7-ED30C403E3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20172" y="858552"/>
                        <a:ext cx="2667000" cy="4572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0739A9C-687C-4DE9-877E-F49A9331F8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214023"/>
              </p:ext>
            </p:extLst>
          </p:nvPr>
        </p:nvGraphicFramePr>
        <p:xfrm>
          <a:off x="1001713" y="1433971"/>
          <a:ext cx="5562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05" name="Equation" r:id="rId9" imgW="5562360" imgH="1104840" progId="Equation.DSMT4">
                  <p:embed/>
                </p:oleObj>
              </mc:Choice>
              <mc:Fallback>
                <p:oleObj name="Equation" r:id="rId9" imgW="5562360" imgH="1104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01713" y="1433971"/>
                        <a:ext cx="55626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F96B1A8-11B7-47C7-BB6D-B905794D5F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557402"/>
              </p:ext>
            </p:extLst>
          </p:nvPr>
        </p:nvGraphicFramePr>
        <p:xfrm>
          <a:off x="1007604" y="2480544"/>
          <a:ext cx="210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06" name="Equation" r:id="rId11" imgW="2108160" imgH="736560" progId="Equation.DSMT4">
                  <p:embed/>
                </p:oleObj>
              </mc:Choice>
              <mc:Fallback>
                <p:oleObj name="Equation" r:id="rId11" imgW="210816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0739A9C-687C-4DE9-877E-F49A9331F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07604" y="2480544"/>
                        <a:ext cx="2108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2367DC0-F5A7-4BF0-B2CC-D0EC2AA3D2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138370"/>
              </p:ext>
            </p:extLst>
          </p:nvPr>
        </p:nvGraphicFramePr>
        <p:xfrm>
          <a:off x="3203848" y="2471441"/>
          <a:ext cx="2120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07" name="Equation" r:id="rId13" imgW="2120760" imgH="774360" progId="Equation.DSMT4">
                  <p:embed/>
                </p:oleObj>
              </mc:Choice>
              <mc:Fallback>
                <p:oleObj name="Equation" r:id="rId13" imgW="2120760" imgH="774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F96B1A8-11B7-47C7-BB6D-B905794D5F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03848" y="2471441"/>
                        <a:ext cx="2120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E20CFFC-43CF-467D-BC4B-8587BBB381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605338"/>
              </p:ext>
            </p:extLst>
          </p:nvPr>
        </p:nvGraphicFramePr>
        <p:xfrm>
          <a:off x="5400055" y="2465370"/>
          <a:ext cx="2476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08" name="Equation" r:id="rId15" imgW="2476440" imgH="774360" progId="Equation.DSMT4">
                  <p:embed/>
                </p:oleObj>
              </mc:Choice>
              <mc:Fallback>
                <p:oleObj name="Equation" r:id="rId15" imgW="2476440" imgH="7743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62367DC0-F5A7-4BF0-B2CC-D0EC2AA3D2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00055" y="2465370"/>
                        <a:ext cx="2476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DBDE18C-7117-4DDA-8626-FCA255479B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220614"/>
              </p:ext>
            </p:extLst>
          </p:nvPr>
        </p:nvGraphicFramePr>
        <p:xfrm>
          <a:off x="1075642" y="3568428"/>
          <a:ext cx="368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09" name="Equation" r:id="rId17" imgW="3682800" imgH="736560" progId="Equation.DSMT4">
                  <p:embed/>
                </p:oleObj>
              </mc:Choice>
              <mc:Fallback>
                <p:oleObj name="Equation" r:id="rId17" imgW="3682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75642" y="3568428"/>
                        <a:ext cx="3683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8">
            <a:extLst>
              <a:ext uri="{FF2B5EF4-FFF2-40B4-BE49-F238E27FC236}">
                <a16:creationId xmlns:a16="http://schemas.microsoft.com/office/drawing/2014/main" id="{0C0E3B59-DE6B-4F26-9DD8-EAB280BF0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670" y="3579534"/>
            <a:ext cx="504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故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79B648C-6D06-435A-8599-277CD57D7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669077"/>
              </p:ext>
            </p:extLst>
          </p:nvPr>
        </p:nvGraphicFramePr>
        <p:xfrm>
          <a:off x="5530123" y="3520846"/>
          <a:ext cx="787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10" name="Equation" r:id="rId19" imgW="787320" imgH="723600" progId="Equation.DSMT4">
                  <p:embed/>
                </p:oleObj>
              </mc:Choice>
              <mc:Fallback>
                <p:oleObj name="Equation" r:id="rId19" imgW="7873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30123" y="3520846"/>
                        <a:ext cx="787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356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5">
            <a:extLst>
              <a:ext uri="{FF2B5EF4-FFF2-40B4-BE49-F238E27FC236}">
                <a16:creationId xmlns:a16="http://schemas.microsoft.com/office/drawing/2014/main" id="{43166F38-3D54-463D-93FB-21540C837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058" y="221828"/>
            <a:ext cx="1296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19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BA8D54-4680-4929-91D7-397D236A9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614" y="195486"/>
            <a:ext cx="7416824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 设函数    连续，              且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5AB764B-19DD-42A2-9FB6-366BDCA63A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030545"/>
              </p:ext>
            </p:extLst>
          </p:nvPr>
        </p:nvGraphicFramePr>
        <p:xfrm>
          <a:off x="2652045" y="33495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2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52045" y="334954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BAA6132-37E7-4E8C-ACC4-DCCA3E07BC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788817"/>
              </p:ext>
            </p:extLst>
          </p:nvPr>
        </p:nvGraphicFramePr>
        <p:xfrm>
          <a:off x="4145176" y="154211"/>
          <a:ext cx="2171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25" name="Equation" r:id="rId5" imgW="2171520" imgH="596880" progId="Equation.DSMT4">
                  <p:embed/>
                </p:oleObj>
              </mc:Choice>
              <mc:Fallback>
                <p:oleObj name="Equation" r:id="rId5" imgW="217152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5176" y="154211"/>
                        <a:ext cx="2171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B254A7C-DD4B-4556-ACE4-B86E15C188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507425"/>
              </p:ext>
            </p:extLst>
          </p:nvPr>
        </p:nvGraphicFramePr>
        <p:xfrm>
          <a:off x="6933719" y="84361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26" name="Equation" r:id="rId7" imgW="1625400" imgH="736560" progId="Equation.DSMT4">
                  <p:embed/>
                </p:oleObj>
              </mc:Choice>
              <mc:Fallback>
                <p:oleObj name="Equation" r:id="rId7" imgW="16254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33719" y="84361"/>
                        <a:ext cx="1625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B8B4651-4BEE-4E24-8C57-335B262129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75236"/>
              </p:ext>
            </p:extLst>
          </p:nvPr>
        </p:nvGraphicFramePr>
        <p:xfrm>
          <a:off x="-15520" y="840257"/>
          <a:ext cx="154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27" name="Equation" r:id="rId9" imgW="1549080" imgH="380880" progId="Equation.DSMT4">
                  <p:embed/>
                </p:oleObj>
              </mc:Choice>
              <mc:Fallback>
                <p:oleObj name="Equation" r:id="rId9" imgW="15490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-15520" y="840257"/>
                        <a:ext cx="154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522A767-BC79-4EB6-A076-C0D6066CF919}"/>
              </a:ext>
            </a:extLst>
          </p:cNvPr>
          <p:cNvSpPr/>
          <p:nvPr/>
        </p:nvSpPr>
        <p:spPr>
          <a:xfrm>
            <a:off x="1533880" y="75959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6558AD5-AE45-41C0-8FD4-68305FAB5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238944"/>
              </p:ext>
            </p:extLst>
          </p:nvPr>
        </p:nvGraphicFramePr>
        <p:xfrm>
          <a:off x="2027926" y="809926"/>
          <a:ext cx="723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28" name="Equation" r:id="rId11" imgW="723600" imgH="355320" progId="Equation.DSMT4">
                  <p:embed/>
                </p:oleObj>
              </mc:Choice>
              <mc:Fallback>
                <p:oleObj name="Equation" r:id="rId11" imgW="7236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27926" y="809926"/>
                        <a:ext cx="723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>
            <a:extLst>
              <a:ext uri="{FF2B5EF4-FFF2-40B4-BE49-F238E27FC236}">
                <a16:creationId xmlns:a16="http://schemas.microsoft.com/office/drawing/2014/main" id="{E8682A32-6987-44A8-BE0B-429CD09DB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757" y="1301922"/>
            <a:ext cx="504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EFF0107-5BB7-4740-A36A-7E8C4F536972}"/>
              </a:ext>
            </a:extLst>
          </p:cNvPr>
          <p:cNvGrpSpPr/>
          <p:nvPr/>
        </p:nvGrpSpPr>
        <p:grpSpPr>
          <a:xfrm>
            <a:off x="1162574" y="1165526"/>
            <a:ext cx="2736304" cy="736600"/>
            <a:chOff x="1259632" y="1420667"/>
            <a:chExt cx="2736304" cy="736600"/>
          </a:xfrm>
        </p:grpSpPr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4E6F39EA-24B3-4CD8-849F-07E78F91F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632" y="1546628"/>
              <a:ext cx="273630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 由           得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EC1D054-B07F-411F-85DF-6D048F8144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1199832"/>
                </p:ext>
              </p:extLst>
            </p:nvPr>
          </p:nvGraphicFramePr>
          <p:xfrm>
            <a:off x="1868686" y="1420667"/>
            <a:ext cx="1625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29" name="Equation" r:id="rId13" imgW="1625400" imgH="736560" progId="Equation.DSMT4">
                    <p:embed/>
                  </p:oleObj>
                </mc:Choice>
                <mc:Fallback>
                  <p:oleObj name="Equation" r:id="rId13" imgW="16254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868686" y="1420667"/>
                          <a:ext cx="1625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B0C582B-B7EF-4625-9D9B-9CE963D219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261387"/>
              </p:ext>
            </p:extLst>
          </p:nvPr>
        </p:nvGraphicFramePr>
        <p:xfrm>
          <a:off x="1402105" y="2071051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30" name="Equation" r:id="rId15" imgW="1143000" imgH="342720" progId="Equation.DSMT4">
                  <p:embed/>
                </p:oleObj>
              </mc:Choice>
              <mc:Fallback>
                <p:oleObj name="Equation" r:id="rId15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02105" y="2071051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7204FF7-170C-41A5-9D75-F5EB3531A2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094992"/>
              </p:ext>
            </p:extLst>
          </p:nvPr>
        </p:nvGraphicFramePr>
        <p:xfrm>
          <a:off x="2811676" y="1845264"/>
          <a:ext cx="483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31" name="Equation" r:id="rId17" imgW="4838400" imgH="736560" progId="Equation.DSMT4">
                  <p:embed/>
                </p:oleObj>
              </mc:Choice>
              <mc:Fallback>
                <p:oleObj name="Equation" r:id="rId17" imgW="483840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B0C582B-B7EF-4625-9D9B-9CE963D219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11676" y="1845264"/>
                        <a:ext cx="4838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6EA58095-D225-4B86-8ECE-D10F0B67C645}"/>
              </a:ext>
            </a:extLst>
          </p:cNvPr>
          <p:cNvGrpSpPr/>
          <p:nvPr/>
        </p:nvGrpSpPr>
        <p:grpSpPr>
          <a:xfrm>
            <a:off x="5626417" y="2866770"/>
            <a:ext cx="1380918" cy="622422"/>
            <a:chOff x="6732240" y="2085254"/>
            <a:chExt cx="1380918" cy="622422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28F2188-8693-4848-A345-CD5BBA73C7B0}"/>
                </a:ext>
              </a:extLst>
            </p:cNvPr>
            <p:cNvGrpSpPr/>
            <p:nvPr/>
          </p:nvGrpSpPr>
          <p:grpSpPr>
            <a:xfrm>
              <a:off x="6732240" y="2085254"/>
              <a:ext cx="1380918" cy="622422"/>
              <a:chOff x="5616642" y="1930294"/>
              <a:chExt cx="1380918" cy="622422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AA532889-70AC-450C-8E09-0E86555AB6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6642" y="2544136"/>
                <a:ext cx="1380918" cy="221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60C50739-E458-4819-B52A-556E7547AF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40871" y="193029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7CF76E2-A120-41A8-AB04-4EE05A3F5FF4}"/>
                  </a:ext>
                </a:extLst>
              </p:cNvPr>
              <p:cNvCxnSpPr/>
              <p:nvPr/>
            </p:nvCxnSpPr>
            <p:spPr>
              <a:xfrm>
                <a:off x="6588224" y="1943676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9D400CAA-8182-4391-A6B4-55D62F84868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49823583"/>
                  </p:ext>
                </p:extLst>
              </p:nvPr>
            </p:nvGraphicFramePr>
            <p:xfrm>
              <a:off x="5798524" y="1964907"/>
              <a:ext cx="114300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832" name="Equation" r:id="rId19" imgW="114120" imgH="215640" progId="Equation.DSMT4">
                      <p:embed/>
                    </p:oleObj>
                  </mc:Choice>
                  <mc:Fallback>
                    <p:oleObj name="Equation" r:id="rId19" imgW="114120" imgH="215640" progId="Equation.DSMT4">
                      <p:embed/>
                      <p:pic>
                        <p:nvPicPr>
                          <p:cNvPr id="18" name="对象 17">
                            <a:extLst>
                              <a:ext uri="{FF2B5EF4-FFF2-40B4-BE49-F238E27FC236}">
                                <a16:creationId xmlns:a16="http://schemas.microsoft.com/office/drawing/2014/main" id="{31E817A4-F6E8-45E1-9C50-897204F2612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798524" y="1964907"/>
                            <a:ext cx="114300" cy="215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952D6749-19A3-4248-B66C-E5AB8C48B7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264413"/>
                  </p:ext>
                </p:extLst>
              </p:nvPr>
            </p:nvGraphicFramePr>
            <p:xfrm>
              <a:off x="5788999" y="2276057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833" name="Equation" r:id="rId21" imgW="177480" imgH="190440" progId="Equation.DSMT4">
                      <p:embed/>
                    </p:oleObj>
                  </mc:Choice>
                  <mc:Fallback>
                    <p:oleObj name="Equation" r:id="rId21" imgW="177480" imgH="190440" progId="Equation.DSMT4">
                      <p:embed/>
                      <p:pic>
                        <p:nvPicPr>
                          <p:cNvPr id="19" name="对象 18">
                            <a:extLst>
                              <a:ext uri="{FF2B5EF4-FFF2-40B4-BE49-F238E27FC236}">
                                <a16:creationId xmlns:a16="http://schemas.microsoft.com/office/drawing/2014/main" id="{C97BDF90-90CA-47EC-8523-ADBA6936E3A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5788999" y="2276057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>
                <a:extLst>
                  <a:ext uri="{FF2B5EF4-FFF2-40B4-BE49-F238E27FC236}">
                    <a16:creationId xmlns:a16="http://schemas.microsoft.com/office/drawing/2014/main" id="{77706CD4-FDD8-4CED-8C9B-6305047D71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86821787"/>
                  </p:ext>
                </p:extLst>
              </p:nvPr>
            </p:nvGraphicFramePr>
            <p:xfrm>
              <a:off x="6236674" y="1945857"/>
              <a:ext cx="1651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834" name="Equation" r:id="rId23" imgW="164880" imgH="241200" progId="Equation.DSMT4">
                      <p:embed/>
                    </p:oleObj>
                  </mc:Choice>
                  <mc:Fallback>
                    <p:oleObj name="Equation" r:id="rId23" imgW="164880" imgH="241200" progId="Equation.DSMT4">
                      <p:embed/>
                      <p:pic>
                        <p:nvPicPr>
                          <p:cNvPr id="20" name="对象 19">
                            <a:extLst>
                              <a:ext uri="{FF2B5EF4-FFF2-40B4-BE49-F238E27FC236}">
                                <a16:creationId xmlns:a16="http://schemas.microsoft.com/office/drawing/2014/main" id="{344B82CE-2F99-4749-A9E8-272986A12F7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6236674" y="1945857"/>
                            <a:ext cx="1651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对象 27">
                <a:extLst>
                  <a:ext uri="{FF2B5EF4-FFF2-40B4-BE49-F238E27FC236}">
                    <a16:creationId xmlns:a16="http://schemas.microsoft.com/office/drawing/2014/main" id="{966FCF8A-3B01-48D3-B334-284B7C6C3B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94708585"/>
                  </p:ext>
                </p:extLst>
              </p:nvPr>
            </p:nvGraphicFramePr>
            <p:xfrm>
              <a:off x="6209687" y="2255420"/>
              <a:ext cx="1651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835" name="Equation" r:id="rId25" imgW="164880" imgH="241200" progId="Equation.DSMT4">
                      <p:embed/>
                    </p:oleObj>
                  </mc:Choice>
                  <mc:Fallback>
                    <p:oleObj name="Equation" r:id="rId25" imgW="164880" imgH="241200" progId="Equation.DSMT4">
                      <p:embed/>
                      <p:pic>
                        <p:nvPicPr>
                          <p:cNvPr id="21" name="对象 20">
                            <a:extLst>
                              <a:ext uri="{FF2B5EF4-FFF2-40B4-BE49-F238E27FC236}">
                                <a16:creationId xmlns:a16="http://schemas.microsoft.com/office/drawing/2014/main" id="{789C0401-2979-4761-A059-C61221479C7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6209687" y="2255420"/>
                            <a:ext cx="1651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EAE141B7-CD13-45AD-8080-1B951EE8147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23368423"/>
                  </p:ext>
                </p:extLst>
              </p:nvPr>
            </p:nvGraphicFramePr>
            <p:xfrm>
              <a:off x="6689112" y="2271295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836" name="Equation" r:id="rId27" imgW="177480" imgH="190440" progId="Equation.DSMT4">
                      <p:embed/>
                    </p:oleObj>
                  </mc:Choice>
                  <mc:Fallback>
                    <p:oleObj name="Equation" r:id="rId27" imgW="177480" imgH="190440" progId="Equation.DSMT4">
                      <p:embed/>
                      <p:pic>
                        <p:nvPicPr>
                          <p:cNvPr id="22" name="对象 21">
                            <a:extLst>
                              <a:ext uri="{FF2B5EF4-FFF2-40B4-BE49-F238E27FC236}">
                                <a16:creationId xmlns:a16="http://schemas.microsoft.com/office/drawing/2014/main" id="{5026EF56-17B4-4406-9317-0C4702ABC5A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6689112" y="2271295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D25782F0-82AD-4E81-BE4A-37D94F2315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1919" y="2226197"/>
                <a:ext cx="1364673" cy="84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31222326-F87E-4368-B51B-3E555EF41B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3128" y="1941398"/>
                <a:ext cx="1364673" cy="84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255065F2-F701-4F9C-83AB-CC61039EE925}"/>
                  </a:ext>
                </a:extLst>
              </p:cNvPr>
              <p:cNvCxnSpPr/>
              <p:nvPr/>
            </p:nvCxnSpPr>
            <p:spPr>
              <a:xfrm>
                <a:off x="6986592" y="195004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363AE40C-362B-4001-8BC4-2075830E97F4}"/>
                  </a:ext>
                </a:extLst>
              </p:cNvPr>
              <p:cNvCxnSpPr/>
              <p:nvPr/>
            </p:nvCxnSpPr>
            <p:spPr>
              <a:xfrm>
                <a:off x="5619280" y="1930294"/>
                <a:ext cx="0" cy="602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944020D2-3B87-4689-A9EC-92888CEAFB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9340602"/>
                </p:ext>
              </p:extLst>
            </p:nvPr>
          </p:nvGraphicFramePr>
          <p:xfrm>
            <a:off x="7804710" y="2111930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37" name="Equation" r:id="rId29" imgW="114120" imgH="228600" progId="Equation.DSMT4">
                    <p:embed/>
                  </p:oleObj>
                </mc:Choice>
                <mc:Fallback>
                  <p:oleObj name="Equation" r:id="rId29" imgW="114120" imgH="22860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A62A6E4A-50C7-4E05-BCFC-59850619192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7804710" y="2111930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3CEBE4A2-8B2F-4F3E-86BA-1A50F4FD2E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988115"/>
              </p:ext>
            </p:extLst>
          </p:nvPr>
        </p:nvGraphicFramePr>
        <p:xfrm>
          <a:off x="1692055" y="3700909"/>
          <a:ext cx="426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38" name="Equation" r:id="rId31" imgW="4267080" imgH="736560" progId="Equation.DSMT4">
                  <p:embed/>
                </p:oleObj>
              </mc:Choice>
              <mc:Fallback>
                <p:oleObj name="Equation" r:id="rId31" imgW="426708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BAA6132-37E7-4E8C-ACC4-DCCA3E07BC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692055" y="3700909"/>
                        <a:ext cx="4267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9F725874-7010-4977-A13F-7B85EF79EAFB}"/>
              </a:ext>
            </a:extLst>
          </p:cNvPr>
          <p:cNvGrpSpPr/>
          <p:nvPr/>
        </p:nvGrpSpPr>
        <p:grpSpPr>
          <a:xfrm>
            <a:off x="418680" y="2807449"/>
            <a:ext cx="5089029" cy="461665"/>
            <a:chOff x="515738" y="3062590"/>
            <a:chExt cx="5089029" cy="461665"/>
          </a:xfrm>
        </p:grpSpPr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074E33DB-4A54-4849-8744-DFF2B0378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738" y="3062590"/>
              <a:ext cx="508902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 当     时，令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5B0C729-69C8-4544-B7E3-43F9D9EA02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872751"/>
                </p:ext>
              </p:extLst>
            </p:nvPr>
          </p:nvGraphicFramePr>
          <p:xfrm>
            <a:off x="1132276" y="315372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39" name="Equation" r:id="rId33" imgW="647640" imgH="279360" progId="Equation.DSMT4">
                    <p:embed/>
                  </p:oleObj>
                </mc:Choice>
                <mc:Fallback>
                  <p:oleObj name="Equation" r:id="rId33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132276" y="3153722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59CAB07E-542F-4F50-8031-9C9BB2D2DB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6978100"/>
                </p:ext>
              </p:extLst>
            </p:nvPr>
          </p:nvGraphicFramePr>
          <p:xfrm>
            <a:off x="2802306" y="3185222"/>
            <a:ext cx="8255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40" name="Equation" r:id="rId35" imgW="825480" imgH="291960" progId="Equation.DSMT4">
                    <p:embed/>
                  </p:oleObj>
                </mc:Choice>
                <mc:Fallback>
                  <p:oleObj name="Equation" r:id="rId35" imgW="82548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2802306" y="3185222"/>
                          <a:ext cx="8255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5075A064-227E-4BC2-AEF8-E214A62C97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8748057"/>
                </p:ext>
              </p:extLst>
            </p:nvPr>
          </p:nvGraphicFramePr>
          <p:xfrm>
            <a:off x="3886886" y="3142790"/>
            <a:ext cx="1130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41" name="Equation" r:id="rId37" imgW="1130040" imgH="330120" progId="Equation.DSMT4">
                    <p:embed/>
                  </p:oleObj>
                </mc:Choice>
                <mc:Fallback>
                  <p:oleObj name="Equation" r:id="rId37" imgW="1130040" imgH="3301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59CAB07E-542F-4F50-8031-9C9BB2D2DB2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886886" y="3142790"/>
                          <a:ext cx="1130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4976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5">
            <a:extLst>
              <a:ext uri="{FF2B5EF4-FFF2-40B4-BE49-F238E27FC236}">
                <a16:creationId xmlns:a16="http://schemas.microsoft.com/office/drawing/2014/main" id="{B6640E13-3A4F-4F91-8975-E6CBF8640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16" y="217002"/>
            <a:ext cx="1296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19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304F130-3380-4F98-B96E-3EB44D956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672" y="190660"/>
            <a:ext cx="7416824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 设函数    连续，              且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A2F1B42-A713-4375-9B2C-5CC7E03D6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833702"/>
              </p:ext>
            </p:extLst>
          </p:nvPr>
        </p:nvGraphicFramePr>
        <p:xfrm>
          <a:off x="2749103" y="33012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27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5AB764B-19DD-42A2-9FB6-366BDCA63A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9103" y="33012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ABFF813-D492-4130-909B-59A679E3BB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634044"/>
              </p:ext>
            </p:extLst>
          </p:nvPr>
        </p:nvGraphicFramePr>
        <p:xfrm>
          <a:off x="4242234" y="149385"/>
          <a:ext cx="2171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28" name="Equation" r:id="rId5" imgW="2171520" imgH="596880" progId="Equation.DSMT4">
                  <p:embed/>
                </p:oleObj>
              </mc:Choice>
              <mc:Fallback>
                <p:oleObj name="Equation" r:id="rId5" imgW="217152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BAA6132-37E7-4E8C-ACC4-DCCA3E07BC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42234" y="149385"/>
                        <a:ext cx="2171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5986EB9-54C9-4576-8A9B-2122D8D18A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499175"/>
              </p:ext>
            </p:extLst>
          </p:nvPr>
        </p:nvGraphicFramePr>
        <p:xfrm>
          <a:off x="7030777" y="79535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29" name="Equation" r:id="rId7" imgW="1625400" imgH="736560" progId="Equation.DSMT4">
                  <p:embed/>
                </p:oleObj>
              </mc:Choice>
              <mc:Fallback>
                <p:oleObj name="Equation" r:id="rId7" imgW="162540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B254A7C-DD4B-4556-ACE4-B86E15C188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30777" y="79535"/>
                        <a:ext cx="1625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5581432-C7BE-4F30-AF62-6EA0DDF08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266007"/>
              </p:ext>
            </p:extLst>
          </p:nvPr>
        </p:nvGraphicFramePr>
        <p:xfrm>
          <a:off x="81538" y="835431"/>
          <a:ext cx="154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30" name="Equation" r:id="rId9" imgW="1549080" imgH="380880" progId="Equation.DSMT4">
                  <p:embed/>
                </p:oleObj>
              </mc:Choice>
              <mc:Fallback>
                <p:oleObj name="Equation" r:id="rId9" imgW="154908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B8B4651-4BEE-4E24-8C57-335B262129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1538" y="835431"/>
                        <a:ext cx="154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E25D9FB7-787A-423A-8D25-C76973A24451}"/>
              </a:ext>
            </a:extLst>
          </p:cNvPr>
          <p:cNvSpPr/>
          <p:nvPr/>
        </p:nvSpPr>
        <p:spPr>
          <a:xfrm>
            <a:off x="1630938" y="75476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F04B933-BA7B-4DC7-8A81-8317F47798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362456"/>
              </p:ext>
            </p:extLst>
          </p:nvPr>
        </p:nvGraphicFramePr>
        <p:xfrm>
          <a:off x="2124984" y="805100"/>
          <a:ext cx="723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31" name="Equation" r:id="rId11" imgW="723600" imgH="355320" progId="Equation.DSMT4">
                  <p:embed/>
                </p:oleObj>
              </mc:Choice>
              <mc:Fallback>
                <p:oleObj name="Equation" r:id="rId11" imgW="723600" imgH="355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6558AD5-AE45-41C0-8FD4-68305FAB5F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24984" y="805100"/>
                        <a:ext cx="723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CF166F5-79F9-45DD-ABFA-39CAA72DCA58}"/>
              </a:ext>
            </a:extLst>
          </p:cNvPr>
          <p:cNvCxnSpPr>
            <a:cxnSpLocks/>
          </p:cNvCxnSpPr>
          <p:nvPr/>
        </p:nvCxnSpPr>
        <p:spPr>
          <a:xfrm>
            <a:off x="12271" y="1314509"/>
            <a:ext cx="9036496" cy="11484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DF9C546-0AF9-4603-BFC8-6C63D77F4D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514502"/>
              </p:ext>
            </p:extLst>
          </p:nvPr>
        </p:nvGraphicFramePr>
        <p:xfrm>
          <a:off x="2457450" y="1627188"/>
          <a:ext cx="427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32" name="Equation" r:id="rId13" imgW="4279680" imgH="736560" progId="Equation.DSMT4">
                  <p:embed/>
                </p:oleObj>
              </mc:Choice>
              <mc:Fallback>
                <p:oleObj name="Equation" r:id="rId13" imgW="4279680" imgH="73656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3CEBE4A2-8B2F-4F3E-86BA-1A50F4FD2E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57450" y="1627188"/>
                        <a:ext cx="4279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FD2C01E9-25F0-40A5-B80C-59C55A5FC64D}"/>
              </a:ext>
            </a:extLst>
          </p:cNvPr>
          <p:cNvGrpSpPr/>
          <p:nvPr/>
        </p:nvGrpSpPr>
        <p:grpSpPr>
          <a:xfrm>
            <a:off x="590912" y="1765232"/>
            <a:ext cx="1896022" cy="461665"/>
            <a:chOff x="590912" y="1765232"/>
            <a:chExt cx="1896022" cy="461665"/>
          </a:xfrm>
        </p:grpSpPr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E08592FE-AE7D-4B45-8270-575B1DF51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912" y="1765232"/>
              <a:ext cx="18960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 当     时，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DAA66599-720E-43CC-9F16-862D2D5CF3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4002478"/>
                </p:ext>
              </p:extLst>
            </p:nvPr>
          </p:nvGraphicFramePr>
          <p:xfrm>
            <a:off x="1160338" y="1859838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33" name="Equation" r:id="rId15" imgW="647640" imgH="279360" progId="Equation.DSMT4">
                    <p:embed/>
                  </p:oleObj>
                </mc:Choice>
                <mc:Fallback>
                  <p:oleObj name="Equation" r:id="rId15" imgW="647640" imgH="27936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35B0C729-69C8-4544-B7E3-43F9D9EA028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60338" y="1859838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13FD3F8-5446-4B88-B403-26C5A4A81F1C}"/>
              </a:ext>
            </a:extLst>
          </p:cNvPr>
          <p:cNvGrpSpPr/>
          <p:nvPr/>
        </p:nvGrpSpPr>
        <p:grpSpPr>
          <a:xfrm>
            <a:off x="590912" y="2364364"/>
            <a:ext cx="1896022" cy="461665"/>
            <a:chOff x="590912" y="2364364"/>
            <a:chExt cx="1896022" cy="461665"/>
          </a:xfrm>
        </p:grpSpPr>
        <p:sp>
          <p:nvSpPr>
            <p:cNvPr id="15" name="Text Box 8">
              <a:extLst>
                <a:ext uri="{FF2B5EF4-FFF2-40B4-BE49-F238E27FC236}">
                  <a16:creationId xmlns:a16="http://schemas.microsoft.com/office/drawing/2014/main" id="{86FA860B-A530-4CD9-BCD8-364A290B7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912" y="2364364"/>
              <a:ext cx="18960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 当     时，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B60998A-DC1A-45C9-9698-6ED318F146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5878231"/>
                </p:ext>
              </p:extLst>
            </p:nvPr>
          </p:nvGraphicFramePr>
          <p:xfrm>
            <a:off x="1196975" y="2455863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34" name="Equation" r:id="rId17" imgW="647640" imgH="279360" progId="Equation.DSMT4">
                    <p:embed/>
                  </p:oleObj>
                </mc:Choice>
                <mc:Fallback>
                  <p:oleObj name="Equation" r:id="rId17" imgW="647640" imgH="27936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DAA66599-720E-43CC-9F16-862D2D5CF3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196975" y="2455863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865BB27-F00C-420B-BB8F-F87677B22B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483256"/>
              </p:ext>
            </p:extLst>
          </p:nvPr>
        </p:nvGraphicFramePr>
        <p:xfrm>
          <a:off x="2430463" y="2325688"/>
          <a:ext cx="2501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35" name="Equation" r:id="rId19" imgW="2501640" imgH="596880" progId="Equation.DSMT4">
                  <p:embed/>
                </p:oleObj>
              </mc:Choice>
              <mc:Fallback>
                <p:oleObj name="Equation" r:id="rId19" imgW="2501640" imgH="596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DF9C546-0AF9-4603-BFC8-6C63D77F4D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430463" y="2325688"/>
                        <a:ext cx="2501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8">
            <a:extLst>
              <a:ext uri="{FF2B5EF4-FFF2-40B4-BE49-F238E27FC236}">
                <a16:creationId xmlns:a16="http://schemas.microsoft.com/office/drawing/2014/main" id="{75E1336F-372A-46DD-BB87-64CD15339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177" y="3118198"/>
            <a:ext cx="18960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 故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217E50C-D3F0-45E2-B383-51EE3A53FD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928098"/>
              </p:ext>
            </p:extLst>
          </p:nvPr>
        </p:nvGraphicFramePr>
        <p:xfrm>
          <a:off x="1848284" y="3349030"/>
          <a:ext cx="3479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36" name="Equation" r:id="rId21" imgW="3479760" imgH="1244520" progId="Equation.DSMT4">
                  <p:embed/>
                </p:oleObj>
              </mc:Choice>
              <mc:Fallback>
                <p:oleObj name="Equation" r:id="rId21" imgW="3479760" imgH="12445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DF9C546-0AF9-4603-BFC8-6C63D77F4D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48284" y="3349030"/>
                        <a:ext cx="34798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732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9A03AF0-5A36-481B-A5B6-250DE5C450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805300"/>
              </p:ext>
            </p:extLst>
          </p:nvPr>
        </p:nvGraphicFramePr>
        <p:xfrm>
          <a:off x="2267744" y="411510"/>
          <a:ext cx="3479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2" name="Equation" r:id="rId3" imgW="3479760" imgH="1244520" progId="Equation.DSMT4">
                  <p:embed/>
                </p:oleObj>
              </mc:Choice>
              <mc:Fallback>
                <p:oleObj name="Equation" r:id="rId3" imgW="3479760" imgH="12445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217E50C-D3F0-45E2-B383-51EE3A53FD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411510"/>
                        <a:ext cx="34798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B26EB559-81F9-447E-A3D4-46FB4B7A0AC7}"/>
              </a:ext>
            </a:extLst>
          </p:cNvPr>
          <p:cNvGrpSpPr/>
          <p:nvPr/>
        </p:nvGrpSpPr>
        <p:grpSpPr>
          <a:xfrm>
            <a:off x="536177" y="2102511"/>
            <a:ext cx="1896022" cy="461665"/>
            <a:chOff x="536177" y="2102511"/>
            <a:chExt cx="1896022" cy="461665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F971F8B4-7ACC-4299-A19A-78308EB35E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9757846"/>
                </p:ext>
              </p:extLst>
            </p:nvPr>
          </p:nvGraphicFramePr>
          <p:xfrm>
            <a:off x="1115616" y="2193643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83" name="Equation" r:id="rId5" imgW="647640" imgH="279360" progId="Equation.DSMT4">
                    <p:embed/>
                  </p:oleObj>
                </mc:Choice>
                <mc:Fallback>
                  <p:oleObj name="Equation" r:id="rId5" imgW="647640" imgH="27936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DAA66599-720E-43CC-9F16-862D2D5CF3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15616" y="2193643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8">
              <a:extLst>
                <a:ext uri="{FF2B5EF4-FFF2-40B4-BE49-F238E27FC236}">
                  <a16:creationId xmlns:a16="http://schemas.microsoft.com/office/drawing/2014/main" id="{EB5A11D9-67ED-4D85-B4EB-403C2EC98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177" y="2102511"/>
              <a:ext cx="18960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        时，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57E85CF-C0D2-465C-868B-D4FEC1D35B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345138"/>
              </p:ext>
            </p:extLst>
          </p:nvPr>
        </p:nvGraphicFramePr>
        <p:xfrm>
          <a:off x="3011638" y="1779662"/>
          <a:ext cx="3263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4" name="Equation" r:id="rId7" imgW="3263760" imgH="965160" progId="Equation.DSMT4">
                  <p:embed/>
                </p:oleObj>
              </mc:Choice>
              <mc:Fallback>
                <p:oleObj name="Equation" r:id="rId7" imgW="3263760" imgH="96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11638" y="1779662"/>
                        <a:ext cx="32639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E9B45DD1-3DB6-4A43-A9B1-A9C502D60201}"/>
              </a:ext>
            </a:extLst>
          </p:cNvPr>
          <p:cNvGrpSpPr/>
          <p:nvPr/>
        </p:nvGrpSpPr>
        <p:grpSpPr>
          <a:xfrm>
            <a:off x="1115616" y="2886409"/>
            <a:ext cx="2471764" cy="461665"/>
            <a:chOff x="1116285" y="2056364"/>
            <a:chExt cx="2471764" cy="461665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A4119D96-95C7-48A6-BB40-E44DEC84D2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8919898"/>
                </p:ext>
              </p:extLst>
            </p:nvPr>
          </p:nvGraphicFramePr>
          <p:xfrm>
            <a:off x="1116285" y="2147496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85" name="Equation" r:id="rId9" imgW="647640" imgH="279360" progId="Equation.DSMT4">
                    <p:embed/>
                  </p:oleObj>
                </mc:Choice>
                <mc:Fallback>
                  <p:oleObj name="Equation" r:id="rId9" imgW="647640" imgH="27936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F971F8B4-7ACC-4299-A19A-78308EB35E1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16285" y="2147496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711332A4-DE53-4C09-8F23-77663A073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027" y="2056364"/>
              <a:ext cx="18960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时，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ACEA9FF-85BF-47FA-9D47-B28D0DAFB8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825182"/>
              </p:ext>
            </p:extLst>
          </p:nvPr>
        </p:nvGraphicFramePr>
        <p:xfrm>
          <a:off x="2843808" y="2841902"/>
          <a:ext cx="281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6" name="Equation" r:id="rId11" imgW="2819160" imgH="736560" progId="Equation.DSMT4">
                  <p:embed/>
                </p:oleObj>
              </mc:Choice>
              <mc:Fallback>
                <p:oleObj name="Equation" r:id="rId11" imgW="28191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43808" y="2841902"/>
                        <a:ext cx="2819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AF93317-8018-45FC-BE14-630EC8D6A6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84759"/>
              </p:ext>
            </p:extLst>
          </p:nvPr>
        </p:nvGraphicFramePr>
        <p:xfrm>
          <a:off x="5765800" y="2592451"/>
          <a:ext cx="1955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7" name="Equation" r:id="rId13" imgW="1955520" imgH="965160" progId="Equation.DSMT4">
                  <p:embed/>
                </p:oleObj>
              </mc:Choice>
              <mc:Fallback>
                <p:oleObj name="Equation" r:id="rId13" imgW="1955520" imgH="9651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ACEA9FF-85BF-47FA-9D47-B28D0DAFB8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65800" y="2592451"/>
                        <a:ext cx="19558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9842283-6DCD-412E-AD7C-C64F287E5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990940"/>
              </p:ext>
            </p:extLst>
          </p:nvPr>
        </p:nvGraphicFramePr>
        <p:xfrm>
          <a:off x="3578996" y="3841773"/>
          <a:ext cx="1346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8" name="Equation" r:id="rId15" imgW="1346040" imgH="736560" progId="Equation.DSMT4">
                  <p:embed/>
                </p:oleObj>
              </mc:Choice>
              <mc:Fallback>
                <p:oleObj name="Equation" r:id="rId15" imgW="134604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AF93317-8018-45FC-BE14-630EC8D6A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78996" y="3841773"/>
                        <a:ext cx="1346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8B43651-1537-4B39-BF0A-657B3028D0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155787"/>
              </p:ext>
            </p:extLst>
          </p:nvPr>
        </p:nvGraphicFramePr>
        <p:xfrm>
          <a:off x="4991100" y="3856038"/>
          <a:ext cx="609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9" name="Equation" r:id="rId17" imgW="609480" imgH="723600" progId="Equation.DSMT4">
                  <p:embed/>
                </p:oleObj>
              </mc:Choice>
              <mc:Fallback>
                <p:oleObj name="Equation" r:id="rId17" imgW="6094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91100" y="3856038"/>
                        <a:ext cx="609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841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3B2592-1232-4552-A5E4-FDEAF297CBF6}"/>
              </a:ext>
            </a:extLst>
          </p:cNvPr>
          <p:cNvSpPr/>
          <p:nvPr/>
        </p:nvSpPr>
        <p:spPr>
          <a:xfrm>
            <a:off x="1202992" y="59878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故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3154693-9B19-42A3-B5AD-F93BAA7FAC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536318"/>
              </p:ext>
            </p:extLst>
          </p:nvPr>
        </p:nvGraphicFramePr>
        <p:xfrm>
          <a:off x="1697038" y="1060450"/>
          <a:ext cx="44069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47" name="Equation" r:id="rId3" imgW="4406760" imgH="1828800" progId="Equation.DSMT4">
                  <p:embed/>
                </p:oleObj>
              </mc:Choice>
              <mc:Fallback>
                <p:oleObj name="Equation" r:id="rId3" imgW="4406760" imgH="18288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57E85CF-C0D2-465C-868B-D4FEC1D35B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7038" y="1060450"/>
                        <a:ext cx="4406900" cy="18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31801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5">
            <a:extLst>
              <a:ext uri="{FF2B5EF4-FFF2-40B4-BE49-F238E27FC236}">
                <a16:creationId xmlns:a16="http://schemas.microsoft.com/office/drawing/2014/main" id="{D20E8476-700C-4338-A508-77CFC5E78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494" y="209849"/>
            <a:ext cx="10720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id="{ED30130A-3842-47FA-8FA0-7677ACC85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619" y="195486"/>
            <a:ext cx="7200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设    连续，且关于    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对称</a:t>
            </a:r>
            <a:r>
              <a:rPr lang="zh-CN" altLang="en-US" sz="2400" b="1" dirty="0">
                <a:latin typeface="+mn-ea"/>
                <a:ea typeface="+mn-ea"/>
              </a:rPr>
              <a:t>，         证明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A9A1105-1174-417D-9E48-B619E57E7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303162"/>
              </p:ext>
            </p:extLst>
          </p:nvPr>
        </p:nvGraphicFramePr>
        <p:xfrm>
          <a:off x="1970337" y="31589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53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0337" y="31589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87E7387-94F1-437F-9EDF-98ADEA6682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35177"/>
              </p:ext>
            </p:extLst>
          </p:nvPr>
        </p:nvGraphicFramePr>
        <p:xfrm>
          <a:off x="4507219" y="286618"/>
          <a:ext cx="685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54" name="Equation" r:id="rId5" imgW="685800" imgH="279360" progId="Equation.DSMT4">
                  <p:embed/>
                </p:oleObj>
              </mc:Choice>
              <mc:Fallback>
                <p:oleObj name="Equation" r:id="rId5" imgW="685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07219" y="286618"/>
                        <a:ext cx="685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4A87C88-750F-4152-9787-FD42C34140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222364"/>
              </p:ext>
            </p:extLst>
          </p:nvPr>
        </p:nvGraphicFramePr>
        <p:xfrm>
          <a:off x="6038025" y="298318"/>
          <a:ext cx="1206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55" name="Equation" r:id="rId7" imgW="1206360" imgH="330120" progId="Equation.DSMT4">
                  <p:embed/>
                </p:oleObj>
              </mc:Choice>
              <mc:Fallback>
                <p:oleObj name="Equation" r:id="rId7" imgW="12063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38025" y="298318"/>
                        <a:ext cx="1206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F6A5854-7B2A-4B5A-9EF8-24EC306D80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562336"/>
              </p:ext>
            </p:extLst>
          </p:nvPr>
        </p:nvGraphicFramePr>
        <p:xfrm>
          <a:off x="1592619" y="759983"/>
          <a:ext cx="4648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56" name="Equation" r:id="rId9" imgW="4647960" imgH="596880" progId="Equation.DSMT4">
                  <p:embed/>
                </p:oleObj>
              </mc:Choice>
              <mc:Fallback>
                <p:oleObj name="Equation" r:id="rId9" imgW="46479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92619" y="759983"/>
                        <a:ext cx="4648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8">
            <a:extLst>
              <a:ext uri="{FF2B5EF4-FFF2-40B4-BE49-F238E27FC236}">
                <a16:creationId xmlns:a16="http://schemas.microsoft.com/office/drawing/2014/main" id="{C89D7FF4-3928-49A4-8D88-C01CF0EFD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174" y="1356883"/>
            <a:ext cx="504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A7D84C6-D0E4-40F4-B370-6BC7FEB76E25}"/>
              </a:ext>
            </a:extLst>
          </p:cNvPr>
          <p:cNvGrpSpPr/>
          <p:nvPr/>
        </p:nvGrpSpPr>
        <p:grpSpPr>
          <a:xfrm>
            <a:off x="1440591" y="1356883"/>
            <a:ext cx="6776764" cy="463239"/>
            <a:chOff x="1395636" y="1630552"/>
            <a:chExt cx="6776764" cy="463239"/>
          </a:xfrm>
        </p:grpSpPr>
        <p:sp>
          <p:nvSpPr>
            <p:cNvPr id="15" name="Text Box 8">
              <a:extLst>
                <a:ext uri="{FF2B5EF4-FFF2-40B4-BE49-F238E27FC236}">
                  <a16:creationId xmlns:a16="http://schemas.microsoft.com/office/drawing/2014/main" id="{71D0A342-D1E7-435F-8CC2-D73D9439F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5636" y="1630552"/>
              <a:ext cx="677676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因为    关于     对称，所以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8D9CE5F6-45AA-4CC4-B90A-31DBBA57E3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8168511"/>
                </p:ext>
              </p:extLst>
            </p:nvPr>
          </p:nvGraphicFramePr>
          <p:xfrm>
            <a:off x="2123728" y="175089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657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23728" y="1750891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CAD235C3-041B-482F-AC21-6E83665433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8320033"/>
                </p:ext>
              </p:extLst>
            </p:nvPr>
          </p:nvGraphicFramePr>
          <p:xfrm>
            <a:off x="3347864" y="1719021"/>
            <a:ext cx="685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658" name="Equation" r:id="rId13" imgW="685800" imgH="279360" progId="Equation.DSMT4">
                    <p:embed/>
                  </p:oleObj>
                </mc:Choice>
                <mc:Fallback>
                  <p:oleObj name="Equation" r:id="rId13" imgW="685800" imgH="2793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887E7387-94F1-437F-9EDF-98ADEA6682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47864" y="1719021"/>
                          <a:ext cx="685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E991C863-E8C0-48CE-A9B9-1302BA25CD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9919729"/>
                </p:ext>
              </p:extLst>
            </p:nvPr>
          </p:nvGraphicFramePr>
          <p:xfrm>
            <a:off x="5683200" y="1738850"/>
            <a:ext cx="2489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659" name="Equation" r:id="rId14" imgW="2489040" imgH="342720" progId="Equation.DSMT4">
                    <p:embed/>
                  </p:oleObj>
                </mc:Choice>
                <mc:Fallback>
                  <p:oleObj name="Equation" r:id="rId14" imgW="2489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683200" y="1738850"/>
                          <a:ext cx="2489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 Box 8">
            <a:extLst>
              <a:ext uri="{FF2B5EF4-FFF2-40B4-BE49-F238E27FC236}">
                <a16:creationId xmlns:a16="http://schemas.microsoft.com/office/drawing/2014/main" id="{4D65CE6C-FA14-492A-92DF-DDDA8099C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75" y="1923117"/>
            <a:ext cx="27258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由定积分的性质得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E36C9B8-B7A2-4F9D-B84D-47817EC27B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767897"/>
              </p:ext>
            </p:extLst>
          </p:nvPr>
        </p:nvGraphicFramePr>
        <p:xfrm>
          <a:off x="2926525" y="1877564"/>
          <a:ext cx="6223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60" name="Equation" r:id="rId16" imgW="6222960" imgH="596880" progId="Equation.DSMT4">
                  <p:embed/>
                </p:oleObj>
              </mc:Choice>
              <mc:Fallback>
                <p:oleObj name="Equation" r:id="rId16" imgW="6222960" imgH="596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F6A5854-7B2A-4B5A-9EF8-24EC306D80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926525" y="1877564"/>
                        <a:ext cx="6223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A09122AF-84D4-472E-A09C-4480CDCE5AE8}"/>
              </a:ext>
            </a:extLst>
          </p:cNvPr>
          <p:cNvGrpSpPr/>
          <p:nvPr/>
        </p:nvGrpSpPr>
        <p:grpSpPr>
          <a:xfrm>
            <a:off x="312447" y="2518280"/>
            <a:ext cx="2023122" cy="596900"/>
            <a:chOff x="267492" y="2791949"/>
            <a:chExt cx="2023122" cy="596900"/>
          </a:xfrm>
        </p:grpSpPr>
        <p:sp>
          <p:nvSpPr>
            <p:cNvPr id="22" name="Text Box 8">
              <a:extLst>
                <a:ext uri="{FF2B5EF4-FFF2-40B4-BE49-F238E27FC236}">
                  <a16:creationId xmlns:a16="http://schemas.microsoft.com/office/drawing/2014/main" id="{A62064BC-C796-4A87-9C10-4144025A3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492" y="2852539"/>
              <a:ext cx="49865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而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7DA26622-2840-4299-973A-A7EA89FA21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1572352"/>
                </p:ext>
              </p:extLst>
            </p:nvPr>
          </p:nvGraphicFramePr>
          <p:xfrm>
            <a:off x="804714" y="2791949"/>
            <a:ext cx="14859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661" name="Equation" r:id="rId18" imgW="1485720" imgH="596880" progId="Equation.DSMT4">
                    <p:embed/>
                  </p:oleObj>
                </mc:Choice>
                <mc:Fallback>
                  <p:oleObj name="Equation" r:id="rId18" imgW="1485720" imgH="596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804714" y="2791949"/>
                          <a:ext cx="14859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FC79DDC-F9FB-4213-AA70-030E5D18C1F9}"/>
              </a:ext>
            </a:extLst>
          </p:cNvPr>
          <p:cNvGrpSpPr/>
          <p:nvPr/>
        </p:nvGrpSpPr>
        <p:grpSpPr>
          <a:xfrm>
            <a:off x="2438497" y="2874145"/>
            <a:ext cx="704971" cy="72008"/>
            <a:chOff x="2393542" y="3147814"/>
            <a:chExt cx="704971" cy="72008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EA43506-8453-4D4B-B7EC-479ABDA38DCE}"/>
                </a:ext>
              </a:extLst>
            </p:cNvPr>
            <p:cNvCxnSpPr/>
            <p:nvPr/>
          </p:nvCxnSpPr>
          <p:spPr>
            <a:xfrm>
              <a:off x="2393542" y="3147814"/>
              <a:ext cx="70497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2F1D48F-BB48-4FE3-A7C2-04701EA3A12B}"/>
                </a:ext>
              </a:extLst>
            </p:cNvPr>
            <p:cNvCxnSpPr/>
            <p:nvPr/>
          </p:nvCxnSpPr>
          <p:spPr>
            <a:xfrm>
              <a:off x="2393542" y="3219822"/>
              <a:ext cx="70497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4AE08C67-7EF1-4334-B55A-E87E7FDD1E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759221"/>
              </p:ext>
            </p:extLst>
          </p:nvPr>
        </p:nvGraphicFramePr>
        <p:xfrm>
          <a:off x="2409825" y="2543175"/>
          <a:ext cx="927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62" name="Equation" r:id="rId20" imgW="927000" imgH="228600" progId="Equation.DSMT4">
                  <p:embed/>
                </p:oleObj>
              </mc:Choice>
              <mc:Fallback>
                <p:oleObj name="Equation" r:id="rId20" imgW="927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409825" y="2543175"/>
                        <a:ext cx="927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F5FE2560-7FB2-4A6A-B718-1C4EC1DBAD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294462"/>
              </p:ext>
            </p:extLst>
          </p:nvPr>
        </p:nvGraphicFramePr>
        <p:xfrm>
          <a:off x="3416514" y="2553679"/>
          <a:ext cx="213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63" name="Equation" r:id="rId22" imgW="2133360" imgH="596880" progId="Equation.DSMT4">
                  <p:embed/>
                </p:oleObj>
              </mc:Choice>
              <mc:Fallback>
                <p:oleObj name="Equation" r:id="rId22" imgW="21333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416514" y="2553679"/>
                        <a:ext cx="2133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783063A3-0CE1-4CFD-BE4E-881615FF26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382957"/>
              </p:ext>
            </p:extLst>
          </p:nvPr>
        </p:nvGraphicFramePr>
        <p:xfrm>
          <a:off x="5564845" y="2577296"/>
          <a:ext cx="2641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64" name="Equation" r:id="rId24" imgW="2641320" imgH="596880" progId="Equation.DSMT4">
                  <p:embed/>
                </p:oleObj>
              </mc:Choice>
              <mc:Fallback>
                <p:oleObj name="Equation" r:id="rId24" imgW="2641320" imgH="59688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F5FE2560-7FB2-4A6A-B718-1C4EC1DBAD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564845" y="2577296"/>
                        <a:ext cx="2641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9E4BC2D5-2F09-4A03-89E5-D9A6B0220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62963"/>
              </p:ext>
            </p:extLst>
          </p:nvPr>
        </p:nvGraphicFramePr>
        <p:xfrm>
          <a:off x="402694" y="3337935"/>
          <a:ext cx="2628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65" name="Equation" r:id="rId26" imgW="2628720" imgH="596880" progId="Equation.DSMT4">
                  <p:embed/>
                </p:oleObj>
              </mc:Choice>
              <mc:Fallback>
                <p:oleObj name="Equation" r:id="rId26" imgW="2628720" imgH="59688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783063A3-0CE1-4CFD-BE4E-881615FF26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02694" y="3337935"/>
                        <a:ext cx="2628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D6F1C730-F526-457B-A860-AAD54D6DAF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196359"/>
              </p:ext>
            </p:extLst>
          </p:nvPr>
        </p:nvGraphicFramePr>
        <p:xfrm>
          <a:off x="3040825" y="3331670"/>
          <a:ext cx="2997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66" name="Equation" r:id="rId28" imgW="2997000" imgH="596880" progId="Equation.DSMT4">
                  <p:embed/>
                </p:oleObj>
              </mc:Choice>
              <mc:Fallback>
                <p:oleObj name="Equation" r:id="rId28" imgW="2997000" imgH="59688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9E4BC2D5-2F09-4A03-89E5-D9A6B0220D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040825" y="3331670"/>
                        <a:ext cx="2997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>
            <a:extLst>
              <a:ext uri="{FF2B5EF4-FFF2-40B4-BE49-F238E27FC236}">
                <a16:creationId xmlns:a16="http://schemas.microsoft.com/office/drawing/2014/main" id="{650013D6-F86C-4794-944D-9F144E8F095B}"/>
              </a:ext>
            </a:extLst>
          </p:cNvPr>
          <p:cNvGrpSpPr/>
          <p:nvPr/>
        </p:nvGrpSpPr>
        <p:grpSpPr>
          <a:xfrm>
            <a:off x="804156" y="4014418"/>
            <a:ext cx="5436663" cy="596900"/>
            <a:chOff x="759201" y="4288087"/>
            <a:chExt cx="5436663" cy="596900"/>
          </a:xfrm>
        </p:grpSpPr>
        <p:sp>
          <p:nvSpPr>
            <p:cNvPr id="32" name="Text Box 8">
              <a:extLst>
                <a:ext uri="{FF2B5EF4-FFF2-40B4-BE49-F238E27FC236}">
                  <a16:creationId xmlns:a16="http://schemas.microsoft.com/office/drawing/2014/main" id="{85016BFA-E2A2-421C-AD3D-5D0CA7134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201" y="4323102"/>
              <a:ext cx="233236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所以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41995B4C-BF77-4CA1-ADC6-FE3D80EBA6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9484398"/>
                </p:ext>
              </p:extLst>
            </p:nvPr>
          </p:nvGraphicFramePr>
          <p:xfrm>
            <a:off x="1547664" y="4288087"/>
            <a:ext cx="46482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667" name="Equation" r:id="rId30" imgW="4647960" imgH="596880" progId="Equation.DSMT4">
                    <p:embed/>
                  </p:oleObj>
                </mc:Choice>
                <mc:Fallback>
                  <p:oleObj name="Equation" r:id="rId30" imgW="4647960" imgH="596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1F6A5854-7B2A-4B5A-9EF8-24EC306D801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47664" y="4288087"/>
                          <a:ext cx="46482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0AD1FD0-3E9F-4447-A898-68FE3BC55E56}"/>
              </a:ext>
            </a:extLst>
          </p:cNvPr>
          <p:cNvCxnSpPr/>
          <p:nvPr/>
        </p:nvCxnSpPr>
        <p:spPr>
          <a:xfrm>
            <a:off x="6038025" y="2553679"/>
            <a:ext cx="1675274" cy="23617"/>
          </a:xfrm>
          <a:prstGeom prst="line">
            <a:avLst/>
          </a:prstGeom>
          <a:ln w="2222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A5442D74-1927-4168-BC7D-3F3650B208DA}"/>
              </a:ext>
            </a:extLst>
          </p:cNvPr>
          <p:cNvSpPr/>
          <p:nvPr/>
        </p:nvSpPr>
        <p:spPr>
          <a:xfrm>
            <a:off x="5728155" y="1356883"/>
            <a:ext cx="2417192" cy="49204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70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4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0D40314C-B29A-4248-B404-D08D625EE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4" y="555526"/>
            <a:ext cx="23042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2400" b="1" dirty="0">
              <a:solidFill>
                <a:srgbClr val="0064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BC41FB02-0182-4B86-B3E4-BC0C81A3F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757" y="1347614"/>
            <a:ext cx="38867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练习册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定积分的换元法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B351A820-C3C0-48D4-8E4C-2264C7889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757" y="2211710"/>
            <a:ext cx="27411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课后习题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习题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5-3</a:t>
            </a:r>
          </a:p>
        </p:txBody>
      </p:sp>
    </p:spTree>
    <p:extLst>
      <p:ext uri="{BB962C8B-B14F-4D97-AF65-F5344CB8AC3E}">
        <p14:creationId xmlns:p14="http://schemas.microsoft.com/office/powerpoint/2010/main" val="333974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3C8CA5B-682D-49CD-89F9-E80319BD1BC4}"/>
              </a:ext>
            </a:extLst>
          </p:cNvPr>
          <p:cNvSpPr txBox="1">
            <a:spLocks/>
          </p:cNvSpPr>
          <p:nvPr/>
        </p:nvSpPr>
        <p:spPr>
          <a:xfrm>
            <a:off x="4788024" y="2211710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8CABC-5B77-4811-BA55-0DE365D93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6931</TotalTime>
  <Words>836</Words>
  <Application>Microsoft Office PowerPoint</Application>
  <PresentationFormat>全屏显示(16:9)</PresentationFormat>
  <Paragraphs>248</Paragraphs>
  <Slides>56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56</vt:i4>
      </vt:variant>
    </vt:vector>
  </HeadingPairs>
  <TitlesOfParts>
    <vt:vector size="71" baseType="lpstr">
      <vt:lpstr>等线</vt:lpstr>
      <vt:lpstr>华文楷体</vt:lpstr>
      <vt:lpstr>华文新魏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766</cp:revision>
  <dcterms:created xsi:type="dcterms:W3CDTF">2018-09-27T06:48:00Z</dcterms:created>
  <dcterms:modified xsi:type="dcterms:W3CDTF">2023-11-30T12:36:58Z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