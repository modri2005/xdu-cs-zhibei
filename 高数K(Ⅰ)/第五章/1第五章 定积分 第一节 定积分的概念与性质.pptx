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88" r:id="rId2"/>
    <p:sldId id="290" r:id="rId3"/>
    <p:sldId id="287" r:id="rId4"/>
    <p:sldId id="338" r:id="rId5"/>
    <p:sldId id="342" r:id="rId6"/>
    <p:sldId id="339" r:id="rId7"/>
    <p:sldId id="294" r:id="rId8"/>
    <p:sldId id="343" r:id="rId9"/>
    <p:sldId id="344" r:id="rId10"/>
    <p:sldId id="296" r:id="rId11"/>
    <p:sldId id="297" r:id="rId12"/>
    <p:sldId id="298" r:id="rId13"/>
    <p:sldId id="299" r:id="rId14"/>
    <p:sldId id="300" r:id="rId15"/>
    <p:sldId id="345" r:id="rId16"/>
    <p:sldId id="346" r:id="rId17"/>
    <p:sldId id="361" r:id="rId18"/>
    <p:sldId id="301" r:id="rId19"/>
    <p:sldId id="303" r:id="rId20"/>
    <p:sldId id="304" r:id="rId21"/>
    <p:sldId id="348" r:id="rId22"/>
    <p:sldId id="349" r:id="rId23"/>
    <p:sldId id="353" r:id="rId24"/>
    <p:sldId id="351" r:id="rId25"/>
    <p:sldId id="305" r:id="rId26"/>
    <p:sldId id="332" r:id="rId27"/>
    <p:sldId id="308" r:id="rId28"/>
    <p:sldId id="307" r:id="rId29"/>
    <p:sldId id="309" r:id="rId30"/>
    <p:sldId id="310" r:id="rId31"/>
    <p:sldId id="311" r:id="rId32"/>
    <p:sldId id="312" r:id="rId33"/>
    <p:sldId id="327" r:id="rId34"/>
    <p:sldId id="328" r:id="rId35"/>
    <p:sldId id="329" r:id="rId36"/>
    <p:sldId id="368" r:id="rId37"/>
    <p:sldId id="362" r:id="rId38"/>
    <p:sldId id="317" r:id="rId39"/>
    <p:sldId id="318" r:id="rId40"/>
    <p:sldId id="315" r:id="rId41"/>
    <p:sldId id="360" r:id="rId42"/>
    <p:sldId id="316" r:id="rId43"/>
    <p:sldId id="321" r:id="rId44"/>
    <p:sldId id="354" r:id="rId45"/>
    <p:sldId id="355" r:id="rId46"/>
    <p:sldId id="356" r:id="rId47"/>
    <p:sldId id="357" r:id="rId48"/>
    <p:sldId id="358" r:id="rId49"/>
    <p:sldId id="364" r:id="rId50"/>
    <p:sldId id="365" r:id="rId51"/>
    <p:sldId id="366" r:id="rId52"/>
    <p:sldId id="367" r:id="rId53"/>
    <p:sldId id="369" r:id="rId54"/>
    <p:sldId id="370" r:id="rId55"/>
    <p:sldId id="371" r:id="rId56"/>
    <p:sldId id="374" r:id="rId57"/>
    <p:sldId id="375" r:id="rId58"/>
    <p:sldId id="376" r:id="rId59"/>
    <p:sldId id="377" r:id="rId60"/>
    <p:sldId id="378" r:id="rId61"/>
    <p:sldId id="359" r:id="rId62"/>
    <p:sldId id="330" r:id="rId6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6" userDrawn="1">
          <p15:clr>
            <a:srgbClr val="A4A3A4"/>
          </p15:clr>
        </p15:guide>
        <p15:guide id="2" pos="567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375" userDrawn="1">
          <p15:clr>
            <a:srgbClr val="A4A3A4"/>
          </p15:clr>
        </p15:guide>
        <p15:guide id="5" pos="7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E57FCC"/>
    <a:srgbClr val="2F42FB"/>
    <a:srgbClr val="66FFCC"/>
    <a:srgbClr val="FF0066"/>
    <a:srgbClr val="CC0099"/>
    <a:srgbClr val="4234FE"/>
    <a:srgbClr val="E6B9B8"/>
    <a:srgbClr val="B7CDD7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337" autoAdjust="0"/>
    <p:restoredTop sz="96357" autoAdjust="0"/>
  </p:normalViewPr>
  <p:slideViewPr>
    <p:cSldViewPr>
      <p:cViewPr varScale="1">
        <p:scale>
          <a:sx n="116" d="100"/>
          <a:sy n="116" d="100"/>
        </p:scale>
        <p:origin x="120" y="600"/>
      </p:cViewPr>
      <p:guideLst>
        <p:guide orient="horz" pos="1756"/>
        <p:guide pos="567"/>
        <p:guide pos="2880"/>
        <p:guide pos="5375"/>
        <p:guide pos="79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20.wmf"/><Relationship Id="rId3" Type="http://schemas.openxmlformats.org/officeDocument/2006/relationships/image" Target="../media/image14.wmf"/><Relationship Id="rId7" Type="http://schemas.openxmlformats.org/officeDocument/2006/relationships/image" Target="../media/image4.wmf"/><Relationship Id="rId12" Type="http://schemas.openxmlformats.org/officeDocument/2006/relationships/image" Target="../media/image19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3.wmf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2.wmf"/><Relationship Id="rId10" Type="http://schemas.openxmlformats.org/officeDocument/2006/relationships/image" Target="../media/image11.wmf"/><Relationship Id="rId4" Type="http://schemas.openxmlformats.org/officeDocument/2006/relationships/image" Target="../media/image6.wmf"/><Relationship Id="rId9" Type="http://schemas.openxmlformats.org/officeDocument/2006/relationships/image" Target="../media/image17.wmf"/><Relationship Id="rId14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31.wmf"/><Relationship Id="rId18" Type="http://schemas.openxmlformats.org/officeDocument/2006/relationships/image" Target="../media/image35.wmf"/><Relationship Id="rId3" Type="http://schemas.openxmlformats.org/officeDocument/2006/relationships/image" Target="../media/image25.wmf"/><Relationship Id="rId7" Type="http://schemas.openxmlformats.org/officeDocument/2006/relationships/image" Target="../media/image4.wmf"/><Relationship Id="rId12" Type="http://schemas.openxmlformats.org/officeDocument/2006/relationships/image" Target="../media/image30.wmf"/><Relationship Id="rId17" Type="http://schemas.openxmlformats.org/officeDocument/2006/relationships/image" Target="../media/image11.wmf"/><Relationship Id="rId2" Type="http://schemas.openxmlformats.org/officeDocument/2006/relationships/image" Target="../media/image24.wmf"/><Relationship Id="rId16" Type="http://schemas.openxmlformats.org/officeDocument/2006/relationships/image" Target="../media/image34.wmf"/><Relationship Id="rId1" Type="http://schemas.openxmlformats.org/officeDocument/2006/relationships/image" Target="../media/image23.wmf"/><Relationship Id="rId6" Type="http://schemas.openxmlformats.org/officeDocument/2006/relationships/image" Target="../media/image3.wmf"/><Relationship Id="rId11" Type="http://schemas.openxmlformats.org/officeDocument/2006/relationships/image" Target="../media/image29.wmf"/><Relationship Id="rId5" Type="http://schemas.openxmlformats.org/officeDocument/2006/relationships/image" Target="../media/image21.wmf"/><Relationship Id="rId15" Type="http://schemas.openxmlformats.org/officeDocument/2006/relationships/image" Target="../media/image33.wmf"/><Relationship Id="rId10" Type="http://schemas.openxmlformats.org/officeDocument/2006/relationships/image" Target="../media/image28.wmf"/><Relationship Id="rId4" Type="http://schemas.openxmlformats.org/officeDocument/2006/relationships/image" Target="../media/image20.wmf"/><Relationship Id="rId9" Type="http://schemas.openxmlformats.org/officeDocument/2006/relationships/image" Target="../media/image27.wmf"/><Relationship Id="rId14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38.wmf"/><Relationship Id="rId18" Type="http://schemas.openxmlformats.org/officeDocument/2006/relationships/image" Target="../media/image43.wmf"/><Relationship Id="rId3" Type="http://schemas.openxmlformats.org/officeDocument/2006/relationships/image" Target="../media/image3.wmf"/><Relationship Id="rId7" Type="http://schemas.openxmlformats.org/officeDocument/2006/relationships/image" Target="../media/image36.wmf"/><Relationship Id="rId12" Type="http://schemas.openxmlformats.org/officeDocument/2006/relationships/image" Target="../media/image32.wmf"/><Relationship Id="rId17" Type="http://schemas.openxmlformats.org/officeDocument/2006/relationships/image" Target="../media/image42.wmf"/><Relationship Id="rId2" Type="http://schemas.openxmlformats.org/officeDocument/2006/relationships/image" Target="../media/image21.wmf"/><Relationship Id="rId16" Type="http://schemas.openxmlformats.org/officeDocument/2006/relationships/image" Target="../media/image41.wmf"/><Relationship Id="rId20" Type="http://schemas.openxmlformats.org/officeDocument/2006/relationships/image" Target="../media/image45.wmf"/><Relationship Id="rId1" Type="http://schemas.openxmlformats.org/officeDocument/2006/relationships/image" Target="../media/image20.wmf"/><Relationship Id="rId6" Type="http://schemas.openxmlformats.org/officeDocument/2006/relationships/image" Target="../media/image27.wmf"/><Relationship Id="rId11" Type="http://schemas.openxmlformats.org/officeDocument/2006/relationships/image" Target="../media/image31.wmf"/><Relationship Id="rId5" Type="http://schemas.openxmlformats.org/officeDocument/2006/relationships/image" Target="../media/image26.wmf"/><Relationship Id="rId15" Type="http://schemas.openxmlformats.org/officeDocument/2006/relationships/image" Target="../media/image40.wmf"/><Relationship Id="rId10" Type="http://schemas.openxmlformats.org/officeDocument/2006/relationships/image" Target="../media/image30.wmf"/><Relationship Id="rId19" Type="http://schemas.openxmlformats.org/officeDocument/2006/relationships/image" Target="../media/image44.wmf"/><Relationship Id="rId4" Type="http://schemas.openxmlformats.org/officeDocument/2006/relationships/image" Target="../media/image4.wmf"/><Relationship Id="rId9" Type="http://schemas.openxmlformats.org/officeDocument/2006/relationships/image" Target="../media/image29.wmf"/><Relationship Id="rId14" Type="http://schemas.openxmlformats.org/officeDocument/2006/relationships/image" Target="../media/image3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48.wmf"/><Relationship Id="rId7" Type="http://schemas.openxmlformats.org/officeDocument/2006/relationships/image" Target="../media/image35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9" Type="http://schemas.openxmlformats.org/officeDocument/2006/relationships/image" Target="../media/image5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40.wmf"/><Relationship Id="rId7" Type="http://schemas.openxmlformats.org/officeDocument/2006/relationships/image" Target="../media/image58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9" Type="http://schemas.openxmlformats.org/officeDocument/2006/relationships/image" Target="../media/image6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11" Type="http://schemas.openxmlformats.org/officeDocument/2006/relationships/image" Target="../media/image40.wmf"/><Relationship Id="rId5" Type="http://schemas.openxmlformats.org/officeDocument/2006/relationships/image" Target="../media/image65.wmf"/><Relationship Id="rId10" Type="http://schemas.openxmlformats.org/officeDocument/2006/relationships/image" Target="../media/image7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59.wmf"/><Relationship Id="rId1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79.wmf"/><Relationship Id="rId7" Type="http://schemas.openxmlformats.org/officeDocument/2006/relationships/image" Target="../media/image11.wmf"/><Relationship Id="rId12" Type="http://schemas.openxmlformats.org/officeDocument/2006/relationships/image" Target="../media/image85.wmf"/><Relationship Id="rId2" Type="http://schemas.openxmlformats.org/officeDocument/2006/relationships/image" Target="../media/image78.emf"/><Relationship Id="rId1" Type="http://schemas.openxmlformats.org/officeDocument/2006/relationships/image" Target="../media/image77.wmf"/><Relationship Id="rId6" Type="http://schemas.openxmlformats.org/officeDocument/2006/relationships/image" Target="../media/image6.wmf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image" Target="../media/image8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97.wmf"/><Relationship Id="rId7" Type="http://schemas.openxmlformats.org/officeDocument/2006/relationships/image" Target="../media/image100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99.wmf"/><Relationship Id="rId5" Type="http://schemas.openxmlformats.org/officeDocument/2006/relationships/image" Target="../media/image11.wmf"/><Relationship Id="rId4" Type="http://schemas.openxmlformats.org/officeDocument/2006/relationships/image" Target="../media/image9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2" Type="http://schemas.openxmlformats.org/officeDocument/2006/relationships/image" Target="../media/image102.wmf"/><Relationship Id="rId1" Type="http://schemas.openxmlformats.org/officeDocument/2006/relationships/image" Target="../media/image100.wmf"/><Relationship Id="rId6" Type="http://schemas.openxmlformats.org/officeDocument/2006/relationships/image" Target="../media/image106.wmf"/><Relationship Id="rId11" Type="http://schemas.openxmlformats.org/officeDocument/2006/relationships/image" Target="../media/image111.wmf"/><Relationship Id="rId5" Type="http://schemas.openxmlformats.org/officeDocument/2006/relationships/image" Target="../media/image105.wmf"/><Relationship Id="rId10" Type="http://schemas.openxmlformats.org/officeDocument/2006/relationships/image" Target="../media/image110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.wmf"/><Relationship Id="rId1" Type="http://schemas.openxmlformats.org/officeDocument/2006/relationships/image" Target="../media/image98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.wmf"/><Relationship Id="rId1" Type="http://schemas.openxmlformats.org/officeDocument/2006/relationships/image" Target="../media/image9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59.wmf"/><Relationship Id="rId1" Type="http://schemas.openxmlformats.org/officeDocument/2006/relationships/image" Target="../media/image118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image" Target="../media/image134.wmf"/><Relationship Id="rId18" Type="http://schemas.openxmlformats.org/officeDocument/2006/relationships/image" Target="../media/image138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12" Type="http://schemas.openxmlformats.org/officeDocument/2006/relationships/image" Target="../media/image133.wmf"/><Relationship Id="rId17" Type="http://schemas.openxmlformats.org/officeDocument/2006/relationships/image" Target="../media/image137.wmf"/><Relationship Id="rId2" Type="http://schemas.openxmlformats.org/officeDocument/2006/relationships/image" Target="../media/image123.wmf"/><Relationship Id="rId16" Type="http://schemas.openxmlformats.org/officeDocument/2006/relationships/image" Target="../media/image99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11" Type="http://schemas.openxmlformats.org/officeDocument/2006/relationships/image" Target="../media/image132.wmf"/><Relationship Id="rId5" Type="http://schemas.openxmlformats.org/officeDocument/2006/relationships/image" Target="../media/image126.wmf"/><Relationship Id="rId15" Type="http://schemas.openxmlformats.org/officeDocument/2006/relationships/image" Target="../media/image136.wmf"/><Relationship Id="rId10" Type="http://schemas.openxmlformats.org/officeDocument/2006/relationships/image" Target="../media/image131.wmf"/><Relationship Id="rId19" Type="http://schemas.openxmlformats.org/officeDocument/2006/relationships/image" Target="../media/image139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Relationship Id="rId14" Type="http://schemas.openxmlformats.org/officeDocument/2006/relationships/image" Target="../media/image13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2" Type="http://schemas.openxmlformats.org/officeDocument/2006/relationships/image" Target="../media/image140.wmf"/><Relationship Id="rId1" Type="http://schemas.openxmlformats.org/officeDocument/2006/relationships/image" Target="../media/image132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56.wmf"/><Relationship Id="rId4" Type="http://schemas.openxmlformats.org/officeDocument/2006/relationships/image" Target="../media/image165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3.wmf"/><Relationship Id="rId18" Type="http://schemas.openxmlformats.org/officeDocument/2006/relationships/image" Target="../media/image179.wmf"/><Relationship Id="rId26" Type="http://schemas.openxmlformats.org/officeDocument/2006/relationships/image" Target="../media/image98.wmf"/><Relationship Id="rId3" Type="http://schemas.openxmlformats.org/officeDocument/2006/relationships/image" Target="../media/image168.wmf"/><Relationship Id="rId21" Type="http://schemas.openxmlformats.org/officeDocument/2006/relationships/image" Target="../media/image182.wmf"/><Relationship Id="rId7" Type="http://schemas.openxmlformats.org/officeDocument/2006/relationships/image" Target="../media/image172.wmf"/><Relationship Id="rId12" Type="http://schemas.openxmlformats.org/officeDocument/2006/relationships/image" Target="../media/image176.wmf"/><Relationship Id="rId17" Type="http://schemas.openxmlformats.org/officeDocument/2006/relationships/image" Target="../media/image4.wmf"/><Relationship Id="rId25" Type="http://schemas.openxmlformats.org/officeDocument/2006/relationships/image" Target="../media/image186.wmf"/><Relationship Id="rId2" Type="http://schemas.openxmlformats.org/officeDocument/2006/relationships/image" Target="../media/image167.wmf"/><Relationship Id="rId16" Type="http://schemas.openxmlformats.org/officeDocument/2006/relationships/image" Target="../media/image178.wmf"/><Relationship Id="rId20" Type="http://schemas.openxmlformats.org/officeDocument/2006/relationships/image" Target="../media/image181.wmf"/><Relationship Id="rId29" Type="http://schemas.openxmlformats.org/officeDocument/2006/relationships/image" Target="../media/image189.wmf"/><Relationship Id="rId1" Type="http://schemas.openxmlformats.org/officeDocument/2006/relationships/image" Target="../media/image166.wmf"/><Relationship Id="rId6" Type="http://schemas.openxmlformats.org/officeDocument/2006/relationships/image" Target="../media/image171.wmf"/><Relationship Id="rId11" Type="http://schemas.openxmlformats.org/officeDocument/2006/relationships/image" Target="../media/image175.wmf"/><Relationship Id="rId24" Type="http://schemas.openxmlformats.org/officeDocument/2006/relationships/image" Target="../media/image185.wmf"/><Relationship Id="rId5" Type="http://schemas.openxmlformats.org/officeDocument/2006/relationships/image" Target="../media/image170.wmf"/><Relationship Id="rId15" Type="http://schemas.openxmlformats.org/officeDocument/2006/relationships/image" Target="../media/image6.wmf"/><Relationship Id="rId23" Type="http://schemas.openxmlformats.org/officeDocument/2006/relationships/image" Target="../media/image184.wmf"/><Relationship Id="rId28" Type="http://schemas.openxmlformats.org/officeDocument/2006/relationships/image" Target="../media/image188.wmf"/><Relationship Id="rId10" Type="http://schemas.openxmlformats.org/officeDocument/2006/relationships/image" Target="../media/image174.wmf"/><Relationship Id="rId19" Type="http://schemas.openxmlformats.org/officeDocument/2006/relationships/image" Target="../media/image180.wmf"/><Relationship Id="rId4" Type="http://schemas.openxmlformats.org/officeDocument/2006/relationships/image" Target="../media/image169.wmf"/><Relationship Id="rId9" Type="http://schemas.openxmlformats.org/officeDocument/2006/relationships/image" Target="../media/image173.wmf"/><Relationship Id="rId14" Type="http://schemas.openxmlformats.org/officeDocument/2006/relationships/image" Target="../media/image177.wmf"/><Relationship Id="rId22" Type="http://schemas.openxmlformats.org/officeDocument/2006/relationships/image" Target="../media/image183.wmf"/><Relationship Id="rId27" Type="http://schemas.openxmlformats.org/officeDocument/2006/relationships/image" Target="../media/image18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image" Target="../media/image192.wmf"/><Relationship Id="rId7" Type="http://schemas.openxmlformats.org/officeDocument/2006/relationships/image" Target="../media/image196.wmf"/><Relationship Id="rId12" Type="http://schemas.openxmlformats.org/officeDocument/2006/relationships/image" Target="../media/image174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11" Type="http://schemas.openxmlformats.org/officeDocument/2006/relationships/image" Target="../media/image143.wmf"/><Relationship Id="rId5" Type="http://schemas.openxmlformats.org/officeDocument/2006/relationships/image" Target="../media/image194.wmf"/><Relationship Id="rId10" Type="http://schemas.openxmlformats.org/officeDocument/2006/relationships/image" Target="../media/image199.wmf"/><Relationship Id="rId4" Type="http://schemas.openxmlformats.org/officeDocument/2006/relationships/image" Target="../media/image193.wmf"/><Relationship Id="rId9" Type="http://schemas.openxmlformats.org/officeDocument/2006/relationships/image" Target="../media/image198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image" Target="../media/image209.wmf"/><Relationship Id="rId3" Type="http://schemas.openxmlformats.org/officeDocument/2006/relationships/image" Target="../media/image202.wmf"/><Relationship Id="rId7" Type="http://schemas.openxmlformats.org/officeDocument/2006/relationships/image" Target="../media/image203.wmf"/><Relationship Id="rId12" Type="http://schemas.openxmlformats.org/officeDocument/2006/relationships/image" Target="../media/image208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5.wmf"/><Relationship Id="rId11" Type="http://schemas.openxmlformats.org/officeDocument/2006/relationships/image" Target="../media/image207.wmf"/><Relationship Id="rId5" Type="http://schemas.openxmlformats.org/officeDocument/2006/relationships/image" Target="../media/image4.wmf"/><Relationship Id="rId10" Type="http://schemas.openxmlformats.org/officeDocument/2006/relationships/image" Target="../media/image206.wmf"/><Relationship Id="rId4" Type="http://schemas.openxmlformats.org/officeDocument/2006/relationships/image" Target="../media/image3.wmf"/><Relationship Id="rId9" Type="http://schemas.openxmlformats.org/officeDocument/2006/relationships/image" Target="../media/image205.wmf"/><Relationship Id="rId14" Type="http://schemas.openxmlformats.org/officeDocument/2006/relationships/image" Target="../media/image210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13" Type="http://schemas.openxmlformats.org/officeDocument/2006/relationships/image" Target="../media/image223.wmf"/><Relationship Id="rId3" Type="http://schemas.openxmlformats.org/officeDocument/2006/relationships/image" Target="../media/image213.wmf"/><Relationship Id="rId7" Type="http://schemas.openxmlformats.org/officeDocument/2006/relationships/image" Target="../media/image217.emf"/><Relationship Id="rId12" Type="http://schemas.openxmlformats.org/officeDocument/2006/relationships/image" Target="../media/image222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6" Type="http://schemas.openxmlformats.org/officeDocument/2006/relationships/image" Target="../media/image216.emf"/><Relationship Id="rId11" Type="http://schemas.openxmlformats.org/officeDocument/2006/relationships/image" Target="../media/image221.wmf"/><Relationship Id="rId5" Type="http://schemas.openxmlformats.org/officeDocument/2006/relationships/image" Target="../media/image215.wmf"/><Relationship Id="rId10" Type="http://schemas.openxmlformats.org/officeDocument/2006/relationships/image" Target="../media/image220.emf"/><Relationship Id="rId4" Type="http://schemas.openxmlformats.org/officeDocument/2006/relationships/image" Target="../media/image214.wmf"/><Relationship Id="rId9" Type="http://schemas.openxmlformats.org/officeDocument/2006/relationships/image" Target="../media/image219.emf"/><Relationship Id="rId14" Type="http://schemas.openxmlformats.org/officeDocument/2006/relationships/image" Target="../media/image22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4" Type="http://schemas.openxmlformats.org/officeDocument/2006/relationships/image" Target="../media/image22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6" Type="http://schemas.openxmlformats.org/officeDocument/2006/relationships/image" Target="../media/image234.wmf"/><Relationship Id="rId5" Type="http://schemas.openxmlformats.org/officeDocument/2006/relationships/image" Target="../media/image233.wmf"/><Relationship Id="rId4" Type="http://schemas.openxmlformats.org/officeDocument/2006/relationships/image" Target="../media/image232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3" Type="http://schemas.openxmlformats.org/officeDocument/2006/relationships/image" Target="../media/image117.wmf"/><Relationship Id="rId7" Type="http://schemas.openxmlformats.org/officeDocument/2006/relationships/image" Target="../media/image239.wmf"/><Relationship Id="rId12" Type="http://schemas.openxmlformats.org/officeDocument/2006/relationships/image" Target="../media/image244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Relationship Id="rId6" Type="http://schemas.openxmlformats.org/officeDocument/2006/relationships/image" Target="../media/image238.wmf"/><Relationship Id="rId11" Type="http://schemas.openxmlformats.org/officeDocument/2006/relationships/image" Target="../media/image243.wmf"/><Relationship Id="rId5" Type="http://schemas.openxmlformats.org/officeDocument/2006/relationships/image" Target="../media/image237.wmf"/><Relationship Id="rId10" Type="http://schemas.openxmlformats.org/officeDocument/2006/relationships/image" Target="../media/image242.wmf"/><Relationship Id="rId4" Type="http://schemas.openxmlformats.org/officeDocument/2006/relationships/image" Target="../media/image11.wmf"/><Relationship Id="rId9" Type="http://schemas.openxmlformats.org/officeDocument/2006/relationships/image" Target="../media/image241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12" Type="http://schemas.openxmlformats.org/officeDocument/2006/relationships/image" Target="../media/image256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250.wmf"/><Relationship Id="rId11" Type="http://schemas.openxmlformats.org/officeDocument/2006/relationships/image" Target="../media/image255.wmf"/><Relationship Id="rId5" Type="http://schemas.openxmlformats.org/officeDocument/2006/relationships/image" Target="../media/image249.wmf"/><Relationship Id="rId10" Type="http://schemas.openxmlformats.org/officeDocument/2006/relationships/image" Target="../media/image254.wmf"/><Relationship Id="rId4" Type="http://schemas.openxmlformats.org/officeDocument/2006/relationships/image" Target="../media/image248.wmf"/><Relationship Id="rId9" Type="http://schemas.openxmlformats.org/officeDocument/2006/relationships/image" Target="../media/image253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262.wmf"/><Relationship Id="rId11" Type="http://schemas.openxmlformats.org/officeDocument/2006/relationships/image" Target="../media/image267.wmf"/><Relationship Id="rId5" Type="http://schemas.openxmlformats.org/officeDocument/2006/relationships/image" Target="../media/image261.wmf"/><Relationship Id="rId10" Type="http://schemas.openxmlformats.org/officeDocument/2006/relationships/image" Target="../media/image266.wmf"/><Relationship Id="rId4" Type="http://schemas.openxmlformats.org/officeDocument/2006/relationships/image" Target="../media/image260.wmf"/><Relationship Id="rId9" Type="http://schemas.openxmlformats.org/officeDocument/2006/relationships/image" Target="../media/image265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wmf"/><Relationship Id="rId13" Type="http://schemas.openxmlformats.org/officeDocument/2006/relationships/image" Target="../media/image278.wmf"/><Relationship Id="rId18" Type="http://schemas.openxmlformats.org/officeDocument/2006/relationships/image" Target="../media/image283.wmf"/><Relationship Id="rId3" Type="http://schemas.openxmlformats.org/officeDocument/2006/relationships/image" Target="../media/image268.wmf"/><Relationship Id="rId7" Type="http://schemas.openxmlformats.org/officeDocument/2006/relationships/image" Target="../media/image272.wmf"/><Relationship Id="rId12" Type="http://schemas.openxmlformats.org/officeDocument/2006/relationships/image" Target="../media/image277.wmf"/><Relationship Id="rId17" Type="http://schemas.openxmlformats.org/officeDocument/2006/relationships/image" Target="../media/image282.wmf"/><Relationship Id="rId2" Type="http://schemas.openxmlformats.org/officeDocument/2006/relationships/image" Target="../media/image11.wmf"/><Relationship Id="rId16" Type="http://schemas.openxmlformats.org/officeDocument/2006/relationships/image" Target="../media/image281.wmf"/><Relationship Id="rId20" Type="http://schemas.openxmlformats.org/officeDocument/2006/relationships/image" Target="../media/image285.wmf"/><Relationship Id="rId1" Type="http://schemas.openxmlformats.org/officeDocument/2006/relationships/image" Target="../media/image98.wmf"/><Relationship Id="rId6" Type="http://schemas.openxmlformats.org/officeDocument/2006/relationships/image" Target="../media/image271.wmf"/><Relationship Id="rId11" Type="http://schemas.openxmlformats.org/officeDocument/2006/relationships/image" Target="../media/image276.wmf"/><Relationship Id="rId5" Type="http://schemas.openxmlformats.org/officeDocument/2006/relationships/image" Target="../media/image270.wmf"/><Relationship Id="rId15" Type="http://schemas.openxmlformats.org/officeDocument/2006/relationships/image" Target="../media/image280.wmf"/><Relationship Id="rId10" Type="http://schemas.openxmlformats.org/officeDocument/2006/relationships/image" Target="../media/image275.wmf"/><Relationship Id="rId19" Type="http://schemas.openxmlformats.org/officeDocument/2006/relationships/image" Target="../media/image284.wmf"/><Relationship Id="rId4" Type="http://schemas.openxmlformats.org/officeDocument/2006/relationships/image" Target="../media/image269.wmf"/><Relationship Id="rId9" Type="http://schemas.openxmlformats.org/officeDocument/2006/relationships/image" Target="../media/image274.wmf"/><Relationship Id="rId14" Type="http://schemas.openxmlformats.org/officeDocument/2006/relationships/image" Target="../media/image279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3" Type="http://schemas.openxmlformats.org/officeDocument/2006/relationships/image" Target="../media/image288.wmf"/><Relationship Id="rId7" Type="http://schemas.openxmlformats.org/officeDocument/2006/relationships/image" Target="../media/image11.wmf"/><Relationship Id="rId2" Type="http://schemas.openxmlformats.org/officeDocument/2006/relationships/image" Target="../media/image287.wmf"/><Relationship Id="rId1" Type="http://schemas.openxmlformats.org/officeDocument/2006/relationships/image" Target="../media/image286.wmf"/><Relationship Id="rId6" Type="http://schemas.openxmlformats.org/officeDocument/2006/relationships/image" Target="../media/image98.wmf"/><Relationship Id="rId11" Type="http://schemas.openxmlformats.org/officeDocument/2006/relationships/image" Target="../media/image293.wmf"/><Relationship Id="rId5" Type="http://schemas.openxmlformats.org/officeDocument/2006/relationships/image" Target="../media/image289.wmf"/><Relationship Id="rId10" Type="http://schemas.openxmlformats.org/officeDocument/2006/relationships/image" Target="../media/image292.wmf"/><Relationship Id="rId4" Type="http://schemas.openxmlformats.org/officeDocument/2006/relationships/image" Target="../media/image270.wmf"/><Relationship Id="rId9" Type="http://schemas.openxmlformats.org/officeDocument/2006/relationships/image" Target="../media/image291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3" Type="http://schemas.openxmlformats.org/officeDocument/2006/relationships/image" Target="../media/image270.wmf"/><Relationship Id="rId7" Type="http://schemas.openxmlformats.org/officeDocument/2006/relationships/image" Target="../media/image296.wmf"/><Relationship Id="rId2" Type="http://schemas.openxmlformats.org/officeDocument/2006/relationships/image" Target="../media/image288.wmf"/><Relationship Id="rId1" Type="http://schemas.openxmlformats.org/officeDocument/2006/relationships/image" Target="../media/image287.wmf"/><Relationship Id="rId6" Type="http://schemas.openxmlformats.org/officeDocument/2006/relationships/image" Target="../media/image295.wmf"/><Relationship Id="rId5" Type="http://schemas.openxmlformats.org/officeDocument/2006/relationships/image" Target="../media/image294.wmf"/><Relationship Id="rId4" Type="http://schemas.openxmlformats.org/officeDocument/2006/relationships/image" Target="../media/image289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3" Type="http://schemas.openxmlformats.org/officeDocument/2006/relationships/image" Target="../media/image300.wmf"/><Relationship Id="rId7" Type="http://schemas.openxmlformats.org/officeDocument/2006/relationships/image" Target="../media/image304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6" Type="http://schemas.openxmlformats.org/officeDocument/2006/relationships/image" Target="../media/image303.wmf"/><Relationship Id="rId5" Type="http://schemas.openxmlformats.org/officeDocument/2006/relationships/image" Target="../media/image302.wmf"/><Relationship Id="rId4" Type="http://schemas.openxmlformats.org/officeDocument/2006/relationships/image" Target="../media/image301.wmf"/><Relationship Id="rId9" Type="http://schemas.openxmlformats.org/officeDocument/2006/relationships/image" Target="../media/image306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wmf"/><Relationship Id="rId7" Type="http://schemas.openxmlformats.org/officeDocument/2006/relationships/image" Target="../media/image313.wmf"/><Relationship Id="rId2" Type="http://schemas.openxmlformats.org/officeDocument/2006/relationships/image" Target="../media/image308.wmf"/><Relationship Id="rId1" Type="http://schemas.openxmlformats.org/officeDocument/2006/relationships/image" Target="../media/image307.wmf"/><Relationship Id="rId6" Type="http://schemas.openxmlformats.org/officeDocument/2006/relationships/image" Target="../media/image312.wmf"/><Relationship Id="rId5" Type="http://schemas.openxmlformats.org/officeDocument/2006/relationships/image" Target="../media/image311.wmf"/><Relationship Id="rId4" Type="http://schemas.openxmlformats.org/officeDocument/2006/relationships/image" Target="../media/image310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4" Type="http://schemas.openxmlformats.org/officeDocument/2006/relationships/image" Target="../media/image317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3" Type="http://schemas.openxmlformats.org/officeDocument/2006/relationships/image" Target="../media/image324.wmf"/><Relationship Id="rId7" Type="http://schemas.openxmlformats.org/officeDocument/2006/relationships/image" Target="../media/image326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6" Type="http://schemas.openxmlformats.org/officeDocument/2006/relationships/image" Target="../media/image11.wmf"/><Relationship Id="rId5" Type="http://schemas.openxmlformats.org/officeDocument/2006/relationships/image" Target="../media/image98.wmf"/><Relationship Id="rId10" Type="http://schemas.openxmlformats.org/officeDocument/2006/relationships/image" Target="../media/image329.wmf"/><Relationship Id="rId4" Type="http://schemas.openxmlformats.org/officeDocument/2006/relationships/image" Target="../media/image325.wmf"/><Relationship Id="rId9" Type="http://schemas.openxmlformats.org/officeDocument/2006/relationships/image" Target="../media/image328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wmf"/><Relationship Id="rId2" Type="http://schemas.openxmlformats.org/officeDocument/2006/relationships/image" Target="../media/image331.wmf"/><Relationship Id="rId1" Type="http://schemas.openxmlformats.org/officeDocument/2006/relationships/image" Target="../media/image330.wmf"/><Relationship Id="rId4" Type="http://schemas.openxmlformats.org/officeDocument/2006/relationships/image" Target="../media/image332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image" Target="../media/image339.wmf"/><Relationship Id="rId3" Type="http://schemas.openxmlformats.org/officeDocument/2006/relationships/image" Target="../media/image3.wmf"/><Relationship Id="rId7" Type="http://schemas.openxmlformats.org/officeDocument/2006/relationships/image" Target="../media/image335.wmf"/><Relationship Id="rId12" Type="http://schemas.openxmlformats.org/officeDocument/2006/relationships/image" Target="../media/image338.wmf"/><Relationship Id="rId2" Type="http://schemas.openxmlformats.org/officeDocument/2006/relationships/image" Target="../media/image333.wmf"/><Relationship Id="rId1" Type="http://schemas.openxmlformats.org/officeDocument/2006/relationships/image" Target="../media/image322.wmf"/><Relationship Id="rId6" Type="http://schemas.openxmlformats.org/officeDocument/2006/relationships/image" Target="../media/image173.wmf"/><Relationship Id="rId11" Type="http://schemas.openxmlformats.org/officeDocument/2006/relationships/image" Target="../media/image337.wmf"/><Relationship Id="rId5" Type="http://schemas.openxmlformats.org/officeDocument/2006/relationships/image" Target="../media/image334.wmf"/><Relationship Id="rId10" Type="http://schemas.openxmlformats.org/officeDocument/2006/relationships/image" Target="../media/image11.wmf"/><Relationship Id="rId4" Type="http://schemas.openxmlformats.org/officeDocument/2006/relationships/image" Target="../media/image4.wmf"/><Relationship Id="rId9" Type="http://schemas.openxmlformats.org/officeDocument/2006/relationships/image" Target="../media/image98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13" Type="http://schemas.openxmlformats.org/officeDocument/2006/relationships/image" Target="../media/image352.wmf"/><Relationship Id="rId3" Type="http://schemas.openxmlformats.org/officeDocument/2006/relationships/image" Target="../media/image342.wmf"/><Relationship Id="rId7" Type="http://schemas.openxmlformats.org/officeDocument/2006/relationships/image" Target="../media/image346.wmf"/><Relationship Id="rId12" Type="http://schemas.openxmlformats.org/officeDocument/2006/relationships/image" Target="../media/image351.wmf"/><Relationship Id="rId17" Type="http://schemas.openxmlformats.org/officeDocument/2006/relationships/image" Target="../media/image356.wmf"/><Relationship Id="rId2" Type="http://schemas.openxmlformats.org/officeDocument/2006/relationships/image" Target="../media/image341.wmf"/><Relationship Id="rId16" Type="http://schemas.openxmlformats.org/officeDocument/2006/relationships/image" Target="../media/image355.wmf"/><Relationship Id="rId1" Type="http://schemas.openxmlformats.org/officeDocument/2006/relationships/image" Target="../media/image340.wmf"/><Relationship Id="rId6" Type="http://schemas.openxmlformats.org/officeDocument/2006/relationships/image" Target="../media/image345.wmf"/><Relationship Id="rId11" Type="http://schemas.openxmlformats.org/officeDocument/2006/relationships/image" Target="../media/image350.wmf"/><Relationship Id="rId5" Type="http://schemas.openxmlformats.org/officeDocument/2006/relationships/image" Target="../media/image344.wmf"/><Relationship Id="rId15" Type="http://schemas.openxmlformats.org/officeDocument/2006/relationships/image" Target="../media/image354.wmf"/><Relationship Id="rId10" Type="http://schemas.openxmlformats.org/officeDocument/2006/relationships/image" Target="../media/image349.wmf"/><Relationship Id="rId4" Type="http://schemas.openxmlformats.org/officeDocument/2006/relationships/image" Target="../media/image343.wmf"/><Relationship Id="rId9" Type="http://schemas.openxmlformats.org/officeDocument/2006/relationships/image" Target="../media/image348.wmf"/><Relationship Id="rId14" Type="http://schemas.openxmlformats.org/officeDocument/2006/relationships/image" Target="../media/image353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wmf"/><Relationship Id="rId3" Type="http://schemas.openxmlformats.org/officeDocument/2006/relationships/image" Target="../media/image357.wmf"/><Relationship Id="rId7" Type="http://schemas.openxmlformats.org/officeDocument/2006/relationships/image" Target="../media/image361.wmf"/><Relationship Id="rId2" Type="http://schemas.openxmlformats.org/officeDocument/2006/relationships/image" Target="../media/image354.wmf"/><Relationship Id="rId1" Type="http://schemas.openxmlformats.org/officeDocument/2006/relationships/image" Target="../media/image340.wmf"/><Relationship Id="rId6" Type="http://schemas.openxmlformats.org/officeDocument/2006/relationships/image" Target="../media/image360.wmf"/><Relationship Id="rId5" Type="http://schemas.openxmlformats.org/officeDocument/2006/relationships/image" Target="../media/image359.wmf"/><Relationship Id="rId4" Type="http://schemas.openxmlformats.org/officeDocument/2006/relationships/image" Target="../media/image358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wmf"/><Relationship Id="rId3" Type="http://schemas.openxmlformats.org/officeDocument/2006/relationships/image" Target="../media/image365.wmf"/><Relationship Id="rId7" Type="http://schemas.openxmlformats.org/officeDocument/2006/relationships/image" Target="../media/image369.wmf"/><Relationship Id="rId2" Type="http://schemas.openxmlformats.org/officeDocument/2006/relationships/image" Target="../media/image364.wmf"/><Relationship Id="rId1" Type="http://schemas.openxmlformats.org/officeDocument/2006/relationships/image" Target="../media/image363.wmf"/><Relationship Id="rId6" Type="http://schemas.openxmlformats.org/officeDocument/2006/relationships/image" Target="../media/image368.wmf"/><Relationship Id="rId5" Type="http://schemas.openxmlformats.org/officeDocument/2006/relationships/image" Target="../media/image367.wmf"/><Relationship Id="rId4" Type="http://schemas.openxmlformats.org/officeDocument/2006/relationships/image" Target="../media/image366.wmf"/><Relationship Id="rId9" Type="http://schemas.openxmlformats.org/officeDocument/2006/relationships/image" Target="../media/image371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wmf"/><Relationship Id="rId7" Type="http://schemas.openxmlformats.org/officeDocument/2006/relationships/image" Target="../media/image376.wmf"/><Relationship Id="rId2" Type="http://schemas.openxmlformats.org/officeDocument/2006/relationships/image" Target="../media/image372.wmf"/><Relationship Id="rId1" Type="http://schemas.openxmlformats.org/officeDocument/2006/relationships/image" Target="../media/image371.wmf"/><Relationship Id="rId6" Type="http://schemas.openxmlformats.org/officeDocument/2006/relationships/image" Target="../media/image366.wmf"/><Relationship Id="rId5" Type="http://schemas.openxmlformats.org/officeDocument/2006/relationships/image" Target="../media/image375.wmf"/><Relationship Id="rId4" Type="http://schemas.openxmlformats.org/officeDocument/2006/relationships/image" Target="../media/image374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wmf"/><Relationship Id="rId2" Type="http://schemas.openxmlformats.org/officeDocument/2006/relationships/image" Target="../media/image377.wmf"/><Relationship Id="rId1" Type="http://schemas.openxmlformats.org/officeDocument/2006/relationships/image" Target="../media/image367.wmf"/><Relationship Id="rId6" Type="http://schemas.openxmlformats.org/officeDocument/2006/relationships/image" Target="../media/image364.wmf"/><Relationship Id="rId5" Type="http://schemas.openxmlformats.org/officeDocument/2006/relationships/image" Target="../media/image379.wmf"/><Relationship Id="rId4" Type="http://schemas.openxmlformats.org/officeDocument/2006/relationships/image" Target="../media/image378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wmf"/><Relationship Id="rId3" Type="http://schemas.openxmlformats.org/officeDocument/2006/relationships/image" Target="../media/image382.wmf"/><Relationship Id="rId7" Type="http://schemas.openxmlformats.org/officeDocument/2006/relationships/image" Target="../media/image386.wmf"/><Relationship Id="rId2" Type="http://schemas.openxmlformats.org/officeDocument/2006/relationships/image" Target="../media/image381.wmf"/><Relationship Id="rId1" Type="http://schemas.openxmlformats.org/officeDocument/2006/relationships/image" Target="../media/image380.wmf"/><Relationship Id="rId6" Type="http://schemas.openxmlformats.org/officeDocument/2006/relationships/image" Target="../media/image385.wmf"/><Relationship Id="rId5" Type="http://schemas.openxmlformats.org/officeDocument/2006/relationships/image" Target="../media/image384.wmf"/><Relationship Id="rId4" Type="http://schemas.openxmlformats.org/officeDocument/2006/relationships/image" Target="../media/image383.wmf"/><Relationship Id="rId9" Type="http://schemas.openxmlformats.org/officeDocument/2006/relationships/image" Target="../media/image388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9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wmf"/><Relationship Id="rId3" Type="http://schemas.openxmlformats.org/officeDocument/2006/relationships/image" Target="../media/image392.wmf"/><Relationship Id="rId7" Type="http://schemas.openxmlformats.org/officeDocument/2006/relationships/image" Target="../media/image396.wmf"/><Relationship Id="rId2" Type="http://schemas.openxmlformats.org/officeDocument/2006/relationships/image" Target="../media/image391.wmf"/><Relationship Id="rId1" Type="http://schemas.openxmlformats.org/officeDocument/2006/relationships/image" Target="../media/image390.wmf"/><Relationship Id="rId6" Type="http://schemas.openxmlformats.org/officeDocument/2006/relationships/image" Target="../media/image395.wmf"/><Relationship Id="rId5" Type="http://schemas.openxmlformats.org/officeDocument/2006/relationships/image" Target="../media/image394.wmf"/><Relationship Id="rId4" Type="http://schemas.openxmlformats.org/officeDocument/2006/relationships/image" Target="../media/image393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wmf"/><Relationship Id="rId13" Type="http://schemas.openxmlformats.org/officeDocument/2006/relationships/image" Target="../media/image410.wmf"/><Relationship Id="rId18" Type="http://schemas.openxmlformats.org/officeDocument/2006/relationships/image" Target="../media/image415.wmf"/><Relationship Id="rId3" Type="http://schemas.openxmlformats.org/officeDocument/2006/relationships/image" Target="../media/image400.wmf"/><Relationship Id="rId21" Type="http://schemas.openxmlformats.org/officeDocument/2006/relationships/image" Target="../media/image418.wmf"/><Relationship Id="rId7" Type="http://schemas.openxmlformats.org/officeDocument/2006/relationships/image" Target="../media/image404.wmf"/><Relationship Id="rId12" Type="http://schemas.openxmlformats.org/officeDocument/2006/relationships/image" Target="../media/image409.wmf"/><Relationship Id="rId17" Type="http://schemas.openxmlformats.org/officeDocument/2006/relationships/image" Target="../media/image414.wmf"/><Relationship Id="rId2" Type="http://schemas.openxmlformats.org/officeDocument/2006/relationships/image" Target="../media/image399.wmf"/><Relationship Id="rId16" Type="http://schemas.openxmlformats.org/officeDocument/2006/relationships/image" Target="../media/image413.wmf"/><Relationship Id="rId20" Type="http://schemas.openxmlformats.org/officeDocument/2006/relationships/image" Target="../media/image417.wmf"/><Relationship Id="rId1" Type="http://schemas.openxmlformats.org/officeDocument/2006/relationships/image" Target="../media/image398.wmf"/><Relationship Id="rId6" Type="http://schemas.openxmlformats.org/officeDocument/2006/relationships/image" Target="../media/image403.wmf"/><Relationship Id="rId11" Type="http://schemas.openxmlformats.org/officeDocument/2006/relationships/image" Target="../media/image408.wmf"/><Relationship Id="rId5" Type="http://schemas.openxmlformats.org/officeDocument/2006/relationships/image" Target="../media/image402.wmf"/><Relationship Id="rId15" Type="http://schemas.openxmlformats.org/officeDocument/2006/relationships/image" Target="../media/image412.wmf"/><Relationship Id="rId10" Type="http://schemas.openxmlformats.org/officeDocument/2006/relationships/image" Target="../media/image407.wmf"/><Relationship Id="rId19" Type="http://schemas.openxmlformats.org/officeDocument/2006/relationships/image" Target="../media/image416.wmf"/><Relationship Id="rId4" Type="http://schemas.openxmlformats.org/officeDocument/2006/relationships/image" Target="../media/image401.wmf"/><Relationship Id="rId9" Type="http://schemas.openxmlformats.org/officeDocument/2006/relationships/image" Target="../media/image406.wmf"/><Relationship Id="rId14" Type="http://schemas.openxmlformats.org/officeDocument/2006/relationships/image" Target="../media/image411.wmf"/><Relationship Id="rId22" Type="http://schemas.openxmlformats.org/officeDocument/2006/relationships/image" Target="../media/image419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2.wmf"/><Relationship Id="rId2" Type="http://schemas.openxmlformats.org/officeDocument/2006/relationships/image" Target="../media/image421.wmf"/><Relationship Id="rId1" Type="http://schemas.openxmlformats.org/officeDocument/2006/relationships/image" Target="../media/image420.wmf"/><Relationship Id="rId4" Type="http://schemas.openxmlformats.org/officeDocument/2006/relationships/image" Target="../media/image423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wmf"/><Relationship Id="rId2" Type="http://schemas.openxmlformats.org/officeDocument/2006/relationships/image" Target="../media/image425.wmf"/><Relationship Id="rId1" Type="http://schemas.openxmlformats.org/officeDocument/2006/relationships/image" Target="../media/image424.wmf"/><Relationship Id="rId4" Type="http://schemas.openxmlformats.org/officeDocument/2006/relationships/image" Target="../media/image427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3" Type="http://schemas.openxmlformats.org/officeDocument/2006/relationships/image" Target="../media/image430.wmf"/><Relationship Id="rId7" Type="http://schemas.openxmlformats.org/officeDocument/2006/relationships/image" Target="../media/image98.wmf"/><Relationship Id="rId12" Type="http://schemas.openxmlformats.org/officeDocument/2006/relationships/image" Target="../media/image438.wmf"/><Relationship Id="rId2" Type="http://schemas.openxmlformats.org/officeDocument/2006/relationships/image" Target="../media/image429.wmf"/><Relationship Id="rId1" Type="http://schemas.openxmlformats.org/officeDocument/2006/relationships/image" Target="../media/image428.wmf"/><Relationship Id="rId6" Type="http://schemas.openxmlformats.org/officeDocument/2006/relationships/image" Target="../media/image433.wmf"/><Relationship Id="rId11" Type="http://schemas.openxmlformats.org/officeDocument/2006/relationships/image" Target="../media/image437.wmf"/><Relationship Id="rId5" Type="http://schemas.openxmlformats.org/officeDocument/2006/relationships/image" Target="../media/image432.wmf"/><Relationship Id="rId10" Type="http://schemas.openxmlformats.org/officeDocument/2006/relationships/image" Target="../media/image436.wmf"/><Relationship Id="rId4" Type="http://schemas.openxmlformats.org/officeDocument/2006/relationships/image" Target="../media/image431.wmf"/><Relationship Id="rId9" Type="http://schemas.openxmlformats.org/officeDocument/2006/relationships/image" Target="../media/image435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wmf"/><Relationship Id="rId2" Type="http://schemas.openxmlformats.org/officeDocument/2006/relationships/image" Target="../media/image440.wmf"/><Relationship Id="rId1" Type="http://schemas.openxmlformats.org/officeDocument/2006/relationships/image" Target="../media/image439.wmf"/><Relationship Id="rId6" Type="http://schemas.openxmlformats.org/officeDocument/2006/relationships/image" Target="../media/image444.wmf"/><Relationship Id="rId5" Type="http://schemas.openxmlformats.org/officeDocument/2006/relationships/image" Target="../media/image443.wmf"/><Relationship Id="rId4" Type="http://schemas.openxmlformats.org/officeDocument/2006/relationships/image" Target="../media/image442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wmf"/><Relationship Id="rId13" Type="http://schemas.openxmlformats.org/officeDocument/2006/relationships/image" Target="../media/image456.wmf"/><Relationship Id="rId3" Type="http://schemas.openxmlformats.org/officeDocument/2006/relationships/image" Target="../media/image108.wmf"/><Relationship Id="rId7" Type="http://schemas.openxmlformats.org/officeDocument/2006/relationships/image" Target="../media/image450.wmf"/><Relationship Id="rId12" Type="http://schemas.openxmlformats.org/officeDocument/2006/relationships/image" Target="../media/image455.wmf"/><Relationship Id="rId2" Type="http://schemas.openxmlformats.org/officeDocument/2006/relationships/image" Target="../media/image446.wmf"/><Relationship Id="rId1" Type="http://schemas.openxmlformats.org/officeDocument/2006/relationships/image" Target="../media/image445.wmf"/><Relationship Id="rId6" Type="http://schemas.openxmlformats.org/officeDocument/2006/relationships/image" Target="../media/image449.wmf"/><Relationship Id="rId11" Type="http://schemas.openxmlformats.org/officeDocument/2006/relationships/image" Target="../media/image454.wmf"/><Relationship Id="rId5" Type="http://schemas.openxmlformats.org/officeDocument/2006/relationships/image" Target="../media/image448.wmf"/><Relationship Id="rId10" Type="http://schemas.openxmlformats.org/officeDocument/2006/relationships/image" Target="../media/image453.wmf"/><Relationship Id="rId4" Type="http://schemas.openxmlformats.org/officeDocument/2006/relationships/image" Target="../media/image447.wmf"/><Relationship Id="rId9" Type="http://schemas.openxmlformats.org/officeDocument/2006/relationships/image" Target="../media/image452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9.wmf"/><Relationship Id="rId2" Type="http://schemas.openxmlformats.org/officeDocument/2006/relationships/image" Target="../media/image458.wmf"/><Relationship Id="rId1" Type="http://schemas.openxmlformats.org/officeDocument/2006/relationships/image" Target="../media/image457.wmf"/><Relationship Id="rId4" Type="http://schemas.openxmlformats.org/officeDocument/2006/relationships/image" Target="../media/image460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3.wmf"/><Relationship Id="rId2" Type="http://schemas.openxmlformats.org/officeDocument/2006/relationships/image" Target="../media/image462.wmf"/><Relationship Id="rId1" Type="http://schemas.openxmlformats.org/officeDocument/2006/relationships/image" Target="../media/image461.wmf"/><Relationship Id="rId6" Type="http://schemas.openxmlformats.org/officeDocument/2006/relationships/image" Target="../media/image466.wmf"/><Relationship Id="rId5" Type="http://schemas.openxmlformats.org/officeDocument/2006/relationships/image" Target="../media/image465.wmf"/><Relationship Id="rId4" Type="http://schemas.openxmlformats.org/officeDocument/2006/relationships/image" Target="../media/image464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9.wmf"/><Relationship Id="rId2" Type="http://schemas.openxmlformats.org/officeDocument/2006/relationships/image" Target="../media/image468.wmf"/><Relationship Id="rId1" Type="http://schemas.openxmlformats.org/officeDocument/2006/relationships/image" Target="../media/image467.wmf"/><Relationship Id="rId4" Type="http://schemas.openxmlformats.org/officeDocument/2006/relationships/image" Target="../media/image4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03FE-72F3-4005-87D0-A422B9407525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2B93E-1E38-4B57-8534-C58099423F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24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1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54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914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927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060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640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11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669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048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222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159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472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072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780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924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786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604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5137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180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0141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7853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9535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99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299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586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6112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先求被积函数（函数）在区间</a:t>
            </a:r>
            <a:r>
              <a:rPr lang="en-US" altLang="zh-CN" dirty="0"/>
              <a:t>[0,2]</a:t>
            </a:r>
            <a:r>
              <a:rPr lang="zh-CN" altLang="en-US" dirty="0"/>
              <a:t>上的最值。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6323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6353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14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0809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2B93E-1E38-4B57-8534-C58099423F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601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9.bin"/><Relationship Id="rId26" Type="http://schemas.openxmlformats.org/officeDocument/2006/relationships/oleObject" Target="../embeddings/oleObject23.bin"/><Relationship Id="rId21" Type="http://schemas.openxmlformats.org/officeDocument/2006/relationships/image" Target="../media/image17.wmf"/><Relationship Id="rId34" Type="http://schemas.openxmlformats.org/officeDocument/2006/relationships/oleObject" Target="../embeddings/oleObject28.bin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4.wmf"/><Relationship Id="rId25" Type="http://schemas.openxmlformats.org/officeDocument/2006/relationships/image" Target="../media/image18.wmf"/><Relationship Id="rId3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29" Type="http://schemas.openxmlformats.org/officeDocument/2006/relationships/oleObject" Target="../embeddings/oleObject25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22.bin"/><Relationship Id="rId32" Type="http://schemas.openxmlformats.org/officeDocument/2006/relationships/image" Target="../media/image21.wmf"/><Relationship Id="rId37" Type="http://schemas.openxmlformats.org/officeDocument/2006/relationships/oleObject" Target="../embeddings/oleObject30.bin"/><Relationship Id="rId5" Type="http://schemas.openxmlformats.org/officeDocument/2006/relationships/image" Target="../media/image12.wmf"/><Relationship Id="rId15" Type="http://schemas.openxmlformats.org/officeDocument/2006/relationships/image" Target="../media/image3.wmf"/><Relationship Id="rId23" Type="http://schemas.openxmlformats.org/officeDocument/2006/relationships/image" Target="../media/image11.wmf"/><Relationship Id="rId28" Type="http://schemas.openxmlformats.org/officeDocument/2006/relationships/image" Target="../media/image19.wmf"/><Relationship Id="rId36" Type="http://schemas.openxmlformats.org/officeDocument/2006/relationships/image" Target="../media/image22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16.wmf"/><Relationship Id="rId31" Type="http://schemas.openxmlformats.org/officeDocument/2006/relationships/oleObject" Target="../embeddings/oleObject26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1.bin"/><Relationship Id="rId27" Type="http://schemas.openxmlformats.org/officeDocument/2006/relationships/oleObject" Target="../embeddings/oleObject24.bin"/><Relationship Id="rId30" Type="http://schemas.openxmlformats.org/officeDocument/2006/relationships/image" Target="../media/image20.wmf"/><Relationship Id="rId35" Type="http://schemas.openxmlformats.org/officeDocument/2006/relationships/oleObject" Target="../embeddings/oleObject29.bin"/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wmf"/><Relationship Id="rId18" Type="http://schemas.openxmlformats.org/officeDocument/2006/relationships/oleObject" Target="../embeddings/oleObject34.bin"/><Relationship Id="rId26" Type="http://schemas.openxmlformats.org/officeDocument/2006/relationships/oleObject" Target="../embeddings/oleObject38.bin"/><Relationship Id="rId39" Type="http://schemas.openxmlformats.org/officeDocument/2006/relationships/image" Target="../media/image35.wmf"/><Relationship Id="rId21" Type="http://schemas.openxmlformats.org/officeDocument/2006/relationships/image" Target="../media/image27.wmf"/><Relationship Id="rId34" Type="http://schemas.openxmlformats.org/officeDocument/2006/relationships/oleObject" Target="../embeddings/oleObject42.bin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4.wmf"/><Relationship Id="rId25" Type="http://schemas.openxmlformats.org/officeDocument/2006/relationships/image" Target="../media/image29.wmf"/><Relationship Id="rId33" Type="http://schemas.openxmlformats.org/officeDocument/2006/relationships/image" Target="../media/image33.wmf"/><Relationship Id="rId38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5.bin"/><Relationship Id="rId29" Type="http://schemas.openxmlformats.org/officeDocument/2006/relationships/image" Target="../media/image31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37.bin"/><Relationship Id="rId32" Type="http://schemas.openxmlformats.org/officeDocument/2006/relationships/oleObject" Target="../embeddings/oleObject41.bin"/><Relationship Id="rId37" Type="http://schemas.openxmlformats.org/officeDocument/2006/relationships/image" Target="../media/image11.wmf"/><Relationship Id="rId5" Type="http://schemas.openxmlformats.org/officeDocument/2006/relationships/image" Target="../media/image23.wmf"/><Relationship Id="rId15" Type="http://schemas.openxmlformats.org/officeDocument/2006/relationships/image" Target="../media/image3.wmf"/><Relationship Id="rId23" Type="http://schemas.openxmlformats.org/officeDocument/2006/relationships/image" Target="../media/image28.wmf"/><Relationship Id="rId28" Type="http://schemas.openxmlformats.org/officeDocument/2006/relationships/oleObject" Target="../embeddings/oleObject39.bin"/><Relationship Id="rId36" Type="http://schemas.openxmlformats.org/officeDocument/2006/relationships/oleObject" Target="../embeddings/oleObject43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6.wmf"/><Relationship Id="rId31" Type="http://schemas.openxmlformats.org/officeDocument/2006/relationships/image" Target="../media/image32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6.bin"/><Relationship Id="rId27" Type="http://schemas.openxmlformats.org/officeDocument/2006/relationships/image" Target="../media/image30.wmf"/><Relationship Id="rId30" Type="http://schemas.openxmlformats.org/officeDocument/2006/relationships/oleObject" Target="../embeddings/oleObject40.bin"/><Relationship Id="rId35" Type="http://schemas.openxmlformats.org/officeDocument/2006/relationships/image" Target="../media/image34.wmf"/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wmf"/><Relationship Id="rId18" Type="http://schemas.openxmlformats.org/officeDocument/2006/relationships/oleObject" Target="../embeddings/oleObject47.bin"/><Relationship Id="rId26" Type="http://schemas.openxmlformats.org/officeDocument/2006/relationships/oleObject" Target="../embeddings/oleObject40.bin"/><Relationship Id="rId39" Type="http://schemas.openxmlformats.org/officeDocument/2006/relationships/image" Target="../media/image43.wmf"/><Relationship Id="rId21" Type="http://schemas.openxmlformats.org/officeDocument/2006/relationships/image" Target="../media/image29.wmf"/><Relationship Id="rId34" Type="http://schemas.openxmlformats.org/officeDocument/2006/relationships/oleObject" Target="../embeddings/oleObject52.bin"/><Relationship Id="rId42" Type="http://schemas.openxmlformats.org/officeDocument/2006/relationships/oleObject" Target="../embeddings/oleObject56.bin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29" Type="http://schemas.openxmlformats.org/officeDocument/2006/relationships/image" Target="../media/image38.wmf"/><Relationship Id="rId41" Type="http://schemas.openxmlformats.org/officeDocument/2006/relationships/image" Target="../media/image44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39.bin"/><Relationship Id="rId32" Type="http://schemas.openxmlformats.org/officeDocument/2006/relationships/oleObject" Target="../embeddings/oleObject51.bin"/><Relationship Id="rId37" Type="http://schemas.openxmlformats.org/officeDocument/2006/relationships/image" Target="../media/image42.wmf"/><Relationship Id="rId40" Type="http://schemas.openxmlformats.org/officeDocument/2006/relationships/oleObject" Target="../embeddings/oleObject55.bin"/><Relationship Id="rId5" Type="http://schemas.openxmlformats.org/officeDocument/2006/relationships/image" Target="../media/image20.wmf"/><Relationship Id="rId15" Type="http://schemas.openxmlformats.org/officeDocument/2006/relationships/image" Target="../media/image27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49.bin"/><Relationship Id="rId36" Type="http://schemas.openxmlformats.org/officeDocument/2006/relationships/oleObject" Target="../embeddings/oleObject53.bin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7.wmf"/><Relationship Id="rId31" Type="http://schemas.openxmlformats.org/officeDocument/2006/relationships/image" Target="../media/image39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8.bin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50.bin"/><Relationship Id="rId35" Type="http://schemas.openxmlformats.org/officeDocument/2006/relationships/image" Target="../media/image41.wmf"/><Relationship Id="rId43" Type="http://schemas.openxmlformats.org/officeDocument/2006/relationships/image" Target="../media/image45.wmf"/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6.wmf"/><Relationship Id="rId25" Type="http://schemas.openxmlformats.org/officeDocument/2006/relationships/image" Target="../media/image31.wmf"/><Relationship Id="rId33" Type="http://schemas.openxmlformats.org/officeDocument/2006/relationships/image" Target="../media/image40.wmf"/><Relationship Id="rId38" Type="http://schemas.openxmlformats.org/officeDocument/2006/relationships/oleObject" Target="../embeddings/oleObject5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50.wmf"/><Relationship Id="rId18" Type="http://schemas.openxmlformats.org/officeDocument/2006/relationships/oleObject" Target="../embeddings/oleObject32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52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63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24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6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56.wmf"/><Relationship Id="rId18" Type="http://schemas.openxmlformats.org/officeDocument/2006/relationships/oleObject" Target="../embeddings/oleObject71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60.wmf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0.bin"/><Relationship Id="rId20" Type="http://schemas.openxmlformats.org/officeDocument/2006/relationships/oleObject" Target="../embeddings/oleObject72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55.wmf"/><Relationship Id="rId5" Type="http://schemas.openxmlformats.org/officeDocument/2006/relationships/image" Target="../media/image53.wmf"/><Relationship Id="rId15" Type="http://schemas.openxmlformats.org/officeDocument/2006/relationships/image" Target="../media/image57.wmf"/><Relationship Id="rId10" Type="http://schemas.openxmlformats.org/officeDocument/2006/relationships/oleObject" Target="../embeddings/oleObject67.bin"/><Relationship Id="rId19" Type="http://schemas.openxmlformats.org/officeDocument/2006/relationships/image" Target="../media/image59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6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68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40.w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51.bin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66.wmf"/><Relationship Id="rId22" Type="http://schemas.openxmlformats.org/officeDocument/2006/relationships/image" Target="../media/image7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73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8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73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43.wmf"/><Relationship Id="rId5" Type="http://schemas.openxmlformats.org/officeDocument/2006/relationships/image" Target="../media/image75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9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43.bin"/><Relationship Id="rId26" Type="http://schemas.openxmlformats.org/officeDocument/2006/relationships/image" Target="../media/image84.wmf"/><Relationship Id="rId3" Type="http://schemas.openxmlformats.org/officeDocument/2006/relationships/oleObject" Target="../embeddings/oleObject92.bin"/><Relationship Id="rId21" Type="http://schemas.openxmlformats.org/officeDocument/2006/relationships/oleObject" Target="../embeddings/oleObject99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96.bin"/><Relationship Id="rId24" Type="http://schemas.openxmlformats.org/officeDocument/2006/relationships/image" Target="../media/image83.wmf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0.bin"/><Relationship Id="rId28" Type="http://schemas.openxmlformats.org/officeDocument/2006/relationships/image" Target="../media/image85.wmf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44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6.wmf"/><Relationship Id="rId22" Type="http://schemas.openxmlformats.org/officeDocument/2006/relationships/image" Target="../media/image82.wmf"/><Relationship Id="rId27" Type="http://schemas.openxmlformats.org/officeDocument/2006/relationships/oleObject" Target="../embeddings/oleObject10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89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9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92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9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20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101.wmf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5" Type="http://schemas.openxmlformats.org/officeDocument/2006/relationships/oleObject" Target="../embeddings/oleObject118.bin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00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11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08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30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05.wmf"/><Relationship Id="rId1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7.wmf"/><Relationship Id="rId20" Type="http://schemas.openxmlformats.org/officeDocument/2006/relationships/image" Target="../media/image109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25.bin"/><Relationship Id="rId24" Type="http://schemas.openxmlformats.org/officeDocument/2006/relationships/image" Target="../media/image111.wmf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31.bin"/><Relationship Id="rId10" Type="http://schemas.openxmlformats.org/officeDocument/2006/relationships/image" Target="../media/image104.wmf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06.wmf"/><Relationship Id="rId22" Type="http://schemas.openxmlformats.org/officeDocument/2006/relationships/image" Target="../media/image11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13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3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7.bin"/><Relationship Id="rId12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.wmf"/><Relationship Id="rId11" Type="http://schemas.openxmlformats.org/officeDocument/2006/relationships/image" Target="../media/image116.wmf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42.bin"/><Relationship Id="rId10" Type="http://schemas.openxmlformats.org/officeDocument/2006/relationships/oleObject" Target="../embeddings/oleObject139.bin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1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image" Target="../media/image120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43.wmf"/><Relationship Id="rId5" Type="http://schemas.openxmlformats.org/officeDocument/2006/relationships/image" Target="../media/image118.wmf"/><Relationship Id="rId15" Type="http://schemas.openxmlformats.org/officeDocument/2006/relationships/image" Target="../media/image121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46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54.bin"/><Relationship Id="rId26" Type="http://schemas.openxmlformats.org/officeDocument/2006/relationships/oleObject" Target="../embeddings/oleObject158.bin"/><Relationship Id="rId39" Type="http://schemas.openxmlformats.org/officeDocument/2006/relationships/image" Target="../media/image138.wmf"/><Relationship Id="rId21" Type="http://schemas.openxmlformats.org/officeDocument/2006/relationships/image" Target="../media/image130.wmf"/><Relationship Id="rId34" Type="http://schemas.openxmlformats.org/officeDocument/2006/relationships/oleObject" Target="../embeddings/oleObject119.bin"/><Relationship Id="rId7" Type="http://schemas.openxmlformats.org/officeDocument/2006/relationships/image" Target="../media/image12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3.bin"/><Relationship Id="rId20" Type="http://schemas.openxmlformats.org/officeDocument/2006/relationships/oleObject" Target="../embeddings/oleObject155.bin"/><Relationship Id="rId29" Type="http://schemas.openxmlformats.org/officeDocument/2006/relationships/image" Target="../media/image134.wmf"/><Relationship Id="rId41" Type="http://schemas.openxmlformats.org/officeDocument/2006/relationships/image" Target="../media/image139.w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25.wmf"/><Relationship Id="rId24" Type="http://schemas.openxmlformats.org/officeDocument/2006/relationships/oleObject" Target="../embeddings/oleObject157.bin"/><Relationship Id="rId32" Type="http://schemas.openxmlformats.org/officeDocument/2006/relationships/oleObject" Target="../embeddings/oleObject161.bin"/><Relationship Id="rId37" Type="http://schemas.openxmlformats.org/officeDocument/2006/relationships/image" Target="../media/image137.wmf"/><Relationship Id="rId40" Type="http://schemas.openxmlformats.org/officeDocument/2006/relationships/oleObject" Target="../embeddings/oleObject164.bin"/><Relationship Id="rId5" Type="http://schemas.openxmlformats.org/officeDocument/2006/relationships/image" Target="../media/image122.wmf"/><Relationship Id="rId15" Type="http://schemas.openxmlformats.org/officeDocument/2006/relationships/image" Target="../media/image127.wmf"/><Relationship Id="rId23" Type="http://schemas.openxmlformats.org/officeDocument/2006/relationships/image" Target="../media/image131.wmf"/><Relationship Id="rId28" Type="http://schemas.openxmlformats.org/officeDocument/2006/relationships/oleObject" Target="../embeddings/oleObject159.bin"/><Relationship Id="rId36" Type="http://schemas.openxmlformats.org/officeDocument/2006/relationships/oleObject" Target="../embeddings/oleObject162.bin"/><Relationship Id="rId10" Type="http://schemas.openxmlformats.org/officeDocument/2006/relationships/oleObject" Target="../embeddings/oleObject150.bin"/><Relationship Id="rId19" Type="http://schemas.openxmlformats.org/officeDocument/2006/relationships/image" Target="../media/image129.wmf"/><Relationship Id="rId31" Type="http://schemas.openxmlformats.org/officeDocument/2006/relationships/image" Target="../media/image135.wmf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52.bin"/><Relationship Id="rId22" Type="http://schemas.openxmlformats.org/officeDocument/2006/relationships/oleObject" Target="../embeddings/oleObject156.bin"/><Relationship Id="rId27" Type="http://schemas.openxmlformats.org/officeDocument/2006/relationships/image" Target="../media/image133.wmf"/><Relationship Id="rId30" Type="http://schemas.openxmlformats.org/officeDocument/2006/relationships/oleObject" Target="../embeddings/oleObject160.bin"/><Relationship Id="rId35" Type="http://schemas.openxmlformats.org/officeDocument/2006/relationships/image" Target="../media/image99.wmf"/><Relationship Id="rId8" Type="http://schemas.openxmlformats.org/officeDocument/2006/relationships/oleObject" Target="../embeddings/oleObject149.bin"/><Relationship Id="rId3" Type="http://schemas.openxmlformats.org/officeDocument/2006/relationships/notesSlide" Target="../notesSlides/notesSlide12.xml"/><Relationship Id="rId12" Type="http://schemas.openxmlformats.org/officeDocument/2006/relationships/oleObject" Target="../embeddings/oleObject151.bin"/><Relationship Id="rId17" Type="http://schemas.openxmlformats.org/officeDocument/2006/relationships/image" Target="../media/image128.wmf"/><Relationship Id="rId25" Type="http://schemas.openxmlformats.org/officeDocument/2006/relationships/image" Target="../media/image132.wmf"/><Relationship Id="rId33" Type="http://schemas.openxmlformats.org/officeDocument/2006/relationships/image" Target="../media/image136.wmf"/><Relationship Id="rId38" Type="http://schemas.openxmlformats.org/officeDocument/2006/relationships/oleObject" Target="../embeddings/oleObject16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43.wmf"/><Relationship Id="rId18" Type="http://schemas.openxmlformats.org/officeDocument/2006/relationships/oleObject" Target="../embeddings/oleObject171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40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4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0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42.wmf"/><Relationship Id="rId5" Type="http://schemas.openxmlformats.org/officeDocument/2006/relationships/image" Target="../media/image132.wmf"/><Relationship Id="rId15" Type="http://schemas.openxmlformats.org/officeDocument/2006/relationships/image" Target="../media/image144.wmf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41.wmf"/><Relationship Id="rId14" Type="http://schemas.openxmlformats.org/officeDocument/2006/relationships/oleObject" Target="../embeddings/oleObject16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13" Type="http://schemas.openxmlformats.org/officeDocument/2006/relationships/image" Target="../media/image150.wmf"/><Relationship Id="rId18" Type="http://schemas.openxmlformats.org/officeDocument/2006/relationships/oleObject" Target="../embeddings/oleObject179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76.bin"/><Relationship Id="rId17" Type="http://schemas.openxmlformats.org/officeDocument/2006/relationships/image" Target="../media/image15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8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49.wmf"/><Relationship Id="rId5" Type="http://schemas.openxmlformats.org/officeDocument/2006/relationships/image" Target="../media/image146.wmf"/><Relationship Id="rId15" Type="http://schemas.openxmlformats.org/officeDocument/2006/relationships/image" Target="../media/image151.wmf"/><Relationship Id="rId10" Type="http://schemas.openxmlformats.org/officeDocument/2006/relationships/oleObject" Target="../embeddings/oleObject175.bin"/><Relationship Id="rId19" Type="http://schemas.openxmlformats.org/officeDocument/2006/relationships/image" Target="../media/image153.wmf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48.wmf"/><Relationship Id="rId14" Type="http://schemas.openxmlformats.org/officeDocument/2006/relationships/oleObject" Target="../embeddings/oleObject17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81.bin"/><Relationship Id="rId4" Type="http://schemas.openxmlformats.org/officeDocument/2006/relationships/image" Target="../media/image15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88.bin"/><Relationship Id="rId3" Type="http://schemas.openxmlformats.org/officeDocument/2006/relationships/oleObject" Target="../embeddings/oleObject183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87.bin"/><Relationship Id="rId5" Type="http://schemas.openxmlformats.org/officeDocument/2006/relationships/oleObject" Target="../embeddings/oleObject184.bin"/><Relationship Id="rId10" Type="http://schemas.openxmlformats.org/officeDocument/2006/relationships/image" Target="../media/image160.wmf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6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65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92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wmf"/><Relationship Id="rId18" Type="http://schemas.openxmlformats.org/officeDocument/2006/relationships/oleObject" Target="../embeddings/oleObject200.bin"/><Relationship Id="rId26" Type="http://schemas.openxmlformats.org/officeDocument/2006/relationships/oleObject" Target="../embeddings/oleObject204.bin"/><Relationship Id="rId39" Type="http://schemas.openxmlformats.org/officeDocument/2006/relationships/image" Target="../media/image4.wmf"/><Relationship Id="rId21" Type="http://schemas.openxmlformats.org/officeDocument/2006/relationships/image" Target="../media/image173.wmf"/><Relationship Id="rId34" Type="http://schemas.openxmlformats.org/officeDocument/2006/relationships/image" Target="../media/image6.wmf"/><Relationship Id="rId42" Type="http://schemas.openxmlformats.org/officeDocument/2006/relationships/image" Target="../media/image179.wmf"/><Relationship Id="rId47" Type="http://schemas.openxmlformats.org/officeDocument/2006/relationships/oleObject" Target="../embeddings/oleObject213.bin"/><Relationship Id="rId50" Type="http://schemas.openxmlformats.org/officeDocument/2006/relationships/image" Target="../media/image183.wmf"/><Relationship Id="rId55" Type="http://schemas.openxmlformats.org/officeDocument/2006/relationships/oleObject" Target="../embeddings/oleObject217.bin"/><Relationship Id="rId63" Type="http://schemas.openxmlformats.org/officeDocument/2006/relationships/oleObject" Target="../embeddings/oleObject221.bin"/><Relationship Id="rId7" Type="http://schemas.openxmlformats.org/officeDocument/2006/relationships/image" Target="../media/image16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9.bin"/><Relationship Id="rId29" Type="http://schemas.openxmlformats.org/officeDocument/2006/relationships/image" Target="../media/image3.wmf"/><Relationship Id="rId11" Type="http://schemas.openxmlformats.org/officeDocument/2006/relationships/image" Target="../media/image169.wmf"/><Relationship Id="rId24" Type="http://schemas.openxmlformats.org/officeDocument/2006/relationships/oleObject" Target="../embeddings/oleObject203.bin"/><Relationship Id="rId32" Type="http://schemas.openxmlformats.org/officeDocument/2006/relationships/oleObject" Target="../embeddings/oleObject206.bin"/><Relationship Id="rId37" Type="http://schemas.openxmlformats.org/officeDocument/2006/relationships/oleObject" Target="../embeddings/oleObject208.bin"/><Relationship Id="rId40" Type="http://schemas.openxmlformats.org/officeDocument/2006/relationships/oleObject" Target="../embeddings/oleObject209.bin"/><Relationship Id="rId45" Type="http://schemas.openxmlformats.org/officeDocument/2006/relationships/oleObject" Target="../embeddings/oleObject212.bin"/><Relationship Id="rId53" Type="http://schemas.openxmlformats.org/officeDocument/2006/relationships/oleObject" Target="../embeddings/oleObject216.bin"/><Relationship Id="rId58" Type="http://schemas.openxmlformats.org/officeDocument/2006/relationships/image" Target="../media/image98.wmf"/><Relationship Id="rId5" Type="http://schemas.openxmlformats.org/officeDocument/2006/relationships/image" Target="../media/image166.wmf"/><Relationship Id="rId61" Type="http://schemas.openxmlformats.org/officeDocument/2006/relationships/oleObject" Target="../embeddings/oleObject220.bin"/><Relationship Id="rId19" Type="http://schemas.openxmlformats.org/officeDocument/2006/relationships/image" Target="../media/image26.wmf"/><Relationship Id="rId14" Type="http://schemas.openxmlformats.org/officeDocument/2006/relationships/oleObject" Target="../embeddings/oleObject198.bin"/><Relationship Id="rId22" Type="http://schemas.openxmlformats.org/officeDocument/2006/relationships/oleObject" Target="../embeddings/oleObject202.bin"/><Relationship Id="rId27" Type="http://schemas.openxmlformats.org/officeDocument/2006/relationships/image" Target="../media/image176.wmf"/><Relationship Id="rId30" Type="http://schemas.openxmlformats.org/officeDocument/2006/relationships/oleObject" Target="../embeddings/oleObject205.bin"/><Relationship Id="rId35" Type="http://schemas.openxmlformats.org/officeDocument/2006/relationships/oleObject" Target="../embeddings/oleObject207.bin"/><Relationship Id="rId43" Type="http://schemas.openxmlformats.org/officeDocument/2006/relationships/oleObject" Target="../embeddings/oleObject211.bin"/><Relationship Id="rId48" Type="http://schemas.openxmlformats.org/officeDocument/2006/relationships/image" Target="../media/image182.wmf"/><Relationship Id="rId56" Type="http://schemas.openxmlformats.org/officeDocument/2006/relationships/image" Target="../media/image186.wmf"/><Relationship Id="rId64" Type="http://schemas.openxmlformats.org/officeDocument/2006/relationships/image" Target="../media/image189.wmf"/><Relationship Id="rId8" Type="http://schemas.openxmlformats.org/officeDocument/2006/relationships/oleObject" Target="../embeddings/oleObject195.bin"/><Relationship Id="rId51" Type="http://schemas.openxmlformats.org/officeDocument/2006/relationships/oleObject" Target="../embeddings/oleObject215.bin"/><Relationship Id="rId3" Type="http://schemas.openxmlformats.org/officeDocument/2006/relationships/notesSlide" Target="../notesSlides/notesSlide15.xml"/><Relationship Id="rId12" Type="http://schemas.openxmlformats.org/officeDocument/2006/relationships/oleObject" Target="../embeddings/oleObject197.bin"/><Relationship Id="rId17" Type="http://schemas.openxmlformats.org/officeDocument/2006/relationships/image" Target="../media/image172.wmf"/><Relationship Id="rId25" Type="http://schemas.openxmlformats.org/officeDocument/2006/relationships/image" Target="../media/image175.wmf"/><Relationship Id="rId33" Type="http://schemas.openxmlformats.org/officeDocument/2006/relationships/oleObject" Target="../embeddings/oleObject30.bin"/><Relationship Id="rId38" Type="http://schemas.openxmlformats.org/officeDocument/2006/relationships/oleObject" Target="../embeddings/oleObject4.bin"/><Relationship Id="rId46" Type="http://schemas.openxmlformats.org/officeDocument/2006/relationships/image" Target="../media/image181.wmf"/><Relationship Id="rId59" Type="http://schemas.openxmlformats.org/officeDocument/2006/relationships/oleObject" Target="../embeddings/oleObject219.bin"/><Relationship Id="rId20" Type="http://schemas.openxmlformats.org/officeDocument/2006/relationships/oleObject" Target="../embeddings/oleObject201.bin"/><Relationship Id="rId41" Type="http://schemas.openxmlformats.org/officeDocument/2006/relationships/oleObject" Target="../embeddings/oleObject210.bin"/><Relationship Id="rId54" Type="http://schemas.openxmlformats.org/officeDocument/2006/relationships/image" Target="../media/image185.wmf"/><Relationship Id="rId62" Type="http://schemas.openxmlformats.org/officeDocument/2006/relationships/image" Target="../media/image188.wmf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94.bin"/><Relationship Id="rId15" Type="http://schemas.openxmlformats.org/officeDocument/2006/relationships/image" Target="../media/image171.wmf"/><Relationship Id="rId23" Type="http://schemas.openxmlformats.org/officeDocument/2006/relationships/image" Target="../media/image174.wmf"/><Relationship Id="rId28" Type="http://schemas.openxmlformats.org/officeDocument/2006/relationships/oleObject" Target="../embeddings/oleObject3.bin"/><Relationship Id="rId36" Type="http://schemas.openxmlformats.org/officeDocument/2006/relationships/image" Target="../media/image178.wmf"/><Relationship Id="rId49" Type="http://schemas.openxmlformats.org/officeDocument/2006/relationships/oleObject" Target="../embeddings/oleObject214.bin"/><Relationship Id="rId57" Type="http://schemas.openxmlformats.org/officeDocument/2006/relationships/oleObject" Target="../embeddings/oleObject218.bin"/><Relationship Id="rId10" Type="http://schemas.openxmlformats.org/officeDocument/2006/relationships/oleObject" Target="../embeddings/oleObject196.bin"/><Relationship Id="rId31" Type="http://schemas.openxmlformats.org/officeDocument/2006/relationships/image" Target="../media/image177.wmf"/><Relationship Id="rId44" Type="http://schemas.openxmlformats.org/officeDocument/2006/relationships/image" Target="../media/image180.wmf"/><Relationship Id="rId52" Type="http://schemas.openxmlformats.org/officeDocument/2006/relationships/image" Target="../media/image184.wmf"/><Relationship Id="rId60" Type="http://schemas.openxmlformats.org/officeDocument/2006/relationships/image" Target="../media/image187.wmf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16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229.bin"/><Relationship Id="rId26" Type="http://schemas.openxmlformats.org/officeDocument/2006/relationships/oleObject" Target="../embeddings/oleObject202.bin"/><Relationship Id="rId3" Type="http://schemas.openxmlformats.org/officeDocument/2006/relationships/notesSlide" Target="../notesSlides/notesSlide16.xml"/><Relationship Id="rId21" Type="http://schemas.openxmlformats.org/officeDocument/2006/relationships/image" Target="../media/image198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196.wmf"/><Relationship Id="rId25" Type="http://schemas.openxmlformats.org/officeDocument/2006/relationships/image" Target="../media/image14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8.bin"/><Relationship Id="rId20" Type="http://schemas.openxmlformats.org/officeDocument/2006/relationships/oleObject" Target="../embeddings/oleObject230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23.bin"/><Relationship Id="rId11" Type="http://schemas.openxmlformats.org/officeDocument/2006/relationships/image" Target="../media/image193.wmf"/><Relationship Id="rId24" Type="http://schemas.openxmlformats.org/officeDocument/2006/relationships/oleObject" Target="../embeddings/oleObject168.bin"/><Relationship Id="rId5" Type="http://schemas.openxmlformats.org/officeDocument/2006/relationships/image" Target="../media/image190.wmf"/><Relationship Id="rId15" Type="http://schemas.openxmlformats.org/officeDocument/2006/relationships/image" Target="../media/image195.wmf"/><Relationship Id="rId23" Type="http://schemas.openxmlformats.org/officeDocument/2006/relationships/image" Target="../media/image199.wmf"/><Relationship Id="rId10" Type="http://schemas.openxmlformats.org/officeDocument/2006/relationships/oleObject" Target="../embeddings/oleObject225.bin"/><Relationship Id="rId19" Type="http://schemas.openxmlformats.org/officeDocument/2006/relationships/image" Target="../media/image197.wmf"/><Relationship Id="rId4" Type="http://schemas.openxmlformats.org/officeDocument/2006/relationships/oleObject" Target="../embeddings/oleObject222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227.bin"/><Relationship Id="rId22" Type="http://schemas.openxmlformats.org/officeDocument/2006/relationships/oleObject" Target="../embeddings/oleObject231.bin"/><Relationship Id="rId27" Type="http://schemas.openxmlformats.org/officeDocument/2006/relationships/image" Target="../media/image174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wmf"/><Relationship Id="rId18" Type="http://schemas.openxmlformats.org/officeDocument/2006/relationships/oleObject" Target="../embeddings/oleObject237.bin"/><Relationship Id="rId26" Type="http://schemas.openxmlformats.org/officeDocument/2006/relationships/oleObject" Target="../embeddings/oleObject242.bin"/><Relationship Id="rId3" Type="http://schemas.openxmlformats.org/officeDocument/2006/relationships/notesSlide" Target="../notesSlides/notesSlide17.xml"/><Relationship Id="rId21" Type="http://schemas.openxmlformats.org/officeDocument/2006/relationships/image" Target="../media/image205.wmf"/><Relationship Id="rId7" Type="http://schemas.openxmlformats.org/officeDocument/2006/relationships/image" Target="../media/image201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203.wmf"/><Relationship Id="rId25" Type="http://schemas.openxmlformats.org/officeDocument/2006/relationships/image" Target="../media/image206.wmf"/><Relationship Id="rId33" Type="http://schemas.openxmlformats.org/officeDocument/2006/relationships/image" Target="../media/image21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6.bin"/><Relationship Id="rId20" Type="http://schemas.openxmlformats.org/officeDocument/2006/relationships/oleObject" Target="../embeddings/oleObject238.bin"/><Relationship Id="rId29" Type="http://schemas.openxmlformats.org/officeDocument/2006/relationships/image" Target="../media/image208.w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3.wmf"/><Relationship Id="rId24" Type="http://schemas.openxmlformats.org/officeDocument/2006/relationships/oleObject" Target="../embeddings/oleObject241.bin"/><Relationship Id="rId32" Type="http://schemas.openxmlformats.org/officeDocument/2006/relationships/oleObject" Target="../embeddings/oleObject245.bin"/><Relationship Id="rId5" Type="http://schemas.openxmlformats.org/officeDocument/2006/relationships/image" Target="../media/image200.wmf"/><Relationship Id="rId15" Type="http://schemas.openxmlformats.org/officeDocument/2006/relationships/image" Target="../media/image5.wmf"/><Relationship Id="rId23" Type="http://schemas.openxmlformats.org/officeDocument/2006/relationships/oleObject" Target="../embeddings/oleObject240.bin"/><Relationship Id="rId28" Type="http://schemas.openxmlformats.org/officeDocument/2006/relationships/oleObject" Target="../embeddings/oleObject243.bin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204.wmf"/><Relationship Id="rId31" Type="http://schemas.openxmlformats.org/officeDocument/2006/relationships/image" Target="../media/image209.wmf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02.wmf"/><Relationship Id="rId14" Type="http://schemas.openxmlformats.org/officeDocument/2006/relationships/oleObject" Target="../embeddings/oleObject235.bin"/><Relationship Id="rId22" Type="http://schemas.openxmlformats.org/officeDocument/2006/relationships/oleObject" Target="../embeddings/oleObject239.bin"/><Relationship Id="rId27" Type="http://schemas.openxmlformats.org/officeDocument/2006/relationships/image" Target="../media/image207.wmf"/><Relationship Id="rId30" Type="http://schemas.openxmlformats.org/officeDocument/2006/relationships/oleObject" Target="../embeddings/oleObject244.bin"/><Relationship Id="rId8" Type="http://schemas.openxmlformats.org/officeDocument/2006/relationships/oleObject" Target="../embeddings/oleObject23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8.bin"/><Relationship Id="rId13" Type="http://schemas.openxmlformats.org/officeDocument/2006/relationships/image" Target="../media/image215.wmf"/><Relationship Id="rId18" Type="http://schemas.openxmlformats.org/officeDocument/2006/relationships/oleObject" Target="../embeddings/oleObject253.bin"/><Relationship Id="rId26" Type="http://schemas.openxmlformats.org/officeDocument/2006/relationships/oleObject" Target="../embeddings/oleObject257.bin"/><Relationship Id="rId3" Type="http://schemas.openxmlformats.org/officeDocument/2006/relationships/notesSlide" Target="../notesSlides/notesSlide18.xml"/><Relationship Id="rId21" Type="http://schemas.openxmlformats.org/officeDocument/2006/relationships/image" Target="../media/image219.emf"/><Relationship Id="rId7" Type="http://schemas.openxmlformats.org/officeDocument/2006/relationships/image" Target="../media/image212.wmf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17.emf"/><Relationship Id="rId25" Type="http://schemas.openxmlformats.org/officeDocument/2006/relationships/image" Target="../media/image2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2.bin"/><Relationship Id="rId20" Type="http://schemas.openxmlformats.org/officeDocument/2006/relationships/oleObject" Target="../embeddings/oleObject254.bin"/><Relationship Id="rId29" Type="http://schemas.openxmlformats.org/officeDocument/2006/relationships/image" Target="../media/image223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47.bin"/><Relationship Id="rId11" Type="http://schemas.openxmlformats.org/officeDocument/2006/relationships/image" Target="../media/image214.wmf"/><Relationship Id="rId24" Type="http://schemas.openxmlformats.org/officeDocument/2006/relationships/oleObject" Target="../embeddings/oleObject256.bin"/><Relationship Id="rId5" Type="http://schemas.openxmlformats.org/officeDocument/2006/relationships/image" Target="../media/image211.wmf"/><Relationship Id="rId15" Type="http://schemas.openxmlformats.org/officeDocument/2006/relationships/image" Target="../media/image216.emf"/><Relationship Id="rId23" Type="http://schemas.openxmlformats.org/officeDocument/2006/relationships/image" Target="../media/image220.emf"/><Relationship Id="rId28" Type="http://schemas.openxmlformats.org/officeDocument/2006/relationships/oleObject" Target="../embeddings/oleObject258.bin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18.emf"/><Relationship Id="rId31" Type="http://schemas.openxmlformats.org/officeDocument/2006/relationships/image" Target="../media/image224.wmf"/><Relationship Id="rId4" Type="http://schemas.openxmlformats.org/officeDocument/2006/relationships/oleObject" Target="../embeddings/oleObject246.bin"/><Relationship Id="rId9" Type="http://schemas.openxmlformats.org/officeDocument/2006/relationships/image" Target="../media/image213.wmf"/><Relationship Id="rId14" Type="http://schemas.openxmlformats.org/officeDocument/2006/relationships/oleObject" Target="../embeddings/oleObject251.bin"/><Relationship Id="rId22" Type="http://schemas.openxmlformats.org/officeDocument/2006/relationships/oleObject" Target="../embeddings/oleObject255.bin"/><Relationship Id="rId27" Type="http://schemas.openxmlformats.org/officeDocument/2006/relationships/image" Target="../media/image222.wmf"/><Relationship Id="rId30" Type="http://schemas.openxmlformats.org/officeDocument/2006/relationships/oleObject" Target="../embeddings/oleObject25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2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61.bin"/><Relationship Id="rId11" Type="http://schemas.openxmlformats.org/officeDocument/2006/relationships/image" Target="../media/image228.wmf"/><Relationship Id="rId5" Type="http://schemas.openxmlformats.org/officeDocument/2006/relationships/image" Target="../media/image225.wmf"/><Relationship Id="rId10" Type="http://schemas.openxmlformats.org/officeDocument/2006/relationships/oleObject" Target="../embeddings/oleObject263.bin"/><Relationship Id="rId4" Type="http://schemas.openxmlformats.org/officeDocument/2006/relationships/oleObject" Target="../embeddings/oleObject260.bin"/><Relationship Id="rId9" Type="http://schemas.openxmlformats.org/officeDocument/2006/relationships/image" Target="../media/image22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image" Target="../media/image233.w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30.wmf"/><Relationship Id="rId12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232.wmf"/><Relationship Id="rId5" Type="http://schemas.openxmlformats.org/officeDocument/2006/relationships/image" Target="../media/image229.wmf"/><Relationship Id="rId15" Type="http://schemas.openxmlformats.org/officeDocument/2006/relationships/image" Target="../media/image234.wmf"/><Relationship Id="rId10" Type="http://schemas.openxmlformats.org/officeDocument/2006/relationships/oleObject" Target="../embeddings/oleObject267.bin"/><Relationship Id="rId4" Type="http://schemas.openxmlformats.org/officeDocument/2006/relationships/oleObject" Target="../embeddings/oleObject264.bin"/><Relationship Id="rId9" Type="http://schemas.openxmlformats.org/officeDocument/2006/relationships/image" Target="../media/image231.wmf"/><Relationship Id="rId14" Type="http://schemas.openxmlformats.org/officeDocument/2006/relationships/oleObject" Target="../embeddings/oleObject26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237.wmf"/><Relationship Id="rId18" Type="http://schemas.openxmlformats.org/officeDocument/2006/relationships/oleObject" Target="../embeddings/oleObject276.bin"/><Relationship Id="rId26" Type="http://schemas.openxmlformats.org/officeDocument/2006/relationships/oleObject" Target="../embeddings/oleObject280.bin"/><Relationship Id="rId3" Type="http://schemas.openxmlformats.org/officeDocument/2006/relationships/notesSlide" Target="../notesSlides/notesSlide21.xml"/><Relationship Id="rId21" Type="http://schemas.openxmlformats.org/officeDocument/2006/relationships/image" Target="../media/image241.wmf"/><Relationship Id="rId7" Type="http://schemas.openxmlformats.org/officeDocument/2006/relationships/image" Target="../media/image236.wmf"/><Relationship Id="rId12" Type="http://schemas.openxmlformats.org/officeDocument/2006/relationships/oleObject" Target="../embeddings/oleObject273.bin"/><Relationship Id="rId17" Type="http://schemas.openxmlformats.org/officeDocument/2006/relationships/image" Target="../media/image239.wmf"/><Relationship Id="rId25" Type="http://schemas.openxmlformats.org/officeDocument/2006/relationships/image" Target="../media/image24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5.bin"/><Relationship Id="rId20" Type="http://schemas.openxmlformats.org/officeDocument/2006/relationships/oleObject" Target="../embeddings/oleObject277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71.bin"/><Relationship Id="rId11" Type="http://schemas.openxmlformats.org/officeDocument/2006/relationships/image" Target="../media/image11.wmf"/><Relationship Id="rId24" Type="http://schemas.openxmlformats.org/officeDocument/2006/relationships/oleObject" Target="../embeddings/oleObject279.bin"/><Relationship Id="rId5" Type="http://schemas.openxmlformats.org/officeDocument/2006/relationships/image" Target="../media/image235.wmf"/><Relationship Id="rId15" Type="http://schemas.openxmlformats.org/officeDocument/2006/relationships/image" Target="../media/image238.wmf"/><Relationship Id="rId23" Type="http://schemas.openxmlformats.org/officeDocument/2006/relationships/image" Target="../media/image242.wmf"/><Relationship Id="rId10" Type="http://schemas.openxmlformats.org/officeDocument/2006/relationships/oleObject" Target="../embeddings/oleObject272.bin"/><Relationship Id="rId19" Type="http://schemas.openxmlformats.org/officeDocument/2006/relationships/image" Target="../media/image240.wmf"/><Relationship Id="rId4" Type="http://schemas.openxmlformats.org/officeDocument/2006/relationships/oleObject" Target="../embeddings/oleObject270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274.bin"/><Relationship Id="rId22" Type="http://schemas.openxmlformats.org/officeDocument/2006/relationships/oleObject" Target="../embeddings/oleObject278.bin"/><Relationship Id="rId27" Type="http://schemas.openxmlformats.org/officeDocument/2006/relationships/image" Target="../media/image24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3.bin"/><Relationship Id="rId13" Type="http://schemas.openxmlformats.org/officeDocument/2006/relationships/image" Target="../media/image249.wmf"/><Relationship Id="rId18" Type="http://schemas.openxmlformats.org/officeDocument/2006/relationships/oleObject" Target="../embeddings/oleObject288.bin"/><Relationship Id="rId26" Type="http://schemas.openxmlformats.org/officeDocument/2006/relationships/oleObject" Target="../embeddings/oleObject292.bin"/><Relationship Id="rId3" Type="http://schemas.openxmlformats.org/officeDocument/2006/relationships/notesSlide" Target="../notesSlides/notesSlide22.xml"/><Relationship Id="rId21" Type="http://schemas.openxmlformats.org/officeDocument/2006/relationships/image" Target="../media/image253.wmf"/><Relationship Id="rId7" Type="http://schemas.openxmlformats.org/officeDocument/2006/relationships/image" Target="../media/image246.wmf"/><Relationship Id="rId12" Type="http://schemas.openxmlformats.org/officeDocument/2006/relationships/oleObject" Target="../embeddings/oleObject285.bin"/><Relationship Id="rId17" Type="http://schemas.openxmlformats.org/officeDocument/2006/relationships/image" Target="../media/image251.wmf"/><Relationship Id="rId25" Type="http://schemas.openxmlformats.org/officeDocument/2006/relationships/image" Target="../media/image2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7.bin"/><Relationship Id="rId20" Type="http://schemas.openxmlformats.org/officeDocument/2006/relationships/oleObject" Target="../embeddings/oleObject289.bin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82.bin"/><Relationship Id="rId11" Type="http://schemas.openxmlformats.org/officeDocument/2006/relationships/image" Target="../media/image248.wmf"/><Relationship Id="rId24" Type="http://schemas.openxmlformats.org/officeDocument/2006/relationships/oleObject" Target="../embeddings/oleObject291.bin"/><Relationship Id="rId5" Type="http://schemas.openxmlformats.org/officeDocument/2006/relationships/image" Target="../media/image245.wmf"/><Relationship Id="rId15" Type="http://schemas.openxmlformats.org/officeDocument/2006/relationships/image" Target="../media/image250.wmf"/><Relationship Id="rId23" Type="http://schemas.openxmlformats.org/officeDocument/2006/relationships/image" Target="../media/image254.wmf"/><Relationship Id="rId10" Type="http://schemas.openxmlformats.org/officeDocument/2006/relationships/oleObject" Target="../embeddings/oleObject284.bin"/><Relationship Id="rId19" Type="http://schemas.openxmlformats.org/officeDocument/2006/relationships/image" Target="../media/image252.wmf"/><Relationship Id="rId4" Type="http://schemas.openxmlformats.org/officeDocument/2006/relationships/oleObject" Target="../embeddings/oleObject281.bin"/><Relationship Id="rId9" Type="http://schemas.openxmlformats.org/officeDocument/2006/relationships/image" Target="../media/image247.wmf"/><Relationship Id="rId14" Type="http://schemas.openxmlformats.org/officeDocument/2006/relationships/oleObject" Target="../embeddings/oleObject286.bin"/><Relationship Id="rId22" Type="http://schemas.openxmlformats.org/officeDocument/2006/relationships/oleObject" Target="../embeddings/oleObject290.bin"/><Relationship Id="rId27" Type="http://schemas.openxmlformats.org/officeDocument/2006/relationships/image" Target="../media/image25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5.bin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263.wmf"/><Relationship Id="rId26" Type="http://schemas.openxmlformats.org/officeDocument/2006/relationships/image" Target="../media/image267.wmf"/><Relationship Id="rId3" Type="http://schemas.openxmlformats.org/officeDocument/2006/relationships/notesSlide" Target="../notesSlides/notesSlide23.xml"/><Relationship Id="rId21" Type="http://schemas.openxmlformats.org/officeDocument/2006/relationships/oleObject" Target="../embeddings/oleObject302.bin"/><Relationship Id="rId7" Type="http://schemas.openxmlformats.org/officeDocument/2006/relationships/image" Target="../media/image258.wmf"/><Relationship Id="rId12" Type="http://schemas.openxmlformats.org/officeDocument/2006/relationships/oleObject" Target="../embeddings/oleObject297.bin"/><Relationship Id="rId17" Type="http://schemas.openxmlformats.org/officeDocument/2006/relationships/oleObject" Target="../embeddings/oleObject300.bin"/><Relationship Id="rId25" Type="http://schemas.openxmlformats.org/officeDocument/2006/relationships/oleObject" Target="../embeddings/oleObject3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2.wmf"/><Relationship Id="rId20" Type="http://schemas.openxmlformats.org/officeDocument/2006/relationships/image" Target="../media/image264.wmf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94.bin"/><Relationship Id="rId11" Type="http://schemas.openxmlformats.org/officeDocument/2006/relationships/image" Target="../media/image260.wmf"/><Relationship Id="rId24" Type="http://schemas.openxmlformats.org/officeDocument/2006/relationships/image" Target="../media/image266.wmf"/><Relationship Id="rId5" Type="http://schemas.openxmlformats.org/officeDocument/2006/relationships/image" Target="../media/image257.wmf"/><Relationship Id="rId15" Type="http://schemas.openxmlformats.org/officeDocument/2006/relationships/oleObject" Target="../embeddings/oleObject299.bin"/><Relationship Id="rId23" Type="http://schemas.openxmlformats.org/officeDocument/2006/relationships/oleObject" Target="../embeddings/oleObject303.bin"/><Relationship Id="rId10" Type="http://schemas.openxmlformats.org/officeDocument/2006/relationships/oleObject" Target="../embeddings/oleObject296.bin"/><Relationship Id="rId19" Type="http://schemas.openxmlformats.org/officeDocument/2006/relationships/oleObject" Target="../embeddings/oleObject301.bin"/><Relationship Id="rId4" Type="http://schemas.openxmlformats.org/officeDocument/2006/relationships/oleObject" Target="../embeddings/oleObject293.bin"/><Relationship Id="rId9" Type="http://schemas.openxmlformats.org/officeDocument/2006/relationships/image" Target="../media/image259.wmf"/><Relationship Id="rId14" Type="http://schemas.openxmlformats.org/officeDocument/2006/relationships/image" Target="../media/image261.wmf"/><Relationship Id="rId22" Type="http://schemas.openxmlformats.org/officeDocument/2006/relationships/image" Target="../media/image265.w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0.wmf"/><Relationship Id="rId18" Type="http://schemas.openxmlformats.org/officeDocument/2006/relationships/oleObject" Target="../embeddings/oleObject310.bin"/><Relationship Id="rId26" Type="http://schemas.openxmlformats.org/officeDocument/2006/relationships/oleObject" Target="../embeddings/oleObject314.bin"/><Relationship Id="rId39" Type="http://schemas.openxmlformats.org/officeDocument/2006/relationships/image" Target="../media/image283.wmf"/><Relationship Id="rId21" Type="http://schemas.openxmlformats.org/officeDocument/2006/relationships/image" Target="../media/image274.wmf"/><Relationship Id="rId34" Type="http://schemas.openxmlformats.org/officeDocument/2006/relationships/oleObject" Target="../embeddings/oleObject318.bin"/><Relationship Id="rId42" Type="http://schemas.openxmlformats.org/officeDocument/2006/relationships/oleObject" Target="../embeddings/oleObject322.bin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29" Type="http://schemas.openxmlformats.org/officeDocument/2006/relationships/image" Target="../media/image278.wmf"/><Relationship Id="rId41" Type="http://schemas.openxmlformats.org/officeDocument/2006/relationships/image" Target="../media/image284.wmf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269.wmf"/><Relationship Id="rId24" Type="http://schemas.openxmlformats.org/officeDocument/2006/relationships/oleObject" Target="../embeddings/oleObject313.bin"/><Relationship Id="rId32" Type="http://schemas.openxmlformats.org/officeDocument/2006/relationships/oleObject" Target="../embeddings/oleObject317.bin"/><Relationship Id="rId37" Type="http://schemas.openxmlformats.org/officeDocument/2006/relationships/image" Target="../media/image282.wmf"/><Relationship Id="rId40" Type="http://schemas.openxmlformats.org/officeDocument/2006/relationships/oleObject" Target="../embeddings/oleObject321.bin"/><Relationship Id="rId5" Type="http://schemas.openxmlformats.org/officeDocument/2006/relationships/image" Target="../media/image98.wmf"/><Relationship Id="rId15" Type="http://schemas.openxmlformats.org/officeDocument/2006/relationships/image" Target="../media/image271.wmf"/><Relationship Id="rId23" Type="http://schemas.openxmlformats.org/officeDocument/2006/relationships/image" Target="../media/image275.wmf"/><Relationship Id="rId28" Type="http://schemas.openxmlformats.org/officeDocument/2006/relationships/oleObject" Target="../embeddings/oleObject315.bin"/><Relationship Id="rId36" Type="http://schemas.openxmlformats.org/officeDocument/2006/relationships/oleObject" Target="../embeddings/oleObject319.bin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273.wmf"/><Relationship Id="rId31" Type="http://schemas.openxmlformats.org/officeDocument/2006/relationships/image" Target="../media/image279.w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268.w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277.wmf"/><Relationship Id="rId30" Type="http://schemas.openxmlformats.org/officeDocument/2006/relationships/oleObject" Target="../embeddings/oleObject316.bin"/><Relationship Id="rId35" Type="http://schemas.openxmlformats.org/officeDocument/2006/relationships/image" Target="../media/image281.wmf"/><Relationship Id="rId43" Type="http://schemas.openxmlformats.org/officeDocument/2006/relationships/image" Target="../media/image285.wmf"/><Relationship Id="rId8" Type="http://schemas.openxmlformats.org/officeDocument/2006/relationships/oleObject" Target="../embeddings/oleObject305.bin"/><Relationship Id="rId3" Type="http://schemas.openxmlformats.org/officeDocument/2006/relationships/notesSlide" Target="../notesSlides/notesSlide24.xml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272.wmf"/><Relationship Id="rId25" Type="http://schemas.openxmlformats.org/officeDocument/2006/relationships/image" Target="../media/image276.wmf"/><Relationship Id="rId33" Type="http://schemas.openxmlformats.org/officeDocument/2006/relationships/image" Target="../media/image280.wmf"/><Relationship Id="rId38" Type="http://schemas.openxmlformats.org/officeDocument/2006/relationships/oleObject" Target="../embeddings/oleObject32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5.bin"/><Relationship Id="rId13" Type="http://schemas.openxmlformats.org/officeDocument/2006/relationships/image" Target="../media/image289.wmf"/><Relationship Id="rId18" Type="http://schemas.openxmlformats.org/officeDocument/2006/relationships/oleObject" Target="../embeddings/oleObject327.bin"/><Relationship Id="rId3" Type="http://schemas.openxmlformats.org/officeDocument/2006/relationships/notesSlide" Target="../notesSlides/notesSlide25.xml"/><Relationship Id="rId21" Type="http://schemas.openxmlformats.org/officeDocument/2006/relationships/image" Target="../media/image291.wmf"/><Relationship Id="rId7" Type="http://schemas.openxmlformats.org/officeDocument/2006/relationships/image" Target="../media/image287.wmf"/><Relationship Id="rId12" Type="http://schemas.openxmlformats.org/officeDocument/2006/relationships/oleObject" Target="../embeddings/oleObject326.bin"/><Relationship Id="rId17" Type="http://schemas.openxmlformats.org/officeDocument/2006/relationships/image" Target="../media/image11.wmf"/><Relationship Id="rId25" Type="http://schemas.openxmlformats.org/officeDocument/2006/relationships/image" Target="../media/image29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328.bin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24.bin"/><Relationship Id="rId11" Type="http://schemas.openxmlformats.org/officeDocument/2006/relationships/image" Target="../media/image270.wmf"/><Relationship Id="rId24" Type="http://schemas.openxmlformats.org/officeDocument/2006/relationships/oleObject" Target="../embeddings/oleObject330.bin"/><Relationship Id="rId5" Type="http://schemas.openxmlformats.org/officeDocument/2006/relationships/image" Target="../media/image286.wmf"/><Relationship Id="rId15" Type="http://schemas.openxmlformats.org/officeDocument/2006/relationships/image" Target="../media/image98.wmf"/><Relationship Id="rId23" Type="http://schemas.openxmlformats.org/officeDocument/2006/relationships/image" Target="../media/image292.wmf"/><Relationship Id="rId10" Type="http://schemas.openxmlformats.org/officeDocument/2006/relationships/oleObject" Target="../embeddings/oleObject307.bin"/><Relationship Id="rId19" Type="http://schemas.openxmlformats.org/officeDocument/2006/relationships/image" Target="../media/image290.wmf"/><Relationship Id="rId4" Type="http://schemas.openxmlformats.org/officeDocument/2006/relationships/oleObject" Target="../embeddings/oleObject323.bin"/><Relationship Id="rId9" Type="http://schemas.openxmlformats.org/officeDocument/2006/relationships/image" Target="../media/image288.w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32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332.bin"/><Relationship Id="rId18" Type="http://schemas.openxmlformats.org/officeDocument/2006/relationships/image" Target="../media/image297.wmf"/><Relationship Id="rId3" Type="http://schemas.openxmlformats.org/officeDocument/2006/relationships/oleObject" Target="../embeddings/oleObject324.bin"/><Relationship Id="rId7" Type="http://schemas.openxmlformats.org/officeDocument/2006/relationships/oleObject" Target="../embeddings/oleObject307.bin"/><Relationship Id="rId12" Type="http://schemas.openxmlformats.org/officeDocument/2006/relationships/image" Target="../media/image294.wmf"/><Relationship Id="rId17" Type="http://schemas.openxmlformats.org/officeDocument/2006/relationships/oleObject" Target="../embeddings/oleObject3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6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88.wmf"/><Relationship Id="rId11" Type="http://schemas.openxmlformats.org/officeDocument/2006/relationships/oleObject" Target="../embeddings/oleObject331.bin"/><Relationship Id="rId5" Type="http://schemas.openxmlformats.org/officeDocument/2006/relationships/oleObject" Target="../embeddings/oleObject325.bin"/><Relationship Id="rId15" Type="http://schemas.openxmlformats.org/officeDocument/2006/relationships/oleObject" Target="../embeddings/oleObject333.bin"/><Relationship Id="rId10" Type="http://schemas.openxmlformats.org/officeDocument/2006/relationships/image" Target="../media/image289.wmf"/><Relationship Id="rId4" Type="http://schemas.openxmlformats.org/officeDocument/2006/relationships/image" Target="../media/image287.wmf"/><Relationship Id="rId9" Type="http://schemas.openxmlformats.org/officeDocument/2006/relationships/oleObject" Target="../embeddings/oleObject326.bin"/><Relationship Id="rId14" Type="http://schemas.openxmlformats.org/officeDocument/2006/relationships/image" Target="../media/image29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wmf"/><Relationship Id="rId13" Type="http://schemas.openxmlformats.org/officeDocument/2006/relationships/oleObject" Target="../embeddings/oleObject340.bin"/><Relationship Id="rId18" Type="http://schemas.openxmlformats.org/officeDocument/2006/relationships/oleObject" Target="../embeddings/oleObject343.bin"/><Relationship Id="rId3" Type="http://schemas.openxmlformats.org/officeDocument/2006/relationships/oleObject" Target="../embeddings/oleObject335.bin"/><Relationship Id="rId21" Type="http://schemas.openxmlformats.org/officeDocument/2006/relationships/image" Target="../media/image306.wmf"/><Relationship Id="rId7" Type="http://schemas.openxmlformats.org/officeDocument/2006/relationships/oleObject" Target="../embeddings/oleObject337.bin"/><Relationship Id="rId12" Type="http://schemas.openxmlformats.org/officeDocument/2006/relationships/image" Target="../media/image302.wmf"/><Relationship Id="rId17" Type="http://schemas.openxmlformats.org/officeDocument/2006/relationships/oleObject" Target="../embeddings/oleObject3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4.wmf"/><Relationship Id="rId20" Type="http://schemas.openxmlformats.org/officeDocument/2006/relationships/oleObject" Target="../embeddings/oleObject344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99.wmf"/><Relationship Id="rId11" Type="http://schemas.openxmlformats.org/officeDocument/2006/relationships/oleObject" Target="../embeddings/oleObject339.bin"/><Relationship Id="rId5" Type="http://schemas.openxmlformats.org/officeDocument/2006/relationships/oleObject" Target="../embeddings/oleObject336.bin"/><Relationship Id="rId15" Type="http://schemas.openxmlformats.org/officeDocument/2006/relationships/oleObject" Target="../embeddings/oleObject341.bin"/><Relationship Id="rId10" Type="http://schemas.openxmlformats.org/officeDocument/2006/relationships/image" Target="../media/image301.wmf"/><Relationship Id="rId19" Type="http://schemas.openxmlformats.org/officeDocument/2006/relationships/image" Target="../media/image305.wmf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338.bin"/><Relationship Id="rId14" Type="http://schemas.openxmlformats.org/officeDocument/2006/relationships/image" Target="../media/image30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7.bin"/><Relationship Id="rId13" Type="http://schemas.openxmlformats.org/officeDocument/2006/relationships/image" Target="../media/image311.wmf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308.wmf"/><Relationship Id="rId12" Type="http://schemas.openxmlformats.org/officeDocument/2006/relationships/oleObject" Target="../embeddings/oleObject349.bin"/><Relationship Id="rId17" Type="http://schemas.openxmlformats.org/officeDocument/2006/relationships/image" Target="../media/image31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1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46.bin"/><Relationship Id="rId11" Type="http://schemas.openxmlformats.org/officeDocument/2006/relationships/image" Target="../media/image310.wmf"/><Relationship Id="rId5" Type="http://schemas.openxmlformats.org/officeDocument/2006/relationships/image" Target="../media/image307.wmf"/><Relationship Id="rId15" Type="http://schemas.openxmlformats.org/officeDocument/2006/relationships/image" Target="../media/image312.wmf"/><Relationship Id="rId10" Type="http://schemas.openxmlformats.org/officeDocument/2006/relationships/oleObject" Target="../embeddings/oleObject348.bin"/><Relationship Id="rId4" Type="http://schemas.openxmlformats.org/officeDocument/2006/relationships/oleObject" Target="../embeddings/oleObject345.bin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350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4.bin"/><Relationship Id="rId13" Type="http://schemas.openxmlformats.org/officeDocument/2006/relationships/image" Target="../media/image318.wmf"/><Relationship Id="rId18" Type="http://schemas.openxmlformats.org/officeDocument/2006/relationships/image" Target="../media/image320.wmf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315.wmf"/><Relationship Id="rId12" Type="http://schemas.openxmlformats.org/officeDocument/2006/relationships/oleObject" Target="../embeddings/oleObject356.bin"/><Relationship Id="rId17" Type="http://schemas.openxmlformats.org/officeDocument/2006/relationships/oleObject" Target="../embeddings/oleObject35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8.bin"/><Relationship Id="rId20" Type="http://schemas.openxmlformats.org/officeDocument/2006/relationships/image" Target="../media/image321.wmf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53.bin"/><Relationship Id="rId11" Type="http://schemas.openxmlformats.org/officeDocument/2006/relationships/image" Target="../media/image317.wmf"/><Relationship Id="rId5" Type="http://schemas.openxmlformats.org/officeDocument/2006/relationships/image" Target="../media/image314.wmf"/><Relationship Id="rId15" Type="http://schemas.openxmlformats.org/officeDocument/2006/relationships/image" Target="../media/image319.wmf"/><Relationship Id="rId10" Type="http://schemas.openxmlformats.org/officeDocument/2006/relationships/oleObject" Target="../embeddings/oleObject355.bin"/><Relationship Id="rId19" Type="http://schemas.openxmlformats.org/officeDocument/2006/relationships/oleObject" Target="../embeddings/oleObject360.bin"/><Relationship Id="rId4" Type="http://schemas.openxmlformats.org/officeDocument/2006/relationships/oleObject" Target="../embeddings/oleObject352.bin"/><Relationship Id="rId9" Type="http://schemas.openxmlformats.org/officeDocument/2006/relationships/image" Target="../media/image316.wmf"/><Relationship Id="rId14" Type="http://schemas.openxmlformats.org/officeDocument/2006/relationships/oleObject" Target="../embeddings/oleObject357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3.bin"/><Relationship Id="rId13" Type="http://schemas.openxmlformats.org/officeDocument/2006/relationships/image" Target="../media/image98.wmf"/><Relationship Id="rId18" Type="http://schemas.openxmlformats.org/officeDocument/2006/relationships/oleObject" Target="../embeddings/oleObject367.bin"/><Relationship Id="rId3" Type="http://schemas.openxmlformats.org/officeDocument/2006/relationships/notesSlide" Target="../notesSlides/notesSlide28.xml"/><Relationship Id="rId21" Type="http://schemas.openxmlformats.org/officeDocument/2006/relationships/image" Target="../media/image328.wmf"/><Relationship Id="rId7" Type="http://schemas.openxmlformats.org/officeDocument/2006/relationships/image" Target="../media/image323.w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32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66.bin"/><Relationship Id="rId20" Type="http://schemas.openxmlformats.org/officeDocument/2006/relationships/oleObject" Target="../embeddings/oleObject368.bin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362.bin"/><Relationship Id="rId11" Type="http://schemas.openxmlformats.org/officeDocument/2006/relationships/image" Target="../media/image325.wmf"/><Relationship Id="rId5" Type="http://schemas.openxmlformats.org/officeDocument/2006/relationships/image" Target="../media/image322.wmf"/><Relationship Id="rId15" Type="http://schemas.openxmlformats.org/officeDocument/2006/relationships/image" Target="../media/image11.wmf"/><Relationship Id="rId23" Type="http://schemas.openxmlformats.org/officeDocument/2006/relationships/image" Target="../media/image329.wmf"/><Relationship Id="rId10" Type="http://schemas.openxmlformats.org/officeDocument/2006/relationships/oleObject" Target="../embeddings/oleObject364.bin"/><Relationship Id="rId19" Type="http://schemas.openxmlformats.org/officeDocument/2006/relationships/image" Target="../media/image327.wmf"/><Relationship Id="rId4" Type="http://schemas.openxmlformats.org/officeDocument/2006/relationships/oleObject" Target="../embeddings/oleObject361.bin"/><Relationship Id="rId9" Type="http://schemas.openxmlformats.org/officeDocument/2006/relationships/image" Target="../media/image324.wmf"/><Relationship Id="rId14" Type="http://schemas.openxmlformats.org/officeDocument/2006/relationships/oleObject" Target="../embeddings/oleObject365.bin"/><Relationship Id="rId22" Type="http://schemas.openxmlformats.org/officeDocument/2006/relationships/oleObject" Target="../embeddings/oleObject36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oleObject" Target="../embeddings/oleObject370.bin"/><Relationship Id="rId7" Type="http://schemas.openxmlformats.org/officeDocument/2006/relationships/oleObject" Target="../embeddings/oleObject3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31.wmf"/><Relationship Id="rId5" Type="http://schemas.openxmlformats.org/officeDocument/2006/relationships/oleObject" Target="../embeddings/oleObject371.bin"/><Relationship Id="rId10" Type="http://schemas.openxmlformats.org/officeDocument/2006/relationships/image" Target="../media/image332.wmf"/><Relationship Id="rId4" Type="http://schemas.openxmlformats.org/officeDocument/2006/relationships/image" Target="../media/image330.wmf"/><Relationship Id="rId9" Type="http://schemas.openxmlformats.org/officeDocument/2006/relationships/oleObject" Target="../embeddings/oleObject373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5.bin"/><Relationship Id="rId13" Type="http://schemas.openxmlformats.org/officeDocument/2006/relationships/image" Target="../media/image334.wmf"/><Relationship Id="rId18" Type="http://schemas.openxmlformats.org/officeDocument/2006/relationships/oleObject" Target="../embeddings/oleObject379.bin"/><Relationship Id="rId26" Type="http://schemas.openxmlformats.org/officeDocument/2006/relationships/oleObject" Target="../embeddings/oleObject382.bin"/><Relationship Id="rId3" Type="http://schemas.openxmlformats.org/officeDocument/2006/relationships/notesSlide" Target="../notesSlides/notesSlide29.xml"/><Relationship Id="rId21" Type="http://schemas.openxmlformats.org/officeDocument/2006/relationships/image" Target="../media/image98.wmf"/><Relationship Id="rId7" Type="http://schemas.openxmlformats.org/officeDocument/2006/relationships/image" Target="../media/image333.wmf"/><Relationship Id="rId12" Type="http://schemas.openxmlformats.org/officeDocument/2006/relationships/oleObject" Target="../embeddings/oleObject377.bin"/><Relationship Id="rId17" Type="http://schemas.openxmlformats.org/officeDocument/2006/relationships/image" Target="../media/image335.wmf"/><Relationship Id="rId25" Type="http://schemas.openxmlformats.org/officeDocument/2006/relationships/image" Target="../media/image33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8.bin"/><Relationship Id="rId20" Type="http://schemas.openxmlformats.org/officeDocument/2006/relationships/oleObject" Target="../embeddings/oleObject132.bin"/><Relationship Id="rId29" Type="http://schemas.openxmlformats.org/officeDocument/2006/relationships/image" Target="../media/image339.wmf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374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381.bin"/><Relationship Id="rId5" Type="http://schemas.openxmlformats.org/officeDocument/2006/relationships/image" Target="../media/image322.wmf"/><Relationship Id="rId15" Type="http://schemas.openxmlformats.org/officeDocument/2006/relationships/image" Target="../media/image173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383.bin"/><Relationship Id="rId10" Type="http://schemas.openxmlformats.org/officeDocument/2006/relationships/oleObject" Target="../embeddings/oleObject376.bin"/><Relationship Id="rId19" Type="http://schemas.openxmlformats.org/officeDocument/2006/relationships/image" Target="../media/image336.wmf"/><Relationship Id="rId4" Type="http://schemas.openxmlformats.org/officeDocument/2006/relationships/oleObject" Target="../embeddings/oleObject36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201.bin"/><Relationship Id="rId22" Type="http://schemas.openxmlformats.org/officeDocument/2006/relationships/oleObject" Target="../embeddings/oleObject380.bin"/><Relationship Id="rId27" Type="http://schemas.openxmlformats.org/officeDocument/2006/relationships/image" Target="../media/image338.wmf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4.wmf"/><Relationship Id="rId18" Type="http://schemas.openxmlformats.org/officeDocument/2006/relationships/oleObject" Target="../embeddings/oleObject391.bin"/><Relationship Id="rId26" Type="http://schemas.openxmlformats.org/officeDocument/2006/relationships/oleObject" Target="../embeddings/oleObject395.bin"/><Relationship Id="rId39" Type="http://schemas.openxmlformats.org/officeDocument/2006/relationships/image" Target="../media/image356.wmf"/><Relationship Id="rId21" Type="http://schemas.openxmlformats.org/officeDocument/2006/relationships/image" Target="../media/image348.wmf"/><Relationship Id="rId34" Type="http://schemas.openxmlformats.org/officeDocument/2006/relationships/oleObject" Target="../embeddings/oleObject399.bin"/><Relationship Id="rId7" Type="http://schemas.openxmlformats.org/officeDocument/2006/relationships/image" Target="../media/image341.wmf"/><Relationship Id="rId12" Type="http://schemas.openxmlformats.org/officeDocument/2006/relationships/oleObject" Target="../embeddings/oleObject388.bin"/><Relationship Id="rId17" Type="http://schemas.openxmlformats.org/officeDocument/2006/relationships/image" Target="../media/image346.wmf"/><Relationship Id="rId25" Type="http://schemas.openxmlformats.org/officeDocument/2006/relationships/image" Target="../media/image350.wmf"/><Relationship Id="rId33" Type="http://schemas.openxmlformats.org/officeDocument/2006/relationships/image" Target="../media/image354.wmf"/><Relationship Id="rId38" Type="http://schemas.openxmlformats.org/officeDocument/2006/relationships/oleObject" Target="../embeddings/oleObject40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0.bin"/><Relationship Id="rId20" Type="http://schemas.openxmlformats.org/officeDocument/2006/relationships/oleObject" Target="../embeddings/oleObject392.bin"/><Relationship Id="rId29" Type="http://schemas.openxmlformats.org/officeDocument/2006/relationships/image" Target="../media/image352.wmf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385.bin"/><Relationship Id="rId11" Type="http://schemas.openxmlformats.org/officeDocument/2006/relationships/image" Target="../media/image343.wmf"/><Relationship Id="rId24" Type="http://schemas.openxmlformats.org/officeDocument/2006/relationships/oleObject" Target="../embeddings/oleObject394.bin"/><Relationship Id="rId32" Type="http://schemas.openxmlformats.org/officeDocument/2006/relationships/oleObject" Target="../embeddings/oleObject398.bin"/><Relationship Id="rId37" Type="http://schemas.openxmlformats.org/officeDocument/2006/relationships/image" Target="../media/image355.wmf"/><Relationship Id="rId5" Type="http://schemas.openxmlformats.org/officeDocument/2006/relationships/image" Target="../media/image340.wmf"/><Relationship Id="rId15" Type="http://schemas.openxmlformats.org/officeDocument/2006/relationships/image" Target="../media/image345.wmf"/><Relationship Id="rId23" Type="http://schemas.openxmlformats.org/officeDocument/2006/relationships/image" Target="../media/image349.wmf"/><Relationship Id="rId28" Type="http://schemas.openxmlformats.org/officeDocument/2006/relationships/oleObject" Target="../embeddings/oleObject396.bin"/><Relationship Id="rId36" Type="http://schemas.openxmlformats.org/officeDocument/2006/relationships/oleObject" Target="../embeddings/oleObject401.bin"/><Relationship Id="rId10" Type="http://schemas.openxmlformats.org/officeDocument/2006/relationships/oleObject" Target="../embeddings/oleObject387.bin"/><Relationship Id="rId19" Type="http://schemas.openxmlformats.org/officeDocument/2006/relationships/image" Target="../media/image347.wmf"/><Relationship Id="rId31" Type="http://schemas.openxmlformats.org/officeDocument/2006/relationships/image" Target="../media/image353.wmf"/><Relationship Id="rId4" Type="http://schemas.openxmlformats.org/officeDocument/2006/relationships/oleObject" Target="../embeddings/oleObject384.bin"/><Relationship Id="rId9" Type="http://schemas.openxmlformats.org/officeDocument/2006/relationships/image" Target="../media/image342.wmf"/><Relationship Id="rId14" Type="http://schemas.openxmlformats.org/officeDocument/2006/relationships/oleObject" Target="../embeddings/oleObject389.bin"/><Relationship Id="rId22" Type="http://schemas.openxmlformats.org/officeDocument/2006/relationships/oleObject" Target="../embeddings/oleObject393.bin"/><Relationship Id="rId27" Type="http://schemas.openxmlformats.org/officeDocument/2006/relationships/image" Target="../media/image351.wmf"/><Relationship Id="rId30" Type="http://schemas.openxmlformats.org/officeDocument/2006/relationships/oleObject" Target="../embeddings/oleObject397.bin"/><Relationship Id="rId35" Type="http://schemas.openxmlformats.org/officeDocument/2006/relationships/oleObject" Target="../embeddings/oleObject400.bin"/><Relationship Id="rId8" Type="http://schemas.openxmlformats.org/officeDocument/2006/relationships/oleObject" Target="../embeddings/oleObject386.bin"/><Relationship Id="rId3" Type="http://schemas.openxmlformats.org/officeDocument/2006/relationships/notesSlide" Target="../notesSlides/notesSlide30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13" Type="http://schemas.openxmlformats.org/officeDocument/2006/relationships/oleObject" Target="../embeddings/oleObject406.bin"/><Relationship Id="rId18" Type="http://schemas.openxmlformats.org/officeDocument/2006/relationships/image" Target="../media/image362.wmf"/><Relationship Id="rId3" Type="http://schemas.openxmlformats.org/officeDocument/2006/relationships/oleObject" Target="../embeddings/oleObject384.bin"/><Relationship Id="rId7" Type="http://schemas.openxmlformats.org/officeDocument/2006/relationships/oleObject" Target="../embeddings/oleObject403.bin"/><Relationship Id="rId12" Type="http://schemas.openxmlformats.org/officeDocument/2006/relationships/image" Target="../media/image359.wmf"/><Relationship Id="rId17" Type="http://schemas.openxmlformats.org/officeDocument/2006/relationships/oleObject" Target="../embeddings/oleObject4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1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54.wmf"/><Relationship Id="rId11" Type="http://schemas.openxmlformats.org/officeDocument/2006/relationships/oleObject" Target="../embeddings/oleObject405.bin"/><Relationship Id="rId5" Type="http://schemas.openxmlformats.org/officeDocument/2006/relationships/oleObject" Target="../embeddings/oleObject398.bin"/><Relationship Id="rId15" Type="http://schemas.openxmlformats.org/officeDocument/2006/relationships/oleObject" Target="../embeddings/oleObject407.bin"/><Relationship Id="rId10" Type="http://schemas.openxmlformats.org/officeDocument/2006/relationships/image" Target="../media/image358.wmf"/><Relationship Id="rId4" Type="http://schemas.openxmlformats.org/officeDocument/2006/relationships/image" Target="../media/image340.wmf"/><Relationship Id="rId9" Type="http://schemas.openxmlformats.org/officeDocument/2006/relationships/oleObject" Target="../embeddings/oleObject404.bin"/><Relationship Id="rId14" Type="http://schemas.openxmlformats.org/officeDocument/2006/relationships/image" Target="../media/image36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13" Type="http://schemas.openxmlformats.org/officeDocument/2006/relationships/image" Target="../media/image367.wmf"/><Relationship Id="rId18" Type="http://schemas.openxmlformats.org/officeDocument/2006/relationships/oleObject" Target="../embeddings/oleObject417.bin"/><Relationship Id="rId3" Type="http://schemas.openxmlformats.org/officeDocument/2006/relationships/oleObject" Target="../embeddings/oleObject409.bin"/><Relationship Id="rId21" Type="http://schemas.openxmlformats.org/officeDocument/2006/relationships/oleObject" Target="../embeddings/oleObject419.bin"/><Relationship Id="rId7" Type="http://schemas.openxmlformats.org/officeDocument/2006/relationships/oleObject" Target="../embeddings/oleObject411.bin"/><Relationship Id="rId12" Type="http://schemas.openxmlformats.org/officeDocument/2006/relationships/oleObject" Target="../embeddings/oleObject414.bin"/><Relationship Id="rId17" Type="http://schemas.openxmlformats.org/officeDocument/2006/relationships/image" Target="../media/image36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16.bin"/><Relationship Id="rId20" Type="http://schemas.openxmlformats.org/officeDocument/2006/relationships/image" Target="../media/image370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64.wmf"/><Relationship Id="rId11" Type="http://schemas.openxmlformats.org/officeDocument/2006/relationships/image" Target="../media/image366.wmf"/><Relationship Id="rId5" Type="http://schemas.openxmlformats.org/officeDocument/2006/relationships/oleObject" Target="../embeddings/oleObject410.bin"/><Relationship Id="rId15" Type="http://schemas.openxmlformats.org/officeDocument/2006/relationships/image" Target="../media/image368.wmf"/><Relationship Id="rId10" Type="http://schemas.openxmlformats.org/officeDocument/2006/relationships/oleObject" Target="../embeddings/oleObject413.bin"/><Relationship Id="rId19" Type="http://schemas.openxmlformats.org/officeDocument/2006/relationships/oleObject" Target="../embeddings/oleObject418.bin"/><Relationship Id="rId4" Type="http://schemas.openxmlformats.org/officeDocument/2006/relationships/image" Target="../media/image363.wmf"/><Relationship Id="rId9" Type="http://schemas.openxmlformats.org/officeDocument/2006/relationships/oleObject" Target="../embeddings/oleObject412.bin"/><Relationship Id="rId14" Type="http://schemas.openxmlformats.org/officeDocument/2006/relationships/oleObject" Target="../embeddings/oleObject415.bin"/><Relationship Id="rId22" Type="http://schemas.openxmlformats.org/officeDocument/2006/relationships/image" Target="../media/image371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wmf"/><Relationship Id="rId13" Type="http://schemas.openxmlformats.org/officeDocument/2006/relationships/oleObject" Target="../embeddings/oleObject425.bin"/><Relationship Id="rId3" Type="http://schemas.openxmlformats.org/officeDocument/2006/relationships/oleObject" Target="../embeddings/oleObject420.bin"/><Relationship Id="rId7" Type="http://schemas.openxmlformats.org/officeDocument/2006/relationships/oleObject" Target="../embeddings/oleObject422.bin"/><Relationship Id="rId12" Type="http://schemas.openxmlformats.org/officeDocument/2006/relationships/image" Target="../media/image37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6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72.wmf"/><Relationship Id="rId11" Type="http://schemas.openxmlformats.org/officeDocument/2006/relationships/oleObject" Target="../embeddings/oleObject424.bin"/><Relationship Id="rId5" Type="http://schemas.openxmlformats.org/officeDocument/2006/relationships/oleObject" Target="../embeddings/oleObject421.bin"/><Relationship Id="rId15" Type="http://schemas.openxmlformats.org/officeDocument/2006/relationships/oleObject" Target="../embeddings/oleObject426.bin"/><Relationship Id="rId10" Type="http://schemas.openxmlformats.org/officeDocument/2006/relationships/image" Target="../media/image374.wmf"/><Relationship Id="rId4" Type="http://schemas.openxmlformats.org/officeDocument/2006/relationships/image" Target="../media/image371.wmf"/><Relationship Id="rId9" Type="http://schemas.openxmlformats.org/officeDocument/2006/relationships/oleObject" Target="../embeddings/oleObject423.bin"/><Relationship Id="rId14" Type="http://schemas.openxmlformats.org/officeDocument/2006/relationships/image" Target="../media/image366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wmf"/><Relationship Id="rId13" Type="http://schemas.openxmlformats.org/officeDocument/2006/relationships/oleObject" Target="../embeddings/oleObject432.bin"/><Relationship Id="rId3" Type="http://schemas.openxmlformats.org/officeDocument/2006/relationships/oleObject" Target="../embeddings/oleObject427.bin"/><Relationship Id="rId7" Type="http://schemas.openxmlformats.org/officeDocument/2006/relationships/oleObject" Target="../embeddings/oleObject429.bin"/><Relationship Id="rId12" Type="http://schemas.openxmlformats.org/officeDocument/2006/relationships/image" Target="../media/image3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77.wmf"/><Relationship Id="rId11" Type="http://schemas.openxmlformats.org/officeDocument/2006/relationships/oleObject" Target="../embeddings/oleObject431.bin"/><Relationship Id="rId5" Type="http://schemas.openxmlformats.org/officeDocument/2006/relationships/oleObject" Target="../embeddings/oleObject428.bin"/><Relationship Id="rId10" Type="http://schemas.openxmlformats.org/officeDocument/2006/relationships/image" Target="../media/image378.wmf"/><Relationship Id="rId4" Type="http://schemas.openxmlformats.org/officeDocument/2006/relationships/image" Target="../media/image367.wmf"/><Relationship Id="rId9" Type="http://schemas.openxmlformats.org/officeDocument/2006/relationships/oleObject" Target="../embeddings/oleObject430.bin"/><Relationship Id="rId14" Type="http://schemas.openxmlformats.org/officeDocument/2006/relationships/image" Target="../media/image364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5.bin"/><Relationship Id="rId13" Type="http://schemas.openxmlformats.org/officeDocument/2006/relationships/image" Target="../media/image384.wmf"/><Relationship Id="rId18" Type="http://schemas.openxmlformats.org/officeDocument/2006/relationships/oleObject" Target="../embeddings/oleObject440.bin"/><Relationship Id="rId3" Type="http://schemas.openxmlformats.org/officeDocument/2006/relationships/notesSlide" Target="../notesSlides/notesSlide31.xml"/><Relationship Id="rId21" Type="http://schemas.openxmlformats.org/officeDocument/2006/relationships/image" Target="../media/image388.wmf"/><Relationship Id="rId7" Type="http://schemas.openxmlformats.org/officeDocument/2006/relationships/image" Target="../media/image381.wmf"/><Relationship Id="rId12" Type="http://schemas.openxmlformats.org/officeDocument/2006/relationships/oleObject" Target="../embeddings/oleObject437.bin"/><Relationship Id="rId17" Type="http://schemas.openxmlformats.org/officeDocument/2006/relationships/image" Target="../media/image38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39.bin"/><Relationship Id="rId20" Type="http://schemas.openxmlformats.org/officeDocument/2006/relationships/oleObject" Target="../embeddings/oleObject441.bin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434.bin"/><Relationship Id="rId11" Type="http://schemas.openxmlformats.org/officeDocument/2006/relationships/image" Target="../media/image383.wmf"/><Relationship Id="rId5" Type="http://schemas.openxmlformats.org/officeDocument/2006/relationships/image" Target="../media/image380.wmf"/><Relationship Id="rId15" Type="http://schemas.openxmlformats.org/officeDocument/2006/relationships/image" Target="../media/image385.wmf"/><Relationship Id="rId10" Type="http://schemas.openxmlformats.org/officeDocument/2006/relationships/oleObject" Target="../embeddings/oleObject436.bin"/><Relationship Id="rId19" Type="http://schemas.openxmlformats.org/officeDocument/2006/relationships/image" Target="../media/image387.wmf"/><Relationship Id="rId4" Type="http://schemas.openxmlformats.org/officeDocument/2006/relationships/oleObject" Target="../embeddings/oleObject433.bin"/><Relationship Id="rId9" Type="http://schemas.openxmlformats.org/officeDocument/2006/relationships/image" Target="../media/image382.wmf"/><Relationship Id="rId14" Type="http://schemas.openxmlformats.org/officeDocument/2006/relationships/oleObject" Target="../embeddings/oleObject438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389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wmf"/><Relationship Id="rId13" Type="http://schemas.openxmlformats.org/officeDocument/2006/relationships/oleObject" Target="../embeddings/oleObject448.bin"/><Relationship Id="rId18" Type="http://schemas.openxmlformats.org/officeDocument/2006/relationships/image" Target="../media/image397.wmf"/><Relationship Id="rId3" Type="http://schemas.openxmlformats.org/officeDocument/2006/relationships/oleObject" Target="../embeddings/oleObject443.bin"/><Relationship Id="rId7" Type="http://schemas.openxmlformats.org/officeDocument/2006/relationships/oleObject" Target="../embeddings/oleObject445.bin"/><Relationship Id="rId12" Type="http://schemas.openxmlformats.org/officeDocument/2006/relationships/image" Target="../media/image394.wmf"/><Relationship Id="rId17" Type="http://schemas.openxmlformats.org/officeDocument/2006/relationships/oleObject" Target="../embeddings/oleObject4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6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91.wmf"/><Relationship Id="rId11" Type="http://schemas.openxmlformats.org/officeDocument/2006/relationships/oleObject" Target="../embeddings/oleObject447.bin"/><Relationship Id="rId5" Type="http://schemas.openxmlformats.org/officeDocument/2006/relationships/oleObject" Target="../embeddings/oleObject444.bin"/><Relationship Id="rId15" Type="http://schemas.openxmlformats.org/officeDocument/2006/relationships/oleObject" Target="../embeddings/oleObject449.bin"/><Relationship Id="rId10" Type="http://schemas.openxmlformats.org/officeDocument/2006/relationships/image" Target="../media/image393.wmf"/><Relationship Id="rId4" Type="http://schemas.openxmlformats.org/officeDocument/2006/relationships/image" Target="../media/image390.wmf"/><Relationship Id="rId9" Type="http://schemas.openxmlformats.org/officeDocument/2006/relationships/oleObject" Target="../embeddings/oleObject446.bin"/><Relationship Id="rId14" Type="http://schemas.openxmlformats.org/officeDocument/2006/relationships/image" Target="../media/image395.wmf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6.bin"/><Relationship Id="rId18" Type="http://schemas.openxmlformats.org/officeDocument/2006/relationships/image" Target="../media/image405.wmf"/><Relationship Id="rId26" Type="http://schemas.openxmlformats.org/officeDocument/2006/relationships/image" Target="../media/image409.wmf"/><Relationship Id="rId39" Type="http://schemas.openxmlformats.org/officeDocument/2006/relationships/oleObject" Target="../embeddings/oleObject469.bin"/><Relationship Id="rId21" Type="http://schemas.openxmlformats.org/officeDocument/2006/relationships/oleObject" Target="../embeddings/oleObject460.bin"/><Relationship Id="rId34" Type="http://schemas.openxmlformats.org/officeDocument/2006/relationships/image" Target="../media/image413.wmf"/><Relationship Id="rId42" Type="http://schemas.openxmlformats.org/officeDocument/2006/relationships/image" Target="../media/image417.wmf"/><Relationship Id="rId7" Type="http://schemas.openxmlformats.org/officeDocument/2006/relationships/oleObject" Target="../embeddings/oleObject4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4.wmf"/><Relationship Id="rId29" Type="http://schemas.openxmlformats.org/officeDocument/2006/relationships/oleObject" Target="../embeddings/oleObject464.bin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99.wmf"/><Relationship Id="rId11" Type="http://schemas.openxmlformats.org/officeDocument/2006/relationships/oleObject" Target="../embeddings/oleObject455.bin"/><Relationship Id="rId24" Type="http://schemas.openxmlformats.org/officeDocument/2006/relationships/image" Target="../media/image408.wmf"/><Relationship Id="rId32" Type="http://schemas.openxmlformats.org/officeDocument/2006/relationships/image" Target="../media/image412.wmf"/><Relationship Id="rId37" Type="http://schemas.openxmlformats.org/officeDocument/2006/relationships/oleObject" Target="../embeddings/oleObject468.bin"/><Relationship Id="rId40" Type="http://schemas.openxmlformats.org/officeDocument/2006/relationships/image" Target="../media/image416.wmf"/><Relationship Id="rId45" Type="http://schemas.openxmlformats.org/officeDocument/2006/relationships/oleObject" Target="../embeddings/oleObject472.bin"/><Relationship Id="rId5" Type="http://schemas.openxmlformats.org/officeDocument/2006/relationships/oleObject" Target="../embeddings/oleObject452.bin"/><Relationship Id="rId15" Type="http://schemas.openxmlformats.org/officeDocument/2006/relationships/oleObject" Target="../embeddings/oleObject457.bin"/><Relationship Id="rId23" Type="http://schemas.openxmlformats.org/officeDocument/2006/relationships/oleObject" Target="../embeddings/oleObject461.bin"/><Relationship Id="rId28" Type="http://schemas.openxmlformats.org/officeDocument/2006/relationships/image" Target="../media/image410.wmf"/><Relationship Id="rId36" Type="http://schemas.openxmlformats.org/officeDocument/2006/relationships/image" Target="../media/image414.wmf"/><Relationship Id="rId10" Type="http://schemas.openxmlformats.org/officeDocument/2006/relationships/image" Target="../media/image401.wmf"/><Relationship Id="rId19" Type="http://schemas.openxmlformats.org/officeDocument/2006/relationships/oleObject" Target="../embeddings/oleObject459.bin"/><Relationship Id="rId31" Type="http://schemas.openxmlformats.org/officeDocument/2006/relationships/oleObject" Target="../embeddings/oleObject465.bin"/><Relationship Id="rId44" Type="http://schemas.openxmlformats.org/officeDocument/2006/relationships/image" Target="../media/image418.wmf"/><Relationship Id="rId4" Type="http://schemas.openxmlformats.org/officeDocument/2006/relationships/image" Target="../media/image398.wmf"/><Relationship Id="rId9" Type="http://schemas.openxmlformats.org/officeDocument/2006/relationships/oleObject" Target="../embeddings/oleObject454.bin"/><Relationship Id="rId14" Type="http://schemas.openxmlformats.org/officeDocument/2006/relationships/image" Target="../media/image403.wmf"/><Relationship Id="rId22" Type="http://schemas.openxmlformats.org/officeDocument/2006/relationships/image" Target="../media/image407.wmf"/><Relationship Id="rId27" Type="http://schemas.openxmlformats.org/officeDocument/2006/relationships/oleObject" Target="../embeddings/oleObject463.bin"/><Relationship Id="rId30" Type="http://schemas.openxmlformats.org/officeDocument/2006/relationships/image" Target="../media/image411.wmf"/><Relationship Id="rId35" Type="http://schemas.openxmlformats.org/officeDocument/2006/relationships/oleObject" Target="../embeddings/oleObject467.bin"/><Relationship Id="rId43" Type="http://schemas.openxmlformats.org/officeDocument/2006/relationships/oleObject" Target="../embeddings/oleObject471.bin"/><Relationship Id="rId8" Type="http://schemas.openxmlformats.org/officeDocument/2006/relationships/image" Target="../media/image400.wmf"/><Relationship Id="rId3" Type="http://schemas.openxmlformats.org/officeDocument/2006/relationships/oleObject" Target="../embeddings/oleObject451.bin"/><Relationship Id="rId12" Type="http://schemas.openxmlformats.org/officeDocument/2006/relationships/image" Target="../media/image402.wmf"/><Relationship Id="rId17" Type="http://schemas.openxmlformats.org/officeDocument/2006/relationships/oleObject" Target="../embeddings/oleObject458.bin"/><Relationship Id="rId25" Type="http://schemas.openxmlformats.org/officeDocument/2006/relationships/oleObject" Target="../embeddings/oleObject462.bin"/><Relationship Id="rId33" Type="http://schemas.openxmlformats.org/officeDocument/2006/relationships/oleObject" Target="../embeddings/oleObject466.bin"/><Relationship Id="rId38" Type="http://schemas.openxmlformats.org/officeDocument/2006/relationships/image" Target="../media/image415.wmf"/><Relationship Id="rId46" Type="http://schemas.openxmlformats.org/officeDocument/2006/relationships/image" Target="../media/image419.wmf"/><Relationship Id="rId20" Type="http://schemas.openxmlformats.org/officeDocument/2006/relationships/image" Target="../media/image406.wmf"/><Relationship Id="rId41" Type="http://schemas.openxmlformats.org/officeDocument/2006/relationships/oleObject" Target="../embeddings/oleObject470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wmf"/><Relationship Id="rId3" Type="http://schemas.openxmlformats.org/officeDocument/2006/relationships/oleObject" Target="../embeddings/oleObject473.bin"/><Relationship Id="rId7" Type="http://schemas.openxmlformats.org/officeDocument/2006/relationships/oleObject" Target="../embeddings/oleObject4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21.wmf"/><Relationship Id="rId5" Type="http://schemas.openxmlformats.org/officeDocument/2006/relationships/oleObject" Target="../embeddings/oleObject474.bin"/><Relationship Id="rId10" Type="http://schemas.openxmlformats.org/officeDocument/2006/relationships/image" Target="../media/image423.wmf"/><Relationship Id="rId4" Type="http://schemas.openxmlformats.org/officeDocument/2006/relationships/image" Target="../media/image420.wmf"/><Relationship Id="rId9" Type="http://schemas.openxmlformats.org/officeDocument/2006/relationships/oleObject" Target="../embeddings/oleObject476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wmf"/><Relationship Id="rId3" Type="http://schemas.openxmlformats.org/officeDocument/2006/relationships/oleObject" Target="../embeddings/oleObject477.bin"/><Relationship Id="rId7" Type="http://schemas.openxmlformats.org/officeDocument/2006/relationships/oleObject" Target="../embeddings/oleObject4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25.wmf"/><Relationship Id="rId5" Type="http://schemas.openxmlformats.org/officeDocument/2006/relationships/oleObject" Target="../embeddings/oleObject478.bin"/><Relationship Id="rId10" Type="http://schemas.openxmlformats.org/officeDocument/2006/relationships/image" Target="../media/image427.wmf"/><Relationship Id="rId4" Type="http://schemas.openxmlformats.org/officeDocument/2006/relationships/image" Target="../media/image424.wmf"/><Relationship Id="rId9" Type="http://schemas.openxmlformats.org/officeDocument/2006/relationships/oleObject" Target="../embeddings/oleObject480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wmf"/><Relationship Id="rId13" Type="http://schemas.openxmlformats.org/officeDocument/2006/relationships/oleObject" Target="../embeddings/oleObject486.bin"/><Relationship Id="rId18" Type="http://schemas.openxmlformats.org/officeDocument/2006/relationships/image" Target="../media/image434.wmf"/><Relationship Id="rId26" Type="http://schemas.openxmlformats.org/officeDocument/2006/relationships/image" Target="../media/image438.wmf"/><Relationship Id="rId3" Type="http://schemas.openxmlformats.org/officeDocument/2006/relationships/oleObject" Target="../embeddings/oleObject481.bin"/><Relationship Id="rId21" Type="http://schemas.openxmlformats.org/officeDocument/2006/relationships/oleObject" Target="../embeddings/oleObject489.bin"/><Relationship Id="rId7" Type="http://schemas.openxmlformats.org/officeDocument/2006/relationships/oleObject" Target="../embeddings/oleObject483.bin"/><Relationship Id="rId12" Type="http://schemas.openxmlformats.org/officeDocument/2006/relationships/image" Target="../media/image432.wmf"/><Relationship Id="rId17" Type="http://schemas.openxmlformats.org/officeDocument/2006/relationships/oleObject" Target="../embeddings/oleObject487.bin"/><Relationship Id="rId25" Type="http://schemas.openxmlformats.org/officeDocument/2006/relationships/oleObject" Target="../embeddings/oleObject4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8.wmf"/><Relationship Id="rId20" Type="http://schemas.openxmlformats.org/officeDocument/2006/relationships/image" Target="../media/image435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429.wmf"/><Relationship Id="rId11" Type="http://schemas.openxmlformats.org/officeDocument/2006/relationships/oleObject" Target="../embeddings/oleObject485.bin"/><Relationship Id="rId24" Type="http://schemas.openxmlformats.org/officeDocument/2006/relationships/image" Target="../media/image437.wmf"/><Relationship Id="rId5" Type="http://schemas.openxmlformats.org/officeDocument/2006/relationships/oleObject" Target="../embeddings/oleObject482.bin"/><Relationship Id="rId15" Type="http://schemas.openxmlformats.org/officeDocument/2006/relationships/oleObject" Target="../embeddings/oleObject132.bin"/><Relationship Id="rId23" Type="http://schemas.openxmlformats.org/officeDocument/2006/relationships/oleObject" Target="../embeddings/oleObject490.bin"/><Relationship Id="rId10" Type="http://schemas.openxmlformats.org/officeDocument/2006/relationships/image" Target="../media/image431.wmf"/><Relationship Id="rId19" Type="http://schemas.openxmlformats.org/officeDocument/2006/relationships/oleObject" Target="../embeddings/oleObject488.bin"/><Relationship Id="rId4" Type="http://schemas.openxmlformats.org/officeDocument/2006/relationships/image" Target="../media/image428.wmf"/><Relationship Id="rId9" Type="http://schemas.openxmlformats.org/officeDocument/2006/relationships/oleObject" Target="../embeddings/oleObject484.bin"/><Relationship Id="rId14" Type="http://schemas.openxmlformats.org/officeDocument/2006/relationships/image" Target="../media/image433.wmf"/><Relationship Id="rId22" Type="http://schemas.openxmlformats.org/officeDocument/2006/relationships/image" Target="../media/image436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wmf"/><Relationship Id="rId13" Type="http://schemas.openxmlformats.org/officeDocument/2006/relationships/oleObject" Target="../embeddings/oleObject497.bin"/><Relationship Id="rId3" Type="http://schemas.openxmlformats.org/officeDocument/2006/relationships/oleObject" Target="../embeddings/oleObject492.bin"/><Relationship Id="rId7" Type="http://schemas.openxmlformats.org/officeDocument/2006/relationships/oleObject" Target="../embeddings/oleObject494.bin"/><Relationship Id="rId12" Type="http://schemas.openxmlformats.org/officeDocument/2006/relationships/image" Target="../media/image4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40.wmf"/><Relationship Id="rId11" Type="http://schemas.openxmlformats.org/officeDocument/2006/relationships/oleObject" Target="../embeddings/oleObject496.bin"/><Relationship Id="rId5" Type="http://schemas.openxmlformats.org/officeDocument/2006/relationships/oleObject" Target="../embeddings/oleObject493.bin"/><Relationship Id="rId10" Type="http://schemas.openxmlformats.org/officeDocument/2006/relationships/image" Target="../media/image442.wmf"/><Relationship Id="rId4" Type="http://schemas.openxmlformats.org/officeDocument/2006/relationships/image" Target="../media/image439.wmf"/><Relationship Id="rId9" Type="http://schemas.openxmlformats.org/officeDocument/2006/relationships/oleObject" Target="../embeddings/oleObject495.bin"/><Relationship Id="rId14" Type="http://schemas.openxmlformats.org/officeDocument/2006/relationships/image" Target="../media/image444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503.bin"/><Relationship Id="rId18" Type="http://schemas.openxmlformats.org/officeDocument/2006/relationships/oleObject" Target="../embeddings/oleObject506.bin"/><Relationship Id="rId26" Type="http://schemas.openxmlformats.org/officeDocument/2006/relationships/oleObject" Target="../embeddings/oleObject510.bin"/><Relationship Id="rId3" Type="http://schemas.openxmlformats.org/officeDocument/2006/relationships/oleObject" Target="../embeddings/oleObject498.bin"/><Relationship Id="rId21" Type="http://schemas.openxmlformats.org/officeDocument/2006/relationships/image" Target="../media/image452.wmf"/><Relationship Id="rId7" Type="http://schemas.openxmlformats.org/officeDocument/2006/relationships/oleObject" Target="../embeddings/oleObject500.bin"/><Relationship Id="rId12" Type="http://schemas.openxmlformats.org/officeDocument/2006/relationships/image" Target="../media/image448.wmf"/><Relationship Id="rId17" Type="http://schemas.openxmlformats.org/officeDocument/2006/relationships/image" Target="../media/image450.wmf"/><Relationship Id="rId25" Type="http://schemas.openxmlformats.org/officeDocument/2006/relationships/image" Target="../media/image45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05.bin"/><Relationship Id="rId20" Type="http://schemas.openxmlformats.org/officeDocument/2006/relationships/oleObject" Target="../embeddings/oleObject507.bin"/><Relationship Id="rId29" Type="http://schemas.openxmlformats.org/officeDocument/2006/relationships/image" Target="../media/image456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46.wmf"/><Relationship Id="rId11" Type="http://schemas.openxmlformats.org/officeDocument/2006/relationships/oleObject" Target="../embeddings/oleObject502.bin"/><Relationship Id="rId24" Type="http://schemas.openxmlformats.org/officeDocument/2006/relationships/oleObject" Target="../embeddings/oleObject509.bin"/><Relationship Id="rId5" Type="http://schemas.openxmlformats.org/officeDocument/2006/relationships/oleObject" Target="../embeddings/oleObject499.bin"/><Relationship Id="rId15" Type="http://schemas.openxmlformats.org/officeDocument/2006/relationships/oleObject" Target="../embeddings/oleObject504.bin"/><Relationship Id="rId23" Type="http://schemas.openxmlformats.org/officeDocument/2006/relationships/image" Target="../media/image453.wmf"/><Relationship Id="rId28" Type="http://schemas.openxmlformats.org/officeDocument/2006/relationships/oleObject" Target="../embeddings/oleObject511.bin"/><Relationship Id="rId10" Type="http://schemas.openxmlformats.org/officeDocument/2006/relationships/image" Target="../media/image447.wmf"/><Relationship Id="rId19" Type="http://schemas.openxmlformats.org/officeDocument/2006/relationships/image" Target="../media/image451.wmf"/><Relationship Id="rId4" Type="http://schemas.openxmlformats.org/officeDocument/2006/relationships/image" Target="../media/image445.wmf"/><Relationship Id="rId9" Type="http://schemas.openxmlformats.org/officeDocument/2006/relationships/oleObject" Target="../embeddings/oleObject501.bin"/><Relationship Id="rId14" Type="http://schemas.openxmlformats.org/officeDocument/2006/relationships/image" Target="../media/image449.wmf"/><Relationship Id="rId22" Type="http://schemas.openxmlformats.org/officeDocument/2006/relationships/oleObject" Target="../embeddings/oleObject508.bin"/><Relationship Id="rId27" Type="http://schemas.openxmlformats.org/officeDocument/2006/relationships/image" Target="../media/image455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wmf"/><Relationship Id="rId3" Type="http://schemas.openxmlformats.org/officeDocument/2006/relationships/oleObject" Target="../embeddings/oleObject512.bin"/><Relationship Id="rId7" Type="http://schemas.openxmlformats.org/officeDocument/2006/relationships/oleObject" Target="../embeddings/oleObject5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58.wmf"/><Relationship Id="rId5" Type="http://schemas.openxmlformats.org/officeDocument/2006/relationships/oleObject" Target="../embeddings/oleObject513.bin"/><Relationship Id="rId10" Type="http://schemas.openxmlformats.org/officeDocument/2006/relationships/image" Target="../media/image460.wmf"/><Relationship Id="rId4" Type="http://schemas.openxmlformats.org/officeDocument/2006/relationships/image" Target="../media/image457.wmf"/><Relationship Id="rId9" Type="http://schemas.openxmlformats.org/officeDocument/2006/relationships/oleObject" Target="../embeddings/oleObject515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3.wmf"/><Relationship Id="rId13" Type="http://schemas.openxmlformats.org/officeDocument/2006/relationships/oleObject" Target="../embeddings/oleObject521.bin"/><Relationship Id="rId3" Type="http://schemas.openxmlformats.org/officeDocument/2006/relationships/oleObject" Target="../embeddings/oleObject516.bin"/><Relationship Id="rId7" Type="http://schemas.openxmlformats.org/officeDocument/2006/relationships/oleObject" Target="../embeddings/oleObject518.bin"/><Relationship Id="rId12" Type="http://schemas.openxmlformats.org/officeDocument/2006/relationships/image" Target="../media/image4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462.wmf"/><Relationship Id="rId11" Type="http://schemas.openxmlformats.org/officeDocument/2006/relationships/oleObject" Target="../embeddings/oleObject520.bin"/><Relationship Id="rId5" Type="http://schemas.openxmlformats.org/officeDocument/2006/relationships/oleObject" Target="../embeddings/oleObject517.bin"/><Relationship Id="rId10" Type="http://schemas.openxmlformats.org/officeDocument/2006/relationships/image" Target="../media/image464.wmf"/><Relationship Id="rId4" Type="http://schemas.openxmlformats.org/officeDocument/2006/relationships/image" Target="../media/image461.wmf"/><Relationship Id="rId9" Type="http://schemas.openxmlformats.org/officeDocument/2006/relationships/oleObject" Target="../embeddings/oleObject519.bin"/><Relationship Id="rId14" Type="http://schemas.openxmlformats.org/officeDocument/2006/relationships/image" Target="../media/image466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wmf"/><Relationship Id="rId3" Type="http://schemas.openxmlformats.org/officeDocument/2006/relationships/oleObject" Target="../embeddings/oleObject522.bin"/><Relationship Id="rId7" Type="http://schemas.openxmlformats.org/officeDocument/2006/relationships/oleObject" Target="../embeddings/oleObject5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468.wmf"/><Relationship Id="rId5" Type="http://schemas.openxmlformats.org/officeDocument/2006/relationships/oleObject" Target="../embeddings/oleObject523.bin"/><Relationship Id="rId10" Type="http://schemas.openxmlformats.org/officeDocument/2006/relationships/image" Target="../media/image470.wmf"/><Relationship Id="rId4" Type="http://schemas.openxmlformats.org/officeDocument/2006/relationships/image" Target="../media/image467.wmf"/><Relationship Id="rId9" Type="http://schemas.openxmlformats.org/officeDocument/2006/relationships/oleObject" Target="../embeddings/oleObject525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F341A752-2E77-4779-82D4-024622920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59582"/>
            <a:ext cx="7772400" cy="1101725"/>
          </a:xfrm>
        </p:spPr>
        <p:txBody>
          <a:bodyPr/>
          <a:lstStyle/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 定积分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403648" y="2528019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定积分的概念与性质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7B97DE98-1FD6-4B26-AE87-4A84E8535513}"/>
              </a:ext>
            </a:extLst>
          </p:cNvPr>
          <p:cNvSpPr txBox="1">
            <a:spLocks/>
          </p:cNvSpPr>
          <p:nvPr/>
        </p:nvSpPr>
        <p:spPr>
          <a:xfrm>
            <a:off x="1475656" y="3551956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郭晓峰</a:t>
            </a:r>
          </a:p>
        </p:txBody>
      </p:sp>
    </p:spTree>
    <p:extLst>
      <p:ext uri="{BB962C8B-B14F-4D97-AF65-F5344CB8AC3E}">
        <p14:creationId xmlns:p14="http://schemas.microsoft.com/office/powerpoint/2010/main" val="422597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EC03644-7FDB-487F-8B69-85FBC5E1F88C}"/>
              </a:ext>
            </a:extLst>
          </p:cNvPr>
          <p:cNvSpPr/>
          <p:nvPr/>
        </p:nvSpPr>
        <p:spPr>
          <a:xfrm>
            <a:off x="6292121" y="1784400"/>
            <a:ext cx="2016000" cy="1676593"/>
          </a:xfrm>
          <a:custGeom>
            <a:avLst/>
            <a:gdLst>
              <a:gd name="connsiteX0" fmla="*/ 13381 w 2462189"/>
              <a:gd name="connsiteY0" fmla="*/ 856414 h 1654841"/>
              <a:gd name="connsiteX1" fmla="*/ 321155 w 2462189"/>
              <a:gd name="connsiteY1" fmla="*/ 637850 h 1654841"/>
              <a:gd name="connsiteX2" fmla="*/ 557561 w 2462189"/>
              <a:gd name="connsiteY2" fmla="*/ 548640 h 1654841"/>
              <a:gd name="connsiteX3" fmla="*/ 771664 w 2462189"/>
              <a:gd name="connsiteY3" fmla="*/ 539720 h 1654841"/>
              <a:gd name="connsiteX4" fmla="*/ 1262318 w 2462189"/>
              <a:gd name="connsiteY4" fmla="*/ 620008 h 1654841"/>
              <a:gd name="connsiteX5" fmla="*/ 1471961 w 2462189"/>
              <a:gd name="connsiteY5" fmla="*/ 615548 h 1654841"/>
              <a:gd name="connsiteX6" fmla="*/ 1708367 w 2462189"/>
              <a:gd name="connsiteY6" fmla="*/ 517417 h 1654841"/>
              <a:gd name="connsiteX7" fmla="*/ 2114271 w 2462189"/>
              <a:gd name="connsiteY7" fmla="*/ 258709 h 1654841"/>
              <a:gd name="connsiteX8" fmla="*/ 2462189 w 2462189"/>
              <a:gd name="connsiteY8" fmla="*/ 0 h 1654841"/>
              <a:gd name="connsiteX9" fmla="*/ 2439887 w 2462189"/>
              <a:gd name="connsiteY9" fmla="*/ 1654841 h 1654841"/>
              <a:gd name="connsiteX10" fmla="*/ 0 w 2462189"/>
              <a:gd name="connsiteY10" fmla="*/ 1654841 h 1654841"/>
              <a:gd name="connsiteX11" fmla="*/ 13381 w 2462189"/>
              <a:gd name="connsiteY11" fmla="*/ 856414 h 1654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62189" h="1654841">
                <a:moveTo>
                  <a:pt x="13381" y="856414"/>
                </a:moveTo>
                <a:lnTo>
                  <a:pt x="321155" y="637850"/>
                </a:lnTo>
                <a:lnTo>
                  <a:pt x="557561" y="548640"/>
                </a:lnTo>
                <a:lnTo>
                  <a:pt x="771664" y="539720"/>
                </a:lnTo>
                <a:lnTo>
                  <a:pt x="1262318" y="620008"/>
                </a:lnTo>
                <a:lnTo>
                  <a:pt x="1471961" y="615548"/>
                </a:lnTo>
                <a:lnTo>
                  <a:pt x="1708367" y="517417"/>
                </a:lnTo>
                <a:lnTo>
                  <a:pt x="2114271" y="258709"/>
                </a:lnTo>
                <a:lnTo>
                  <a:pt x="2462189" y="0"/>
                </a:lnTo>
                <a:lnTo>
                  <a:pt x="2439887" y="1654841"/>
                </a:lnTo>
                <a:lnTo>
                  <a:pt x="0" y="1654841"/>
                </a:lnTo>
                <a:lnTo>
                  <a:pt x="13381" y="856414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363426-1CEE-40BD-9B28-D55FB91300E4}"/>
              </a:ext>
            </a:extLst>
          </p:cNvPr>
          <p:cNvSpPr txBox="1"/>
          <p:nvPr/>
        </p:nvSpPr>
        <p:spPr>
          <a:xfrm>
            <a:off x="876274" y="339502"/>
            <a:ext cx="41040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BB6A2D-5A5F-442D-95D7-F10502EC642F}"/>
              </a:ext>
            </a:extLst>
          </p:cNvPr>
          <p:cNvSpPr txBox="1"/>
          <p:nvPr/>
        </p:nvSpPr>
        <p:spPr>
          <a:xfrm>
            <a:off x="851445" y="1117448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引例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FC7271-2CAC-4C60-B275-101DF1F43717}"/>
              </a:ext>
            </a:extLst>
          </p:cNvPr>
          <p:cNvSpPr txBox="1"/>
          <p:nvPr/>
        </p:nvSpPr>
        <p:spPr>
          <a:xfrm>
            <a:off x="1802988" y="1110131"/>
            <a:ext cx="28083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曲边梯形</a:t>
            </a:r>
            <a:r>
              <a:rPr lang="zh-CN" altLang="en-US" sz="2400" b="1" dirty="0">
                <a:latin typeface="+mn-ea"/>
              </a:rPr>
              <a:t>的面积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F172B267-5FB5-4FB9-BAE1-776F0FA17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56" y="1833922"/>
            <a:ext cx="5143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设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7320E3C2-8532-4682-AC96-2E6576426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188" y="2484810"/>
            <a:ext cx="11876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两直线</a:t>
            </a: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1CF3FBFA-5B4C-4AF1-979C-D974AD3F9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52" y="3780746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称为曲边梯形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82A3656E-B873-4465-B3E4-6B4685AA3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673" y="3795219"/>
            <a:ext cx="20404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其</a:t>
            </a:r>
            <a:r>
              <a:rPr lang="zh-CN" altLang="zh-CN" sz="2400" b="1" dirty="0">
                <a:latin typeface="+mn-ea"/>
                <a:ea typeface="+mn-ea"/>
              </a:rPr>
              <a:t>面积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?</a:t>
            </a: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3A1B73D6-C8B7-4B5F-85A6-D002C83EB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560" y="3095485"/>
            <a:ext cx="34198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以及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</a:t>
            </a:r>
            <a:r>
              <a:rPr kumimoji="1" lang="zh-CN" altLang="en-US" sz="2400" b="1" dirty="0">
                <a:latin typeface="+mn-ea"/>
                <a:ea typeface="+mn-ea"/>
              </a:rPr>
              <a:t>轴</a:t>
            </a:r>
            <a:r>
              <a:rPr kumimoji="1" lang="zh-CN" altLang="en-US" sz="2400" b="1" dirty="0">
                <a:latin typeface="+mn-ea"/>
              </a:rPr>
              <a:t>所围成的图形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66D54CE5-8AA1-41D4-B36F-F4C50E167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30" y="2494576"/>
            <a:ext cx="1414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连续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3CE29FB-431B-4031-AAD2-00A00FB2CABA}"/>
              </a:ext>
            </a:extLst>
          </p:cNvPr>
          <p:cNvGrpSpPr>
            <a:grpSpLocks/>
          </p:cNvGrpSpPr>
          <p:nvPr/>
        </p:nvGrpSpPr>
        <p:grpSpPr bwMode="auto">
          <a:xfrm>
            <a:off x="6205538" y="3487738"/>
            <a:ext cx="2128837" cy="254000"/>
            <a:chOff x="6205909" y="5321058"/>
            <a:chExt cx="2128836" cy="254000"/>
          </a:xfrm>
        </p:grpSpPr>
        <p:graphicFrame>
          <p:nvGraphicFramePr>
            <p:cNvPr id="27" name="Object 24">
              <a:extLst>
                <a:ext uri="{FF2B5EF4-FFF2-40B4-BE49-F238E27FC236}">
                  <a16:creationId xmlns:a16="http://schemas.microsoft.com/office/drawing/2014/main" id="{91D39ED0-3348-489A-BD46-EB0C7F288B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7517483"/>
                </p:ext>
              </p:extLst>
            </p:nvPr>
          </p:nvGraphicFramePr>
          <p:xfrm>
            <a:off x="6205909" y="536487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08" name="Equation" r:id="rId4" imgW="177480" imgH="190440" progId="Equation.DSMT4">
                    <p:embed/>
                  </p:oleObj>
                </mc:Choice>
                <mc:Fallback>
                  <p:oleObj name="Equation" r:id="rId4" imgW="177480" imgH="190440" progId="Equation.DSMT4">
                    <p:embed/>
                    <p:pic>
                      <p:nvPicPr>
                        <p:cNvPr id="6184" name="Object 24">
                          <a:extLst>
                            <a:ext uri="{FF2B5EF4-FFF2-40B4-BE49-F238E27FC236}">
                              <a16:creationId xmlns:a16="http://schemas.microsoft.com/office/drawing/2014/main" id="{86076B0A-5A76-4ABD-AA47-9BDE9BA2C0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5909" y="5364873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5">
              <a:extLst>
                <a:ext uri="{FF2B5EF4-FFF2-40B4-BE49-F238E27FC236}">
                  <a16:creationId xmlns:a16="http://schemas.microsoft.com/office/drawing/2014/main" id="{1F6A5634-6B2F-4695-BEA2-ACE6E602FD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8172675"/>
                </p:ext>
              </p:extLst>
            </p:nvPr>
          </p:nvGraphicFramePr>
          <p:xfrm>
            <a:off x="8169645" y="5321058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09" name="Equation" r:id="rId6" imgW="164880" imgH="253800" progId="Equation.DSMT4">
                    <p:embed/>
                  </p:oleObj>
                </mc:Choice>
                <mc:Fallback>
                  <p:oleObj name="Equation" r:id="rId6" imgW="164880" imgH="253800" progId="Equation.DSMT4">
                    <p:embed/>
                    <p:pic>
                      <p:nvPicPr>
                        <p:cNvPr id="6185" name="Object 25">
                          <a:extLst>
                            <a:ext uri="{FF2B5EF4-FFF2-40B4-BE49-F238E27FC236}">
                              <a16:creationId xmlns:a16="http://schemas.microsoft.com/office/drawing/2014/main" id="{987E610F-F454-4B7B-B510-E4166DC55B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9645" y="5321058"/>
                          <a:ext cx="1651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B284FB0-8CBE-4C8B-AF89-F3B998427B49}"/>
              </a:ext>
            </a:extLst>
          </p:cNvPr>
          <p:cNvGrpSpPr>
            <a:grpSpLocks/>
          </p:cNvGrpSpPr>
          <p:nvPr/>
        </p:nvGrpSpPr>
        <p:grpSpPr bwMode="auto">
          <a:xfrm>
            <a:off x="5755740" y="1577975"/>
            <a:ext cx="2992724" cy="2161945"/>
            <a:chOff x="5756112" y="3411295"/>
            <a:chExt cx="2992723" cy="2161945"/>
          </a:xfrm>
        </p:grpSpPr>
        <p:graphicFrame>
          <p:nvGraphicFramePr>
            <p:cNvPr id="30" name="Object 21">
              <a:extLst>
                <a:ext uri="{FF2B5EF4-FFF2-40B4-BE49-F238E27FC236}">
                  <a16:creationId xmlns:a16="http://schemas.microsoft.com/office/drawing/2014/main" id="{68F966E0-AB4A-48E7-9A89-08412E5767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6971382"/>
                </p:ext>
              </p:extLst>
            </p:nvPr>
          </p:nvGraphicFramePr>
          <p:xfrm>
            <a:off x="8573566" y="5363920"/>
            <a:ext cx="1746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10" name="Equation" r:id="rId8" imgW="177480" imgH="190440" progId="Equation.DSMT4">
                    <p:embed/>
                  </p:oleObj>
                </mc:Choice>
                <mc:Fallback>
                  <p:oleObj name="Equation" r:id="rId8" imgW="177480" imgH="190440" progId="Equation.DSMT4">
                    <p:embed/>
                    <p:pic>
                      <p:nvPicPr>
                        <p:cNvPr id="6179" name="Object 21">
                          <a:extLst>
                            <a:ext uri="{FF2B5EF4-FFF2-40B4-BE49-F238E27FC236}">
                              <a16:creationId xmlns:a16="http://schemas.microsoft.com/office/drawing/2014/main" id="{EEECBA36-09C7-4249-B355-CDAF9353E5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73566" y="5363920"/>
                          <a:ext cx="174625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22">
              <a:extLst>
                <a:ext uri="{FF2B5EF4-FFF2-40B4-BE49-F238E27FC236}">
                  <a16:creationId xmlns:a16="http://schemas.microsoft.com/office/drawing/2014/main" id="{52610EF2-8EBC-456F-965A-ED9DA28A6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0633" y="5294313"/>
              <a:ext cx="29782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3">
              <a:extLst>
                <a:ext uri="{FF2B5EF4-FFF2-40B4-BE49-F238E27FC236}">
                  <a16:creationId xmlns:a16="http://schemas.microsoft.com/office/drawing/2014/main" id="{B553F407-161C-43C3-AACC-0ACD46F041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12532" y="3429000"/>
              <a:ext cx="0" cy="2057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" name="Object 26">
              <a:extLst>
                <a:ext uri="{FF2B5EF4-FFF2-40B4-BE49-F238E27FC236}">
                  <a16:creationId xmlns:a16="http://schemas.microsoft.com/office/drawing/2014/main" id="{2EA81EF9-22AA-4F5A-88C1-5A3DE7D8C6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1988431"/>
                </p:ext>
              </p:extLst>
            </p:nvPr>
          </p:nvGraphicFramePr>
          <p:xfrm>
            <a:off x="5756112" y="3411295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11" name="Equation" r:id="rId10" imgW="190440" imgH="241200" progId="Equation.DSMT4">
                    <p:embed/>
                  </p:oleObj>
                </mc:Choice>
                <mc:Fallback>
                  <p:oleObj name="Equation" r:id="rId10" imgW="190440" imgH="241200" progId="Equation.DSMT4">
                    <p:embed/>
                    <p:pic>
                      <p:nvPicPr>
                        <p:cNvPr id="6182" name="Object 26">
                          <a:extLst>
                            <a:ext uri="{FF2B5EF4-FFF2-40B4-BE49-F238E27FC236}">
                              <a16:creationId xmlns:a16="http://schemas.microsoft.com/office/drawing/2014/main" id="{4ABF6175-3BB8-4DE7-A45B-5BC1E16D8B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6112" y="3411295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7">
              <a:extLst>
                <a:ext uri="{FF2B5EF4-FFF2-40B4-BE49-F238E27FC236}">
                  <a16:creationId xmlns:a16="http://schemas.microsoft.com/office/drawing/2014/main" id="{0F97D868-066B-433D-8933-8491CDAFC8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3483569"/>
                </p:ext>
              </p:extLst>
            </p:nvPr>
          </p:nvGraphicFramePr>
          <p:xfrm>
            <a:off x="5766339" y="533194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12" name="Equation" r:id="rId12" imgW="228600" imgH="241200" progId="Equation.DSMT4">
                    <p:embed/>
                  </p:oleObj>
                </mc:Choice>
                <mc:Fallback>
                  <p:oleObj name="Equation" r:id="rId12" imgW="228600" imgH="241200" progId="Equation.DSMT4">
                    <p:embed/>
                    <p:pic>
                      <p:nvPicPr>
                        <p:cNvPr id="6183" name="Object 27">
                          <a:extLst>
                            <a:ext uri="{FF2B5EF4-FFF2-40B4-BE49-F238E27FC236}">
                              <a16:creationId xmlns:a16="http://schemas.microsoft.com/office/drawing/2014/main" id="{2155BB54-A13E-410A-8529-1B21439971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6339" y="5331940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694754B-C623-4A19-96B2-4C7779233B33}"/>
              </a:ext>
            </a:extLst>
          </p:cNvPr>
          <p:cNvCxnSpPr>
            <a:cxnSpLocks/>
          </p:cNvCxnSpPr>
          <p:nvPr/>
        </p:nvCxnSpPr>
        <p:spPr bwMode="auto">
          <a:xfrm flipH="1">
            <a:off x="8297825" y="1770886"/>
            <a:ext cx="14287" cy="1696457"/>
          </a:xfrm>
          <a:prstGeom prst="line">
            <a:avLst/>
          </a:prstGeom>
          <a:noFill/>
          <a:ln w="19050" algn="ctr">
            <a:solidFill>
              <a:srgbClr val="0064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6395DE3-75C8-410D-91B4-536A09DA0817}"/>
              </a:ext>
            </a:extLst>
          </p:cNvPr>
          <p:cNvCxnSpPr>
            <a:cxnSpLocks/>
          </p:cNvCxnSpPr>
          <p:nvPr/>
        </p:nvCxnSpPr>
        <p:spPr bwMode="auto">
          <a:xfrm flipH="1">
            <a:off x="6295430" y="2654584"/>
            <a:ext cx="4762" cy="793750"/>
          </a:xfrm>
          <a:prstGeom prst="line">
            <a:avLst/>
          </a:prstGeom>
          <a:noFill/>
          <a:ln w="19050" algn="ctr">
            <a:solidFill>
              <a:srgbClr val="0064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1B42699-FDEC-4EDE-9AB1-E05867D786C5}"/>
              </a:ext>
            </a:extLst>
          </p:cNvPr>
          <p:cNvCxnSpPr>
            <a:cxnSpLocks/>
          </p:cNvCxnSpPr>
          <p:nvPr/>
        </p:nvCxnSpPr>
        <p:spPr bwMode="auto">
          <a:xfrm>
            <a:off x="6283475" y="3454643"/>
            <a:ext cx="2016000" cy="0"/>
          </a:xfrm>
          <a:prstGeom prst="line">
            <a:avLst/>
          </a:prstGeom>
          <a:noFill/>
          <a:ln w="19050" algn="ctr">
            <a:solidFill>
              <a:srgbClr val="0064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8" name="Object 24">
            <a:extLst>
              <a:ext uri="{FF2B5EF4-FFF2-40B4-BE49-F238E27FC236}">
                <a16:creationId xmlns:a16="http://schemas.microsoft.com/office/drawing/2014/main" id="{B44A1ADB-B43E-4898-8B9A-8FD197F6B8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042375"/>
              </p:ext>
            </p:extLst>
          </p:nvPr>
        </p:nvGraphicFramePr>
        <p:xfrm>
          <a:off x="1273616" y="1900876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13" name="Equation" r:id="rId14" imgW="1104840" imgH="342720" progId="Equation.DSMT4">
                  <p:embed/>
                </p:oleObj>
              </mc:Choice>
              <mc:Fallback>
                <p:oleObj name="Equation" r:id="rId14" imgW="1104840" imgH="342720" progId="Equation.DSMT4">
                  <p:embed/>
                  <p:pic>
                    <p:nvPicPr>
                      <p:cNvPr id="1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616" y="1900876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>
            <a:extLst>
              <a:ext uri="{FF2B5EF4-FFF2-40B4-BE49-F238E27FC236}">
                <a16:creationId xmlns:a16="http://schemas.microsoft.com/office/drawing/2014/main" id="{A1EE501B-8C7A-4705-90A0-005B6A240B80}"/>
              </a:ext>
            </a:extLst>
          </p:cNvPr>
          <p:cNvGrpSpPr/>
          <p:nvPr/>
        </p:nvGrpSpPr>
        <p:grpSpPr>
          <a:xfrm>
            <a:off x="1096537" y="2493483"/>
            <a:ext cx="3153777" cy="461665"/>
            <a:chOff x="1475656" y="2438120"/>
            <a:chExt cx="3153777" cy="461665"/>
          </a:xfrm>
        </p:grpSpPr>
        <p:sp>
          <p:nvSpPr>
            <p:cNvPr id="20" name="Text Box 11">
              <a:extLst>
                <a:ext uri="{FF2B5EF4-FFF2-40B4-BE49-F238E27FC236}">
                  <a16:creationId xmlns:a16="http://schemas.microsoft.com/office/drawing/2014/main" id="{7493B6F5-520D-4CF8-9FE9-1CC9F06D0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5656" y="2438120"/>
              <a:ext cx="31537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由连续曲线        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r>
                <a:rPr kumimoji="1" lang="zh-CN" altLang="en-US" sz="2400" b="1" dirty="0">
                  <a:latin typeface="+mn-ea"/>
                  <a:ea typeface="+mn-ea"/>
                </a:rPr>
                <a:t> 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9" name="Object 24">
              <a:extLst>
                <a:ext uri="{FF2B5EF4-FFF2-40B4-BE49-F238E27FC236}">
                  <a16:creationId xmlns:a16="http://schemas.microsoft.com/office/drawing/2014/main" id="{980705C5-8745-456B-8995-262280C090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5188541"/>
                </p:ext>
              </p:extLst>
            </p:nvPr>
          </p:nvGraphicFramePr>
          <p:xfrm>
            <a:off x="3158919" y="2509838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14" name="Equation" r:id="rId16" imgW="1104840" imgH="342720" progId="Equation.DSMT4">
                    <p:embed/>
                  </p:oleObj>
                </mc:Choice>
                <mc:Fallback>
                  <p:oleObj name="Equation" r:id="rId16" imgW="1104840" imgH="342720" progId="Equation.DSMT4">
                    <p:embed/>
                    <p:pic>
                      <p:nvPicPr>
                        <p:cNvPr id="38" name="Object 24">
                          <a:extLst>
                            <a:ext uri="{FF2B5EF4-FFF2-40B4-BE49-F238E27FC236}">
                              <a16:creationId xmlns:a16="http://schemas.microsoft.com/office/drawing/2014/main" id="{B44A1ADB-B43E-4898-8B9A-8FD197F6B8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8919" y="2509838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39A9DC3C-7326-45EE-9DD1-DF953A1F4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037014"/>
              </p:ext>
            </p:extLst>
          </p:nvPr>
        </p:nvGraphicFramePr>
        <p:xfrm>
          <a:off x="382293" y="3195549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15" name="Equation" r:id="rId18" imgW="1536480" imgH="342720" progId="Equation.DSMT4">
                  <p:embed/>
                </p:oleObj>
              </mc:Choice>
              <mc:Fallback>
                <p:oleObj name="Equation" r:id="rId18" imgW="1536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2293" y="3195549"/>
                        <a:ext cx="1536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4">
            <a:extLst>
              <a:ext uri="{FF2B5EF4-FFF2-40B4-BE49-F238E27FC236}">
                <a16:creationId xmlns:a16="http://schemas.microsoft.com/office/drawing/2014/main" id="{87505E08-7266-4C53-BB84-7B2E41D3A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365182"/>
              </p:ext>
            </p:extLst>
          </p:nvPr>
        </p:nvGraphicFramePr>
        <p:xfrm>
          <a:off x="6800552" y="1906910"/>
          <a:ext cx="939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16" name="Equation" r:id="rId20" imgW="939600" imgH="304560" progId="Equation.DSMT4">
                  <p:embed/>
                </p:oleObj>
              </mc:Choice>
              <mc:Fallback>
                <p:oleObj name="Equation" r:id="rId20" imgW="939600" imgH="30456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B44A1ADB-B43E-4898-8B9A-8FD197F6B8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552" y="1906910"/>
                        <a:ext cx="9398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F4DCDF9D-1E21-4162-9A6A-23BFE6BCF028}"/>
              </a:ext>
            </a:extLst>
          </p:cNvPr>
          <p:cNvSpPr/>
          <p:nvPr/>
        </p:nvSpPr>
        <p:spPr>
          <a:xfrm>
            <a:off x="6297148" y="1771923"/>
            <a:ext cx="2016000" cy="883926"/>
          </a:xfrm>
          <a:custGeom>
            <a:avLst/>
            <a:gdLst>
              <a:gd name="connsiteX0" fmla="*/ 0 w 2415823"/>
              <a:gd name="connsiteY0" fmla="*/ 891822 h 891822"/>
              <a:gd name="connsiteX1" fmla="*/ 575734 w 2415823"/>
              <a:gd name="connsiteY1" fmla="*/ 575733 h 891822"/>
              <a:gd name="connsiteX2" fmla="*/ 1478845 w 2415823"/>
              <a:gd name="connsiteY2" fmla="*/ 620889 h 891822"/>
              <a:gd name="connsiteX3" fmla="*/ 2415823 w 2415823"/>
              <a:gd name="connsiteY3" fmla="*/ 0 h 89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5823" h="891822">
                <a:moveTo>
                  <a:pt x="0" y="891822"/>
                </a:moveTo>
                <a:cubicBezTo>
                  <a:pt x="164630" y="756355"/>
                  <a:pt x="329260" y="620888"/>
                  <a:pt x="575734" y="575733"/>
                </a:cubicBezTo>
                <a:cubicBezTo>
                  <a:pt x="822208" y="530577"/>
                  <a:pt x="1172164" y="716844"/>
                  <a:pt x="1478845" y="620889"/>
                </a:cubicBezTo>
                <a:cubicBezTo>
                  <a:pt x="1785526" y="524934"/>
                  <a:pt x="2100674" y="262467"/>
                  <a:pt x="2415823" y="0"/>
                </a:cubicBezTo>
              </a:path>
            </a:pathLst>
          </a:custGeom>
          <a:noFill/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3" name="Object 24">
            <a:extLst>
              <a:ext uri="{FF2B5EF4-FFF2-40B4-BE49-F238E27FC236}">
                <a16:creationId xmlns:a16="http://schemas.microsoft.com/office/drawing/2014/main" id="{A15A509F-46F5-4657-AFAB-7C37C92DE0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692404"/>
              </p:ext>
            </p:extLst>
          </p:nvPr>
        </p:nvGraphicFramePr>
        <p:xfrm>
          <a:off x="7210425" y="2778125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17" name="Equation" r:id="rId22" imgW="241200" imgH="266400" progId="Equation.DSMT4">
                  <p:embed/>
                </p:oleObj>
              </mc:Choice>
              <mc:Fallback>
                <p:oleObj name="Equation" r:id="rId22" imgW="241200" imgH="26640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87505E08-7266-4C53-BB84-7B2E41D3A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425" y="2778125"/>
                        <a:ext cx="241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2CC9BA3A-D3C7-441E-AC4B-CF12D4F6FE80}"/>
              </a:ext>
            </a:extLst>
          </p:cNvPr>
          <p:cNvGrpSpPr/>
          <p:nvPr/>
        </p:nvGrpSpPr>
        <p:grpSpPr>
          <a:xfrm>
            <a:off x="2353735" y="1829680"/>
            <a:ext cx="2969552" cy="461665"/>
            <a:chOff x="2411759" y="1954923"/>
            <a:chExt cx="2969552" cy="461665"/>
          </a:xfrm>
        </p:grpSpPr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1715F645-4EE7-46F1-B26A-9856896BF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1759" y="1954923"/>
              <a:ext cx="29695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在区间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</a:t>
              </a:r>
              <a:r>
                <a:rPr kumimoji="1" lang="zh-CN" altLang="en-US" sz="2400" b="1" dirty="0">
                  <a:latin typeface="+mn-ea"/>
                  <a:ea typeface="+mn-ea"/>
                </a:rPr>
                <a:t>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非负</a:t>
              </a:r>
              <a:endPara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45" name="Object 24">
              <a:extLst>
                <a:ext uri="{FF2B5EF4-FFF2-40B4-BE49-F238E27FC236}">
                  <a16:creationId xmlns:a16="http://schemas.microsoft.com/office/drawing/2014/main" id="{707FD6D7-477E-4DE2-A774-861D93B7F2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1811269"/>
                </p:ext>
              </p:extLst>
            </p:nvPr>
          </p:nvGraphicFramePr>
          <p:xfrm>
            <a:off x="3462518" y="2028471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018" name="Equation" r:id="rId24" imgW="647640" imgH="342720" progId="Equation.DSMT4">
                    <p:embed/>
                  </p:oleObj>
                </mc:Choice>
                <mc:Fallback>
                  <p:oleObj name="Equation" r:id="rId24" imgW="647640" imgH="342720" progId="Equation.DSMT4">
                    <p:embed/>
                    <p:pic>
                      <p:nvPicPr>
                        <p:cNvPr id="39" name="Object 24">
                          <a:extLst>
                            <a:ext uri="{FF2B5EF4-FFF2-40B4-BE49-F238E27FC236}">
                              <a16:creationId xmlns:a16="http://schemas.microsoft.com/office/drawing/2014/main" id="{980705C5-8745-456B-8995-262280C0904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2518" y="2028471"/>
                          <a:ext cx="6477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212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3" grpId="0"/>
      <p:bldP spid="4" grpId="0"/>
      <p:bldP spid="13" grpId="0" autoUpdateAnimBg="0"/>
      <p:bldP spid="15" grpId="0" autoUpdateAnimBg="0"/>
      <p:bldP spid="17" grpId="0" autoUpdateAnimBg="0"/>
      <p:bldP spid="18" grpId="0" autoUpdateAnimBg="0"/>
      <p:bldP spid="21" grpId="0" autoUpdateAnimBg="0"/>
      <p:bldP spid="23" grpId="0" autoUpdateAnimBg="0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DA6B3DF2-8DFB-463E-B5C7-0B95E05BBD56}"/>
              </a:ext>
            </a:extLst>
          </p:cNvPr>
          <p:cNvSpPr/>
          <p:nvPr/>
        </p:nvSpPr>
        <p:spPr>
          <a:xfrm>
            <a:off x="6324411" y="1067094"/>
            <a:ext cx="2022976" cy="1162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5C114D6C-A591-462E-B9B5-FECA8A424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47" y="1250500"/>
            <a:ext cx="2448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所围图形即矩形，</a:t>
            </a:r>
            <a:endParaRPr kumimoji="1"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955D9F5E-115E-4E11-8C92-EC559B7DD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919" y="1250499"/>
            <a:ext cx="1296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其面积</a:t>
            </a:r>
            <a:endParaRPr kumimoji="1"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7DCE452-8C00-418E-8C10-1D79A5D84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985414"/>
              </p:ext>
            </p:extLst>
          </p:nvPr>
        </p:nvGraphicFramePr>
        <p:xfrm>
          <a:off x="2092310" y="1759211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189" name="Equation" r:id="rId4" imgW="1536480" imgH="342720" progId="Equation.DSMT4">
                  <p:embed/>
                </p:oleObj>
              </mc:Choice>
              <mc:Fallback>
                <p:oleObj name="Equation" r:id="rId4" imgW="1536480" imgH="34272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39A9DC3C-7326-45EE-9DD1-DF953A1F45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2310" y="1759211"/>
                        <a:ext cx="1536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3C16B14-6A1E-440E-8DAA-FE89ACE5A1F6}"/>
              </a:ext>
            </a:extLst>
          </p:cNvPr>
          <p:cNvSpPr/>
          <p:nvPr/>
        </p:nvSpPr>
        <p:spPr>
          <a:xfrm>
            <a:off x="6341815" y="577227"/>
            <a:ext cx="2016000" cy="1660512"/>
          </a:xfrm>
          <a:custGeom>
            <a:avLst/>
            <a:gdLst>
              <a:gd name="connsiteX0" fmla="*/ 13381 w 2462189"/>
              <a:gd name="connsiteY0" fmla="*/ 856414 h 1654841"/>
              <a:gd name="connsiteX1" fmla="*/ 321155 w 2462189"/>
              <a:gd name="connsiteY1" fmla="*/ 637850 h 1654841"/>
              <a:gd name="connsiteX2" fmla="*/ 557561 w 2462189"/>
              <a:gd name="connsiteY2" fmla="*/ 548640 h 1654841"/>
              <a:gd name="connsiteX3" fmla="*/ 771664 w 2462189"/>
              <a:gd name="connsiteY3" fmla="*/ 539720 h 1654841"/>
              <a:gd name="connsiteX4" fmla="*/ 1262318 w 2462189"/>
              <a:gd name="connsiteY4" fmla="*/ 620008 h 1654841"/>
              <a:gd name="connsiteX5" fmla="*/ 1471961 w 2462189"/>
              <a:gd name="connsiteY5" fmla="*/ 615548 h 1654841"/>
              <a:gd name="connsiteX6" fmla="*/ 1708367 w 2462189"/>
              <a:gd name="connsiteY6" fmla="*/ 517417 h 1654841"/>
              <a:gd name="connsiteX7" fmla="*/ 2114271 w 2462189"/>
              <a:gd name="connsiteY7" fmla="*/ 258709 h 1654841"/>
              <a:gd name="connsiteX8" fmla="*/ 2462189 w 2462189"/>
              <a:gd name="connsiteY8" fmla="*/ 0 h 1654841"/>
              <a:gd name="connsiteX9" fmla="*/ 2439887 w 2462189"/>
              <a:gd name="connsiteY9" fmla="*/ 1654841 h 1654841"/>
              <a:gd name="connsiteX10" fmla="*/ 0 w 2462189"/>
              <a:gd name="connsiteY10" fmla="*/ 1654841 h 1654841"/>
              <a:gd name="connsiteX11" fmla="*/ 13381 w 2462189"/>
              <a:gd name="connsiteY11" fmla="*/ 856414 h 1654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62189" h="1654841">
                <a:moveTo>
                  <a:pt x="13381" y="856414"/>
                </a:moveTo>
                <a:lnTo>
                  <a:pt x="321155" y="637850"/>
                </a:lnTo>
                <a:lnTo>
                  <a:pt x="557561" y="548640"/>
                </a:lnTo>
                <a:lnTo>
                  <a:pt x="771664" y="539720"/>
                </a:lnTo>
                <a:lnTo>
                  <a:pt x="1262318" y="620008"/>
                </a:lnTo>
                <a:lnTo>
                  <a:pt x="1471961" y="615548"/>
                </a:lnTo>
                <a:lnTo>
                  <a:pt x="1708367" y="517417"/>
                </a:lnTo>
                <a:lnTo>
                  <a:pt x="2114271" y="258709"/>
                </a:lnTo>
                <a:lnTo>
                  <a:pt x="2462189" y="0"/>
                </a:lnTo>
                <a:lnTo>
                  <a:pt x="2439887" y="1654841"/>
                </a:lnTo>
                <a:lnTo>
                  <a:pt x="0" y="1654841"/>
                </a:lnTo>
                <a:lnTo>
                  <a:pt x="13381" y="856414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B8828D7-5F38-483A-A50F-01D578C2085B}"/>
              </a:ext>
            </a:extLst>
          </p:cNvPr>
          <p:cNvGrpSpPr>
            <a:grpSpLocks/>
          </p:cNvGrpSpPr>
          <p:nvPr/>
        </p:nvGrpSpPr>
        <p:grpSpPr bwMode="auto">
          <a:xfrm>
            <a:off x="6287057" y="2246313"/>
            <a:ext cx="2116137" cy="255587"/>
            <a:chOff x="6166794" y="5226136"/>
            <a:chExt cx="2116136" cy="255587"/>
          </a:xfrm>
        </p:grpSpPr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C30C21E2-7A92-4F2E-81DF-BD7A996FF0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6839785"/>
                </p:ext>
              </p:extLst>
            </p:nvPr>
          </p:nvGraphicFramePr>
          <p:xfrm>
            <a:off x="6166794" y="529122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190" name="Equation" r:id="rId6" imgW="177480" imgH="190440" progId="Equation.DSMT4">
                    <p:embed/>
                  </p:oleObj>
                </mc:Choice>
                <mc:Fallback>
                  <p:oleObj name="Equation" r:id="rId6" imgW="177480" imgH="190440" progId="Equation.DSMT4">
                    <p:embed/>
                    <p:pic>
                      <p:nvPicPr>
                        <p:cNvPr id="27" name="Object 24">
                          <a:extLst>
                            <a:ext uri="{FF2B5EF4-FFF2-40B4-BE49-F238E27FC236}">
                              <a16:creationId xmlns:a16="http://schemas.microsoft.com/office/drawing/2014/main" id="{91D39ED0-3348-489A-BD46-EB0C7F288B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6794" y="5291223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5">
              <a:extLst>
                <a:ext uri="{FF2B5EF4-FFF2-40B4-BE49-F238E27FC236}">
                  <a16:creationId xmlns:a16="http://schemas.microsoft.com/office/drawing/2014/main" id="{44B97E09-3955-478A-A0A2-B00E6BBCA7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7722416"/>
                </p:ext>
              </p:extLst>
            </p:nvPr>
          </p:nvGraphicFramePr>
          <p:xfrm>
            <a:off x="8117830" y="5226136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191" name="Equation" r:id="rId8" imgW="164880" imgH="253800" progId="Equation.DSMT4">
                    <p:embed/>
                  </p:oleObj>
                </mc:Choice>
                <mc:Fallback>
                  <p:oleObj name="Equation" r:id="rId8" imgW="164880" imgH="253800" progId="Equation.DSMT4">
                    <p:embed/>
                    <p:pic>
                      <p:nvPicPr>
                        <p:cNvPr id="28" name="Object 25">
                          <a:extLst>
                            <a:ext uri="{FF2B5EF4-FFF2-40B4-BE49-F238E27FC236}">
                              <a16:creationId xmlns:a16="http://schemas.microsoft.com/office/drawing/2014/main" id="{1F6A5634-6B2F-4695-BEA2-ACE6E602FD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17830" y="5226136"/>
                          <a:ext cx="1651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2F8B2AA-82C0-4A6E-AED7-86648D594AD6}"/>
              </a:ext>
            </a:extLst>
          </p:cNvPr>
          <p:cNvCxnSpPr>
            <a:cxnSpLocks/>
          </p:cNvCxnSpPr>
          <p:nvPr/>
        </p:nvCxnSpPr>
        <p:spPr bwMode="auto">
          <a:xfrm flipH="1">
            <a:off x="8352386" y="554646"/>
            <a:ext cx="0" cy="169645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20881B5-BADD-4A69-BAA8-C50A85AA8979}"/>
              </a:ext>
            </a:extLst>
          </p:cNvPr>
          <p:cNvCxnSpPr>
            <a:cxnSpLocks/>
          </p:cNvCxnSpPr>
          <p:nvPr/>
        </p:nvCxnSpPr>
        <p:spPr bwMode="auto">
          <a:xfrm flipH="1">
            <a:off x="6328619" y="1438303"/>
            <a:ext cx="4762" cy="79375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A35BBFB-F142-42AB-B7D7-B1F5CB700A69}"/>
              </a:ext>
            </a:extLst>
          </p:cNvPr>
          <p:cNvCxnSpPr>
            <a:cxnSpLocks/>
          </p:cNvCxnSpPr>
          <p:nvPr/>
        </p:nvCxnSpPr>
        <p:spPr bwMode="auto">
          <a:xfrm>
            <a:off x="6341815" y="2238403"/>
            <a:ext cx="2016000" cy="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3" name="Object 24">
            <a:extLst>
              <a:ext uri="{FF2B5EF4-FFF2-40B4-BE49-F238E27FC236}">
                <a16:creationId xmlns:a16="http://schemas.microsoft.com/office/drawing/2014/main" id="{7B3EFD6F-20B5-4FC1-89AF-3E8F9F4472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430588"/>
              </p:ext>
            </p:extLst>
          </p:nvPr>
        </p:nvGraphicFramePr>
        <p:xfrm>
          <a:off x="6733515" y="545061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192" name="Equation" r:id="rId10" imgW="1104840" imgH="342720" progId="Equation.DSMT4">
                  <p:embed/>
                </p:oleObj>
              </mc:Choice>
              <mc:Fallback>
                <p:oleObj name="Equation" r:id="rId10" imgW="1104840" imgH="34272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87505E08-7266-4C53-BB84-7B2E41D3A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3515" y="545061"/>
                        <a:ext cx="1104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5DD465E4-23B3-4329-B2D1-D7D42068359D}"/>
              </a:ext>
            </a:extLst>
          </p:cNvPr>
          <p:cNvSpPr/>
          <p:nvPr/>
        </p:nvSpPr>
        <p:spPr>
          <a:xfrm>
            <a:off x="6334991" y="552417"/>
            <a:ext cx="2018022" cy="883926"/>
          </a:xfrm>
          <a:custGeom>
            <a:avLst/>
            <a:gdLst>
              <a:gd name="connsiteX0" fmla="*/ 0 w 2415823"/>
              <a:gd name="connsiteY0" fmla="*/ 891822 h 891822"/>
              <a:gd name="connsiteX1" fmla="*/ 575734 w 2415823"/>
              <a:gd name="connsiteY1" fmla="*/ 575733 h 891822"/>
              <a:gd name="connsiteX2" fmla="*/ 1478845 w 2415823"/>
              <a:gd name="connsiteY2" fmla="*/ 620889 h 891822"/>
              <a:gd name="connsiteX3" fmla="*/ 2415823 w 2415823"/>
              <a:gd name="connsiteY3" fmla="*/ 0 h 89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5823" h="891822">
                <a:moveTo>
                  <a:pt x="0" y="891822"/>
                </a:moveTo>
                <a:cubicBezTo>
                  <a:pt x="164630" y="756355"/>
                  <a:pt x="329260" y="620888"/>
                  <a:pt x="575734" y="575733"/>
                </a:cubicBezTo>
                <a:cubicBezTo>
                  <a:pt x="822208" y="530577"/>
                  <a:pt x="1172164" y="716844"/>
                  <a:pt x="1478845" y="620889"/>
                </a:cubicBezTo>
                <a:cubicBezTo>
                  <a:pt x="1785526" y="524934"/>
                  <a:pt x="2100674" y="262467"/>
                  <a:pt x="2415823" y="0"/>
                </a:cubicBezTo>
              </a:path>
            </a:pathLst>
          </a:custGeom>
          <a:noFill/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5" name="Object 24">
            <a:extLst>
              <a:ext uri="{FF2B5EF4-FFF2-40B4-BE49-F238E27FC236}">
                <a16:creationId xmlns:a16="http://schemas.microsoft.com/office/drawing/2014/main" id="{E4C3BA81-9354-4501-9A46-A49754CD4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139521"/>
              </p:ext>
            </p:extLst>
          </p:nvPr>
        </p:nvGraphicFramePr>
        <p:xfrm>
          <a:off x="7180819" y="1584402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193" name="Equation" r:id="rId12" imgW="241200" imgH="266400" progId="Equation.DSMT4">
                  <p:embed/>
                </p:oleObj>
              </mc:Choice>
              <mc:Fallback>
                <p:oleObj name="Equation" r:id="rId12" imgW="241200" imgH="266400" progId="Equation.DSMT4">
                  <p:embed/>
                  <p:pic>
                    <p:nvPicPr>
                      <p:cNvPr id="53" name="Object 24">
                        <a:extLst>
                          <a:ext uri="{FF2B5EF4-FFF2-40B4-BE49-F238E27FC236}">
                            <a16:creationId xmlns:a16="http://schemas.microsoft.com/office/drawing/2014/main" id="{A15A509F-46F5-4657-AFAB-7C37C92DE0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0819" y="1584402"/>
                        <a:ext cx="241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799898C-E524-433A-8640-409727683ACB}"/>
              </a:ext>
            </a:extLst>
          </p:cNvPr>
          <p:cNvCxnSpPr/>
          <p:nvPr/>
        </p:nvCxnSpPr>
        <p:spPr>
          <a:xfrm>
            <a:off x="6333681" y="1068604"/>
            <a:ext cx="2016000" cy="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2E5C5E6-6248-4E99-AD43-218E271F194E}"/>
              </a:ext>
            </a:extLst>
          </p:cNvPr>
          <p:cNvCxnSpPr>
            <a:cxnSpLocks/>
          </p:cNvCxnSpPr>
          <p:nvPr/>
        </p:nvCxnSpPr>
        <p:spPr bwMode="auto">
          <a:xfrm>
            <a:off x="6330933" y="1056284"/>
            <a:ext cx="0" cy="1179793"/>
          </a:xfrm>
          <a:prstGeom prst="line">
            <a:avLst/>
          </a:prstGeom>
          <a:noFill/>
          <a:ln w="19050" algn="ctr">
            <a:solidFill>
              <a:srgbClr val="0064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314966F-928F-4C5B-A1F1-8BDB36E0ED89}"/>
              </a:ext>
            </a:extLst>
          </p:cNvPr>
          <p:cNvCxnSpPr>
            <a:cxnSpLocks/>
          </p:cNvCxnSpPr>
          <p:nvPr/>
        </p:nvCxnSpPr>
        <p:spPr bwMode="auto">
          <a:xfrm flipH="1">
            <a:off x="8353843" y="1062372"/>
            <a:ext cx="0" cy="1162130"/>
          </a:xfrm>
          <a:prstGeom prst="line">
            <a:avLst/>
          </a:prstGeom>
          <a:noFill/>
          <a:ln w="19050" algn="ctr">
            <a:solidFill>
              <a:srgbClr val="0064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Text Box 12">
            <a:extLst>
              <a:ext uri="{FF2B5EF4-FFF2-40B4-BE49-F238E27FC236}">
                <a16:creationId xmlns:a16="http://schemas.microsoft.com/office/drawing/2014/main" id="{4E306632-F010-4905-89A6-B0A47F0CD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47" y="2755895"/>
            <a:ext cx="2419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其面积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？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Rectangle 16">
            <a:extLst>
              <a:ext uri="{FF2B5EF4-FFF2-40B4-BE49-F238E27FC236}">
                <a16:creationId xmlns:a16="http://schemas.microsoft.com/office/drawing/2014/main" id="{AD951CF8-7C77-4F8B-9165-36D6C23EEE4D}"/>
              </a:ext>
            </a:extLst>
          </p:cNvPr>
          <p:cNvSpPr txBox="1">
            <a:spLocks noChangeArrowheads="1"/>
          </p:cNvSpPr>
          <p:nvPr/>
        </p:nvSpPr>
        <p:spPr>
          <a:xfrm>
            <a:off x="1060574" y="3254585"/>
            <a:ext cx="2051050" cy="46166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解决方法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69" name="Text Box 12">
            <a:extLst>
              <a:ext uri="{FF2B5EF4-FFF2-40B4-BE49-F238E27FC236}">
                <a16:creationId xmlns:a16="http://schemas.microsoft.com/office/drawing/2014/main" id="{55318604-66F2-4EE2-80FF-AAD49B633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428" y="3840526"/>
            <a:ext cx="44623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“分割、近似、求和、取极限”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13C22742-291C-4C12-B25D-82D6B60B4391}"/>
              </a:ext>
            </a:extLst>
          </p:cNvPr>
          <p:cNvGrpSpPr>
            <a:grpSpLocks/>
          </p:cNvGrpSpPr>
          <p:nvPr/>
        </p:nvGrpSpPr>
        <p:grpSpPr bwMode="auto">
          <a:xfrm>
            <a:off x="5863194" y="489488"/>
            <a:ext cx="2813262" cy="2032130"/>
            <a:chOff x="5750159" y="3542752"/>
            <a:chExt cx="2813261" cy="2032130"/>
          </a:xfrm>
        </p:grpSpPr>
        <p:graphicFrame>
          <p:nvGraphicFramePr>
            <p:cNvPr id="72" name="Object 21">
              <a:extLst>
                <a:ext uri="{FF2B5EF4-FFF2-40B4-BE49-F238E27FC236}">
                  <a16:creationId xmlns:a16="http://schemas.microsoft.com/office/drawing/2014/main" id="{D630EBC5-2D3A-40D3-A8EC-5384EA1779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9276752"/>
                </p:ext>
              </p:extLst>
            </p:nvPr>
          </p:nvGraphicFramePr>
          <p:xfrm>
            <a:off x="8388795" y="5363920"/>
            <a:ext cx="1746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194" name="Equation" r:id="rId14" imgW="177480" imgH="190440" progId="Equation.DSMT4">
                    <p:embed/>
                  </p:oleObj>
                </mc:Choice>
                <mc:Fallback>
                  <p:oleObj name="Equation" r:id="rId14" imgW="177480" imgH="190440" progId="Equation.DSMT4">
                    <p:embed/>
                    <p:pic>
                      <p:nvPicPr>
                        <p:cNvPr id="30" name="Object 21">
                          <a:extLst>
                            <a:ext uri="{FF2B5EF4-FFF2-40B4-BE49-F238E27FC236}">
                              <a16:creationId xmlns:a16="http://schemas.microsoft.com/office/drawing/2014/main" id="{68F966E0-AB4A-48E7-9A89-08412E5767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8795" y="5363920"/>
                          <a:ext cx="174625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Line 22">
              <a:extLst>
                <a:ext uri="{FF2B5EF4-FFF2-40B4-BE49-F238E27FC236}">
                  <a16:creationId xmlns:a16="http://schemas.microsoft.com/office/drawing/2014/main" id="{7A78BC08-0C49-4CB9-B428-AB3522D64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5355" y="5294313"/>
              <a:ext cx="27074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3">
              <a:extLst>
                <a:ext uri="{FF2B5EF4-FFF2-40B4-BE49-F238E27FC236}">
                  <a16:creationId xmlns:a16="http://schemas.microsoft.com/office/drawing/2014/main" id="{B4636371-90F7-4450-A7ED-A6798608D4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4432" y="3542752"/>
              <a:ext cx="0" cy="19436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5" name="Object 26">
              <a:extLst>
                <a:ext uri="{FF2B5EF4-FFF2-40B4-BE49-F238E27FC236}">
                  <a16:creationId xmlns:a16="http://schemas.microsoft.com/office/drawing/2014/main" id="{DCFEDE27-13E5-458A-8F83-4354C39850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6428515"/>
                </p:ext>
              </p:extLst>
            </p:nvPr>
          </p:nvGraphicFramePr>
          <p:xfrm>
            <a:off x="5756112" y="3555311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195" name="Equation" r:id="rId16" imgW="190440" imgH="241200" progId="Equation.DSMT4">
                    <p:embed/>
                  </p:oleObj>
                </mc:Choice>
                <mc:Fallback>
                  <p:oleObj name="Equation" r:id="rId16" imgW="190440" imgH="241200" progId="Equation.DSMT4">
                    <p:embed/>
                    <p:pic>
                      <p:nvPicPr>
                        <p:cNvPr id="33" name="Object 26">
                          <a:extLst>
                            <a:ext uri="{FF2B5EF4-FFF2-40B4-BE49-F238E27FC236}">
                              <a16:creationId xmlns:a16="http://schemas.microsoft.com/office/drawing/2014/main" id="{2EA81EF9-22AA-4F5A-88C1-5A3DE7D8C6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6112" y="3555311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27">
              <a:extLst>
                <a:ext uri="{FF2B5EF4-FFF2-40B4-BE49-F238E27FC236}">
                  <a16:creationId xmlns:a16="http://schemas.microsoft.com/office/drawing/2014/main" id="{EAEEDBAD-5C1C-41E5-A7DE-0554C6726B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2005614"/>
                </p:ext>
              </p:extLst>
            </p:nvPr>
          </p:nvGraphicFramePr>
          <p:xfrm>
            <a:off x="5750159" y="5333582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196" name="Equation" r:id="rId18" imgW="228600" imgH="241200" progId="Equation.DSMT4">
                    <p:embed/>
                  </p:oleObj>
                </mc:Choice>
                <mc:Fallback>
                  <p:oleObj name="Equation" r:id="rId18" imgW="228600" imgH="241200" progId="Equation.DSMT4">
                    <p:embed/>
                    <p:pic>
                      <p:nvPicPr>
                        <p:cNvPr id="34" name="Object 27">
                          <a:extLst>
                            <a:ext uri="{FF2B5EF4-FFF2-40B4-BE49-F238E27FC236}">
                              <a16:creationId xmlns:a16="http://schemas.microsoft.com/office/drawing/2014/main" id="{0F97D868-066B-433D-8933-8491CDAFC8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0159" y="5333582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1EA20B4-EAED-4878-BE1C-C326BEF31321}"/>
              </a:ext>
            </a:extLst>
          </p:cNvPr>
          <p:cNvGrpSpPr/>
          <p:nvPr/>
        </p:nvGrpSpPr>
        <p:grpSpPr>
          <a:xfrm>
            <a:off x="6508503" y="523855"/>
            <a:ext cx="1321738" cy="393373"/>
            <a:chOff x="3563888" y="3138570"/>
            <a:chExt cx="1321738" cy="39337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7F30472-A876-46C0-AE7A-5023FF2F93C4}"/>
                </a:ext>
              </a:extLst>
            </p:cNvPr>
            <p:cNvSpPr/>
            <p:nvPr/>
          </p:nvSpPr>
          <p:spPr>
            <a:xfrm>
              <a:off x="3563888" y="3138570"/>
              <a:ext cx="1321738" cy="3933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3" name="Object 24">
              <a:extLst>
                <a:ext uri="{FF2B5EF4-FFF2-40B4-BE49-F238E27FC236}">
                  <a16:creationId xmlns:a16="http://schemas.microsoft.com/office/drawing/2014/main" id="{75E71441-9A9F-4FED-8929-14B72A82D6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639248"/>
                </p:ext>
              </p:extLst>
            </p:nvPr>
          </p:nvGraphicFramePr>
          <p:xfrm>
            <a:off x="3741935" y="3186215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197" name="Equation" r:id="rId20" imgW="1066680" imgH="342720" progId="Equation.DSMT4">
                    <p:embed/>
                  </p:oleObj>
                </mc:Choice>
                <mc:Fallback>
                  <p:oleObj name="Equation" r:id="rId20" imgW="1066680" imgH="342720" progId="Equation.DSMT4">
                    <p:embed/>
                    <p:pic>
                      <p:nvPicPr>
                        <p:cNvPr id="33" name="Object 24">
                          <a:extLst>
                            <a:ext uri="{FF2B5EF4-FFF2-40B4-BE49-F238E27FC236}">
                              <a16:creationId xmlns:a16="http://schemas.microsoft.com/office/drawing/2014/main" id="{7B3EFD6F-20B5-4FC1-89AF-3E8F9F4472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1935" y="3186215"/>
                          <a:ext cx="1066800" cy="3429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AE66C64-32A2-4DE8-AC41-716E3B6D5D55}"/>
              </a:ext>
            </a:extLst>
          </p:cNvPr>
          <p:cNvGrpSpPr/>
          <p:nvPr/>
        </p:nvGrpSpPr>
        <p:grpSpPr>
          <a:xfrm>
            <a:off x="1060575" y="627534"/>
            <a:ext cx="2051049" cy="461665"/>
            <a:chOff x="1352675" y="627534"/>
            <a:chExt cx="2051049" cy="461665"/>
          </a:xfrm>
        </p:grpSpPr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ABC49082-1574-4A3F-A23A-A5BA8C463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2675" y="627534"/>
              <a:ext cx="20510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  <a:r>
                <a:rPr kumimoji="1" lang="zh-CN" altLang="en-US" sz="2400" b="1" dirty="0">
                  <a:latin typeface="+mn-ea"/>
                </a:rPr>
                <a:t>在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上，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6" name="Object 24">
              <a:extLst>
                <a:ext uri="{FF2B5EF4-FFF2-40B4-BE49-F238E27FC236}">
                  <a16:creationId xmlns:a16="http://schemas.microsoft.com/office/drawing/2014/main" id="{E7828ADE-E951-4FBB-9C44-4B3A23A65D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6625366"/>
                </p:ext>
              </p:extLst>
            </p:nvPr>
          </p:nvGraphicFramePr>
          <p:xfrm>
            <a:off x="2076615" y="708280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198" name="Equation" r:id="rId22" imgW="647640" imgH="342720" progId="Equation.DSMT4">
                    <p:embed/>
                  </p:oleObj>
                </mc:Choice>
                <mc:Fallback>
                  <p:oleObj name="Equation" r:id="rId22" imgW="647640" imgH="342720" progId="Equation.DSMT4">
                    <p:embed/>
                    <p:pic>
                      <p:nvPicPr>
                        <p:cNvPr id="45" name="Object 24">
                          <a:extLst>
                            <a:ext uri="{FF2B5EF4-FFF2-40B4-BE49-F238E27FC236}">
                              <a16:creationId xmlns:a16="http://schemas.microsoft.com/office/drawing/2014/main" id="{707FD6D7-477E-4DE2-A774-861D93B7F2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6615" y="708280"/>
                          <a:ext cx="6477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8" name="Object 24">
            <a:extLst>
              <a:ext uri="{FF2B5EF4-FFF2-40B4-BE49-F238E27FC236}">
                <a16:creationId xmlns:a16="http://schemas.microsoft.com/office/drawing/2014/main" id="{B4D8BA30-BDA0-4510-BE6B-212C8315ED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51619"/>
              </p:ext>
            </p:extLst>
          </p:nvPr>
        </p:nvGraphicFramePr>
        <p:xfrm>
          <a:off x="3015673" y="708342"/>
          <a:ext cx="200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199" name="Equation" r:id="rId24" imgW="2006280" imgH="342720" progId="Equation.DSMT4">
                  <p:embed/>
                </p:oleObj>
              </mc:Choice>
              <mc:Fallback>
                <p:oleObj name="Equation" r:id="rId24" imgW="2006280" imgH="342720" progId="Equation.DSMT4">
                  <p:embed/>
                  <p:pic>
                    <p:nvPicPr>
                      <p:cNvPr id="166" name="Object 24">
                        <a:extLst>
                          <a:ext uri="{FF2B5EF4-FFF2-40B4-BE49-F238E27FC236}">
                            <a16:creationId xmlns:a16="http://schemas.microsoft.com/office/drawing/2014/main" id="{E7828ADE-E951-4FBB-9C44-4B3A23A65D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673" y="708342"/>
                        <a:ext cx="20066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212A7F3A-2765-4D55-B9D4-D60456B642AB}"/>
              </a:ext>
            </a:extLst>
          </p:cNvPr>
          <p:cNvGrpSpPr/>
          <p:nvPr/>
        </p:nvGrpSpPr>
        <p:grpSpPr>
          <a:xfrm>
            <a:off x="1177708" y="2215971"/>
            <a:ext cx="3178392" cy="461665"/>
            <a:chOff x="1206556" y="2344077"/>
            <a:chExt cx="3178392" cy="461665"/>
          </a:xfrm>
        </p:grpSpPr>
        <p:sp>
          <p:nvSpPr>
            <p:cNvPr id="42" name="Text Box 11">
              <a:extLst>
                <a:ext uri="{FF2B5EF4-FFF2-40B4-BE49-F238E27FC236}">
                  <a16:creationId xmlns:a16="http://schemas.microsoft.com/office/drawing/2014/main" id="{DB7E87C1-6647-4EBB-928C-AFF8E8269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6556" y="2344077"/>
              <a:ext cx="210017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  <a:r>
                <a:rPr kumimoji="1" lang="zh-CN" altLang="en-US" sz="2400" b="1" dirty="0">
                  <a:latin typeface="+mn-ea"/>
                </a:rPr>
                <a:t>在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kumimoji="1" lang="zh-CN" altLang="en-US" sz="2400" b="1" dirty="0">
                  <a:latin typeface="+mn-ea"/>
                </a:rPr>
                <a:t>上，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A717E5E-81D8-4414-8187-CD4C13D971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2319" y="2411564"/>
              <a:ext cx="153561" cy="28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67" name="Object 24">
              <a:extLst>
                <a:ext uri="{FF2B5EF4-FFF2-40B4-BE49-F238E27FC236}">
                  <a16:creationId xmlns:a16="http://schemas.microsoft.com/office/drawing/2014/main" id="{599C88D4-618E-4B0D-B9DE-4A99E6C0BE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6032904"/>
                </p:ext>
              </p:extLst>
            </p:nvPr>
          </p:nvGraphicFramePr>
          <p:xfrm>
            <a:off x="1928995" y="2413533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200" name="Equation" r:id="rId26" imgW="647640" imgH="342720" progId="Equation.DSMT4">
                    <p:embed/>
                  </p:oleObj>
                </mc:Choice>
                <mc:Fallback>
                  <p:oleObj name="Equation" r:id="rId26" imgW="647640" imgH="342720" progId="Equation.DSMT4">
                    <p:embed/>
                    <p:pic>
                      <p:nvPicPr>
                        <p:cNvPr id="166" name="Object 24">
                          <a:extLst>
                            <a:ext uri="{FF2B5EF4-FFF2-40B4-BE49-F238E27FC236}">
                              <a16:creationId xmlns:a16="http://schemas.microsoft.com/office/drawing/2014/main" id="{E7828ADE-E951-4FBB-9C44-4B3A23A65D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995" y="2413533"/>
                          <a:ext cx="6477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9" name="Object 24">
              <a:extLst>
                <a:ext uri="{FF2B5EF4-FFF2-40B4-BE49-F238E27FC236}">
                  <a16:creationId xmlns:a16="http://schemas.microsoft.com/office/drawing/2014/main" id="{BE1C354B-8F38-448C-A71E-DEEE308CD4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7957236"/>
                </p:ext>
              </p:extLst>
            </p:nvPr>
          </p:nvGraphicFramePr>
          <p:xfrm>
            <a:off x="3203848" y="2414671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201" name="Equation" r:id="rId27" imgW="1180800" imgH="342720" progId="Equation.DSMT4">
                    <p:embed/>
                  </p:oleObj>
                </mc:Choice>
                <mc:Fallback>
                  <p:oleObj name="Equation" r:id="rId27" imgW="1180800" imgH="342720" progId="Equation.DSMT4">
                    <p:embed/>
                    <p:pic>
                      <p:nvPicPr>
                        <p:cNvPr id="168" name="Object 24">
                          <a:extLst>
                            <a:ext uri="{FF2B5EF4-FFF2-40B4-BE49-F238E27FC236}">
                              <a16:creationId xmlns:a16="http://schemas.microsoft.com/office/drawing/2014/main" id="{B4D8BA30-BDA0-4510-BE6B-212C8315ED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848" y="2414671"/>
                          <a:ext cx="11811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AC248A68-FEA6-4362-9113-38B1C253F042}"/>
              </a:ext>
            </a:extLst>
          </p:cNvPr>
          <p:cNvGrpSpPr/>
          <p:nvPr/>
        </p:nvGrpSpPr>
        <p:grpSpPr>
          <a:xfrm>
            <a:off x="5811222" y="2639522"/>
            <a:ext cx="2820087" cy="1984588"/>
            <a:chOff x="6077418" y="2499742"/>
            <a:chExt cx="2820087" cy="1984588"/>
          </a:xfrm>
        </p:grpSpPr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A2E7456C-16D2-4C48-9E7D-D527E9B60D4D}"/>
                </a:ext>
              </a:extLst>
            </p:cNvPr>
            <p:cNvSpPr/>
            <p:nvPr/>
          </p:nvSpPr>
          <p:spPr>
            <a:xfrm>
              <a:off x="6554104" y="2513256"/>
              <a:ext cx="2025891" cy="1676593"/>
            </a:xfrm>
            <a:custGeom>
              <a:avLst/>
              <a:gdLst>
                <a:gd name="connsiteX0" fmla="*/ 13381 w 2462189"/>
                <a:gd name="connsiteY0" fmla="*/ 856414 h 1654841"/>
                <a:gd name="connsiteX1" fmla="*/ 321155 w 2462189"/>
                <a:gd name="connsiteY1" fmla="*/ 637850 h 1654841"/>
                <a:gd name="connsiteX2" fmla="*/ 557561 w 2462189"/>
                <a:gd name="connsiteY2" fmla="*/ 548640 h 1654841"/>
                <a:gd name="connsiteX3" fmla="*/ 771664 w 2462189"/>
                <a:gd name="connsiteY3" fmla="*/ 539720 h 1654841"/>
                <a:gd name="connsiteX4" fmla="*/ 1262318 w 2462189"/>
                <a:gd name="connsiteY4" fmla="*/ 620008 h 1654841"/>
                <a:gd name="connsiteX5" fmla="*/ 1471961 w 2462189"/>
                <a:gd name="connsiteY5" fmla="*/ 615548 h 1654841"/>
                <a:gd name="connsiteX6" fmla="*/ 1708367 w 2462189"/>
                <a:gd name="connsiteY6" fmla="*/ 517417 h 1654841"/>
                <a:gd name="connsiteX7" fmla="*/ 2114271 w 2462189"/>
                <a:gd name="connsiteY7" fmla="*/ 258709 h 1654841"/>
                <a:gd name="connsiteX8" fmla="*/ 2462189 w 2462189"/>
                <a:gd name="connsiteY8" fmla="*/ 0 h 1654841"/>
                <a:gd name="connsiteX9" fmla="*/ 2439887 w 2462189"/>
                <a:gd name="connsiteY9" fmla="*/ 1654841 h 1654841"/>
                <a:gd name="connsiteX10" fmla="*/ 0 w 2462189"/>
                <a:gd name="connsiteY10" fmla="*/ 1654841 h 1654841"/>
                <a:gd name="connsiteX11" fmla="*/ 13381 w 2462189"/>
                <a:gd name="connsiteY11" fmla="*/ 856414 h 1654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62189" h="1654841">
                  <a:moveTo>
                    <a:pt x="13381" y="856414"/>
                  </a:moveTo>
                  <a:lnTo>
                    <a:pt x="321155" y="637850"/>
                  </a:lnTo>
                  <a:lnTo>
                    <a:pt x="557561" y="548640"/>
                  </a:lnTo>
                  <a:lnTo>
                    <a:pt x="771664" y="539720"/>
                  </a:lnTo>
                  <a:lnTo>
                    <a:pt x="1262318" y="620008"/>
                  </a:lnTo>
                  <a:lnTo>
                    <a:pt x="1471961" y="615548"/>
                  </a:lnTo>
                  <a:lnTo>
                    <a:pt x="1708367" y="517417"/>
                  </a:lnTo>
                  <a:lnTo>
                    <a:pt x="2114271" y="258709"/>
                  </a:lnTo>
                  <a:lnTo>
                    <a:pt x="2462189" y="0"/>
                  </a:lnTo>
                  <a:lnTo>
                    <a:pt x="2439887" y="1654841"/>
                  </a:lnTo>
                  <a:lnTo>
                    <a:pt x="0" y="1654841"/>
                  </a:lnTo>
                  <a:lnTo>
                    <a:pt x="13381" y="856414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F4DC92F9-6624-4D06-A9E5-0D98027293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0399" y="4217630"/>
              <a:ext cx="2125663" cy="266700"/>
              <a:chOff x="6188322" y="5322094"/>
              <a:chExt cx="2125662" cy="266700"/>
            </a:xfrm>
          </p:grpSpPr>
          <p:graphicFrame>
            <p:nvGraphicFramePr>
              <p:cNvPr id="97" name="Object 24">
                <a:extLst>
                  <a:ext uri="{FF2B5EF4-FFF2-40B4-BE49-F238E27FC236}">
                    <a16:creationId xmlns:a16="http://schemas.microsoft.com/office/drawing/2014/main" id="{E524C0E7-FA71-41EF-830E-FBD9EDE144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19654609"/>
                  </p:ext>
                </p:extLst>
              </p:nvPr>
            </p:nvGraphicFramePr>
            <p:xfrm>
              <a:off x="6188322" y="532209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202" name="Equation" r:id="rId29" imgW="177480" imgH="190440" progId="Equation.DSMT4">
                      <p:embed/>
                    </p:oleObj>
                  </mc:Choice>
                  <mc:Fallback>
                    <p:oleObj name="Equation" r:id="rId29" imgW="177480" imgH="190440" progId="Equation.DSMT4">
                      <p:embed/>
                      <p:pic>
                        <p:nvPicPr>
                          <p:cNvPr id="68" name="Object 24">
                            <a:extLst>
                              <a:ext uri="{FF2B5EF4-FFF2-40B4-BE49-F238E27FC236}">
                                <a16:creationId xmlns:a16="http://schemas.microsoft.com/office/drawing/2014/main" id="{C45B723E-0E6F-4EE5-9DDB-12E909C4DCE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88322" y="5322094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8" name="Object 25">
                <a:extLst>
                  <a:ext uri="{FF2B5EF4-FFF2-40B4-BE49-F238E27FC236}">
                    <a16:creationId xmlns:a16="http://schemas.microsoft.com/office/drawing/2014/main" id="{B81395D3-897A-441C-A236-4F15D39BBB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32224"/>
                  </p:ext>
                </p:extLst>
              </p:nvPr>
            </p:nvGraphicFramePr>
            <p:xfrm>
              <a:off x="8148884" y="5336382"/>
              <a:ext cx="165100" cy="252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203" name="Equation" r:id="rId31" imgW="164880" imgH="253800" progId="Equation.DSMT4">
                      <p:embed/>
                    </p:oleObj>
                  </mc:Choice>
                  <mc:Fallback>
                    <p:oleObj name="Equation" r:id="rId31" imgW="164880" imgH="253800" progId="Equation.DSMT4">
                      <p:embed/>
                      <p:pic>
                        <p:nvPicPr>
                          <p:cNvPr id="69" name="Object 25">
                            <a:extLst>
                              <a:ext uri="{FF2B5EF4-FFF2-40B4-BE49-F238E27FC236}">
                                <a16:creationId xmlns:a16="http://schemas.microsoft.com/office/drawing/2014/main" id="{04CA9BA7-4393-4AEA-8663-E0C2A1DC841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48884" y="5336382"/>
                            <a:ext cx="165100" cy="2524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1A444E15-552F-4DA6-84B2-D4228F2B7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7418" y="2531036"/>
              <a:ext cx="2820087" cy="1918920"/>
              <a:chOff x="5815342" y="3635500"/>
              <a:chExt cx="2820086" cy="1918920"/>
            </a:xfrm>
          </p:grpSpPr>
          <p:graphicFrame>
            <p:nvGraphicFramePr>
              <p:cNvPr id="92" name="Object 21">
                <a:extLst>
                  <a:ext uri="{FF2B5EF4-FFF2-40B4-BE49-F238E27FC236}">
                    <a16:creationId xmlns:a16="http://schemas.microsoft.com/office/drawing/2014/main" id="{005AEE03-E3B3-4CFB-ABF8-888410AD6ED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455167"/>
                  </p:ext>
                </p:extLst>
              </p:nvPr>
            </p:nvGraphicFramePr>
            <p:xfrm>
              <a:off x="8460803" y="5363920"/>
              <a:ext cx="174625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204" name="Equation" r:id="rId33" imgW="177480" imgH="190440" progId="Equation.DSMT4">
                      <p:embed/>
                    </p:oleObj>
                  </mc:Choice>
                  <mc:Fallback>
                    <p:oleObj name="Equation" r:id="rId33" imgW="177480" imgH="190440" progId="Equation.DSMT4">
                      <p:embed/>
                      <p:pic>
                        <p:nvPicPr>
                          <p:cNvPr id="63" name="Object 21">
                            <a:extLst>
                              <a:ext uri="{FF2B5EF4-FFF2-40B4-BE49-F238E27FC236}">
                                <a16:creationId xmlns:a16="http://schemas.microsoft.com/office/drawing/2014/main" id="{8F84B62D-73FC-48E8-93D3-D015A2D60B6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60803" y="5363920"/>
                            <a:ext cx="174625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3" name="Line 22">
                <a:extLst>
                  <a:ext uri="{FF2B5EF4-FFF2-40B4-BE49-F238E27FC236}">
                    <a16:creationId xmlns:a16="http://schemas.microsoft.com/office/drawing/2014/main" id="{76831AB6-CA03-4782-800C-DF7E155893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6006" y="5294313"/>
                <a:ext cx="27074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3">
                <a:extLst>
                  <a:ext uri="{FF2B5EF4-FFF2-40B4-BE49-F238E27FC236}">
                    <a16:creationId xmlns:a16="http://schemas.microsoft.com/office/drawing/2014/main" id="{1993DA85-F481-4110-A562-36E582AE7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60729" y="3652494"/>
                <a:ext cx="14286" cy="18339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95" name="Object 26">
                <a:extLst>
                  <a:ext uri="{FF2B5EF4-FFF2-40B4-BE49-F238E27FC236}">
                    <a16:creationId xmlns:a16="http://schemas.microsoft.com/office/drawing/2014/main" id="{E2F2A13E-5979-4FBD-9211-34DEC13932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14285505"/>
                  </p:ext>
                </p:extLst>
              </p:nvPr>
            </p:nvGraphicFramePr>
            <p:xfrm>
              <a:off x="5822092" y="3635500"/>
              <a:ext cx="190440" cy="241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205" name="Equation" r:id="rId34" imgW="190440" imgH="241200" progId="Equation.DSMT4">
                      <p:embed/>
                    </p:oleObj>
                  </mc:Choice>
                  <mc:Fallback>
                    <p:oleObj name="Equation" r:id="rId34" imgW="190440" imgH="241200" progId="Equation.DSMT4">
                      <p:embed/>
                      <p:pic>
                        <p:nvPicPr>
                          <p:cNvPr id="66" name="Object 26">
                            <a:extLst>
                              <a:ext uri="{FF2B5EF4-FFF2-40B4-BE49-F238E27FC236}">
                                <a16:creationId xmlns:a16="http://schemas.microsoft.com/office/drawing/2014/main" id="{3856C594-B05D-4324-A022-9A10480C48B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22092" y="3635500"/>
                            <a:ext cx="190440" cy="241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6" name="Object 27">
                <a:extLst>
                  <a:ext uri="{FF2B5EF4-FFF2-40B4-BE49-F238E27FC236}">
                    <a16:creationId xmlns:a16="http://schemas.microsoft.com/office/drawing/2014/main" id="{F045113C-A128-4BAB-B980-257020F7AD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209770"/>
                  </p:ext>
                </p:extLst>
              </p:nvPr>
            </p:nvGraphicFramePr>
            <p:xfrm>
              <a:off x="5815342" y="5290692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206" name="Equation" r:id="rId35" imgW="228600" imgH="241200" progId="Equation.DSMT4">
                      <p:embed/>
                    </p:oleObj>
                  </mc:Choice>
                  <mc:Fallback>
                    <p:oleObj name="Equation" r:id="rId35" imgW="228600" imgH="241200" progId="Equation.DSMT4">
                      <p:embed/>
                      <p:pic>
                        <p:nvPicPr>
                          <p:cNvPr id="67" name="Object 27">
                            <a:extLst>
                              <a:ext uri="{FF2B5EF4-FFF2-40B4-BE49-F238E27FC236}">
                                <a16:creationId xmlns:a16="http://schemas.microsoft.com/office/drawing/2014/main" id="{6555938F-A23E-4DFF-92A9-FFB8572F54C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15342" y="5290692"/>
                            <a:ext cx="2286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D8174457-6F96-41DC-A59F-62A3327D847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68695" y="2499742"/>
              <a:ext cx="0" cy="1696457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1F998963-A6D9-45D5-AF56-86E8C824B7C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57878" y="3372766"/>
              <a:ext cx="0" cy="81000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62FE3CE0-8C50-43FD-92AC-BF7A67A112F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50165" y="4183499"/>
              <a:ext cx="2016000" cy="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90" name="Object 24">
              <a:extLst>
                <a:ext uri="{FF2B5EF4-FFF2-40B4-BE49-F238E27FC236}">
                  <a16:creationId xmlns:a16="http://schemas.microsoft.com/office/drawing/2014/main" id="{140ECFAE-FFB3-4DB8-8A24-8F4B277709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0704894"/>
                </p:ext>
              </p:extLst>
            </p:nvPr>
          </p:nvGraphicFramePr>
          <p:xfrm>
            <a:off x="6850672" y="2556212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207" name="Equation" r:id="rId37" imgW="1104840" imgH="342720" progId="Equation.DSMT4">
                    <p:embed/>
                  </p:oleObj>
                </mc:Choice>
                <mc:Fallback>
                  <p:oleObj name="Equation" r:id="rId37" imgW="1104840" imgH="342720" progId="Equation.DSMT4">
                    <p:embed/>
                    <p:pic>
                      <p:nvPicPr>
                        <p:cNvPr id="61" name="Object 24">
                          <a:extLst>
                            <a:ext uri="{FF2B5EF4-FFF2-40B4-BE49-F238E27FC236}">
                              <a16:creationId xmlns:a16="http://schemas.microsoft.com/office/drawing/2014/main" id="{484DF71E-2A58-4ADD-B495-B504561298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0672" y="2556212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FF27B91D-3C74-4AE5-B0DE-31E25E316CE7}"/>
                </a:ext>
              </a:extLst>
            </p:cNvPr>
            <p:cNvSpPr/>
            <p:nvPr/>
          </p:nvSpPr>
          <p:spPr>
            <a:xfrm>
              <a:off x="6554569" y="2504337"/>
              <a:ext cx="2028143" cy="877509"/>
            </a:xfrm>
            <a:custGeom>
              <a:avLst/>
              <a:gdLst>
                <a:gd name="connsiteX0" fmla="*/ 0 w 2415823"/>
                <a:gd name="connsiteY0" fmla="*/ 891822 h 891822"/>
                <a:gd name="connsiteX1" fmla="*/ 575734 w 2415823"/>
                <a:gd name="connsiteY1" fmla="*/ 575733 h 891822"/>
                <a:gd name="connsiteX2" fmla="*/ 1478845 w 2415823"/>
                <a:gd name="connsiteY2" fmla="*/ 620889 h 891822"/>
                <a:gd name="connsiteX3" fmla="*/ 2415823 w 2415823"/>
                <a:gd name="connsiteY3" fmla="*/ 0 h 89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5823" h="891822">
                  <a:moveTo>
                    <a:pt x="0" y="891822"/>
                  </a:moveTo>
                  <a:cubicBezTo>
                    <a:pt x="164630" y="756355"/>
                    <a:pt x="329260" y="620888"/>
                    <a:pt x="575734" y="575733"/>
                  </a:cubicBezTo>
                  <a:cubicBezTo>
                    <a:pt x="822208" y="530577"/>
                    <a:pt x="1172164" y="716844"/>
                    <a:pt x="1478845" y="620889"/>
                  </a:cubicBezTo>
                  <a:cubicBezTo>
                    <a:pt x="1785526" y="524934"/>
                    <a:pt x="2100674" y="262467"/>
                    <a:pt x="2415823" y="0"/>
                  </a:cubicBezTo>
                </a:path>
              </a:pathLst>
            </a:custGeom>
            <a:no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9" name="Rectangle 45">
            <a:extLst>
              <a:ext uri="{FF2B5EF4-FFF2-40B4-BE49-F238E27FC236}">
                <a16:creationId xmlns:a16="http://schemas.microsoft.com/office/drawing/2014/main" id="{A5564109-EFD4-47EC-A4AD-15F02B150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08" y="3442254"/>
            <a:ext cx="198000" cy="870494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0" name="Rectangle 46">
            <a:extLst>
              <a:ext uri="{FF2B5EF4-FFF2-40B4-BE49-F238E27FC236}">
                <a16:creationId xmlns:a16="http://schemas.microsoft.com/office/drawing/2014/main" id="{3E650D17-1A34-412E-9B74-B37F9C934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593" y="3288505"/>
            <a:ext cx="154800" cy="10224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1" name="Rectangle 47">
            <a:extLst>
              <a:ext uri="{FF2B5EF4-FFF2-40B4-BE49-F238E27FC236}">
                <a16:creationId xmlns:a16="http://schemas.microsoft.com/office/drawing/2014/main" id="{9D825E77-6013-40B6-9FCC-46A816A02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966" y="3229574"/>
            <a:ext cx="396000" cy="1082126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2" name="Rectangle 48">
            <a:extLst>
              <a:ext uri="{FF2B5EF4-FFF2-40B4-BE49-F238E27FC236}">
                <a16:creationId xmlns:a16="http://schemas.microsoft.com/office/drawing/2014/main" id="{901E67D3-5BBD-45F1-9423-43988AABC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020" y="3050220"/>
            <a:ext cx="320400" cy="1261914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3" name="Rectangle 49">
            <a:extLst>
              <a:ext uri="{FF2B5EF4-FFF2-40B4-BE49-F238E27FC236}">
                <a16:creationId xmlns:a16="http://schemas.microsoft.com/office/drawing/2014/main" id="{43FC84BC-DD9F-4FC7-A33A-BE1EBFBF6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1217" y="2918824"/>
            <a:ext cx="129600" cy="1394212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C6E6660E-5EA9-4CC1-B552-7A181290C356}"/>
              </a:ext>
            </a:extLst>
          </p:cNvPr>
          <p:cNvGrpSpPr/>
          <p:nvPr/>
        </p:nvGrpSpPr>
        <p:grpSpPr>
          <a:xfrm>
            <a:off x="6488451" y="2798069"/>
            <a:ext cx="1664912" cy="1512993"/>
            <a:chOff x="6758450" y="2664480"/>
            <a:chExt cx="1664912" cy="1512993"/>
          </a:xfrm>
        </p:grpSpPr>
        <p:grpSp>
          <p:nvGrpSpPr>
            <p:cNvPr id="105" name="Group 21">
              <a:extLst>
                <a:ext uri="{FF2B5EF4-FFF2-40B4-BE49-F238E27FC236}">
                  <a16:creationId xmlns:a16="http://schemas.microsoft.com/office/drawing/2014/main" id="{640C5187-EB74-4900-AAE3-8D98B8D53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58450" y="2785235"/>
              <a:ext cx="1531938" cy="1392238"/>
              <a:chOff x="3936" y="2354"/>
              <a:chExt cx="965" cy="877"/>
            </a:xfrm>
          </p:grpSpPr>
          <p:sp>
            <p:nvSpPr>
              <p:cNvPr id="108" name="Line 22">
                <a:extLst>
                  <a:ext uri="{FF2B5EF4-FFF2-40B4-BE49-F238E27FC236}">
                    <a16:creationId xmlns:a16="http://schemas.microsoft.com/office/drawing/2014/main" id="{60D83F87-0065-45C7-A931-1C3B6248C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619"/>
                <a:ext cx="0" cy="6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Line 23">
                <a:extLst>
                  <a:ext uri="{FF2B5EF4-FFF2-40B4-BE49-F238E27FC236}">
                    <a16:creationId xmlns:a16="http://schemas.microsoft.com/office/drawing/2014/main" id="{C4291EEC-684E-4B25-8863-EEAB168F45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8" y="2537"/>
                <a:ext cx="0" cy="6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24">
                <a:extLst>
                  <a:ext uri="{FF2B5EF4-FFF2-40B4-BE49-F238E27FC236}">
                    <a16:creationId xmlns:a16="http://schemas.microsoft.com/office/drawing/2014/main" id="{7A2A13BB-3278-4CE5-8604-BCB9A77B5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39" y="2581"/>
                <a:ext cx="0" cy="6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112" name="Line 26">
                <a:extLst>
                  <a:ext uri="{FF2B5EF4-FFF2-40B4-BE49-F238E27FC236}">
                    <a16:creationId xmlns:a16="http://schemas.microsoft.com/office/drawing/2014/main" id="{C3150680-7500-42A2-9450-F370EB264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01" y="2354"/>
                <a:ext cx="0" cy="8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106" name="Line 22">
              <a:extLst>
                <a:ext uri="{FF2B5EF4-FFF2-40B4-BE49-F238E27FC236}">
                  <a16:creationId xmlns:a16="http://schemas.microsoft.com/office/drawing/2014/main" id="{CC740F22-5DA4-43FF-B61F-7B7C4C87E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14613" y="3127661"/>
              <a:ext cx="0" cy="104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22">
              <a:extLst>
                <a:ext uri="{FF2B5EF4-FFF2-40B4-BE49-F238E27FC236}">
                  <a16:creationId xmlns:a16="http://schemas.microsoft.com/office/drawing/2014/main" id="{2E9ED525-F5C2-406B-958A-9D1F33FFC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0851" y="2664480"/>
              <a:ext cx="2511" cy="151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62FD69BA-42A8-422E-93AD-3E2DAD36C779}"/>
              </a:ext>
            </a:extLst>
          </p:cNvPr>
          <p:cNvGrpSpPr/>
          <p:nvPr/>
        </p:nvGrpSpPr>
        <p:grpSpPr>
          <a:xfrm>
            <a:off x="6369418" y="2724185"/>
            <a:ext cx="1865313" cy="1590224"/>
            <a:chOff x="6639417" y="2590596"/>
            <a:chExt cx="1865313" cy="1590224"/>
          </a:xfrm>
        </p:grpSpPr>
        <p:grpSp>
          <p:nvGrpSpPr>
            <p:cNvPr id="114" name="Group 38">
              <a:extLst>
                <a:ext uri="{FF2B5EF4-FFF2-40B4-BE49-F238E27FC236}">
                  <a16:creationId xmlns:a16="http://schemas.microsoft.com/office/drawing/2014/main" id="{20BA3012-F396-4288-8279-7149C4BDBF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39417" y="2590596"/>
              <a:ext cx="1865313" cy="1583527"/>
              <a:chOff x="3844" y="2455"/>
              <a:chExt cx="1175" cy="994"/>
            </a:xfrm>
          </p:grpSpPr>
          <p:sp>
            <p:nvSpPr>
              <p:cNvPr id="116" name="Line 39">
                <a:extLst>
                  <a:ext uri="{FF2B5EF4-FFF2-40B4-BE49-F238E27FC236}">
                    <a16:creationId xmlns:a16="http://schemas.microsoft.com/office/drawing/2014/main" id="{97C0771C-E0ED-4834-AABC-888ABD1F4F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4" y="2905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Line 40">
                <a:extLst>
                  <a:ext uri="{FF2B5EF4-FFF2-40B4-BE49-F238E27FC236}">
                    <a16:creationId xmlns:a16="http://schemas.microsoft.com/office/drawing/2014/main" id="{2D48DA01-3793-429A-A284-02D6AEBCA8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81" y="2775"/>
                <a:ext cx="0" cy="6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" name="Line 41">
                <a:extLst>
                  <a:ext uri="{FF2B5EF4-FFF2-40B4-BE49-F238E27FC236}">
                    <a16:creationId xmlns:a16="http://schemas.microsoft.com/office/drawing/2014/main" id="{EE9481FE-38D2-4377-A0DB-FFCBAF08B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97" y="2760"/>
                <a:ext cx="0" cy="6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119" name="Line 42">
                <a:extLst>
                  <a:ext uri="{FF2B5EF4-FFF2-40B4-BE49-F238E27FC236}">
                    <a16:creationId xmlns:a16="http://schemas.microsoft.com/office/drawing/2014/main" id="{A0ADC68F-EE40-4444-A4B8-313605B86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94" y="2658"/>
                <a:ext cx="2" cy="7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Line 43">
                <a:extLst>
                  <a:ext uri="{FF2B5EF4-FFF2-40B4-BE49-F238E27FC236}">
                    <a16:creationId xmlns:a16="http://schemas.microsoft.com/office/drawing/2014/main" id="{C13B79B9-5591-46EF-ACBA-C0FB61749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19" y="2455"/>
                <a:ext cx="0" cy="9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5" name="Line 39">
              <a:extLst>
                <a:ext uri="{FF2B5EF4-FFF2-40B4-BE49-F238E27FC236}">
                  <a16:creationId xmlns:a16="http://schemas.microsoft.com/office/drawing/2014/main" id="{792BD5F8-EF66-4578-88BA-8BB8BFA4E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7462" y="3154820"/>
              <a:ext cx="0" cy="102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1" name="Rectangle 46">
            <a:extLst>
              <a:ext uri="{FF2B5EF4-FFF2-40B4-BE49-F238E27FC236}">
                <a16:creationId xmlns:a16="http://schemas.microsoft.com/office/drawing/2014/main" id="{FE1A5015-738F-4700-B0C3-5B2CCDEFA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188" y="3204223"/>
            <a:ext cx="249520" cy="1107646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2" name="Rectangle 49">
            <a:extLst>
              <a:ext uri="{FF2B5EF4-FFF2-40B4-BE49-F238E27FC236}">
                <a16:creationId xmlns:a16="http://schemas.microsoft.com/office/drawing/2014/main" id="{23EBE055-ACCF-4B2C-A1A0-D99D02895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0265" y="2720380"/>
            <a:ext cx="152646" cy="1592465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CB47A10D-ECCA-4D4E-B090-7C099DD6D4FC}"/>
              </a:ext>
            </a:extLst>
          </p:cNvPr>
          <p:cNvCxnSpPr>
            <a:cxnSpLocks/>
          </p:cNvCxnSpPr>
          <p:nvPr/>
        </p:nvCxnSpPr>
        <p:spPr bwMode="auto">
          <a:xfrm flipH="1">
            <a:off x="7285988" y="3298946"/>
            <a:ext cx="0" cy="100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5AE9AF9F-9944-4EA6-82BF-88219EA87A07}"/>
              </a:ext>
            </a:extLst>
          </p:cNvPr>
          <p:cNvCxnSpPr>
            <a:cxnSpLocks/>
          </p:cNvCxnSpPr>
          <p:nvPr/>
        </p:nvCxnSpPr>
        <p:spPr bwMode="auto">
          <a:xfrm>
            <a:off x="7702136" y="3160835"/>
            <a:ext cx="0" cy="1152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2" name="Rectangle 44">
            <a:extLst>
              <a:ext uri="{FF2B5EF4-FFF2-40B4-BE49-F238E27FC236}">
                <a16:creationId xmlns:a16="http://schemas.microsoft.com/office/drawing/2014/main" id="{20E39741-B0E8-43C3-9A95-ADBF75E5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739" y="3248879"/>
            <a:ext cx="414000" cy="106321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0F7B352C-9F52-4D34-9DC5-9D8E2556C0A9}"/>
              </a:ext>
            </a:extLst>
          </p:cNvPr>
          <p:cNvCxnSpPr>
            <a:cxnSpLocks/>
          </p:cNvCxnSpPr>
          <p:nvPr/>
        </p:nvCxnSpPr>
        <p:spPr bwMode="auto">
          <a:xfrm flipH="1">
            <a:off x="7283107" y="4309270"/>
            <a:ext cx="421200" cy="154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" name="Line 20">
            <a:extLst>
              <a:ext uri="{FF2B5EF4-FFF2-40B4-BE49-F238E27FC236}">
                <a16:creationId xmlns:a16="http://schemas.microsoft.com/office/drawing/2014/main" id="{CBE19D43-D1CB-41B2-BB2F-181FC1786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519" y="3251856"/>
            <a:ext cx="0" cy="1080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401F97C0-563D-4700-BCF1-C96CD6E6FC7A}"/>
              </a:ext>
            </a:extLst>
          </p:cNvPr>
          <p:cNvSpPr/>
          <p:nvPr/>
        </p:nvSpPr>
        <p:spPr>
          <a:xfrm>
            <a:off x="7371993" y="412772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122971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17" grpId="0"/>
      <p:bldP spid="18" grpId="0"/>
      <p:bldP spid="20" grpId="0" animBg="1"/>
      <p:bldP spid="34" grpId="0" animBg="1"/>
      <p:bldP spid="56" grpId="0" autoUpdateAnimBg="0"/>
      <p:bldP spid="37" grpId="0"/>
      <p:bldP spid="69" grpId="0" autoUpdateAnimBg="0"/>
      <p:bldP spid="1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12">
            <a:extLst>
              <a:ext uri="{FF2B5EF4-FFF2-40B4-BE49-F238E27FC236}">
                <a16:creationId xmlns:a16="http://schemas.microsoft.com/office/drawing/2014/main" id="{B1921382-B8BB-4B46-9C0D-F37E3D379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89" y="567791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latin typeface="+mn-ea"/>
                <a:ea typeface="+mn-ea"/>
              </a:rPr>
              <a:t>1</a:t>
            </a:r>
            <a:r>
              <a:rPr kumimoji="1" lang="zh-CN" altLang="en-US" sz="2400" b="1" dirty="0">
                <a:latin typeface="+mn-ea"/>
                <a:ea typeface="+mn-ea"/>
              </a:rPr>
              <a:t>）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分割</a:t>
            </a:r>
            <a:endParaRPr kumimoji="1"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F217B6C3-1966-484A-93BA-C352DF89B192}"/>
              </a:ext>
            </a:extLst>
          </p:cNvPr>
          <p:cNvGrpSpPr/>
          <p:nvPr/>
        </p:nvGrpSpPr>
        <p:grpSpPr>
          <a:xfrm>
            <a:off x="2434676" y="536926"/>
            <a:ext cx="5305676" cy="461665"/>
            <a:chOff x="2434676" y="566159"/>
            <a:chExt cx="5305676" cy="461665"/>
          </a:xfrm>
        </p:grpSpPr>
        <p:sp>
          <p:nvSpPr>
            <p:cNvPr id="59" name="Text Box 12">
              <a:extLst>
                <a:ext uri="{FF2B5EF4-FFF2-40B4-BE49-F238E27FC236}">
                  <a16:creationId xmlns:a16="http://schemas.microsoft.com/office/drawing/2014/main" id="{2818F1E6-E966-41D6-902C-59A9ABDD0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4676" y="566159"/>
              <a:ext cx="53056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在区间    </a:t>
              </a: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中间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任意</a:t>
              </a:r>
              <a:r>
                <a:rPr kumimoji="1" lang="zh-CN" altLang="en-US" sz="2400" b="1" dirty="0">
                  <a:latin typeface="+mn-ea"/>
                  <a:cs typeface="Times New Roman" panose="02020603050405020304" pitchFamily="18" charset="0"/>
                </a:rPr>
                <a:t>插入    个分点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1" name="Object 24">
              <a:extLst>
                <a:ext uri="{FF2B5EF4-FFF2-40B4-BE49-F238E27FC236}">
                  <a16:creationId xmlns:a16="http://schemas.microsoft.com/office/drawing/2014/main" id="{98413E82-E1FB-489A-B76D-C98A8156C7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0636" y="657102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88" name="Equation" r:id="rId4" imgW="634680" imgH="330120" progId="Equation.DSMT4">
                    <p:embed/>
                  </p:oleObj>
                </mc:Choice>
                <mc:Fallback>
                  <p:oleObj name="Equation" r:id="rId4" imgW="634680" imgH="330120" progId="Equation.DSMT4">
                    <p:embed/>
                    <p:pic>
                      <p:nvPicPr>
                        <p:cNvPr id="61" name="Object 24">
                          <a:extLst>
                            <a:ext uri="{FF2B5EF4-FFF2-40B4-BE49-F238E27FC236}">
                              <a16:creationId xmlns:a16="http://schemas.microsoft.com/office/drawing/2014/main" id="{98413E82-E1FB-489A-B76D-C98A8156C7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0636" y="657102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24">
              <a:extLst>
                <a:ext uri="{FF2B5EF4-FFF2-40B4-BE49-F238E27FC236}">
                  <a16:creationId xmlns:a16="http://schemas.microsoft.com/office/drawing/2014/main" id="{E1B6F28C-ECF3-4C2C-BCD9-FB364F4D67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38573" y="676917"/>
            <a:ext cx="558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89" name="Equation" r:id="rId6" imgW="558720" imgH="279360" progId="Equation.DSMT4">
                    <p:embed/>
                  </p:oleObj>
                </mc:Choice>
                <mc:Fallback>
                  <p:oleObj name="Equation" r:id="rId6" imgW="558720" imgH="279360" progId="Equation.DSMT4">
                    <p:embed/>
                    <p:pic>
                      <p:nvPicPr>
                        <p:cNvPr id="63" name="Object 24">
                          <a:extLst>
                            <a:ext uri="{FF2B5EF4-FFF2-40B4-BE49-F238E27FC236}">
                              <a16:creationId xmlns:a16="http://schemas.microsoft.com/office/drawing/2014/main" id="{E1B6F28C-ECF3-4C2C-BCD9-FB364F4D67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8573" y="676917"/>
                          <a:ext cx="5588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" name="Object 24">
            <a:extLst>
              <a:ext uri="{FF2B5EF4-FFF2-40B4-BE49-F238E27FC236}">
                <a16:creationId xmlns:a16="http://schemas.microsoft.com/office/drawing/2014/main" id="{9836A54F-B9FC-4BF7-8495-8C6C1E792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247790"/>
              </p:ext>
            </p:extLst>
          </p:nvPr>
        </p:nvGraphicFramePr>
        <p:xfrm>
          <a:off x="2431130" y="1195199"/>
          <a:ext cx="420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90" name="Equation" r:id="rId8" imgW="4203360" imgH="380880" progId="Equation.DSMT4">
                  <p:embed/>
                </p:oleObj>
              </mc:Choice>
              <mc:Fallback>
                <p:oleObj name="Equation" r:id="rId8" imgW="4203360" imgH="380880" progId="Equation.DSMT4">
                  <p:embed/>
                  <p:pic>
                    <p:nvPicPr>
                      <p:cNvPr id="64" name="Object 24">
                        <a:extLst>
                          <a:ext uri="{FF2B5EF4-FFF2-40B4-BE49-F238E27FC236}">
                            <a16:creationId xmlns:a16="http://schemas.microsoft.com/office/drawing/2014/main" id="{9836A54F-B9FC-4BF7-8495-8C6C1E7925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130" y="1195199"/>
                        <a:ext cx="4203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74C74BEA-9630-4E45-B890-02E9CCC7AFF1}"/>
              </a:ext>
            </a:extLst>
          </p:cNvPr>
          <p:cNvSpPr/>
          <p:nvPr/>
        </p:nvSpPr>
        <p:spPr>
          <a:xfrm>
            <a:off x="6496799" y="1843950"/>
            <a:ext cx="2035199" cy="1676593"/>
          </a:xfrm>
          <a:custGeom>
            <a:avLst/>
            <a:gdLst>
              <a:gd name="connsiteX0" fmla="*/ 13381 w 2462189"/>
              <a:gd name="connsiteY0" fmla="*/ 856414 h 1654841"/>
              <a:gd name="connsiteX1" fmla="*/ 321155 w 2462189"/>
              <a:gd name="connsiteY1" fmla="*/ 637850 h 1654841"/>
              <a:gd name="connsiteX2" fmla="*/ 557561 w 2462189"/>
              <a:gd name="connsiteY2" fmla="*/ 548640 h 1654841"/>
              <a:gd name="connsiteX3" fmla="*/ 771664 w 2462189"/>
              <a:gd name="connsiteY3" fmla="*/ 539720 h 1654841"/>
              <a:gd name="connsiteX4" fmla="*/ 1262318 w 2462189"/>
              <a:gd name="connsiteY4" fmla="*/ 620008 h 1654841"/>
              <a:gd name="connsiteX5" fmla="*/ 1471961 w 2462189"/>
              <a:gd name="connsiteY5" fmla="*/ 615548 h 1654841"/>
              <a:gd name="connsiteX6" fmla="*/ 1708367 w 2462189"/>
              <a:gd name="connsiteY6" fmla="*/ 517417 h 1654841"/>
              <a:gd name="connsiteX7" fmla="*/ 2114271 w 2462189"/>
              <a:gd name="connsiteY7" fmla="*/ 258709 h 1654841"/>
              <a:gd name="connsiteX8" fmla="*/ 2462189 w 2462189"/>
              <a:gd name="connsiteY8" fmla="*/ 0 h 1654841"/>
              <a:gd name="connsiteX9" fmla="*/ 2439887 w 2462189"/>
              <a:gd name="connsiteY9" fmla="*/ 1654841 h 1654841"/>
              <a:gd name="connsiteX10" fmla="*/ 0 w 2462189"/>
              <a:gd name="connsiteY10" fmla="*/ 1654841 h 1654841"/>
              <a:gd name="connsiteX11" fmla="*/ 13381 w 2462189"/>
              <a:gd name="connsiteY11" fmla="*/ 856414 h 1654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62189" h="1654841">
                <a:moveTo>
                  <a:pt x="13381" y="856414"/>
                </a:moveTo>
                <a:lnTo>
                  <a:pt x="321155" y="637850"/>
                </a:lnTo>
                <a:lnTo>
                  <a:pt x="557561" y="548640"/>
                </a:lnTo>
                <a:lnTo>
                  <a:pt x="771664" y="539720"/>
                </a:lnTo>
                <a:lnTo>
                  <a:pt x="1262318" y="620008"/>
                </a:lnTo>
                <a:lnTo>
                  <a:pt x="1471961" y="615548"/>
                </a:lnTo>
                <a:lnTo>
                  <a:pt x="1708367" y="517417"/>
                </a:lnTo>
                <a:lnTo>
                  <a:pt x="2114271" y="258709"/>
                </a:lnTo>
                <a:lnTo>
                  <a:pt x="2462189" y="0"/>
                </a:lnTo>
                <a:lnTo>
                  <a:pt x="2439887" y="1654841"/>
                </a:lnTo>
                <a:lnTo>
                  <a:pt x="0" y="1654841"/>
                </a:lnTo>
                <a:lnTo>
                  <a:pt x="13381" y="856414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78472C5F-F0A2-4CCF-BF92-EB29B1518323}"/>
              </a:ext>
            </a:extLst>
          </p:cNvPr>
          <p:cNvGrpSpPr>
            <a:grpSpLocks/>
          </p:cNvGrpSpPr>
          <p:nvPr/>
        </p:nvGrpSpPr>
        <p:grpSpPr bwMode="auto">
          <a:xfrm>
            <a:off x="6397033" y="3548324"/>
            <a:ext cx="2229409" cy="257175"/>
            <a:chOff x="6188322" y="5322094"/>
            <a:chExt cx="2229408" cy="257175"/>
          </a:xfrm>
        </p:grpSpPr>
        <p:graphicFrame>
          <p:nvGraphicFramePr>
            <p:cNvPr id="88" name="Object 24">
              <a:extLst>
                <a:ext uri="{FF2B5EF4-FFF2-40B4-BE49-F238E27FC236}">
                  <a16:creationId xmlns:a16="http://schemas.microsoft.com/office/drawing/2014/main" id="{D484E3E4-4D8B-4229-ADBE-610E9F95B4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88322" y="532209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91" name="Equation" r:id="rId10" imgW="177480" imgH="190440" progId="Equation.DSMT4">
                    <p:embed/>
                  </p:oleObj>
                </mc:Choice>
                <mc:Fallback>
                  <p:oleObj name="Equation" r:id="rId10" imgW="177480" imgH="190440" progId="Equation.DSMT4">
                    <p:embed/>
                    <p:pic>
                      <p:nvPicPr>
                        <p:cNvPr id="88" name="Object 24">
                          <a:extLst>
                            <a:ext uri="{FF2B5EF4-FFF2-40B4-BE49-F238E27FC236}">
                              <a16:creationId xmlns:a16="http://schemas.microsoft.com/office/drawing/2014/main" id="{D484E3E4-4D8B-4229-ADBE-610E9F95B4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8322" y="5322094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" name="Object 25">
              <a:extLst>
                <a:ext uri="{FF2B5EF4-FFF2-40B4-BE49-F238E27FC236}">
                  <a16:creationId xmlns:a16="http://schemas.microsoft.com/office/drawing/2014/main" id="{22F120A9-48C0-4ADF-9595-EC2D8A726D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512705"/>
                </p:ext>
              </p:extLst>
            </p:nvPr>
          </p:nvGraphicFramePr>
          <p:xfrm>
            <a:off x="8252630" y="5326857"/>
            <a:ext cx="165100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92" name="Equation" r:id="rId12" imgW="164880" imgH="253800" progId="Equation.DSMT4">
                    <p:embed/>
                  </p:oleObj>
                </mc:Choice>
                <mc:Fallback>
                  <p:oleObj name="Equation" r:id="rId12" imgW="164880" imgH="253800" progId="Equation.DSMT4">
                    <p:embed/>
                    <p:pic>
                      <p:nvPicPr>
                        <p:cNvPr id="89" name="Object 25">
                          <a:extLst>
                            <a:ext uri="{FF2B5EF4-FFF2-40B4-BE49-F238E27FC236}">
                              <a16:creationId xmlns:a16="http://schemas.microsoft.com/office/drawing/2014/main" id="{22F120A9-48C0-4ADF-9595-EC2D8A726D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2630" y="5326857"/>
                          <a:ext cx="165100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7F04C1DF-5634-48B7-B3A5-584A7C7B9D3E}"/>
              </a:ext>
            </a:extLst>
          </p:cNvPr>
          <p:cNvGrpSpPr>
            <a:grpSpLocks/>
          </p:cNvGrpSpPr>
          <p:nvPr/>
        </p:nvGrpSpPr>
        <p:grpSpPr bwMode="auto">
          <a:xfrm>
            <a:off x="6030802" y="1861730"/>
            <a:ext cx="2822862" cy="1918920"/>
            <a:chOff x="5822092" y="3635500"/>
            <a:chExt cx="2822861" cy="1918920"/>
          </a:xfrm>
        </p:grpSpPr>
        <p:graphicFrame>
          <p:nvGraphicFramePr>
            <p:cNvPr id="91" name="Object 21">
              <a:extLst>
                <a:ext uri="{FF2B5EF4-FFF2-40B4-BE49-F238E27FC236}">
                  <a16:creationId xmlns:a16="http://schemas.microsoft.com/office/drawing/2014/main" id="{95443D1C-4235-4044-BCE9-BA6D6C3261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2770960"/>
                </p:ext>
              </p:extLst>
            </p:nvPr>
          </p:nvGraphicFramePr>
          <p:xfrm>
            <a:off x="8470328" y="5363920"/>
            <a:ext cx="1746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93" name="Equation" r:id="rId14" imgW="177480" imgH="190440" progId="Equation.DSMT4">
                    <p:embed/>
                  </p:oleObj>
                </mc:Choice>
                <mc:Fallback>
                  <p:oleObj name="Equation" r:id="rId14" imgW="177480" imgH="190440" progId="Equation.DSMT4">
                    <p:embed/>
                    <p:pic>
                      <p:nvPicPr>
                        <p:cNvPr id="91" name="Object 21">
                          <a:extLst>
                            <a:ext uri="{FF2B5EF4-FFF2-40B4-BE49-F238E27FC236}">
                              <a16:creationId xmlns:a16="http://schemas.microsoft.com/office/drawing/2014/main" id="{95443D1C-4235-4044-BCE9-BA6D6C3261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0328" y="5363920"/>
                          <a:ext cx="174625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" name="Line 22">
              <a:extLst>
                <a:ext uri="{FF2B5EF4-FFF2-40B4-BE49-F238E27FC236}">
                  <a16:creationId xmlns:a16="http://schemas.microsoft.com/office/drawing/2014/main" id="{BCF7DB4C-4F29-4967-AB0D-A86C6DD6E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6006" y="5294313"/>
              <a:ext cx="27074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23">
              <a:extLst>
                <a:ext uri="{FF2B5EF4-FFF2-40B4-BE49-F238E27FC236}">
                  <a16:creationId xmlns:a16="http://schemas.microsoft.com/office/drawing/2014/main" id="{712243DC-03D1-490A-8484-2CC33DE651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0729" y="3652494"/>
              <a:ext cx="14286" cy="18339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4" name="Object 26">
              <a:extLst>
                <a:ext uri="{FF2B5EF4-FFF2-40B4-BE49-F238E27FC236}">
                  <a16:creationId xmlns:a16="http://schemas.microsoft.com/office/drawing/2014/main" id="{6B31EDA2-EA8D-4138-BAE1-E7C849981B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22092" y="3635500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94" name="Equation" r:id="rId16" imgW="190440" imgH="241200" progId="Equation.DSMT4">
                    <p:embed/>
                  </p:oleObj>
                </mc:Choice>
                <mc:Fallback>
                  <p:oleObj name="Equation" r:id="rId16" imgW="190440" imgH="241200" progId="Equation.DSMT4">
                    <p:embed/>
                    <p:pic>
                      <p:nvPicPr>
                        <p:cNvPr id="94" name="Object 26">
                          <a:extLst>
                            <a:ext uri="{FF2B5EF4-FFF2-40B4-BE49-F238E27FC236}">
                              <a16:creationId xmlns:a16="http://schemas.microsoft.com/office/drawing/2014/main" id="{6B31EDA2-EA8D-4138-BAE1-E7C849981B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2092" y="3635500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Object 27">
              <a:extLst>
                <a:ext uri="{FF2B5EF4-FFF2-40B4-BE49-F238E27FC236}">
                  <a16:creationId xmlns:a16="http://schemas.microsoft.com/office/drawing/2014/main" id="{3C95AAEB-3F7D-419E-AB73-6F8CF93DB8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47652" y="5294750"/>
            <a:ext cx="1648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195" name="Equation" r:id="rId18" imgW="164880" imgH="190440" progId="Equation.DSMT4">
                    <p:embed/>
                  </p:oleObj>
                </mc:Choice>
                <mc:Fallback>
                  <p:oleObj name="Equation" r:id="rId18" imgW="164880" imgH="190440" progId="Equation.DSMT4">
                    <p:embed/>
                    <p:pic>
                      <p:nvPicPr>
                        <p:cNvPr id="95" name="Object 27">
                          <a:extLst>
                            <a:ext uri="{FF2B5EF4-FFF2-40B4-BE49-F238E27FC236}">
                              <a16:creationId xmlns:a16="http://schemas.microsoft.com/office/drawing/2014/main" id="{3C95AAEB-3F7D-419E-AB73-6F8CF93DB8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7652" y="5294750"/>
                          <a:ext cx="164880" cy="190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AE625DD7-0ABF-4929-A3CF-6EDB223906B6}"/>
              </a:ext>
            </a:extLst>
          </p:cNvPr>
          <p:cNvCxnSpPr>
            <a:cxnSpLocks/>
          </p:cNvCxnSpPr>
          <p:nvPr/>
        </p:nvCxnSpPr>
        <p:spPr bwMode="auto">
          <a:xfrm flipH="1">
            <a:off x="8522301" y="1830436"/>
            <a:ext cx="0" cy="169645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75222102-E15C-425E-A584-B75B8C064F5F}"/>
              </a:ext>
            </a:extLst>
          </p:cNvPr>
          <p:cNvCxnSpPr>
            <a:cxnSpLocks/>
          </p:cNvCxnSpPr>
          <p:nvPr/>
        </p:nvCxnSpPr>
        <p:spPr bwMode="auto">
          <a:xfrm flipH="1">
            <a:off x="6509536" y="2703460"/>
            <a:ext cx="0" cy="810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B5861329-8AF4-4DBD-A3DA-57FD48E15E51}"/>
              </a:ext>
            </a:extLst>
          </p:cNvPr>
          <p:cNvCxnSpPr>
            <a:cxnSpLocks/>
          </p:cNvCxnSpPr>
          <p:nvPr/>
        </p:nvCxnSpPr>
        <p:spPr bwMode="auto">
          <a:xfrm>
            <a:off x="6496799" y="3514193"/>
            <a:ext cx="2016000" cy="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99" name="Object 24">
            <a:extLst>
              <a:ext uri="{FF2B5EF4-FFF2-40B4-BE49-F238E27FC236}">
                <a16:creationId xmlns:a16="http://schemas.microsoft.com/office/drawing/2014/main" id="{C77AE0D5-341F-4EAA-A2EB-0CDBFD38D0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793676"/>
              </p:ext>
            </p:extLst>
          </p:nvPr>
        </p:nvGraphicFramePr>
        <p:xfrm>
          <a:off x="6879247" y="1950884"/>
          <a:ext cx="939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196" name="Equation" r:id="rId20" imgW="939600" imgH="304560" progId="Equation.DSMT4">
                  <p:embed/>
                </p:oleObj>
              </mc:Choice>
              <mc:Fallback>
                <p:oleObj name="Equation" r:id="rId20" imgW="939600" imgH="304560" progId="Equation.DSMT4">
                  <p:embed/>
                  <p:pic>
                    <p:nvPicPr>
                      <p:cNvPr id="99" name="Object 24">
                        <a:extLst>
                          <a:ext uri="{FF2B5EF4-FFF2-40B4-BE49-F238E27FC236}">
                            <a16:creationId xmlns:a16="http://schemas.microsoft.com/office/drawing/2014/main" id="{C77AE0D5-341F-4EAA-A2EB-0CDBFD38D0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9247" y="1950884"/>
                        <a:ext cx="939800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3DED6BBE-8009-4C01-821F-440A14E0D31B}"/>
              </a:ext>
            </a:extLst>
          </p:cNvPr>
          <p:cNvSpPr/>
          <p:nvPr/>
        </p:nvSpPr>
        <p:spPr>
          <a:xfrm>
            <a:off x="6501203" y="1835031"/>
            <a:ext cx="2028143" cy="877509"/>
          </a:xfrm>
          <a:custGeom>
            <a:avLst/>
            <a:gdLst>
              <a:gd name="connsiteX0" fmla="*/ 0 w 2415823"/>
              <a:gd name="connsiteY0" fmla="*/ 891822 h 891822"/>
              <a:gd name="connsiteX1" fmla="*/ 575734 w 2415823"/>
              <a:gd name="connsiteY1" fmla="*/ 575733 h 891822"/>
              <a:gd name="connsiteX2" fmla="*/ 1478845 w 2415823"/>
              <a:gd name="connsiteY2" fmla="*/ 620889 h 891822"/>
              <a:gd name="connsiteX3" fmla="*/ 2415823 w 2415823"/>
              <a:gd name="connsiteY3" fmla="*/ 0 h 89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5823" h="891822">
                <a:moveTo>
                  <a:pt x="0" y="891822"/>
                </a:moveTo>
                <a:cubicBezTo>
                  <a:pt x="164630" y="756355"/>
                  <a:pt x="329260" y="620888"/>
                  <a:pt x="575734" y="575733"/>
                </a:cubicBezTo>
                <a:cubicBezTo>
                  <a:pt x="822208" y="530577"/>
                  <a:pt x="1172164" y="716844"/>
                  <a:pt x="1478845" y="620889"/>
                </a:cubicBezTo>
                <a:cubicBezTo>
                  <a:pt x="1785526" y="524934"/>
                  <a:pt x="2100674" y="262467"/>
                  <a:pt x="2415823" y="0"/>
                </a:cubicBezTo>
              </a:path>
            </a:pathLst>
          </a:cu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76F02A6-B9D9-4459-A854-B1FDE0150B9E}"/>
              </a:ext>
            </a:extLst>
          </p:cNvPr>
          <p:cNvGrpSpPr/>
          <p:nvPr/>
        </p:nvGrpSpPr>
        <p:grpSpPr>
          <a:xfrm>
            <a:off x="6616010" y="3470117"/>
            <a:ext cx="1709242" cy="355427"/>
            <a:chOff x="6661028" y="4139271"/>
            <a:chExt cx="2635419" cy="360364"/>
          </a:xfrm>
        </p:grpSpPr>
        <p:grpSp>
          <p:nvGrpSpPr>
            <p:cNvPr id="16" name="Group 2">
              <a:extLst>
                <a:ext uri="{FF2B5EF4-FFF2-40B4-BE49-F238E27FC236}">
                  <a16:creationId xmlns:a16="http://schemas.microsoft.com/office/drawing/2014/main" id="{77128388-32CE-42B4-9A7E-5BE3217F0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1028" y="4139271"/>
              <a:ext cx="2155832" cy="360364"/>
              <a:chOff x="3948" y="3395"/>
              <a:chExt cx="1358" cy="227"/>
            </a:xfrm>
          </p:grpSpPr>
          <p:graphicFrame>
            <p:nvGraphicFramePr>
              <p:cNvPr id="17" name="Object 3">
                <a:extLst>
                  <a:ext uri="{FF2B5EF4-FFF2-40B4-BE49-F238E27FC236}">
                    <a16:creationId xmlns:a16="http://schemas.microsoft.com/office/drawing/2014/main" id="{0B0FCB5E-18C9-442C-9B37-842CD99D79E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6065174"/>
                  </p:ext>
                </p:extLst>
              </p:nvPr>
            </p:nvGraphicFramePr>
            <p:xfrm>
              <a:off x="3948" y="3395"/>
              <a:ext cx="222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4197" name="Equation" r:id="rId22" imgW="228600" imgH="355320" progId="Equation.DSMT4">
                      <p:embed/>
                    </p:oleObj>
                  </mc:Choice>
                  <mc:Fallback>
                    <p:oleObj name="Equation" r:id="rId22" imgW="228600" imgH="355320" progId="Equation.DSMT4">
                      <p:embed/>
                      <p:pic>
                        <p:nvPicPr>
                          <p:cNvPr id="17" name="Object 3">
                            <a:extLst>
                              <a:ext uri="{FF2B5EF4-FFF2-40B4-BE49-F238E27FC236}">
                                <a16:creationId xmlns:a16="http://schemas.microsoft.com/office/drawing/2014/main" id="{0B0FCB5E-18C9-442C-9B37-842CD99D79E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8" y="3395"/>
                            <a:ext cx="222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4">
                <a:extLst>
                  <a:ext uri="{FF2B5EF4-FFF2-40B4-BE49-F238E27FC236}">
                    <a16:creationId xmlns:a16="http://schemas.microsoft.com/office/drawing/2014/main" id="{B05E920E-6D46-4DB5-B03A-FBD48F8CAE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69624128"/>
                  </p:ext>
                </p:extLst>
              </p:nvPr>
            </p:nvGraphicFramePr>
            <p:xfrm>
              <a:off x="5097" y="3403"/>
              <a:ext cx="209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4198" name="Equation" r:id="rId24" imgW="215640" imgH="330120" progId="Equation.DSMT4">
                      <p:embed/>
                    </p:oleObj>
                  </mc:Choice>
                  <mc:Fallback>
                    <p:oleObj name="Equation" r:id="rId24" imgW="215640" imgH="330120" progId="Equation.DSMT4">
                      <p:embed/>
                      <p:pic>
                        <p:nvPicPr>
                          <p:cNvPr id="18" name="Object 4">
                            <a:extLst>
                              <a:ext uri="{FF2B5EF4-FFF2-40B4-BE49-F238E27FC236}">
                                <a16:creationId xmlns:a16="http://schemas.microsoft.com/office/drawing/2014/main" id="{B05E920E-6D46-4DB5-B03A-FBD48F8CAEF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97" y="3403"/>
                            <a:ext cx="209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5">
                <a:extLst>
                  <a:ext uri="{FF2B5EF4-FFF2-40B4-BE49-F238E27FC236}">
                    <a16:creationId xmlns:a16="http://schemas.microsoft.com/office/drawing/2014/main" id="{092A79DF-3051-4E42-9653-889D14B64B8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842271"/>
                  </p:ext>
                </p:extLst>
              </p:nvPr>
            </p:nvGraphicFramePr>
            <p:xfrm>
              <a:off x="4702" y="3407"/>
              <a:ext cx="345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4199" name="Equation" r:id="rId26" imgW="355320" imgH="330120" progId="Equation.DSMT4">
                      <p:embed/>
                    </p:oleObj>
                  </mc:Choice>
                  <mc:Fallback>
                    <p:oleObj name="Equation" r:id="rId26" imgW="355320" imgH="330120" progId="Equation.DSMT4">
                      <p:embed/>
                      <p:pic>
                        <p:nvPicPr>
                          <p:cNvPr id="19" name="Object 5">
                            <a:extLst>
                              <a:ext uri="{FF2B5EF4-FFF2-40B4-BE49-F238E27FC236}">
                                <a16:creationId xmlns:a16="http://schemas.microsoft.com/office/drawing/2014/main" id="{092A79DF-3051-4E42-9653-889D14B64B8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2" y="3407"/>
                            <a:ext cx="345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62AF7E95-17AE-4A26-8849-C7EA8F7D2E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7269474"/>
                </p:ext>
              </p:extLst>
            </p:nvPr>
          </p:nvGraphicFramePr>
          <p:xfrm>
            <a:off x="7202028" y="4258538"/>
            <a:ext cx="391324" cy="141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200" name="Equation" r:id="rId28" imgW="253800" imgH="139680" progId="Equation.DSMT4">
                    <p:embed/>
                  </p:oleObj>
                </mc:Choice>
                <mc:Fallback>
                  <p:oleObj name="Equation" r:id="rId28" imgW="253800" imgH="13968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62AF7E95-17AE-4A26-8849-C7EA8F7D2E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7202028" y="4258538"/>
                          <a:ext cx="391324" cy="1416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对象 61">
              <a:extLst>
                <a:ext uri="{FF2B5EF4-FFF2-40B4-BE49-F238E27FC236}">
                  <a16:creationId xmlns:a16="http://schemas.microsoft.com/office/drawing/2014/main" id="{C22419FF-5877-4227-8C75-B990A12789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746206"/>
                </p:ext>
              </p:extLst>
            </p:nvPr>
          </p:nvGraphicFramePr>
          <p:xfrm>
            <a:off x="8905122" y="4260401"/>
            <a:ext cx="391325" cy="141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201" name="Equation" r:id="rId30" imgW="253800" imgH="139680" progId="Equation.DSMT4">
                    <p:embed/>
                  </p:oleObj>
                </mc:Choice>
                <mc:Fallback>
                  <p:oleObj name="Equation" r:id="rId30" imgW="253800" imgH="139680" progId="Equation.DSMT4">
                    <p:embed/>
                    <p:pic>
                      <p:nvPicPr>
                        <p:cNvPr id="62" name="对象 61">
                          <a:extLst>
                            <a:ext uri="{FF2B5EF4-FFF2-40B4-BE49-F238E27FC236}">
                              <a16:creationId xmlns:a16="http://schemas.microsoft.com/office/drawing/2014/main" id="{C22419FF-5877-4227-8C75-B990A12789B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8905122" y="4260401"/>
                          <a:ext cx="391325" cy="1416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814B5F3-35B9-4257-BD61-F715FF673B50}"/>
              </a:ext>
            </a:extLst>
          </p:cNvPr>
          <p:cNvGrpSpPr/>
          <p:nvPr/>
        </p:nvGrpSpPr>
        <p:grpSpPr>
          <a:xfrm>
            <a:off x="6692392" y="1995174"/>
            <a:ext cx="1675093" cy="1512993"/>
            <a:chOff x="6745758" y="2664480"/>
            <a:chExt cx="1675093" cy="1512993"/>
          </a:xfrm>
        </p:grpSpPr>
        <p:grpSp>
          <p:nvGrpSpPr>
            <p:cNvPr id="107" name="Group 21">
              <a:extLst>
                <a:ext uri="{FF2B5EF4-FFF2-40B4-BE49-F238E27FC236}">
                  <a16:creationId xmlns:a16="http://schemas.microsoft.com/office/drawing/2014/main" id="{1DCC256A-EE33-4E8B-A19B-BAD1E4E85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45758" y="2785235"/>
              <a:ext cx="1550990" cy="1392238"/>
              <a:chOff x="3928" y="2354"/>
              <a:chExt cx="977" cy="877"/>
            </a:xfrm>
          </p:grpSpPr>
          <p:sp>
            <p:nvSpPr>
              <p:cNvPr id="108" name="Line 22">
                <a:extLst>
                  <a:ext uri="{FF2B5EF4-FFF2-40B4-BE49-F238E27FC236}">
                    <a16:creationId xmlns:a16="http://schemas.microsoft.com/office/drawing/2014/main" id="{615746F5-AB34-4795-8484-CDDCB525E7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28" y="2619"/>
                <a:ext cx="0" cy="6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109" name="Line 23">
                <a:extLst>
                  <a:ext uri="{FF2B5EF4-FFF2-40B4-BE49-F238E27FC236}">
                    <a16:creationId xmlns:a16="http://schemas.microsoft.com/office/drawing/2014/main" id="{E09804AF-BF1C-41B2-9BCF-D6905619B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8" y="2537"/>
                <a:ext cx="0" cy="6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24">
                <a:extLst>
                  <a:ext uri="{FF2B5EF4-FFF2-40B4-BE49-F238E27FC236}">
                    <a16:creationId xmlns:a16="http://schemas.microsoft.com/office/drawing/2014/main" id="{4CE7819C-514B-4EF4-853C-25C53AE31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39" y="2581"/>
                <a:ext cx="0" cy="6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111" name="Line 25">
                <a:extLst>
                  <a:ext uri="{FF2B5EF4-FFF2-40B4-BE49-F238E27FC236}">
                    <a16:creationId xmlns:a16="http://schemas.microsoft.com/office/drawing/2014/main" id="{BA80BF2A-73BC-4302-847B-9E9BAC0B8C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6" y="2528"/>
                <a:ext cx="0" cy="7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26">
                <a:extLst>
                  <a:ext uri="{FF2B5EF4-FFF2-40B4-BE49-F238E27FC236}">
                    <a16:creationId xmlns:a16="http://schemas.microsoft.com/office/drawing/2014/main" id="{F443AE74-DDB0-4D7D-8624-A9FAC06CF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05" y="2354"/>
                <a:ext cx="0" cy="8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65" name="Line 22">
              <a:extLst>
                <a:ext uri="{FF2B5EF4-FFF2-40B4-BE49-F238E27FC236}">
                  <a16:creationId xmlns:a16="http://schemas.microsoft.com/office/drawing/2014/main" id="{D2281056-DAF6-46FE-AEBD-ED59BE396D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10214" y="3127661"/>
              <a:ext cx="0" cy="104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22">
              <a:extLst>
                <a:ext uri="{FF2B5EF4-FFF2-40B4-BE49-F238E27FC236}">
                  <a16:creationId xmlns:a16="http://schemas.microsoft.com/office/drawing/2014/main" id="{B0A29547-5A42-4BB4-A318-841AEA733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0851" y="2664480"/>
              <a:ext cx="0" cy="151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4" name="Object 17">
            <a:extLst>
              <a:ext uri="{FF2B5EF4-FFF2-40B4-BE49-F238E27FC236}">
                <a16:creationId xmlns:a16="http://schemas.microsoft.com/office/drawing/2014/main" id="{39899EDC-1A1F-43B8-ADE7-55562419EF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972742"/>
              </p:ext>
            </p:extLst>
          </p:nvPr>
        </p:nvGraphicFramePr>
        <p:xfrm>
          <a:off x="1380813" y="2399177"/>
          <a:ext cx="3644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2" name="Equation" r:id="rId32" imgW="3644640" imgH="419040" progId="Equation.DSMT4">
                  <p:embed/>
                </p:oleObj>
              </mc:Choice>
              <mc:Fallback>
                <p:oleObj name="Equation" r:id="rId32" imgW="3644640" imgH="419040" progId="Equation.DSMT4">
                  <p:embed/>
                  <p:pic>
                    <p:nvPicPr>
                      <p:cNvPr id="7" name="Object 17">
                        <a:extLst>
                          <a:ext uri="{FF2B5EF4-FFF2-40B4-BE49-F238E27FC236}">
                            <a16:creationId xmlns:a16="http://schemas.microsoft.com/office/drawing/2014/main" id="{B997F75A-D768-499C-A6CC-5A635DC1E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813" y="2399177"/>
                        <a:ext cx="3644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7">
            <a:extLst>
              <a:ext uri="{FF2B5EF4-FFF2-40B4-BE49-F238E27FC236}">
                <a16:creationId xmlns:a16="http://schemas.microsoft.com/office/drawing/2014/main" id="{4C1030BB-DF53-4CCD-B6A3-D0C735F250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086820"/>
              </p:ext>
            </p:extLst>
          </p:nvPr>
        </p:nvGraphicFramePr>
        <p:xfrm>
          <a:off x="1404708" y="3739075"/>
          <a:ext cx="35925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203" name="Equation" r:id="rId34" imgW="3593880" imgH="419040" progId="Equation.DSMT4">
                  <p:embed/>
                </p:oleObj>
              </mc:Choice>
              <mc:Fallback>
                <p:oleObj name="Equation" r:id="rId34" imgW="3593880" imgH="419040" progId="Equation.DSMT4">
                  <p:embed/>
                  <p:pic>
                    <p:nvPicPr>
                      <p:cNvPr id="8" name="Object 17">
                        <a:extLst>
                          <a:ext uri="{FF2B5EF4-FFF2-40B4-BE49-F238E27FC236}">
                            <a16:creationId xmlns:a16="http://schemas.microsoft.com/office/drawing/2014/main" id="{B7B682DC-EB40-462A-8724-0EDC7B2C0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708" y="3739075"/>
                        <a:ext cx="35925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16">
            <a:extLst>
              <a:ext uri="{FF2B5EF4-FFF2-40B4-BE49-F238E27FC236}">
                <a16:creationId xmlns:a16="http://schemas.microsoft.com/office/drawing/2014/main" id="{93919FE3-841D-4FDC-8356-27EB54BBB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54" y="3014897"/>
            <a:ext cx="33410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记各小区间的长度为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E7DE8EEF-D0F9-41BC-914C-CC6A382E7128}"/>
              </a:ext>
            </a:extLst>
          </p:cNvPr>
          <p:cNvGrpSpPr/>
          <p:nvPr/>
        </p:nvGrpSpPr>
        <p:grpSpPr>
          <a:xfrm>
            <a:off x="251520" y="1755961"/>
            <a:ext cx="3562692" cy="461665"/>
            <a:chOff x="217220" y="2686149"/>
            <a:chExt cx="3562692" cy="461665"/>
          </a:xfrm>
        </p:grpSpPr>
        <p:sp>
          <p:nvSpPr>
            <p:cNvPr id="78" name="Text Box 16">
              <a:extLst>
                <a:ext uri="{FF2B5EF4-FFF2-40B4-BE49-F238E27FC236}">
                  <a16:creationId xmlns:a16="http://schemas.microsoft.com/office/drawing/2014/main" id="{7B6D3B22-0E8D-4885-84BA-0C0411B99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220" y="2686149"/>
              <a:ext cx="35626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将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zh-CN" altLang="en-US" sz="24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分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成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个小区间</a:t>
              </a:r>
            </a:p>
          </p:txBody>
        </p:sp>
        <p:graphicFrame>
          <p:nvGraphicFramePr>
            <p:cNvPr id="79" name="Object 24">
              <a:extLst>
                <a:ext uri="{FF2B5EF4-FFF2-40B4-BE49-F238E27FC236}">
                  <a16:creationId xmlns:a16="http://schemas.microsoft.com/office/drawing/2014/main" id="{E344ACFD-244D-4173-B37D-2DC468C9C6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9843632"/>
                </p:ext>
              </p:extLst>
            </p:nvPr>
          </p:nvGraphicFramePr>
          <p:xfrm>
            <a:off x="688160" y="2765219"/>
            <a:ext cx="6476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204" name="Equation" r:id="rId36" imgW="647640" imgH="342720" progId="Equation.DSMT4">
                    <p:embed/>
                  </p:oleObj>
                </mc:Choice>
                <mc:Fallback>
                  <p:oleObj name="Equation" r:id="rId36" imgW="647640" imgH="342720" progId="Equation.DSMT4">
                    <p:embed/>
                    <p:pic>
                      <p:nvPicPr>
                        <p:cNvPr id="48" name="Object 24">
                          <a:extLst>
                            <a:ext uri="{FF2B5EF4-FFF2-40B4-BE49-F238E27FC236}">
                              <a16:creationId xmlns:a16="http://schemas.microsoft.com/office/drawing/2014/main" id="{27FDB224-33E3-44A6-86AA-9C39B65CCA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160" y="2765219"/>
                          <a:ext cx="647640" cy="3427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24">
              <a:extLst>
                <a:ext uri="{FF2B5EF4-FFF2-40B4-BE49-F238E27FC236}">
                  <a16:creationId xmlns:a16="http://schemas.microsoft.com/office/drawing/2014/main" id="{1C4C6574-606A-430C-933F-5A6B3FE35B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1957847"/>
                </p:ext>
              </p:extLst>
            </p:nvPr>
          </p:nvGraphicFramePr>
          <p:xfrm>
            <a:off x="2089944" y="28320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205" name="Equation" r:id="rId38" imgW="190440" imgH="203040" progId="Equation.DSMT4">
                    <p:embed/>
                  </p:oleObj>
                </mc:Choice>
                <mc:Fallback>
                  <p:oleObj name="Equation" r:id="rId38" imgW="190440" imgH="203040" progId="Equation.DSMT4">
                    <p:embed/>
                    <p:pic>
                      <p:nvPicPr>
                        <p:cNvPr id="49" name="Object 24">
                          <a:extLst>
                            <a:ext uri="{FF2B5EF4-FFF2-40B4-BE49-F238E27FC236}">
                              <a16:creationId xmlns:a16="http://schemas.microsoft.com/office/drawing/2014/main" id="{6B147E3E-4EC0-4A19-A3C3-FAF9032DD5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944" y="2832054"/>
                          <a:ext cx="190500" cy="203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7E7E406-D58F-41D5-993C-91797D03A36C}"/>
              </a:ext>
            </a:extLst>
          </p:cNvPr>
          <p:cNvGrpSpPr/>
          <p:nvPr/>
        </p:nvGrpSpPr>
        <p:grpSpPr>
          <a:xfrm>
            <a:off x="6692508" y="3404884"/>
            <a:ext cx="1674703" cy="118539"/>
            <a:chOff x="6699725" y="3198527"/>
            <a:chExt cx="1674703" cy="118539"/>
          </a:xfrm>
        </p:grpSpPr>
        <p:grpSp>
          <p:nvGrpSpPr>
            <p:cNvPr id="57" name="Group 21">
              <a:extLst>
                <a:ext uri="{FF2B5EF4-FFF2-40B4-BE49-F238E27FC236}">
                  <a16:creationId xmlns:a16="http://schemas.microsoft.com/office/drawing/2014/main" id="{07569745-8B20-4596-A44F-321081C714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99725" y="3204353"/>
              <a:ext cx="1552579" cy="112713"/>
              <a:chOff x="3899" y="2618"/>
              <a:chExt cx="978" cy="71"/>
            </a:xfrm>
          </p:grpSpPr>
          <p:sp>
            <p:nvSpPr>
              <p:cNvPr id="68" name="Line 22">
                <a:extLst>
                  <a:ext uri="{FF2B5EF4-FFF2-40B4-BE49-F238E27FC236}">
                    <a16:creationId xmlns:a16="http://schemas.microsoft.com/office/drawing/2014/main" id="{0FB86294-A32D-40D8-A67A-6295D0E47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99" y="2619"/>
                <a:ext cx="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69" name="Line 23">
                <a:extLst>
                  <a:ext uri="{FF2B5EF4-FFF2-40B4-BE49-F238E27FC236}">
                    <a16:creationId xmlns:a16="http://schemas.microsoft.com/office/drawing/2014/main" id="{9AAD9529-0036-4EF9-A072-37ECE8758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2" y="2621"/>
                <a:ext cx="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70" name="Line 24">
                <a:extLst>
                  <a:ext uri="{FF2B5EF4-FFF2-40B4-BE49-F238E27FC236}">
                    <a16:creationId xmlns:a16="http://schemas.microsoft.com/office/drawing/2014/main" id="{2631A86F-9E87-4659-BB17-C7D3C33E62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0" y="2620"/>
                <a:ext cx="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71" name="Line 25">
                <a:extLst>
                  <a:ext uri="{FF2B5EF4-FFF2-40B4-BE49-F238E27FC236}">
                    <a16:creationId xmlns:a16="http://schemas.microsoft.com/office/drawing/2014/main" id="{D23F6882-64D3-4937-8DEC-6D571C169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46" y="2620"/>
                <a:ext cx="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Line 26">
                <a:extLst>
                  <a:ext uri="{FF2B5EF4-FFF2-40B4-BE49-F238E27FC236}">
                    <a16:creationId xmlns:a16="http://schemas.microsoft.com/office/drawing/2014/main" id="{63B65257-F8B8-467B-B033-B6885AEC6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77" y="2618"/>
                <a:ext cx="0" cy="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60" name="Line 22">
              <a:extLst>
                <a:ext uri="{FF2B5EF4-FFF2-40B4-BE49-F238E27FC236}">
                  <a16:creationId xmlns:a16="http://schemas.microsoft.com/office/drawing/2014/main" id="{D304EAA8-7576-4D23-905A-049BC61BE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4949" y="3198527"/>
              <a:ext cx="0" cy="1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22">
              <a:extLst>
                <a:ext uri="{FF2B5EF4-FFF2-40B4-BE49-F238E27FC236}">
                  <a16:creationId xmlns:a16="http://schemas.microsoft.com/office/drawing/2014/main" id="{01061C22-104B-4D54-A64B-4EC116C07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74428" y="3204205"/>
              <a:ext cx="0" cy="1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43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utoUpdateAnimBg="0"/>
      <p:bldP spid="7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F5AC3CE-D24B-4483-BCCA-5143D966F698}"/>
              </a:ext>
            </a:extLst>
          </p:cNvPr>
          <p:cNvSpPr/>
          <p:nvPr/>
        </p:nvSpPr>
        <p:spPr>
          <a:xfrm>
            <a:off x="6550165" y="857072"/>
            <a:ext cx="2035199" cy="1676593"/>
          </a:xfrm>
          <a:custGeom>
            <a:avLst/>
            <a:gdLst>
              <a:gd name="connsiteX0" fmla="*/ 13381 w 2462189"/>
              <a:gd name="connsiteY0" fmla="*/ 856414 h 1654841"/>
              <a:gd name="connsiteX1" fmla="*/ 321155 w 2462189"/>
              <a:gd name="connsiteY1" fmla="*/ 637850 h 1654841"/>
              <a:gd name="connsiteX2" fmla="*/ 557561 w 2462189"/>
              <a:gd name="connsiteY2" fmla="*/ 548640 h 1654841"/>
              <a:gd name="connsiteX3" fmla="*/ 771664 w 2462189"/>
              <a:gd name="connsiteY3" fmla="*/ 539720 h 1654841"/>
              <a:gd name="connsiteX4" fmla="*/ 1262318 w 2462189"/>
              <a:gd name="connsiteY4" fmla="*/ 620008 h 1654841"/>
              <a:gd name="connsiteX5" fmla="*/ 1471961 w 2462189"/>
              <a:gd name="connsiteY5" fmla="*/ 615548 h 1654841"/>
              <a:gd name="connsiteX6" fmla="*/ 1708367 w 2462189"/>
              <a:gd name="connsiteY6" fmla="*/ 517417 h 1654841"/>
              <a:gd name="connsiteX7" fmla="*/ 2114271 w 2462189"/>
              <a:gd name="connsiteY7" fmla="*/ 258709 h 1654841"/>
              <a:gd name="connsiteX8" fmla="*/ 2462189 w 2462189"/>
              <a:gd name="connsiteY8" fmla="*/ 0 h 1654841"/>
              <a:gd name="connsiteX9" fmla="*/ 2439887 w 2462189"/>
              <a:gd name="connsiteY9" fmla="*/ 1654841 h 1654841"/>
              <a:gd name="connsiteX10" fmla="*/ 0 w 2462189"/>
              <a:gd name="connsiteY10" fmla="*/ 1654841 h 1654841"/>
              <a:gd name="connsiteX11" fmla="*/ 13381 w 2462189"/>
              <a:gd name="connsiteY11" fmla="*/ 856414 h 1654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62189" h="1654841">
                <a:moveTo>
                  <a:pt x="13381" y="856414"/>
                </a:moveTo>
                <a:lnTo>
                  <a:pt x="321155" y="637850"/>
                </a:lnTo>
                <a:lnTo>
                  <a:pt x="557561" y="548640"/>
                </a:lnTo>
                <a:lnTo>
                  <a:pt x="771664" y="539720"/>
                </a:lnTo>
                <a:lnTo>
                  <a:pt x="1262318" y="620008"/>
                </a:lnTo>
                <a:lnTo>
                  <a:pt x="1471961" y="615548"/>
                </a:lnTo>
                <a:lnTo>
                  <a:pt x="1708367" y="517417"/>
                </a:lnTo>
                <a:lnTo>
                  <a:pt x="2114271" y="258709"/>
                </a:lnTo>
                <a:lnTo>
                  <a:pt x="2462189" y="0"/>
                </a:lnTo>
                <a:lnTo>
                  <a:pt x="2439887" y="1654841"/>
                </a:lnTo>
                <a:lnTo>
                  <a:pt x="0" y="1654841"/>
                </a:lnTo>
                <a:lnTo>
                  <a:pt x="13381" y="856414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1E203B4-C1F7-43E5-AB1B-E267D2797372}"/>
              </a:ext>
            </a:extLst>
          </p:cNvPr>
          <p:cNvGrpSpPr>
            <a:grpSpLocks/>
          </p:cNvGrpSpPr>
          <p:nvPr/>
        </p:nvGrpSpPr>
        <p:grpSpPr bwMode="auto">
          <a:xfrm>
            <a:off x="6450399" y="2561446"/>
            <a:ext cx="2222482" cy="257175"/>
            <a:chOff x="6188322" y="5322094"/>
            <a:chExt cx="2222481" cy="257175"/>
          </a:xfrm>
        </p:grpSpPr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69CB51AD-1FA5-4003-95B4-9650B9B4F6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88322" y="532209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22" name="Equation" r:id="rId4" imgW="177480" imgH="190440" progId="Equation.DSMT4">
                    <p:embed/>
                  </p:oleObj>
                </mc:Choice>
                <mc:Fallback>
                  <p:oleObj name="Equation" r:id="rId4" imgW="177480" imgH="190440" progId="Equation.DSMT4">
                    <p:embed/>
                    <p:pic>
                      <p:nvPicPr>
                        <p:cNvPr id="88" name="Object 24">
                          <a:extLst>
                            <a:ext uri="{FF2B5EF4-FFF2-40B4-BE49-F238E27FC236}">
                              <a16:creationId xmlns:a16="http://schemas.microsoft.com/office/drawing/2014/main" id="{D484E3E4-4D8B-4229-ADBE-610E9F95B4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8322" y="5322094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25">
              <a:extLst>
                <a:ext uri="{FF2B5EF4-FFF2-40B4-BE49-F238E27FC236}">
                  <a16:creationId xmlns:a16="http://schemas.microsoft.com/office/drawing/2014/main" id="{8206A84D-E4F5-4E94-A4C7-0779CC32C0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4498690"/>
                </p:ext>
              </p:extLst>
            </p:nvPr>
          </p:nvGraphicFramePr>
          <p:xfrm>
            <a:off x="8245703" y="5326857"/>
            <a:ext cx="165100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23" name="Equation" r:id="rId6" imgW="164880" imgH="253800" progId="Equation.DSMT4">
                    <p:embed/>
                  </p:oleObj>
                </mc:Choice>
                <mc:Fallback>
                  <p:oleObj name="Equation" r:id="rId6" imgW="164880" imgH="253800" progId="Equation.DSMT4">
                    <p:embed/>
                    <p:pic>
                      <p:nvPicPr>
                        <p:cNvPr id="89" name="Object 25">
                          <a:extLst>
                            <a:ext uri="{FF2B5EF4-FFF2-40B4-BE49-F238E27FC236}">
                              <a16:creationId xmlns:a16="http://schemas.microsoft.com/office/drawing/2014/main" id="{22F120A9-48C0-4ADF-9595-EC2D8A726D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45703" y="5326857"/>
                          <a:ext cx="165100" cy="252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D57E7F7-D435-4976-8B89-E0B95E218299}"/>
              </a:ext>
            </a:extLst>
          </p:cNvPr>
          <p:cNvGrpSpPr>
            <a:grpSpLocks/>
          </p:cNvGrpSpPr>
          <p:nvPr/>
        </p:nvGrpSpPr>
        <p:grpSpPr bwMode="auto">
          <a:xfrm>
            <a:off x="6084168" y="874852"/>
            <a:ext cx="2822862" cy="1918920"/>
            <a:chOff x="5822092" y="3635500"/>
            <a:chExt cx="2822861" cy="1918920"/>
          </a:xfrm>
        </p:grpSpPr>
        <p:graphicFrame>
          <p:nvGraphicFramePr>
            <p:cNvPr id="7" name="Object 21">
              <a:extLst>
                <a:ext uri="{FF2B5EF4-FFF2-40B4-BE49-F238E27FC236}">
                  <a16:creationId xmlns:a16="http://schemas.microsoft.com/office/drawing/2014/main" id="{12434741-832D-4C24-B6DA-166568B326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8316232"/>
                </p:ext>
              </p:extLst>
            </p:nvPr>
          </p:nvGraphicFramePr>
          <p:xfrm>
            <a:off x="8470328" y="5363920"/>
            <a:ext cx="1746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24" name="Equation" r:id="rId8" imgW="177480" imgH="190440" progId="Equation.DSMT4">
                    <p:embed/>
                  </p:oleObj>
                </mc:Choice>
                <mc:Fallback>
                  <p:oleObj name="Equation" r:id="rId8" imgW="177480" imgH="190440" progId="Equation.DSMT4">
                    <p:embed/>
                    <p:pic>
                      <p:nvPicPr>
                        <p:cNvPr id="91" name="Object 21">
                          <a:extLst>
                            <a:ext uri="{FF2B5EF4-FFF2-40B4-BE49-F238E27FC236}">
                              <a16:creationId xmlns:a16="http://schemas.microsoft.com/office/drawing/2014/main" id="{95443D1C-4235-4044-BCE9-BA6D6C3261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0328" y="5363920"/>
                          <a:ext cx="174625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22">
              <a:extLst>
                <a:ext uri="{FF2B5EF4-FFF2-40B4-BE49-F238E27FC236}">
                  <a16:creationId xmlns:a16="http://schemas.microsoft.com/office/drawing/2014/main" id="{D74127B6-4B95-439E-9E59-AA4169239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6006" y="5294313"/>
              <a:ext cx="27074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23">
              <a:extLst>
                <a:ext uri="{FF2B5EF4-FFF2-40B4-BE49-F238E27FC236}">
                  <a16:creationId xmlns:a16="http://schemas.microsoft.com/office/drawing/2014/main" id="{97E7A46D-10C9-46E3-81B0-F461C385E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60729" y="3652494"/>
              <a:ext cx="14286" cy="18339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" name="Object 26">
              <a:extLst>
                <a:ext uri="{FF2B5EF4-FFF2-40B4-BE49-F238E27FC236}">
                  <a16:creationId xmlns:a16="http://schemas.microsoft.com/office/drawing/2014/main" id="{E281D514-0747-40E1-AEC8-E188B01EAA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22092" y="3635500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25" name="Equation" r:id="rId10" imgW="190440" imgH="241200" progId="Equation.DSMT4">
                    <p:embed/>
                  </p:oleObj>
                </mc:Choice>
                <mc:Fallback>
                  <p:oleObj name="Equation" r:id="rId10" imgW="190440" imgH="241200" progId="Equation.DSMT4">
                    <p:embed/>
                    <p:pic>
                      <p:nvPicPr>
                        <p:cNvPr id="94" name="Object 26">
                          <a:extLst>
                            <a:ext uri="{FF2B5EF4-FFF2-40B4-BE49-F238E27FC236}">
                              <a16:creationId xmlns:a16="http://schemas.microsoft.com/office/drawing/2014/main" id="{6B31EDA2-EA8D-4138-BAE1-E7C849981B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2092" y="3635500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7">
              <a:extLst>
                <a:ext uri="{FF2B5EF4-FFF2-40B4-BE49-F238E27FC236}">
                  <a16:creationId xmlns:a16="http://schemas.microsoft.com/office/drawing/2014/main" id="{F3BE8D0C-6F35-4B9D-8698-6013B909E8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47652" y="5294750"/>
            <a:ext cx="1648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26" name="Equation" r:id="rId12" imgW="164880" imgH="190440" progId="Equation.DSMT4">
                    <p:embed/>
                  </p:oleObj>
                </mc:Choice>
                <mc:Fallback>
                  <p:oleObj name="Equation" r:id="rId12" imgW="164880" imgH="190440" progId="Equation.DSMT4">
                    <p:embed/>
                    <p:pic>
                      <p:nvPicPr>
                        <p:cNvPr id="95" name="Object 27">
                          <a:extLst>
                            <a:ext uri="{FF2B5EF4-FFF2-40B4-BE49-F238E27FC236}">
                              <a16:creationId xmlns:a16="http://schemas.microsoft.com/office/drawing/2014/main" id="{3C95AAEB-3F7D-419E-AB73-6F8CF93DB8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7652" y="5294750"/>
                          <a:ext cx="164880" cy="190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6950544-8B2C-4448-807F-D30A9F4FEE52}"/>
              </a:ext>
            </a:extLst>
          </p:cNvPr>
          <p:cNvCxnSpPr>
            <a:cxnSpLocks/>
          </p:cNvCxnSpPr>
          <p:nvPr/>
        </p:nvCxnSpPr>
        <p:spPr bwMode="auto">
          <a:xfrm flipH="1">
            <a:off x="8575667" y="843558"/>
            <a:ext cx="0" cy="169645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B57E082-EA6B-4781-8551-CB524D69A7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562902" y="1716582"/>
            <a:ext cx="0" cy="810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E22644C-DC43-4ABF-82C2-4D427298940C}"/>
              </a:ext>
            </a:extLst>
          </p:cNvPr>
          <p:cNvCxnSpPr>
            <a:cxnSpLocks/>
          </p:cNvCxnSpPr>
          <p:nvPr/>
        </p:nvCxnSpPr>
        <p:spPr bwMode="auto">
          <a:xfrm>
            <a:off x="6550165" y="2527315"/>
            <a:ext cx="2016000" cy="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9F087FC8-6DF0-4BE0-B6F0-82A22DF11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828345"/>
              </p:ext>
            </p:extLst>
          </p:nvPr>
        </p:nvGraphicFramePr>
        <p:xfrm>
          <a:off x="6932613" y="964006"/>
          <a:ext cx="939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27" name="Equation" r:id="rId14" imgW="939600" imgH="304560" progId="Equation.DSMT4">
                  <p:embed/>
                </p:oleObj>
              </mc:Choice>
              <mc:Fallback>
                <p:oleObj name="Equation" r:id="rId14" imgW="939600" imgH="304560" progId="Equation.DSMT4">
                  <p:embed/>
                  <p:pic>
                    <p:nvPicPr>
                      <p:cNvPr id="99" name="Object 24">
                        <a:extLst>
                          <a:ext uri="{FF2B5EF4-FFF2-40B4-BE49-F238E27FC236}">
                            <a16:creationId xmlns:a16="http://schemas.microsoft.com/office/drawing/2014/main" id="{C77AE0D5-341F-4EAA-A2EB-0CDBFD38D0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3" y="964006"/>
                        <a:ext cx="939800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D50280E5-B3CE-4E07-9229-8F013920FB6D}"/>
              </a:ext>
            </a:extLst>
          </p:cNvPr>
          <p:cNvSpPr/>
          <p:nvPr/>
        </p:nvSpPr>
        <p:spPr>
          <a:xfrm>
            <a:off x="6554569" y="848153"/>
            <a:ext cx="2028143" cy="877509"/>
          </a:xfrm>
          <a:custGeom>
            <a:avLst/>
            <a:gdLst>
              <a:gd name="connsiteX0" fmla="*/ 0 w 2415823"/>
              <a:gd name="connsiteY0" fmla="*/ 891822 h 891822"/>
              <a:gd name="connsiteX1" fmla="*/ 575734 w 2415823"/>
              <a:gd name="connsiteY1" fmla="*/ 575733 h 891822"/>
              <a:gd name="connsiteX2" fmla="*/ 1478845 w 2415823"/>
              <a:gd name="connsiteY2" fmla="*/ 620889 h 891822"/>
              <a:gd name="connsiteX3" fmla="*/ 2415823 w 2415823"/>
              <a:gd name="connsiteY3" fmla="*/ 0 h 89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5823" h="891822">
                <a:moveTo>
                  <a:pt x="0" y="891822"/>
                </a:moveTo>
                <a:cubicBezTo>
                  <a:pt x="164630" y="756355"/>
                  <a:pt x="329260" y="620888"/>
                  <a:pt x="575734" y="575733"/>
                </a:cubicBezTo>
                <a:cubicBezTo>
                  <a:pt x="822208" y="530577"/>
                  <a:pt x="1172164" y="716844"/>
                  <a:pt x="1478845" y="620889"/>
                </a:cubicBezTo>
                <a:cubicBezTo>
                  <a:pt x="1785526" y="524934"/>
                  <a:pt x="2100674" y="262467"/>
                  <a:pt x="2415823" y="0"/>
                </a:cubicBezTo>
              </a:path>
            </a:pathLst>
          </a:cu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Rectangle 44">
            <a:extLst>
              <a:ext uri="{FF2B5EF4-FFF2-40B4-BE49-F238E27FC236}">
                <a16:creationId xmlns:a16="http://schemas.microsoft.com/office/drawing/2014/main" id="{DFF233DF-5130-4624-81FB-D1F1D8C63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101" y="1477959"/>
            <a:ext cx="378000" cy="1040550"/>
          </a:xfrm>
          <a:prstGeom prst="rect">
            <a:avLst/>
          </a:prstGeom>
          <a:solidFill>
            <a:srgbClr val="0064FF">
              <a:alpha val="97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Rectangle 45">
            <a:extLst>
              <a:ext uri="{FF2B5EF4-FFF2-40B4-BE49-F238E27FC236}">
                <a16:creationId xmlns:a16="http://schemas.microsoft.com/office/drawing/2014/main" id="{E8CE213B-E22C-41A2-94E2-A58122870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9373" y="1645016"/>
            <a:ext cx="189633" cy="870494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Rectangle 46">
            <a:extLst>
              <a:ext uri="{FF2B5EF4-FFF2-40B4-BE49-F238E27FC236}">
                <a16:creationId xmlns:a16="http://schemas.microsoft.com/office/drawing/2014/main" id="{A3AE1B26-376A-4540-995B-3D81983C0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138" y="1504369"/>
            <a:ext cx="162000" cy="101493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Rectangle 47">
            <a:extLst>
              <a:ext uri="{FF2B5EF4-FFF2-40B4-BE49-F238E27FC236}">
                <a16:creationId xmlns:a16="http://schemas.microsoft.com/office/drawing/2014/main" id="{FE34EB84-CD88-42DE-99F2-98B33E6F0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711" y="1447016"/>
            <a:ext cx="396000" cy="1067879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Rectangle 48">
            <a:extLst>
              <a:ext uri="{FF2B5EF4-FFF2-40B4-BE49-F238E27FC236}">
                <a16:creationId xmlns:a16="http://schemas.microsoft.com/office/drawing/2014/main" id="{DEF80C34-4D70-47A7-A8AB-D0D3CA7C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3402" y="1256216"/>
            <a:ext cx="361371" cy="1261914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Rectangle 49">
            <a:extLst>
              <a:ext uri="{FF2B5EF4-FFF2-40B4-BE49-F238E27FC236}">
                <a16:creationId xmlns:a16="http://schemas.microsoft.com/office/drawing/2014/main" id="{5675FAB1-3D03-401F-AEB6-6990A4DF9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5554" y="1112216"/>
            <a:ext cx="126000" cy="1403653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1CB51F55-869E-48FE-975C-392373C4B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6823" y="1477874"/>
            <a:ext cx="0" cy="10440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4AFBB00-510F-43E1-ADB9-F8011647C710}"/>
              </a:ext>
            </a:extLst>
          </p:cNvPr>
          <p:cNvGrpSpPr/>
          <p:nvPr/>
        </p:nvGrpSpPr>
        <p:grpSpPr>
          <a:xfrm>
            <a:off x="7781621" y="2582094"/>
            <a:ext cx="270915" cy="605313"/>
            <a:chOff x="7794320" y="4178969"/>
            <a:chExt cx="270915" cy="605313"/>
          </a:xfrm>
        </p:grpSpPr>
        <p:graphicFrame>
          <p:nvGraphicFramePr>
            <p:cNvPr id="25" name="Object 59">
              <a:extLst>
                <a:ext uri="{FF2B5EF4-FFF2-40B4-BE49-F238E27FC236}">
                  <a16:creationId xmlns:a16="http://schemas.microsoft.com/office/drawing/2014/main" id="{C733619A-3D6C-4631-87D4-F8EC7DDCE6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49595" y="4428962"/>
            <a:ext cx="215640" cy="355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28" name="Equation" r:id="rId16" imgW="215640" imgH="355320" progId="Equation.DSMT4">
                    <p:embed/>
                  </p:oleObj>
                </mc:Choice>
                <mc:Fallback>
                  <p:oleObj name="Equation" r:id="rId16" imgW="215640" imgH="355320" progId="Equation.DSMT4">
                    <p:embed/>
                    <p:pic>
                      <p:nvPicPr>
                        <p:cNvPr id="39" name="Object 59">
                          <a:extLst>
                            <a:ext uri="{FF2B5EF4-FFF2-40B4-BE49-F238E27FC236}">
                              <a16:creationId xmlns:a16="http://schemas.microsoft.com/office/drawing/2014/main" id="{4DC73AE6-A4F7-469B-B2F1-619C7883AB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9595" y="4428962"/>
                          <a:ext cx="215640" cy="355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DCF94CF-25D9-48FF-80C8-7EF55BD519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94320" y="4178969"/>
              <a:ext cx="134346" cy="2788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C7E57EA6-3864-4AF6-956E-A48EEDA89DB7}"/>
              </a:ext>
            </a:extLst>
          </p:cNvPr>
          <p:cNvSpPr/>
          <p:nvPr/>
        </p:nvSpPr>
        <p:spPr>
          <a:xfrm>
            <a:off x="7594843" y="234192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•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91D46BA-B3D1-4EE4-A08B-6AFBA3B66211}"/>
              </a:ext>
            </a:extLst>
          </p:cNvPr>
          <p:cNvGrpSpPr/>
          <p:nvPr/>
        </p:nvGrpSpPr>
        <p:grpSpPr>
          <a:xfrm>
            <a:off x="6666297" y="2495751"/>
            <a:ext cx="1702961" cy="336637"/>
            <a:chOff x="6656266" y="4151957"/>
            <a:chExt cx="2625730" cy="341313"/>
          </a:xfrm>
        </p:grpSpPr>
        <p:grpSp>
          <p:nvGrpSpPr>
            <p:cNvPr id="29" name="Group 2">
              <a:extLst>
                <a:ext uri="{FF2B5EF4-FFF2-40B4-BE49-F238E27FC236}">
                  <a16:creationId xmlns:a16="http://schemas.microsoft.com/office/drawing/2014/main" id="{69438C57-D74B-4955-BB2F-9329BFD50B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56266" y="4151957"/>
              <a:ext cx="2160595" cy="341313"/>
              <a:chOff x="3945" y="3403"/>
              <a:chExt cx="1361" cy="215"/>
            </a:xfrm>
          </p:grpSpPr>
          <p:graphicFrame>
            <p:nvGraphicFramePr>
              <p:cNvPr id="32" name="Object 3">
                <a:extLst>
                  <a:ext uri="{FF2B5EF4-FFF2-40B4-BE49-F238E27FC236}">
                    <a16:creationId xmlns:a16="http://schemas.microsoft.com/office/drawing/2014/main" id="{EDE1840C-86B2-4778-B211-BC87F923AD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42702499"/>
                  </p:ext>
                </p:extLst>
              </p:nvPr>
            </p:nvGraphicFramePr>
            <p:xfrm>
              <a:off x="3945" y="3403"/>
              <a:ext cx="136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8229" name="Equation" r:id="rId18" imgW="215640" imgH="330120" progId="Equation.DSMT4">
                      <p:embed/>
                    </p:oleObj>
                  </mc:Choice>
                  <mc:Fallback>
                    <p:oleObj name="Equation" r:id="rId18" imgW="215640" imgH="330120" progId="Equation.DSMT4">
                      <p:embed/>
                      <p:pic>
                        <p:nvPicPr>
                          <p:cNvPr id="17" name="Object 3">
                            <a:extLst>
                              <a:ext uri="{FF2B5EF4-FFF2-40B4-BE49-F238E27FC236}">
                                <a16:creationId xmlns:a16="http://schemas.microsoft.com/office/drawing/2014/main" id="{0B0FCB5E-18C9-442C-9B37-842CD99D79E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5" y="3403"/>
                            <a:ext cx="136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4">
                <a:extLst>
                  <a:ext uri="{FF2B5EF4-FFF2-40B4-BE49-F238E27FC236}">
                    <a16:creationId xmlns:a16="http://schemas.microsoft.com/office/drawing/2014/main" id="{3069EFF5-6335-4406-9839-0220562E41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6320914"/>
                  </p:ext>
                </p:extLst>
              </p:nvPr>
            </p:nvGraphicFramePr>
            <p:xfrm>
              <a:off x="5097" y="3403"/>
              <a:ext cx="209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8230" name="Equation" r:id="rId20" imgW="215640" imgH="330120" progId="Equation.DSMT4">
                      <p:embed/>
                    </p:oleObj>
                  </mc:Choice>
                  <mc:Fallback>
                    <p:oleObj name="Equation" r:id="rId20" imgW="215640" imgH="330120" progId="Equation.DSMT4">
                      <p:embed/>
                      <p:pic>
                        <p:nvPicPr>
                          <p:cNvPr id="18" name="Object 4">
                            <a:extLst>
                              <a:ext uri="{FF2B5EF4-FFF2-40B4-BE49-F238E27FC236}">
                                <a16:creationId xmlns:a16="http://schemas.microsoft.com/office/drawing/2014/main" id="{B05E920E-6D46-4DB5-B03A-FBD48F8CAEF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97" y="3403"/>
                            <a:ext cx="209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5">
                <a:extLst>
                  <a:ext uri="{FF2B5EF4-FFF2-40B4-BE49-F238E27FC236}">
                    <a16:creationId xmlns:a16="http://schemas.microsoft.com/office/drawing/2014/main" id="{1B9BF3BC-F52E-479A-A62D-1B6E0314C7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146292"/>
                  </p:ext>
                </p:extLst>
              </p:nvPr>
            </p:nvGraphicFramePr>
            <p:xfrm>
              <a:off x="4702" y="3407"/>
              <a:ext cx="345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8231" name="Equation" r:id="rId22" imgW="355320" imgH="330120" progId="Equation.DSMT4">
                      <p:embed/>
                    </p:oleObj>
                  </mc:Choice>
                  <mc:Fallback>
                    <p:oleObj name="Equation" r:id="rId22" imgW="355320" imgH="330120" progId="Equation.DSMT4">
                      <p:embed/>
                      <p:pic>
                        <p:nvPicPr>
                          <p:cNvPr id="19" name="Object 5">
                            <a:extLst>
                              <a:ext uri="{FF2B5EF4-FFF2-40B4-BE49-F238E27FC236}">
                                <a16:creationId xmlns:a16="http://schemas.microsoft.com/office/drawing/2014/main" id="{092A79DF-3051-4E42-9653-889D14B64B8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2" y="3407"/>
                            <a:ext cx="345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FB350B04-9E89-4A4A-B602-C8EABE62EC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2447763"/>
                </p:ext>
              </p:extLst>
            </p:nvPr>
          </p:nvGraphicFramePr>
          <p:xfrm>
            <a:off x="7202028" y="4258538"/>
            <a:ext cx="391324" cy="141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32" name="Equation" r:id="rId24" imgW="253800" imgH="139680" progId="Equation.DSMT4">
                    <p:embed/>
                  </p:oleObj>
                </mc:Choice>
                <mc:Fallback>
                  <p:oleObj name="Equation" r:id="rId24" imgW="253800" imgH="13968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62AF7E95-17AE-4A26-8849-C7EA8F7D2E5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7202028" y="4258538"/>
                          <a:ext cx="391324" cy="1416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5384E7D9-1A54-463C-AB86-7EC2B2CE5C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6813422"/>
                </p:ext>
              </p:extLst>
            </p:nvPr>
          </p:nvGraphicFramePr>
          <p:xfrm>
            <a:off x="8890672" y="4250794"/>
            <a:ext cx="391324" cy="141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33" name="Equation" r:id="rId26" imgW="253800" imgH="139680" progId="Equation.DSMT4">
                    <p:embed/>
                  </p:oleObj>
                </mc:Choice>
                <mc:Fallback>
                  <p:oleObj name="Equation" r:id="rId26" imgW="253800" imgH="139680" progId="Equation.DSMT4">
                    <p:embed/>
                    <p:pic>
                      <p:nvPicPr>
                        <p:cNvPr id="62" name="对象 61">
                          <a:extLst>
                            <a:ext uri="{FF2B5EF4-FFF2-40B4-BE49-F238E27FC236}">
                              <a16:creationId xmlns:a16="http://schemas.microsoft.com/office/drawing/2014/main" id="{C22419FF-5877-4227-8C75-B990A12789B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8890672" y="4250794"/>
                          <a:ext cx="391324" cy="1416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1BCB562-6924-4EBD-918D-EC0BC637533F}"/>
              </a:ext>
            </a:extLst>
          </p:cNvPr>
          <p:cNvGrpSpPr/>
          <p:nvPr/>
        </p:nvGrpSpPr>
        <p:grpSpPr>
          <a:xfrm>
            <a:off x="6745754" y="1008296"/>
            <a:ext cx="1677608" cy="1512993"/>
            <a:chOff x="6745754" y="2664480"/>
            <a:chExt cx="1677608" cy="1512993"/>
          </a:xfrm>
        </p:grpSpPr>
        <p:grpSp>
          <p:nvGrpSpPr>
            <p:cNvPr id="36" name="Group 21">
              <a:extLst>
                <a:ext uri="{FF2B5EF4-FFF2-40B4-BE49-F238E27FC236}">
                  <a16:creationId xmlns:a16="http://schemas.microsoft.com/office/drawing/2014/main" id="{530952AA-10DE-4DC8-9A7B-46ED1687B0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45754" y="2785235"/>
              <a:ext cx="1550989" cy="1392238"/>
              <a:chOff x="3928" y="2354"/>
              <a:chExt cx="977" cy="877"/>
            </a:xfrm>
          </p:grpSpPr>
          <p:sp>
            <p:nvSpPr>
              <p:cNvPr id="39" name="Line 22">
                <a:extLst>
                  <a:ext uri="{FF2B5EF4-FFF2-40B4-BE49-F238E27FC236}">
                    <a16:creationId xmlns:a16="http://schemas.microsoft.com/office/drawing/2014/main" id="{C1968A37-3D02-4BC3-BA46-0879C5306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28" y="2619"/>
                <a:ext cx="0" cy="6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40" name="Line 23">
                <a:extLst>
                  <a:ext uri="{FF2B5EF4-FFF2-40B4-BE49-F238E27FC236}">
                    <a16:creationId xmlns:a16="http://schemas.microsoft.com/office/drawing/2014/main" id="{530AE470-2020-4928-B306-104D4B8ACE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8" y="2537"/>
                <a:ext cx="0" cy="6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85E7A8B6-4B6E-4C28-AFA2-E5AF106E25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39" y="2581"/>
                <a:ext cx="0" cy="6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42" name="Line 25">
                <a:extLst>
                  <a:ext uri="{FF2B5EF4-FFF2-40B4-BE49-F238E27FC236}">
                    <a16:creationId xmlns:a16="http://schemas.microsoft.com/office/drawing/2014/main" id="{B845D9BE-5D7D-4CDB-AA56-B29ED77A0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6" y="2528"/>
                <a:ext cx="0" cy="7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26">
                <a:extLst>
                  <a:ext uri="{FF2B5EF4-FFF2-40B4-BE49-F238E27FC236}">
                    <a16:creationId xmlns:a16="http://schemas.microsoft.com/office/drawing/2014/main" id="{EBF9724F-F849-4C71-9C8E-78C8E826C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05" y="2354"/>
                <a:ext cx="0" cy="8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37" name="Line 22">
              <a:extLst>
                <a:ext uri="{FF2B5EF4-FFF2-40B4-BE49-F238E27FC236}">
                  <a16:creationId xmlns:a16="http://schemas.microsoft.com/office/drawing/2014/main" id="{EBC58FC8-3897-4766-93FD-EF4CCA51D2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10214" y="3127661"/>
              <a:ext cx="0" cy="104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2">
              <a:extLst>
                <a:ext uri="{FF2B5EF4-FFF2-40B4-BE49-F238E27FC236}">
                  <a16:creationId xmlns:a16="http://schemas.microsoft.com/office/drawing/2014/main" id="{AE8F9175-F38B-4A56-B544-2DE67BFB7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20851" y="2664480"/>
              <a:ext cx="2511" cy="151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8456183-9F7F-4966-B45F-B545E5BB8C5D}"/>
              </a:ext>
            </a:extLst>
          </p:cNvPr>
          <p:cNvGrpSpPr/>
          <p:nvPr/>
        </p:nvGrpSpPr>
        <p:grpSpPr>
          <a:xfrm>
            <a:off x="6642592" y="934412"/>
            <a:ext cx="1862138" cy="1583527"/>
            <a:chOff x="6642592" y="2590596"/>
            <a:chExt cx="1862138" cy="1583527"/>
          </a:xfrm>
        </p:grpSpPr>
        <p:grpSp>
          <p:nvGrpSpPr>
            <p:cNvPr id="45" name="Group 38">
              <a:extLst>
                <a:ext uri="{FF2B5EF4-FFF2-40B4-BE49-F238E27FC236}">
                  <a16:creationId xmlns:a16="http://schemas.microsoft.com/office/drawing/2014/main" id="{743FDFE3-0DAA-47E8-8740-2B16A19555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42592" y="2590596"/>
              <a:ext cx="1862138" cy="1583527"/>
              <a:chOff x="3846" y="2455"/>
              <a:chExt cx="1173" cy="994"/>
            </a:xfrm>
          </p:grpSpPr>
          <p:sp>
            <p:nvSpPr>
              <p:cNvPr id="47" name="Line 39">
                <a:extLst>
                  <a:ext uri="{FF2B5EF4-FFF2-40B4-BE49-F238E27FC236}">
                    <a16:creationId xmlns:a16="http://schemas.microsoft.com/office/drawing/2014/main" id="{880577D3-E498-4466-9D20-1FCD26EB6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6" y="2905"/>
                <a:ext cx="0" cy="5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Line 40">
                <a:extLst>
                  <a:ext uri="{FF2B5EF4-FFF2-40B4-BE49-F238E27FC236}">
                    <a16:creationId xmlns:a16="http://schemas.microsoft.com/office/drawing/2014/main" id="{530EBBC4-9AAE-43B5-81BB-ECE75D27B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96" y="2778"/>
                <a:ext cx="0" cy="6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Line 41">
                <a:extLst>
                  <a:ext uri="{FF2B5EF4-FFF2-40B4-BE49-F238E27FC236}">
                    <a16:creationId xmlns:a16="http://schemas.microsoft.com/office/drawing/2014/main" id="{BC0EAF42-F39B-4180-86A8-BE08B4D1A3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97" y="2760"/>
                <a:ext cx="0" cy="6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50" name="Line 42">
                <a:extLst>
                  <a:ext uri="{FF2B5EF4-FFF2-40B4-BE49-F238E27FC236}">
                    <a16:creationId xmlns:a16="http://schemas.microsoft.com/office/drawing/2014/main" id="{3628D33D-2D9D-44B4-967C-4AAA1638A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88" y="2658"/>
                <a:ext cx="2" cy="7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51" name="Line 43">
                <a:extLst>
                  <a:ext uri="{FF2B5EF4-FFF2-40B4-BE49-F238E27FC236}">
                    <a16:creationId xmlns:a16="http://schemas.microsoft.com/office/drawing/2014/main" id="{625709D2-96F7-4963-846C-30A8521F8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19" y="2455"/>
                <a:ext cx="0" cy="9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6" name="Line 39">
              <a:extLst>
                <a:ext uri="{FF2B5EF4-FFF2-40B4-BE49-F238E27FC236}">
                  <a16:creationId xmlns:a16="http://schemas.microsoft.com/office/drawing/2014/main" id="{4BBED6FA-3D2E-4472-98F3-E26355673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7462" y="3157962"/>
              <a:ext cx="0" cy="10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" name="Rectangle 46">
            <a:extLst>
              <a:ext uri="{FF2B5EF4-FFF2-40B4-BE49-F238E27FC236}">
                <a16:creationId xmlns:a16="http://schemas.microsoft.com/office/drawing/2014/main" id="{F0DD3D88-E37E-43E0-917D-78D2B5599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6132" y="1420897"/>
            <a:ext cx="248400" cy="1098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Rectangle 49">
            <a:extLst>
              <a:ext uri="{FF2B5EF4-FFF2-40B4-BE49-F238E27FC236}">
                <a16:creationId xmlns:a16="http://schemas.microsoft.com/office/drawing/2014/main" id="{AC800230-7D9C-4A45-8B2A-122D567B9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0633" y="925016"/>
            <a:ext cx="158400" cy="1592465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id="{490556F1-5993-4AF5-9D42-BADB7DD8C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609" y="741933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）近似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5" name="Object 24">
            <a:extLst>
              <a:ext uri="{FF2B5EF4-FFF2-40B4-BE49-F238E27FC236}">
                <a16:creationId xmlns:a16="http://schemas.microsoft.com/office/drawing/2014/main" id="{EE33F0F8-4249-465C-9408-5223D5C512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581228"/>
              </p:ext>
            </p:extLst>
          </p:nvPr>
        </p:nvGraphicFramePr>
        <p:xfrm>
          <a:off x="2613343" y="794888"/>
          <a:ext cx="1790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34" name="Equation" r:id="rId28" imgW="1790640" imgH="380880" progId="Equation.DSMT4">
                  <p:embed/>
                </p:oleObj>
              </mc:Choice>
              <mc:Fallback>
                <p:oleObj name="Equation" r:id="rId28" imgW="1790640" imgH="38088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94084610-E99F-40F3-BB07-86E45EC86F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343" y="794888"/>
                        <a:ext cx="1790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4">
            <a:extLst>
              <a:ext uri="{FF2B5EF4-FFF2-40B4-BE49-F238E27FC236}">
                <a16:creationId xmlns:a16="http://schemas.microsoft.com/office/drawing/2014/main" id="{4899A1BB-2C52-482B-8978-C874DF74D1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716207"/>
              </p:ext>
            </p:extLst>
          </p:nvPr>
        </p:nvGraphicFramePr>
        <p:xfrm>
          <a:off x="1886496" y="1541934"/>
          <a:ext cx="1955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35" name="Equation" r:id="rId30" imgW="1955520" imgH="380880" progId="Equation.DSMT4">
                  <p:embed/>
                </p:oleObj>
              </mc:Choice>
              <mc:Fallback>
                <p:oleObj name="Equation" r:id="rId30" imgW="1955520" imgH="38088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7A5B9353-C79D-406D-AA25-044CCC4D7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496" y="1541934"/>
                        <a:ext cx="1955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4">
            <a:extLst>
              <a:ext uri="{FF2B5EF4-FFF2-40B4-BE49-F238E27FC236}">
                <a16:creationId xmlns:a16="http://schemas.microsoft.com/office/drawing/2014/main" id="{F668D667-12DA-407C-8C13-D5A566F257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063997"/>
              </p:ext>
            </p:extLst>
          </p:nvPr>
        </p:nvGraphicFramePr>
        <p:xfrm>
          <a:off x="3995936" y="1580778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36" name="Equation" r:id="rId32" imgW="1714320" imgH="342720" progId="Equation.DSMT4">
                  <p:embed/>
                </p:oleObj>
              </mc:Choice>
              <mc:Fallback>
                <p:oleObj name="Equation" r:id="rId32" imgW="171432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9AEE1CCF-A76B-49D2-B6A7-B0CBFB7D11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1580778"/>
                        <a:ext cx="1714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12">
            <a:extLst>
              <a:ext uri="{FF2B5EF4-FFF2-40B4-BE49-F238E27FC236}">
                <a16:creationId xmlns:a16="http://schemas.microsoft.com/office/drawing/2014/main" id="{84CD2801-D20A-4B43-B1B0-47CD8B93F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22" y="3126312"/>
            <a:ext cx="23419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）取极限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ct 24">
            <a:extLst>
              <a:ext uri="{FF2B5EF4-FFF2-40B4-BE49-F238E27FC236}">
                <a16:creationId xmlns:a16="http://schemas.microsoft.com/office/drawing/2014/main" id="{7369DA94-7314-4632-BDAE-6558D79676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552557"/>
              </p:ext>
            </p:extLst>
          </p:nvPr>
        </p:nvGraphicFramePr>
        <p:xfrm>
          <a:off x="3263274" y="3175624"/>
          <a:ext cx="334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37" name="Equation" r:id="rId34" imgW="3340080" imgH="431640" progId="Equation.DSMT4">
                  <p:embed/>
                </p:oleObj>
              </mc:Choice>
              <mc:Fallback>
                <p:oleObj name="Equation" r:id="rId34" imgW="3340080" imgH="431640" progId="Equation.DSMT4">
                  <p:embed/>
                  <p:pic>
                    <p:nvPicPr>
                      <p:cNvPr id="7" name="Object 24">
                        <a:extLst>
                          <a:ext uri="{FF2B5EF4-FFF2-40B4-BE49-F238E27FC236}">
                            <a16:creationId xmlns:a16="http://schemas.microsoft.com/office/drawing/2014/main" id="{503BF8BF-96AC-4AEB-8954-BD5FD7A78E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274" y="3175624"/>
                        <a:ext cx="3340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12">
            <a:extLst>
              <a:ext uri="{FF2B5EF4-FFF2-40B4-BE49-F238E27FC236}">
                <a16:creationId xmlns:a16="http://schemas.microsoft.com/office/drawing/2014/main" id="{4B356B3A-9CD8-433B-83B9-A96A7AF6C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434" y="3118197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记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1" name="Object 24">
            <a:extLst>
              <a:ext uri="{FF2B5EF4-FFF2-40B4-BE49-F238E27FC236}">
                <a16:creationId xmlns:a16="http://schemas.microsoft.com/office/drawing/2014/main" id="{A6BBE15B-1B5C-4291-B23B-4A361494A2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356180"/>
              </p:ext>
            </p:extLst>
          </p:nvPr>
        </p:nvGraphicFramePr>
        <p:xfrm>
          <a:off x="3660614" y="3800574"/>
          <a:ext cx="1955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38" name="Equation" r:id="rId36" imgW="1955520" imgH="787320" progId="Equation.DSMT4">
                  <p:embed/>
                </p:oleObj>
              </mc:Choice>
              <mc:Fallback>
                <p:oleObj name="Equation" r:id="rId36" imgW="1955520" imgH="7873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C293A2C5-B541-41B5-9F16-17DE964C18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614" y="3800574"/>
                        <a:ext cx="1955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4">
            <a:extLst>
              <a:ext uri="{FF2B5EF4-FFF2-40B4-BE49-F238E27FC236}">
                <a16:creationId xmlns:a16="http://schemas.microsoft.com/office/drawing/2014/main" id="{224A07F5-016C-4611-9D8F-7A3707AB85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885871"/>
              </p:ext>
            </p:extLst>
          </p:nvPr>
        </p:nvGraphicFramePr>
        <p:xfrm>
          <a:off x="3088235" y="4057911"/>
          <a:ext cx="482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39" name="Equation" r:id="rId38" imgW="482400" imgH="266400" progId="Equation.DSMT4">
                  <p:embed/>
                </p:oleObj>
              </mc:Choice>
              <mc:Fallback>
                <p:oleObj name="Equation" r:id="rId38" imgW="482400" imgH="26640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606CAB13-F6BC-46C7-8B67-E8B42A6701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235" y="4057911"/>
                        <a:ext cx="4826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12">
            <a:extLst>
              <a:ext uri="{FF2B5EF4-FFF2-40B4-BE49-F238E27FC236}">
                <a16:creationId xmlns:a16="http://schemas.microsoft.com/office/drawing/2014/main" id="{537D3D2C-E096-4074-A83F-5CEA72D56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570" y="2285345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）求和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4" name="Object 24">
            <a:extLst>
              <a:ext uri="{FF2B5EF4-FFF2-40B4-BE49-F238E27FC236}">
                <a16:creationId xmlns:a16="http://schemas.microsoft.com/office/drawing/2014/main" id="{A44FCB27-C5B2-4C58-B79E-D7C34F868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669716"/>
              </p:ext>
            </p:extLst>
          </p:nvPr>
        </p:nvGraphicFramePr>
        <p:xfrm>
          <a:off x="2493963" y="2136775"/>
          <a:ext cx="133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40" name="Equation" r:id="rId40" imgW="1333440" imgH="787320" progId="Equation.DSMT4">
                  <p:embed/>
                </p:oleObj>
              </mc:Choice>
              <mc:Fallback>
                <p:oleObj name="Equation" r:id="rId40" imgW="1333440" imgH="78732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661BED41-750C-4CE4-80C7-2C4CE4519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136775"/>
                        <a:ext cx="1333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24">
            <a:extLst>
              <a:ext uri="{FF2B5EF4-FFF2-40B4-BE49-F238E27FC236}">
                <a16:creationId xmlns:a16="http://schemas.microsoft.com/office/drawing/2014/main" id="{756D7D08-70B1-46E1-B431-CD422C64F7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78277"/>
              </p:ext>
            </p:extLst>
          </p:nvPr>
        </p:nvGraphicFramePr>
        <p:xfrm>
          <a:off x="3890888" y="2165102"/>
          <a:ext cx="1752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41" name="Equation" r:id="rId42" imgW="1752480" imgH="787320" progId="Equation.DSMT4">
                  <p:embed/>
                </p:oleObj>
              </mc:Choice>
              <mc:Fallback>
                <p:oleObj name="Equation" r:id="rId42" imgW="1752480" imgH="78732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6478136E-4E6D-459D-9661-A2A8A8F06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888" y="2165102"/>
                        <a:ext cx="1752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思想气泡: 云 65">
            <a:extLst>
              <a:ext uri="{FF2B5EF4-FFF2-40B4-BE49-F238E27FC236}">
                <a16:creationId xmlns:a16="http://schemas.microsoft.com/office/drawing/2014/main" id="{36C6DC5E-8DB0-44AF-B594-09C100E82141}"/>
              </a:ext>
            </a:extLst>
          </p:cNvPr>
          <p:cNvSpPr/>
          <p:nvPr/>
        </p:nvSpPr>
        <p:spPr>
          <a:xfrm rot="183300">
            <a:off x="6732239" y="3218342"/>
            <a:ext cx="2143299" cy="1369624"/>
          </a:xfrm>
          <a:prstGeom prst="cloudCallout">
            <a:avLst>
              <a:gd name="adj1" fmla="val -89664"/>
              <a:gd name="adj2" fmla="val 51152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273614E-97E0-4C44-82B5-A2CF9F95DAB4}"/>
              </a:ext>
            </a:extLst>
          </p:cNvPr>
          <p:cNvSpPr/>
          <p:nvPr/>
        </p:nvSpPr>
        <p:spPr>
          <a:xfrm rot="21078891">
            <a:off x="6509899" y="3416193"/>
            <a:ext cx="26669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思考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l-GR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换为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l-GR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→∞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10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4" grpId="0" autoUpdateAnimBg="0"/>
      <p:bldP spid="58" grpId="0" autoUpdateAnimBg="0"/>
      <p:bldP spid="60" grpId="0" autoUpdateAnimBg="0"/>
      <p:bldP spid="63" grpId="0" autoUpdateAnimBg="0"/>
      <p:bldP spid="66" grpId="0" animBg="1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7179CDA-AA18-44AC-87E7-6826D49D2D9E}"/>
              </a:ext>
            </a:extLst>
          </p:cNvPr>
          <p:cNvSpPr txBox="1"/>
          <p:nvPr/>
        </p:nvSpPr>
        <p:spPr>
          <a:xfrm>
            <a:off x="888821" y="465601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引例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61412E-9CC2-4441-AD36-37ABFF466ED5}"/>
              </a:ext>
            </a:extLst>
          </p:cNvPr>
          <p:cNvSpPr txBox="1"/>
          <p:nvPr/>
        </p:nvSpPr>
        <p:spPr>
          <a:xfrm>
            <a:off x="1840364" y="472352"/>
            <a:ext cx="3214344" cy="50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变速直线运动的路程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079B9D8C-1D67-4132-B0C0-DE703E791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996" y="1101973"/>
            <a:ext cx="3651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设某物体做直线运动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ADCACD3-90EE-4204-BEF4-2DE00AEA6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34" y="1707654"/>
            <a:ext cx="25922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上的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连续函数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且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B742440E-B370-4373-BF03-07083C77E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301" y="1707654"/>
            <a:ext cx="51148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计算这段时间内物体所经过的路程</a:t>
            </a:r>
            <a:r>
              <a:rPr kumimoji="1"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id="{4A9958E4-9FEF-4E84-8215-81D060E5B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240" y="1101973"/>
            <a:ext cx="195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已知其速度</a:t>
            </a: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D510758B-BF9A-4B4F-8517-361DE88A7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463554"/>
              </p:ext>
            </p:extLst>
          </p:nvPr>
        </p:nvGraphicFramePr>
        <p:xfrm>
          <a:off x="5629817" y="1175423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53" name="Equation" r:id="rId4" imgW="927000" imgH="342720" progId="Equation.DSMT4">
                  <p:embed/>
                </p:oleObj>
              </mc:Choice>
              <mc:Fallback>
                <p:oleObj name="Equation" r:id="rId4" imgW="927000" imgH="34272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D510758B-BF9A-4B4F-8517-361DE88A7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817" y="1175423"/>
                        <a:ext cx="927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1">
            <a:extLst>
              <a:ext uri="{FF2B5EF4-FFF2-40B4-BE49-F238E27FC236}">
                <a16:creationId xmlns:a16="http://schemas.microsoft.com/office/drawing/2014/main" id="{6A82BFB7-AD69-4ABC-B069-6C41C99C6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2716" y="1089272"/>
            <a:ext cx="28234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是时间间隔</a:t>
            </a: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B26718EE-ED9C-4C3C-AA9E-8E4E81761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654443"/>
              </p:ext>
            </p:extLst>
          </p:nvPr>
        </p:nvGraphicFramePr>
        <p:xfrm>
          <a:off x="2633576" y="1794471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54" name="Equation" r:id="rId6" imgW="1028520" imgH="342720" progId="Equation.DSMT4">
                  <p:embed/>
                </p:oleObj>
              </mc:Choice>
              <mc:Fallback>
                <p:oleObj name="Equation" r:id="rId6" imgW="1028520" imgH="342720" progId="Equation.DSMT4">
                  <p:embed/>
                  <p:pic>
                    <p:nvPicPr>
                      <p:cNvPr id="18" name="Object 24">
                        <a:extLst>
                          <a:ext uri="{FF2B5EF4-FFF2-40B4-BE49-F238E27FC236}">
                            <a16:creationId xmlns:a16="http://schemas.microsoft.com/office/drawing/2014/main" id="{B26718EE-ED9C-4C3C-AA9E-8E4E817611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576" y="1794471"/>
                        <a:ext cx="9652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5C2573D4-32BB-4741-8438-AF0D6763C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488674"/>
              </p:ext>
            </p:extLst>
          </p:nvPr>
        </p:nvGraphicFramePr>
        <p:xfrm>
          <a:off x="8092437" y="1165899"/>
          <a:ext cx="800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55" name="Equation" r:id="rId8" imgW="799920" imgH="380880" progId="Equation.DSMT4">
                  <p:embed/>
                </p:oleObj>
              </mc:Choice>
              <mc:Fallback>
                <p:oleObj name="Equation" r:id="rId8" imgW="799920" imgH="38088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807F9DEE-4393-4E6E-8751-9482926958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2437" y="1165899"/>
                        <a:ext cx="800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2">
            <a:extLst>
              <a:ext uri="{FF2B5EF4-FFF2-40B4-BE49-F238E27FC236}">
                <a16:creationId xmlns:a16="http://schemas.microsoft.com/office/drawing/2014/main" id="{C98C9237-E1E4-4880-B7E4-26FCF32BB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89" y="2398117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）分割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7F3CA8FA-A291-4AB5-B57B-D979B44338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477998"/>
              </p:ext>
            </p:extLst>
          </p:nvPr>
        </p:nvGraphicFramePr>
        <p:xfrm>
          <a:off x="2530475" y="3041898"/>
          <a:ext cx="401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56" name="Equation" r:id="rId10" imgW="4012920" imgH="380880" progId="Equation.DSMT4">
                  <p:embed/>
                </p:oleObj>
              </mc:Choice>
              <mc:Fallback>
                <p:oleObj name="Equation" r:id="rId10" imgW="4012920" imgH="380880" progId="Equation.DSMT4">
                  <p:embed/>
                  <p:pic>
                    <p:nvPicPr>
                      <p:cNvPr id="64" name="Object 24">
                        <a:extLst>
                          <a:ext uri="{FF2B5EF4-FFF2-40B4-BE49-F238E27FC236}">
                            <a16:creationId xmlns:a16="http://schemas.microsoft.com/office/drawing/2014/main" id="{9836A54F-B9FC-4BF7-8495-8C6C1E7925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3041898"/>
                        <a:ext cx="4013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7">
            <a:extLst>
              <a:ext uri="{FF2B5EF4-FFF2-40B4-BE49-F238E27FC236}">
                <a16:creationId xmlns:a16="http://schemas.microsoft.com/office/drawing/2014/main" id="{8411EC90-F6CA-407F-99AF-32F467F6E1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338575"/>
              </p:ext>
            </p:extLst>
          </p:nvPr>
        </p:nvGraphicFramePr>
        <p:xfrm>
          <a:off x="2915816" y="4312890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57" name="Equation" r:id="rId12" imgW="3238200" imgH="419040" progId="Equation.DSMT4">
                  <p:embed/>
                </p:oleObj>
              </mc:Choice>
              <mc:Fallback>
                <p:oleObj name="Equation" r:id="rId12" imgW="3238200" imgH="419040" progId="Equation.DSMT4">
                  <p:embed/>
                  <p:pic>
                    <p:nvPicPr>
                      <p:cNvPr id="74" name="Object 17">
                        <a:extLst>
                          <a:ext uri="{FF2B5EF4-FFF2-40B4-BE49-F238E27FC236}">
                            <a16:creationId xmlns:a16="http://schemas.microsoft.com/office/drawing/2014/main" id="{39899EDC-1A1F-43B8-ADE7-55562419E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4312890"/>
                        <a:ext cx="3238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AAEC3038-4ED5-4F90-8036-EC840394C444}"/>
              </a:ext>
            </a:extLst>
          </p:cNvPr>
          <p:cNvGrpSpPr/>
          <p:nvPr/>
        </p:nvGrpSpPr>
        <p:grpSpPr>
          <a:xfrm>
            <a:off x="217220" y="3622253"/>
            <a:ext cx="3562692" cy="461665"/>
            <a:chOff x="217220" y="2643285"/>
            <a:chExt cx="3562692" cy="461665"/>
          </a:xfrm>
        </p:grpSpPr>
        <p:sp>
          <p:nvSpPr>
            <p:cNvPr id="32" name="Text Box 16">
              <a:extLst>
                <a:ext uri="{FF2B5EF4-FFF2-40B4-BE49-F238E27FC236}">
                  <a16:creationId xmlns:a16="http://schemas.microsoft.com/office/drawing/2014/main" id="{92120009-6B39-4222-9E4F-704952642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220" y="2643285"/>
              <a:ext cx="35626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将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kumimoji="1" lang="zh-CN" altLang="en-US" sz="24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分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成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个小时段</a:t>
              </a:r>
            </a:p>
          </p:txBody>
        </p:sp>
        <p:graphicFrame>
          <p:nvGraphicFramePr>
            <p:cNvPr id="33" name="Object 24">
              <a:extLst>
                <a:ext uri="{FF2B5EF4-FFF2-40B4-BE49-F238E27FC236}">
                  <a16:creationId xmlns:a16="http://schemas.microsoft.com/office/drawing/2014/main" id="{A27AA06C-93FC-4CB2-9528-B6E9F48591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6305775"/>
                </p:ext>
              </p:extLst>
            </p:nvPr>
          </p:nvGraphicFramePr>
          <p:xfrm>
            <a:off x="625476" y="2703944"/>
            <a:ext cx="800100" cy="379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858" name="Equation" r:id="rId14" imgW="799920" imgH="380880" progId="Equation.DSMT4">
                    <p:embed/>
                  </p:oleObj>
                </mc:Choice>
                <mc:Fallback>
                  <p:oleObj name="Equation" r:id="rId14" imgW="799920" imgH="380880" progId="Equation.DSMT4">
                    <p:embed/>
                    <p:pic>
                      <p:nvPicPr>
                        <p:cNvPr id="79" name="Object 24">
                          <a:extLst>
                            <a:ext uri="{FF2B5EF4-FFF2-40B4-BE49-F238E27FC236}">
                              <a16:creationId xmlns:a16="http://schemas.microsoft.com/office/drawing/2014/main" id="{E344ACFD-244D-4173-B37D-2DC468C9C6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476" y="2703944"/>
                          <a:ext cx="800100" cy="3794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4">
              <a:extLst>
                <a:ext uri="{FF2B5EF4-FFF2-40B4-BE49-F238E27FC236}">
                  <a16:creationId xmlns:a16="http://schemas.microsoft.com/office/drawing/2014/main" id="{8377EC22-3109-43E7-834D-5FA3D5A527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5248128"/>
                </p:ext>
              </p:extLst>
            </p:nvPr>
          </p:nvGraphicFramePr>
          <p:xfrm>
            <a:off x="2089944" y="28320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859" name="Equation" r:id="rId16" imgW="190440" imgH="203040" progId="Equation.DSMT4">
                    <p:embed/>
                  </p:oleObj>
                </mc:Choice>
                <mc:Fallback>
                  <p:oleObj name="Equation" r:id="rId16" imgW="190440" imgH="203040" progId="Equation.DSMT4">
                    <p:embed/>
                    <p:pic>
                      <p:nvPicPr>
                        <p:cNvPr id="80" name="Object 24">
                          <a:extLst>
                            <a:ext uri="{FF2B5EF4-FFF2-40B4-BE49-F238E27FC236}">
                              <a16:creationId xmlns:a16="http://schemas.microsoft.com/office/drawing/2014/main" id="{1C4C6574-606A-430C-933F-5A6B3FE35B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944" y="2832054"/>
                          <a:ext cx="190500" cy="203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07C0480-6C95-43A7-8ED7-616926182A6C}"/>
              </a:ext>
            </a:extLst>
          </p:cNvPr>
          <p:cNvGrpSpPr/>
          <p:nvPr/>
        </p:nvGrpSpPr>
        <p:grpSpPr>
          <a:xfrm>
            <a:off x="2416428" y="2379952"/>
            <a:ext cx="6384676" cy="461665"/>
            <a:chOff x="2416428" y="2379952"/>
            <a:chExt cx="6384676" cy="461665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64A9E2E-138D-432C-8D40-51BCAF2CC9C8}"/>
                </a:ext>
              </a:extLst>
            </p:cNvPr>
            <p:cNvGrpSpPr/>
            <p:nvPr/>
          </p:nvGrpSpPr>
          <p:grpSpPr>
            <a:xfrm>
              <a:off x="2416428" y="2379952"/>
              <a:ext cx="6384676" cy="461665"/>
              <a:chOff x="1814964" y="578859"/>
              <a:chExt cx="6384676" cy="461665"/>
            </a:xfrm>
          </p:grpSpPr>
          <p:sp>
            <p:nvSpPr>
              <p:cNvPr id="24" name="Text Box 12">
                <a:extLst>
                  <a:ext uri="{FF2B5EF4-FFF2-40B4-BE49-F238E27FC236}">
                    <a16:creationId xmlns:a16="http://schemas.microsoft.com/office/drawing/2014/main" id="{73D61112-A99A-4533-95C4-FF4E4632D4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4964" y="578859"/>
                <a:ext cx="638467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在时间间隔     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中间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任意</a:t>
                </a:r>
                <a:r>
                  <a:rPr kumimoji="1" lang="zh-CN" altLang="en-US" sz="2400" b="1" dirty="0">
                    <a:latin typeface="+mn-ea"/>
                    <a:cs typeface="Times New Roman" panose="02020603050405020304" pitchFamily="18" charset="0"/>
                  </a:rPr>
                  <a:t>插入    个分点</a:t>
                </a:r>
                <a:endPara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6" name="Object 24">
                <a:extLst>
                  <a:ext uri="{FF2B5EF4-FFF2-40B4-BE49-F238E27FC236}">
                    <a16:creationId xmlns:a16="http://schemas.microsoft.com/office/drawing/2014/main" id="{B4731B97-5268-4F82-B12E-B594E6D7C5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18802220"/>
                  </p:ext>
                </p:extLst>
              </p:nvPr>
            </p:nvGraphicFramePr>
            <p:xfrm>
              <a:off x="6148040" y="676917"/>
              <a:ext cx="5588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7860" name="Equation" r:id="rId18" imgW="558720" imgH="279360" progId="Equation.DSMT4">
                      <p:embed/>
                    </p:oleObj>
                  </mc:Choice>
                  <mc:Fallback>
                    <p:oleObj name="Equation" r:id="rId18" imgW="558720" imgH="279360" progId="Equation.DSMT4">
                      <p:embed/>
                      <p:pic>
                        <p:nvPicPr>
                          <p:cNvPr id="63" name="Object 24">
                            <a:extLst>
                              <a:ext uri="{FF2B5EF4-FFF2-40B4-BE49-F238E27FC236}">
                                <a16:creationId xmlns:a16="http://schemas.microsoft.com/office/drawing/2014/main" id="{E1B6F28C-ECF3-4C2C-BCD9-FB364F4D670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48040" y="676917"/>
                            <a:ext cx="558800" cy="279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" name="Object 24">
              <a:extLst>
                <a:ext uri="{FF2B5EF4-FFF2-40B4-BE49-F238E27FC236}">
                  <a16:creationId xmlns:a16="http://schemas.microsoft.com/office/drawing/2014/main" id="{E1AFA35E-3FDE-46FB-BE05-A5DEFB1D23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9267805"/>
                </p:ext>
              </p:extLst>
            </p:nvPr>
          </p:nvGraphicFramePr>
          <p:xfrm>
            <a:off x="4059239" y="2419591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861" name="Equation" r:id="rId20" imgW="799920" imgH="380880" progId="Equation.DSMT4">
                    <p:embed/>
                  </p:oleObj>
                </mc:Choice>
                <mc:Fallback>
                  <p:oleObj name="Equation" r:id="rId20" imgW="799920" imgH="380880" progId="Equation.DSMT4">
                    <p:embed/>
                    <p:pic>
                      <p:nvPicPr>
                        <p:cNvPr id="30" name="Object 24">
                          <a:extLst>
                            <a:ext uri="{FF2B5EF4-FFF2-40B4-BE49-F238E27FC236}">
                              <a16:creationId xmlns:a16="http://schemas.microsoft.com/office/drawing/2014/main" id="{427ACBB9-765E-41A4-A82A-42853095B8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239" y="2419591"/>
                          <a:ext cx="800100" cy="3810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847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utoUpdateAnimBg="0"/>
      <p:bldP spid="11" grpId="0" autoUpdateAnimBg="0"/>
      <p:bldP spid="13" grpId="0" autoUpdateAnimBg="0"/>
      <p:bldP spid="14" grpId="0" build="p" autoUpdateAnimBg="0"/>
      <p:bldP spid="17" grpId="0" build="p" autoUpdateAnimBg="0"/>
      <p:bldP spid="2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2">
            <a:extLst>
              <a:ext uri="{FF2B5EF4-FFF2-40B4-BE49-F238E27FC236}">
                <a16:creationId xmlns:a16="http://schemas.microsoft.com/office/drawing/2014/main" id="{CF829930-5FC8-4BD8-9CF0-4E95C6E85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809" y="1560309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）近似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1533484B-CF3E-4DE6-AC83-B8B577A99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671000"/>
              </p:ext>
            </p:extLst>
          </p:nvPr>
        </p:nvGraphicFramePr>
        <p:xfrm>
          <a:off x="2600325" y="1592580"/>
          <a:ext cx="171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0" name="Equation" r:id="rId4" imgW="1714320" imgH="380880" progId="Equation.DSMT4">
                  <p:embed/>
                </p:oleObj>
              </mc:Choice>
              <mc:Fallback>
                <p:oleObj name="Equation" r:id="rId4" imgW="1714320" imgH="380880" progId="Equation.DSMT4">
                  <p:embed/>
                  <p:pic>
                    <p:nvPicPr>
                      <p:cNvPr id="123" name="Object 24">
                        <a:extLst>
                          <a:ext uri="{FF2B5EF4-FFF2-40B4-BE49-F238E27FC236}">
                            <a16:creationId xmlns:a16="http://schemas.microsoft.com/office/drawing/2014/main" id="{16AF49BF-9598-43C5-89ED-516BD6F5D1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1592580"/>
                        <a:ext cx="1714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2A2A509B-2C21-4AAE-B54C-1070BDF7A4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373212"/>
              </p:ext>
            </p:extLst>
          </p:nvPr>
        </p:nvGraphicFramePr>
        <p:xfrm>
          <a:off x="2484276" y="2165350"/>
          <a:ext cx="177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1" name="Equation" r:id="rId6" imgW="1777680" imgH="380880" progId="Equation.DSMT4">
                  <p:embed/>
                </p:oleObj>
              </mc:Choice>
              <mc:Fallback>
                <p:oleObj name="Equation" r:id="rId6" imgW="1777680" imgH="380880" progId="Equation.DSMT4">
                  <p:embed/>
                  <p:pic>
                    <p:nvPicPr>
                      <p:cNvPr id="126" name="Object 24">
                        <a:extLst>
                          <a:ext uri="{FF2B5EF4-FFF2-40B4-BE49-F238E27FC236}">
                            <a16:creationId xmlns:a16="http://schemas.microsoft.com/office/drawing/2014/main" id="{BB122F63-1D45-4065-A270-43E3C611F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276" y="2165350"/>
                        <a:ext cx="1778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84C2CB01-C5DA-4E3B-93D1-505FACFF3F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880921"/>
              </p:ext>
            </p:extLst>
          </p:nvPr>
        </p:nvGraphicFramePr>
        <p:xfrm>
          <a:off x="4513684" y="2172664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2" name="Equation" r:id="rId8" imgW="1714320" imgH="342720" progId="Equation.DSMT4">
                  <p:embed/>
                </p:oleObj>
              </mc:Choice>
              <mc:Fallback>
                <p:oleObj name="Equation" r:id="rId8" imgW="1714320" imgH="342720" progId="Equation.DSMT4">
                  <p:embed/>
                  <p:pic>
                    <p:nvPicPr>
                      <p:cNvPr id="127" name="Object 24">
                        <a:extLst>
                          <a:ext uri="{FF2B5EF4-FFF2-40B4-BE49-F238E27FC236}">
                            <a16:creationId xmlns:a16="http://schemas.microsoft.com/office/drawing/2014/main" id="{DE7DAF0F-CDA2-4E6B-A581-F95340A23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684" y="2172664"/>
                        <a:ext cx="1714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2">
            <a:extLst>
              <a:ext uri="{FF2B5EF4-FFF2-40B4-BE49-F238E27FC236}">
                <a16:creationId xmlns:a16="http://schemas.microsoft.com/office/drawing/2014/main" id="{065FB55B-DF0F-41C7-9926-4E736DFB5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578821"/>
            <a:ext cx="20253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）取极限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3DD2273F-0EEA-409E-AC8E-9835EDFF81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506391"/>
              </p:ext>
            </p:extLst>
          </p:nvPr>
        </p:nvGraphicFramePr>
        <p:xfrm>
          <a:off x="3231108" y="3601754"/>
          <a:ext cx="321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3" name="Equation" r:id="rId10" imgW="3213000" imgH="431640" progId="Equation.DSMT4">
                  <p:embed/>
                </p:oleObj>
              </mc:Choice>
              <mc:Fallback>
                <p:oleObj name="Equation" r:id="rId10" imgW="3213000" imgH="43164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C17F484A-D60C-4025-B8C0-A7349516CA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1108" y="3601754"/>
                        <a:ext cx="3213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2">
            <a:extLst>
              <a:ext uri="{FF2B5EF4-FFF2-40B4-BE49-F238E27FC236}">
                <a16:creationId xmlns:a16="http://schemas.microsoft.com/office/drawing/2014/main" id="{038C729B-EC39-4010-8E28-CC75BFCCE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25" y="2791860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）求和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C06150AF-EA86-49A7-BF38-7DAEE2D12C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487454"/>
              </p:ext>
            </p:extLst>
          </p:nvPr>
        </p:nvGraphicFramePr>
        <p:xfrm>
          <a:off x="2594960" y="2643907"/>
          <a:ext cx="1231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4" name="Equation" r:id="rId12" imgW="1231560" imgH="787320" progId="Equation.DSMT4">
                  <p:embed/>
                </p:oleObj>
              </mc:Choice>
              <mc:Fallback>
                <p:oleObj name="Equation" r:id="rId12" imgW="1231560" imgH="7873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E1262E82-BE7A-44B4-97A9-B9454D2BB8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4960" y="2643907"/>
                        <a:ext cx="1231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7F5CE478-95BF-4A2C-9044-DB56DE6415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159636"/>
              </p:ext>
            </p:extLst>
          </p:nvPr>
        </p:nvGraphicFramePr>
        <p:xfrm>
          <a:off x="3851920" y="2643758"/>
          <a:ext cx="1625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5" name="Equation" r:id="rId14" imgW="1625400" imgH="787320" progId="Equation.DSMT4">
                  <p:embed/>
                </p:oleObj>
              </mc:Choice>
              <mc:Fallback>
                <p:oleObj name="Equation" r:id="rId14" imgW="1625400" imgH="7873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A710DB6F-699F-4667-B951-BAD37F0425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643758"/>
                        <a:ext cx="1625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2">
            <a:extLst>
              <a:ext uri="{FF2B5EF4-FFF2-40B4-BE49-F238E27FC236}">
                <a16:creationId xmlns:a16="http://schemas.microsoft.com/office/drawing/2014/main" id="{0CABF714-0672-4E25-A8A8-2467A175E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0938" y="3549204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记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6BB31DB9-6772-415B-BF7E-772A8531A7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576046"/>
              </p:ext>
            </p:extLst>
          </p:nvPr>
        </p:nvGraphicFramePr>
        <p:xfrm>
          <a:off x="3395455" y="4103688"/>
          <a:ext cx="1828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6" name="Equation" r:id="rId16" imgW="1828800" imgH="787320" progId="Equation.DSMT4">
                  <p:embed/>
                </p:oleObj>
              </mc:Choice>
              <mc:Fallback>
                <p:oleObj name="Equation" r:id="rId16" imgW="1828800" imgH="7873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C68560BF-1065-4F19-9B54-3F65E4992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455" y="4103688"/>
                        <a:ext cx="1828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8440262A-378A-4BEF-B545-D50940653C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764666"/>
              </p:ext>
            </p:extLst>
          </p:nvPr>
        </p:nvGraphicFramePr>
        <p:xfrm>
          <a:off x="2832686" y="4416700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7" name="Equation" r:id="rId18" imgW="406080" imgH="203040" progId="Equation.DSMT4">
                  <p:embed/>
                </p:oleObj>
              </mc:Choice>
              <mc:Fallback>
                <p:oleObj name="Equation" r:id="rId18" imgW="406080" imgH="20304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5A809EF2-CDE3-405F-81DD-272BAF132A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686" y="4416700"/>
                        <a:ext cx="4064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2">
            <a:extLst>
              <a:ext uri="{FF2B5EF4-FFF2-40B4-BE49-F238E27FC236}">
                <a16:creationId xmlns:a16="http://schemas.microsoft.com/office/drawing/2014/main" id="{7621637A-2C03-42B6-99AC-092B88BBF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396"/>
            <a:ext cx="3314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各小时间段的</a:t>
            </a:r>
            <a:r>
              <a:rPr kumimoji="1" lang="zh-CN" altLang="en-US" sz="2400" b="1" dirty="0">
                <a:latin typeface="+mn-ea"/>
                <a:cs typeface="Times New Roman" panose="02020603050405020304" pitchFamily="18" charset="0"/>
              </a:rPr>
              <a:t>时长记为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24">
            <a:extLst>
              <a:ext uri="{FF2B5EF4-FFF2-40B4-BE49-F238E27FC236}">
                <a16:creationId xmlns:a16="http://schemas.microsoft.com/office/drawing/2014/main" id="{A10E13D6-4EBA-4481-9AB6-4CA65792D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465966"/>
              </p:ext>
            </p:extLst>
          </p:nvPr>
        </p:nvGraphicFramePr>
        <p:xfrm>
          <a:off x="2871850" y="1017414"/>
          <a:ext cx="331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608" name="Equation" r:id="rId20" imgW="3314520" imgH="380880" progId="Equation.DSMT4">
                  <p:embed/>
                </p:oleObj>
              </mc:Choice>
              <mc:Fallback>
                <p:oleObj name="Equation" r:id="rId20" imgW="3314520" imgH="38088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8F5F7970-2940-4EA4-A6BF-231CC61DD2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850" y="1017414"/>
                        <a:ext cx="3314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49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6" grpId="0" autoUpdateAnimBg="0"/>
      <p:bldP spid="18" grpId="0" autoUpdateAnimBg="0"/>
      <p:bldP spid="21" grpId="0" autoUpdateAnimBg="0"/>
      <p:bldP spid="3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BBA7C6-9EAC-42F3-9556-6073ED47ABB6}"/>
              </a:ext>
            </a:extLst>
          </p:cNvPr>
          <p:cNvSpPr txBox="1"/>
          <p:nvPr/>
        </p:nvSpPr>
        <p:spPr>
          <a:xfrm>
            <a:off x="888821" y="465601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引例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3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DA3676-40E7-4E98-8BB8-3377DC7373A0}"/>
              </a:ext>
            </a:extLst>
          </p:cNvPr>
          <p:cNvSpPr txBox="1"/>
          <p:nvPr/>
        </p:nvSpPr>
        <p:spPr>
          <a:xfrm>
            <a:off x="1840364" y="472352"/>
            <a:ext cx="3214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变力沿直线做功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6C5B249-2A6A-475B-B4FD-67A36C7356DB}"/>
              </a:ext>
            </a:extLst>
          </p:cNvPr>
          <p:cNvGrpSpPr/>
          <p:nvPr/>
        </p:nvGrpSpPr>
        <p:grpSpPr>
          <a:xfrm>
            <a:off x="888821" y="1101972"/>
            <a:ext cx="8060492" cy="461665"/>
            <a:chOff x="888821" y="1101972"/>
            <a:chExt cx="8060492" cy="461665"/>
          </a:xfrm>
        </p:grpSpPr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54A9DAD7-77C7-4531-B336-B8DF6F12D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821" y="1101972"/>
              <a:ext cx="80604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设质点在  轴上从  点运动到  点，受力大小为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B6512A1-12AD-4A33-A70E-94EA0B304E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822972"/>
                </p:ext>
              </p:extLst>
            </p:nvPr>
          </p:nvGraphicFramePr>
          <p:xfrm>
            <a:off x="2221686" y="123120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598" name="Equation" r:id="rId3" imgW="190440" imgH="203040" progId="Equation.DSMT4">
                    <p:embed/>
                  </p:oleObj>
                </mc:Choice>
                <mc:Fallback>
                  <p:oleObj name="Equation" r:id="rId3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21686" y="123120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D5BBE01A-4177-43E2-9359-237CABA70D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414468"/>
                </p:ext>
              </p:extLst>
            </p:nvPr>
          </p:nvGraphicFramePr>
          <p:xfrm>
            <a:off x="3474357" y="1241879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599" name="Equation" r:id="rId5" imgW="203040" imgH="203040" progId="Equation.DSMT4">
                    <p:embed/>
                  </p:oleObj>
                </mc:Choice>
                <mc:Fallback>
                  <p:oleObj name="Equation" r:id="rId5" imgW="203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74357" y="1241879"/>
                          <a:ext cx="203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122A5D4-6D10-41F8-ABC5-FF0F98247C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4894515"/>
                </p:ext>
              </p:extLst>
            </p:nvPr>
          </p:nvGraphicFramePr>
          <p:xfrm>
            <a:off x="5049627" y="1203779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00" name="Equation" r:id="rId7" imgW="190440" imgH="279360" progId="Equation.DSMT4">
                    <p:embed/>
                  </p:oleObj>
                </mc:Choice>
                <mc:Fallback>
                  <p:oleObj name="Equation" r:id="rId7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49627" y="1203779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6B924D6-51ED-4E24-8BAF-3A44C32BB2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3924448"/>
                </p:ext>
              </p:extLst>
            </p:nvPr>
          </p:nvGraphicFramePr>
          <p:xfrm>
            <a:off x="7482763" y="1214454"/>
            <a:ext cx="71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01" name="Equation" r:id="rId9" imgW="711000" imgH="342720" progId="Equation.DSMT4">
                    <p:embed/>
                  </p:oleObj>
                </mc:Choice>
                <mc:Fallback>
                  <p:oleObj name="Equation" r:id="rId9" imgW="711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482763" y="1214454"/>
                          <a:ext cx="711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784EE16-9CB6-415C-96D2-815CA4CAB447}"/>
              </a:ext>
            </a:extLst>
          </p:cNvPr>
          <p:cNvGrpSpPr/>
          <p:nvPr/>
        </p:nvGrpSpPr>
        <p:grpSpPr>
          <a:xfrm>
            <a:off x="323528" y="1779662"/>
            <a:ext cx="8060492" cy="461665"/>
            <a:chOff x="323528" y="1779662"/>
            <a:chExt cx="8060492" cy="461665"/>
          </a:xfrm>
        </p:grpSpPr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951AC7C4-B83B-4B74-9940-5D1288128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779662"/>
              <a:ext cx="80604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力的方向处处平行于  轴且连续，求     对质点做的功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36E28800-E32B-4843-850C-65BEBD381D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3288667"/>
                </p:ext>
              </p:extLst>
            </p:nvPr>
          </p:nvGraphicFramePr>
          <p:xfrm>
            <a:off x="3203848" y="190889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02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03848" y="190889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3BE74D3-7E72-4509-843B-CFF08D46DF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4644197"/>
                </p:ext>
              </p:extLst>
            </p:nvPr>
          </p:nvGraphicFramePr>
          <p:xfrm>
            <a:off x="5364088" y="1898427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03" name="Equation" r:id="rId13" imgW="634680" imgH="342720" progId="Equation.DSMT4">
                    <p:embed/>
                  </p:oleObj>
                </mc:Choice>
                <mc:Fallback>
                  <p:oleObj name="Equation" r:id="rId13" imgW="634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64088" y="1898427"/>
                          <a:ext cx="635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42E8D0E-B9D5-4847-8CE3-2E1953B5E3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6875278"/>
                </p:ext>
              </p:extLst>
            </p:nvPr>
          </p:nvGraphicFramePr>
          <p:xfrm>
            <a:off x="8016163" y="1930177"/>
            <a:ext cx="355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04" name="Equation" r:id="rId15" imgW="355320" imgH="279360" progId="Equation.DSMT4">
                    <p:embed/>
                  </p:oleObj>
                </mc:Choice>
                <mc:Fallback>
                  <p:oleObj name="Equation" r:id="rId15" imgW="3553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016163" y="1930177"/>
                          <a:ext cx="355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12">
            <a:extLst>
              <a:ext uri="{FF2B5EF4-FFF2-40B4-BE49-F238E27FC236}">
                <a16:creationId xmlns:a16="http://schemas.microsoft.com/office/drawing/2014/main" id="{3F84D13A-21EF-45CE-9F3C-0CA36EBC8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89" y="2398117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）分割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9E49B4A2-98DA-403D-AB45-983814A23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985273"/>
              </p:ext>
            </p:extLst>
          </p:nvPr>
        </p:nvGraphicFramePr>
        <p:xfrm>
          <a:off x="2752725" y="2438400"/>
          <a:ext cx="424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05" name="Equation" r:id="rId17" imgW="4241520" imgH="380880" progId="Equation.DSMT4">
                  <p:embed/>
                </p:oleObj>
              </mc:Choice>
              <mc:Fallback>
                <p:oleObj name="Equation" r:id="rId17" imgW="4241520" imgH="380880" progId="Equation.DSMT4">
                  <p:embed/>
                  <p:pic>
                    <p:nvPicPr>
                      <p:cNvPr id="64" name="Object 24">
                        <a:extLst>
                          <a:ext uri="{FF2B5EF4-FFF2-40B4-BE49-F238E27FC236}">
                            <a16:creationId xmlns:a16="http://schemas.microsoft.com/office/drawing/2014/main" id="{9836A54F-B9FC-4BF7-8495-8C6C1E7925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2438400"/>
                        <a:ext cx="4241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2">
            <a:extLst>
              <a:ext uri="{FF2B5EF4-FFF2-40B4-BE49-F238E27FC236}">
                <a16:creationId xmlns:a16="http://schemas.microsoft.com/office/drawing/2014/main" id="{215C7A2D-8E16-49DC-A2F2-00E67B54C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10" y="3147814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）近似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771673A0-A958-4D98-BEE9-9F56529B55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667084"/>
              </p:ext>
            </p:extLst>
          </p:nvPr>
        </p:nvGraphicFramePr>
        <p:xfrm>
          <a:off x="2687638" y="3240088"/>
          <a:ext cx="177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06" name="Equation" r:id="rId19" imgW="1777680" imgH="380880" progId="Equation.DSMT4">
                  <p:embed/>
                </p:oleObj>
              </mc:Choice>
              <mc:Fallback>
                <p:oleObj name="Equation" r:id="rId19" imgW="1777680" imgH="380880" progId="Equation.DSMT4">
                  <p:embed/>
                  <p:pic>
                    <p:nvPicPr>
                      <p:cNvPr id="55" name="Object 24">
                        <a:extLst>
                          <a:ext uri="{FF2B5EF4-FFF2-40B4-BE49-F238E27FC236}">
                            <a16:creationId xmlns:a16="http://schemas.microsoft.com/office/drawing/2014/main" id="{EE33F0F8-4249-465C-9408-5223D5C51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3240088"/>
                        <a:ext cx="1778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73B59520-11F1-4D70-A26B-CE4A803DAF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662054"/>
              </p:ext>
            </p:extLst>
          </p:nvPr>
        </p:nvGraphicFramePr>
        <p:xfrm>
          <a:off x="3021013" y="4041775"/>
          <a:ext cx="203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07" name="Equation" r:id="rId21" imgW="2031840" imgH="380880" progId="Equation.DSMT4">
                  <p:embed/>
                </p:oleObj>
              </mc:Choice>
              <mc:Fallback>
                <p:oleObj name="Equation" r:id="rId21" imgW="2031840" imgH="380880" progId="Equation.DSMT4">
                  <p:embed/>
                  <p:pic>
                    <p:nvPicPr>
                      <p:cNvPr id="56" name="Object 24">
                        <a:extLst>
                          <a:ext uri="{FF2B5EF4-FFF2-40B4-BE49-F238E27FC236}">
                            <a16:creationId xmlns:a16="http://schemas.microsoft.com/office/drawing/2014/main" id="{4899A1BB-2C52-482B-8978-C874DF74D1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4041775"/>
                        <a:ext cx="2032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B72382CA-50C6-4129-AC0A-2D73B795A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634170"/>
              </p:ext>
            </p:extLst>
          </p:nvPr>
        </p:nvGraphicFramePr>
        <p:xfrm>
          <a:off x="5169272" y="4080372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08" name="Equation" r:id="rId23" imgW="1714320" imgH="342720" progId="Equation.DSMT4">
                  <p:embed/>
                </p:oleObj>
              </mc:Choice>
              <mc:Fallback>
                <p:oleObj name="Equation" r:id="rId23" imgW="1714320" imgH="342720" progId="Equation.DSMT4">
                  <p:embed/>
                  <p:pic>
                    <p:nvPicPr>
                      <p:cNvPr id="57" name="Object 24">
                        <a:extLst>
                          <a:ext uri="{FF2B5EF4-FFF2-40B4-BE49-F238E27FC236}">
                            <a16:creationId xmlns:a16="http://schemas.microsoft.com/office/drawing/2014/main" id="{F668D667-12DA-407C-8C13-D5A566F257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9272" y="4080372"/>
                        <a:ext cx="1714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647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E974B8C2-DB68-4380-B64A-ED2E278AD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131590"/>
            <a:ext cx="1665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）求和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4">
            <a:extLst>
              <a:ext uri="{FF2B5EF4-FFF2-40B4-BE49-F238E27FC236}">
                <a16:creationId xmlns:a16="http://schemas.microsoft.com/office/drawing/2014/main" id="{23DF7B92-26E4-46A3-AE52-AE47759327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986170"/>
              </p:ext>
            </p:extLst>
          </p:nvPr>
        </p:nvGraphicFramePr>
        <p:xfrm>
          <a:off x="2495550" y="982663"/>
          <a:ext cx="148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30" name="Equation" r:id="rId3" imgW="1485720" imgH="787320" progId="Equation.DSMT4">
                  <p:embed/>
                </p:oleObj>
              </mc:Choice>
              <mc:Fallback>
                <p:oleObj name="Equation" r:id="rId3" imgW="1485720" imgH="787320" progId="Equation.DSMT4">
                  <p:embed/>
                  <p:pic>
                    <p:nvPicPr>
                      <p:cNvPr id="64" name="Object 24">
                        <a:extLst>
                          <a:ext uri="{FF2B5EF4-FFF2-40B4-BE49-F238E27FC236}">
                            <a16:creationId xmlns:a16="http://schemas.microsoft.com/office/drawing/2014/main" id="{A44FCB27-C5B2-4C58-B79E-D7C34F868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982663"/>
                        <a:ext cx="1485900" cy="787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8C333376-F596-495F-A960-0F8F21898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715245"/>
              </p:ext>
            </p:extLst>
          </p:nvPr>
        </p:nvGraphicFramePr>
        <p:xfrm>
          <a:off x="4067944" y="982663"/>
          <a:ext cx="1765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31" name="Equation" r:id="rId5" imgW="1765080" imgH="787320" progId="Equation.DSMT4">
                  <p:embed/>
                </p:oleObj>
              </mc:Choice>
              <mc:Fallback>
                <p:oleObj name="Equation" r:id="rId5" imgW="1765080" imgH="787320" progId="Equation.DSMT4">
                  <p:embed/>
                  <p:pic>
                    <p:nvPicPr>
                      <p:cNvPr id="65" name="Object 24">
                        <a:extLst>
                          <a:ext uri="{FF2B5EF4-FFF2-40B4-BE49-F238E27FC236}">
                            <a16:creationId xmlns:a16="http://schemas.microsoft.com/office/drawing/2014/main" id="{756D7D08-70B1-46E1-B431-CD422C64F7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982663"/>
                        <a:ext cx="1765300" cy="787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>
            <a:extLst>
              <a:ext uri="{FF2B5EF4-FFF2-40B4-BE49-F238E27FC236}">
                <a16:creationId xmlns:a16="http://schemas.microsoft.com/office/drawing/2014/main" id="{B2E078DF-B27B-4245-89D0-44D61A845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450" y="2427734"/>
            <a:ext cx="23419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）取极限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0C17FA8E-87D9-45F6-874C-81FD00CE4A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081538"/>
              </p:ext>
            </p:extLst>
          </p:nvPr>
        </p:nvGraphicFramePr>
        <p:xfrm>
          <a:off x="3304302" y="2477046"/>
          <a:ext cx="334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32" name="Equation" r:id="rId7" imgW="3340080" imgH="431640" progId="Equation.DSMT4">
                  <p:embed/>
                </p:oleObj>
              </mc:Choice>
              <mc:Fallback>
                <p:oleObj name="Equation" r:id="rId7" imgW="3340080" imgH="431640" progId="Equation.DSMT4">
                  <p:embed/>
                  <p:pic>
                    <p:nvPicPr>
                      <p:cNvPr id="59" name="Object 24">
                        <a:extLst>
                          <a:ext uri="{FF2B5EF4-FFF2-40B4-BE49-F238E27FC236}">
                            <a16:creationId xmlns:a16="http://schemas.microsoft.com/office/drawing/2014/main" id="{7369DA94-7314-4632-BDAE-6558D79676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4302" y="2477046"/>
                        <a:ext cx="3340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>
            <a:extLst>
              <a:ext uri="{FF2B5EF4-FFF2-40B4-BE49-F238E27FC236}">
                <a16:creationId xmlns:a16="http://schemas.microsoft.com/office/drawing/2014/main" id="{C439EEB5-4FC0-4265-A303-A3F44BC9E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462" y="2419619"/>
            <a:ext cx="5760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记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11BEEC00-A2BE-4559-91C1-943634757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505059"/>
              </p:ext>
            </p:extLst>
          </p:nvPr>
        </p:nvGraphicFramePr>
        <p:xfrm>
          <a:off x="3695700" y="3101975"/>
          <a:ext cx="1968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33" name="Equation" r:id="rId9" imgW="1968480" imgH="787320" progId="Equation.DSMT4">
                  <p:embed/>
                </p:oleObj>
              </mc:Choice>
              <mc:Fallback>
                <p:oleObj name="Equation" r:id="rId9" imgW="1968480" imgH="787320" progId="Equation.DSMT4">
                  <p:embed/>
                  <p:pic>
                    <p:nvPicPr>
                      <p:cNvPr id="61" name="Object 24">
                        <a:extLst>
                          <a:ext uri="{FF2B5EF4-FFF2-40B4-BE49-F238E27FC236}">
                            <a16:creationId xmlns:a16="http://schemas.microsoft.com/office/drawing/2014/main" id="{A6BBE15B-1B5C-4291-B23B-4A361494A2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3101975"/>
                        <a:ext cx="1968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011BA5CF-F5EE-4AE4-896F-A562E201D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626022"/>
              </p:ext>
            </p:extLst>
          </p:nvPr>
        </p:nvGraphicFramePr>
        <p:xfrm>
          <a:off x="3097213" y="3352800"/>
          <a:ext cx="546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34" name="Equation" r:id="rId11" imgW="545760" imgH="279360" progId="Equation.DSMT4">
                  <p:embed/>
                </p:oleObj>
              </mc:Choice>
              <mc:Fallback>
                <p:oleObj name="Equation" r:id="rId11" imgW="545760" imgH="279360" progId="Equation.DSMT4">
                  <p:embed/>
                  <p:pic>
                    <p:nvPicPr>
                      <p:cNvPr id="62" name="Object 24">
                        <a:extLst>
                          <a:ext uri="{FF2B5EF4-FFF2-40B4-BE49-F238E27FC236}">
                            <a16:creationId xmlns:a16="http://schemas.microsoft.com/office/drawing/2014/main" id="{224A07F5-016C-4611-9D8F-7A3707AB85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3352800"/>
                        <a:ext cx="5461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172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452176-BCC0-430E-9B25-0654413F51E3}"/>
              </a:ext>
            </a:extLst>
          </p:cNvPr>
          <p:cNvSpPr txBox="1"/>
          <p:nvPr/>
        </p:nvSpPr>
        <p:spPr>
          <a:xfrm>
            <a:off x="899592" y="483518"/>
            <a:ext cx="41040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定积分的定义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5A5D8A2D-EE12-4C26-B937-997ED9A2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884" y="2165935"/>
            <a:ext cx="43873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en-US" altLang="zh-CN" sz="2400" b="1" dirty="0">
                <a:latin typeface="+mn-ea"/>
                <a:ea typeface="+mn-ea"/>
              </a:rPr>
              <a:t>(2) </a:t>
            </a:r>
            <a:r>
              <a:rPr kumimoji="1" lang="zh-CN" altLang="en-US" sz="2400" b="1" dirty="0">
                <a:latin typeface="+mn-ea"/>
                <a:ea typeface="+mn-ea"/>
              </a:rPr>
              <a:t>解决问题的方法步骤相同，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5CD16347-3F3D-4846-83F8-E4EE1F4AB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1828" y="2165935"/>
            <a:ext cx="39854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且所求量均归结为具有相同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24E13D03-F3A7-4764-8868-9125D07EC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936" y="1013807"/>
            <a:ext cx="7151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三个引例虽然实际意义不同，但它们有如下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共性</a:t>
            </a:r>
            <a:r>
              <a:rPr kumimoji="1" lang="zh-CN" altLang="en-US" sz="2400" b="1" dirty="0">
                <a:latin typeface="+mn-ea"/>
                <a:ea typeface="+mn-ea"/>
              </a:rPr>
              <a:t>：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73973B-C794-4362-9FB2-8C75D1F9FAEA}"/>
              </a:ext>
            </a:extLst>
          </p:cNvPr>
          <p:cNvSpPr/>
          <p:nvPr/>
        </p:nvSpPr>
        <p:spPr>
          <a:xfrm>
            <a:off x="842304" y="1589871"/>
            <a:ext cx="77291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(1)</a:t>
            </a:r>
            <a:r>
              <a:rPr lang="en-US" altLang="zh-CN" sz="2400" b="1" dirty="0">
                <a:cs typeface="Times New Roman" panose="02020603050405020304" pitchFamily="18" charset="0"/>
              </a:rPr>
              <a:t>  </a:t>
            </a:r>
            <a:r>
              <a:rPr lang="zh-CN" altLang="zh-CN" sz="2400" b="1" dirty="0">
                <a:cs typeface="Times New Roman" panose="02020603050405020304" pitchFamily="18" charset="0"/>
              </a:rPr>
              <a:t>所求量都由一个函数及其自变量的变化区间所决定</a:t>
            </a:r>
            <a:r>
              <a:rPr lang="en-US" altLang="zh-CN" sz="2400" b="1" dirty="0">
                <a:cs typeface="Times New Roman" panose="02020603050405020304" pitchFamily="18" charset="0"/>
              </a:rPr>
              <a:t>.</a:t>
            </a:r>
            <a:endParaRPr lang="zh-CN" altLang="en-US" sz="2400" b="1" dirty="0"/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82A61CE0-E2BD-4196-9B4A-3AE8F994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264" y="2741999"/>
            <a:ext cx="4607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结构的一种特定和的极限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786CA1E6-181B-44FF-8F84-F088C7508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557514"/>
              </p:ext>
            </p:extLst>
          </p:nvPr>
        </p:nvGraphicFramePr>
        <p:xfrm>
          <a:off x="2748380" y="4039103"/>
          <a:ext cx="1828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72" name="Equation" r:id="rId4" imgW="1828800" imgH="787320" progId="Equation.DSMT4">
                  <p:embed/>
                </p:oleObj>
              </mc:Choice>
              <mc:Fallback>
                <p:oleObj name="Equation" r:id="rId4" imgW="1828800" imgH="7873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C68560BF-1065-4F19-9B54-3F65E4992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380" y="4039103"/>
                        <a:ext cx="1828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A2FE0912-60B7-4942-A1C3-9C9AE5623D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83755"/>
              </p:ext>
            </p:extLst>
          </p:nvPr>
        </p:nvGraphicFramePr>
        <p:xfrm>
          <a:off x="2236089" y="4331203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73" name="Equation" r:id="rId6" imgW="406080" imgH="203040" progId="Equation.DSMT4">
                  <p:embed/>
                </p:oleObj>
              </mc:Choice>
              <mc:Fallback>
                <p:oleObj name="Equation" r:id="rId6" imgW="406080" imgH="20304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5A809EF2-CDE3-405F-81DD-272BAF132A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089" y="4331203"/>
                        <a:ext cx="4064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8FD26745-30BD-4366-AFD2-C9B3F7198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433094"/>
              </p:ext>
            </p:extLst>
          </p:nvPr>
        </p:nvGraphicFramePr>
        <p:xfrm>
          <a:off x="2749316" y="3144423"/>
          <a:ext cx="1955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74" name="Equation" r:id="rId8" imgW="1955520" imgH="787320" progId="Equation.DSMT4">
                  <p:embed/>
                </p:oleObj>
              </mc:Choice>
              <mc:Fallback>
                <p:oleObj name="Equation" r:id="rId8" imgW="1955520" imgH="7873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39067701-7C1B-4FB5-AAB6-6467A20FFC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316" y="3144423"/>
                        <a:ext cx="1955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78D59AFB-CAD9-45AC-B27A-8E6CACC2E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224595"/>
              </p:ext>
            </p:extLst>
          </p:nvPr>
        </p:nvGraphicFramePr>
        <p:xfrm>
          <a:off x="2159889" y="3380754"/>
          <a:ext cx="482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75" name="Equation" r:id="rId10" imgW="482400" imgH="266400" progId="Equation.DSMT4">
                  <p:embed/>
                </p:oleObj>
              </mc:Choice>
              <mc:Fallback>
                <p:oleObj name="Equation" r:id="rId10" imgW="482400" imgH="266400" progId="Equation.DSMT4">
                  <p:embed/>
                  <p:pic>
                    <p:nvPicPr>
                      <p:cNvPr id="6" name="Object 24">
                        <a:extLst>
                          <a:ext uri="{FF2B5EF4-FFF2-40B4-BE49-F238E27FC236}">
                            <a16:creationId xmlns:a16="http://schemas.microsoft.com/office/drawing/2014/main" id="{C92F85E8-8563-4D88-9A67-76EA19E22B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889" y="3380754"/>
                        <a:ext cx="4826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2">
            <a:extLst>
              <a:ext uri="{FF2B5EF4-FFF2-40B4-BE49-F238E27FC236}">
                <a16:creationId xmlns:a16="http://schemas.microsoft.com/office/drawing/2014/main" id="{84726921-F80E-4AAC-BC60-007364B6B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902" y="3283272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面积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FEBA6DA0-6626-4DF0-9230-B758C47E9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902" y="4100076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路程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725F1C85-1052-43B4-8451-98A4C612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761" y="4157101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功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4FC3B1CF-08B5-4399-89F6-8F1DC95F6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342036"/>
              </p:ext>
            </p:extLst>
          </p:nvPr>
        </p:nvGraphicFramePr>
        <p:xfrm>
          <a:off x="6370445" y="4016186"/>
          <a:ext cx="1968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76" name="Equation" r:id="rId12" imgW="1968480" imgH="787320" progId="Equation.DSMT4">
                  <p:embed/>
                </p:oleObj>
              </mc:Choice>
              <mc:Fallback>
                <p:oleObj name="Equation" r:id="rId12" imgW="1968480" imgH="78732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11BEEC00-A2BE-4559-91C1-9436347570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445" y="4016186"/>
                        <a:ext cx="1968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9D68633E-E475-450D-A17B-452D84E19D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561263"/>
              </p:ext>
            </p:extLst>
          </p:nvPr>
        </p:nvGraphicFramePr>
        <p:xfrm>
          <a:off x="5771958" y="4267011"/>
          <a:ext cx="546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977" name="Equation" r:id="rId14" imgW="545760" imgH="279360" progId="Equation.DSMT4">
                  <p:embed/>
                </p:oleObj>
              </mc:Choice>
              <mc:Fallback>
                <p:oleObj name="Equation" r:id="rId14" imgW="545760" imgH="2793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011BA5CF-F5EE-4AE4-896F-A562E201D1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1958" y="4267011"/>
                        <a:ext cx="5461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220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4" grpId="0" autoUpdateAnimBg="0"/>
      <p:bldP spid="5" grpId="0" autoUpdateAnimBg="0"/>
      <p:bldP spid="6" grpId="0"/>
      <p:bldP spid="7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DD2D248C-B44D-440E-8B6D-2E43CE7129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762955"/>
              </p:ext>
            </p:extLst>
          </p:nvPr>
        </p:nvGraphicFramePr>
        <p:xfrm>
          <a:off x="3362325" y="1532545"/>
          <a:ext cx="212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98" name="Equation" r:id="rId3" imgW="2120760" imgH="380880" progId="Equation.DSMT4">
                  <p:embed/>
                </p:oleObj>
              </mc:Choice>
              <mc:Fallback>
                <p:oleObj name="Equation" r:id="rId3" imgW="2120760" imgH="380880" progId="Equation.DSMT4">
                  <p:embed/>
                  <p:pic>
                    <p:nvPicPr>
                      <p:cNvPr id="666638" name="Object 14">
                        <a:extLst>
                          <a:ext uri="{FF2B5EF4-FFF2-40B4-BE49-F238E27FC236}">
                            <a16:creationId xmlns:a16="http://schemas.microsoft.com/office/drawing/2014/main" id="{6DD1E4D7-46EF-4A12-A909-690EFE55F8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1532545"/>
                        <a:ext cx="2120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7">
            <a:extLst>
              <a:ext uri="{FF2B5EF4-FFF2-40B4-BE49-F238E27FC236}">
                <a16:creationId xmlns:a16="http://schemas.microsoft.com/office/drawing/2014/main" id="{1165F252-858D-483B-9704-88A052C8A5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131555"/>
              </p:ext>
            </p:extLst>
          </p:nvPr>
        </p:nvGraphicFramePr>
        <p:xfrm>
          <a:off x="291838" y="4052352"/>
          <a:ext cx="218916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99" name="Equation" r:id="rId5" imgW="923834" imgH="133196" progId="Equation.DSMT4">
                  <p:embed/>
                </p:oleObj>
              </mc:Choice>
              <mc:Fallback>
                <p:oleObj name="Equation" r:id="rId5" imgW="923834" imgH="133196" progId="Equation.DSMT4">
                  <p:embed/>
                  <p:pic>
                    <p:nvPicPr>
                      <p:cNvPr id="666641" name="Object 17">
                        <a:extLst>
                          <a:ext uri="{FF2B5EF4-FFF2-40B4-BE49-F238E27FC236}">
                            <a16:creationId xmlns:a16="http://schemas.microsoft.com/office/drawing/2014/main" id="{576917DD-83E8-40BF-AA44-9DB71F1B2C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38" y="4052352"/>
                        <a:ext cx="218916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>
            <a:extLst>
              <a:ext uri="{FF2B5EF4-FFF2-40B4-BE49-F238E27FC236}">
                <a16:creationId xmlns:a16="http://schemas.microsoft.com/office/drawing/2014/main" id="{B997F75A-D768-499C-A6CC-5A635DC1E4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109617"/>
              </p:ext>
            </p:extLst>
          </p:nvPr>
        </p:nvGraphicFramePr>
        <p:xfrm>
          <a:off x="2723108" y="2584698"/>
          <a:ext cx="372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00" name="Equation" r:id="rId7" imgW="3720960" imgH="419040" progId="Equation.DSMT4">
                  <p:embed/>
                </p:oleObj>
              </mc:Choice>
              <mc:Fallback>
                <p:oleObj name="Equation" r:id="rId7" imgW="3720960" imgH="419040" progId="Equation.DSMT4">
                  <p:embed/>
                  <p:pic>
                    <p:nvPicPr>
                      <p:cNvPr id="60" name="Object 17">
                        <a:extLst>
                          <a:ext uri="{FF2B5EF4-FFF2-40B4-BE49-F238E27FC236}">
                            <a16:creationId xmlns:a16="http://schemas.microsoft.com/office/drawing/2014/main" id="{A705EF64-F75B-4143-BEFC-54FA13EEC6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3108" y="2584698"/>
                        <a:ext cx="372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>
            <a:extLst>
              <a:ext uri="{FF2B5EF4-FFF2-40B4-BE49-F238E27FC236}">
                <a16:creationId xmlns:a16="http://schemas.microsoft.com/office/drawing/2014/main" id="{B7B682DC-EB40-462A-8724-0EDC7B2C0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673003"/>
              </p:ext>
            </p:extLst>
          </p:nvPr>
        </p:nvGraphicFramePr>
        <p:xfrm>
          <a:off x="2651125" y="3552508"/>
          <a:ext cx="35433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01" name="Equation" r:id="rId9" imgW="3543120" imgH="419040" progId="Equation.DSMT4">
                  <p:embed/>
                </p:oleObj>
              </mc:Choice>
              <mc:Fallback>
                <p:oleObj name="Equation" r:id="rId9" imgW="3543120" imgH="419040" progId="Equation.DSMT4">
                  <p:embed/>
                  <p:pic>
                    <p:nvPicPr>
                      <p:cNvPr id="66" name="Object 17">
                        <a:extLst>
                          <a:ext uri="{FF2B5EF4-FFF2-40B4-BE49-F238E27FC236}">
                            <a16:creationId xmlns:a16="http://schemas.microsoft.com/office/drawing/2014/main" id="{5EDB6ABE-FC94-43E5-A32C-3574D34649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3552508"/>
                        <a:ext cx="35433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>
            <a:extLst>
              <a:ext uri="{FF2B5EF4-FFF2-40B4-BE49-F238E27FC236}">
                <a16:creationId xmlns:a16="http://schemas.microsoft.com/office/drawing/2014/main" id="{1EEF6295-2303-4A14-859F-C09BDFAA3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75" y="3056644"/>
            <a:ext cx="29363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各小区间的长度为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B7DB1AFD-F164-4D48-90D3-160FDDA67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047" y="4058096"/>
            <a:ext cx="12848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作乘积</a:t>
            </a:r>
          </a:p>
        </p:txBody>
      </p:sp>
      <p:graphicFrame>
        <p:nvGraphicFramePr>
          <p:cNvPr id="13" name="Object 17">
            <a:extLst>
              <a:ext uri="{FF2B5EF4-FFF2-40B4-BE49-F238E27FC236}">
                <a16:creationId xmlns:a16="http://schemas.microsoft.com/office/drawing/2014/main" id="{98B4DA35-FF62-4CAE-B943-E8F581C9A1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686162"/>
              </p:ext>
            </p:extLst>
          </p:nvPr>
        </p:nvGraphicFramePr>
        <p:xfrm>
          <a:off x="3529730" y="4111625"/>
          <a:ext cx="304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02" name="Equation" r:id="rId11" imgW="3047760" imgH="419040" progId="Equation.DSMT4">
                  <p:embed/>
                </p:oleObj>
              </mc:Choice>
              <mc:Fallback>
                <p:oleObj name="Equation" r:id="rId11" imgW="3047760" imgH="419040" progId="Equation.DSMT4">
                  <p:embed/>
                  <p:pic>
                    <p:nvPicPr>
                      <p:cNvPr id="72" name="Object 17">
                        <a:extLst>
                          <a:ext uri="{FF2B5EF4-FFF2-40B4-BE49-F238E27FC236}">
                            <a16:creationId xmlns:a16="http://schemas.microsoft.com/office/drawing/2014/main" id="{101ABCBE-CC13-4009-9480-F5427358E5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730" y="4111625"/>
                        <a:ext cx="3048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6">
            <a:extLst>
              <a:ext uri="{FF2B5EF4-FFF2-40B4-BE49-F238E27FC236}">
                <a16:creationId xmlns:a16="http://schemas.microsoft.com/office/drawing/2014/main" id="{5167CFAF-33BD-452A-9010-CC3504805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062" y="477538"/>
            <a:ext cx="8918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定义 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229F8D7-D3A7-473A-81BB-96705705F500}"/>
              </a:ext>
            </a:extLst>
          </p:cNvPr>
          <p:cNvGrpSpPr/>
          <p:nvPr/>
        </p:nvGrpSpPr>
        <p:grpSpPr>
          <a:xfrm>
            <a:off x="1803612" y="483520"/>
            <a:ext cx="4383728" cy="465905"/>
            <a:chOff x="1803612" y="483520"/>
            <a:chExt cx="4383728" cy="465905"/>
          </a:xfrm>
        </p:grpSpPr>
        <p:sp>
          <p:nvSpPr>
            <p:cNvPr id="39" name="Text Box 6">
              <a:extLst>
                <a:ext uri="{FF2B5EF4-FFF2-40B4-BE49-F238E27FC236}">
                  <a16:creationId xmlns:a16="http://schemas.microsoft.com/office/drawing/2014/main" id="{A04D6043-87DC-4B63-B180-6662CBE77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3612" y="487760"/>
              <a:ext cx="14215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设函数</a:t>
              </a:r>
            </a:p>
          </p:txBody>
        </p:sp>
        <p:graphicFrame>
          <p:nvGraphicFramePr>
            <p:cNvPr id="41" name="Object 24">
              <a:extLst>
                <a:ext uri="{FF2B5EF4-FFF2-40B4-BE49-F238E27FC236}">
                  <a16:creationId xmlns:a16="http://schemas.microsoft.com/office/drawing/2014/main" id="{527771D3-1D48-4E9D-A2D4-7D395D4A24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5091748"/>
                </p:ext>
              </p:extLst>
            </p:nvPr>
          </p:nvGraphicFramePr>
          <p:xfrm>
            <a:off x="2837925" y="570756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103" name="Equation" r:id="rId13" imgW="1104840" imgH="342720" progId="Equation.DSMT4">
                    <p:embed/>
                  </p:oleObj>
                </mc:Choice>
                <mc:Fallback>
                  <p:oleObj name="Equation" r:id="rId13" imgW="1104840" imgH="342720" progId="Equation.DSMT4">
                    <p:embed/>
                    <p:pic>
                      <p:nvPicPr>
                        <p:cNvPr id="38" name="Object 24">
                          <a:extLst>
                            <a:ext uri="{FF2B5EF4-FFF2-40B4-BE49-F238E27FC236}">
                              <a16:creationId xmlns:a16="http://schemas.microsoft.com/office/drawing/2014/main" id="{B44A1ADB-B43E-4898-8B9A-8FD197F6B8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7925" y="570756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661C3A74-2F5B-45B0-A436-5F6716E81D71}"/>
                </a:ext>
              </a:extLst>
            </p:cNvPr>
            <p:cNvGrpSpPr/>
            <p:nvPr/>
          </p:nvGrpSpPr>
          <p:grpSpPr>
            <a:xfrm>
              <a:off x="3897024" y="483520"/>
              <a:ext cx="2290316" cy="461665"/>
              <a:chOff x="2411759" y="1954923"/>
              <a:chExt cx="2290316" cy="362516"/>
            </a:xfrm>
          </p:grpSpPr>
          <p:sp>
            <p:nvSpPr>
              <p:cNvPr id="43" name="Text Box 11">
                <a:extLst>
                  <a:ext uri="{FF2B5EF4-FFF2-40B4-BE49-F238E27FC236}">
                    <a16:creationId xmlns:a16="http://schemas.microsoft.com/office/drawing/2014/main" id="{8E909FBE-897D-452F-A5D5-31EAD60BD8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1759" y="1954923"/>
                <a:ext cx="2290316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</a:t>
                </a:r>
                <a:r>
                  <a:rPr kumimoji="1" lang="zh-CN" altLang="en-US" sz="2400" b="1" dirty="0">
                    <a:latin typeface="+mn-ea"/>
                    <a:ea typeface="+mn-ea"/>
                  </a:rPr>
                  <a:t>上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有界</a:t>
                </a:r>
                <a:r>
                  <a:rPr kumimoji="1" lang="en-US" altLang="zh-CN" sz="2400" b="1" dirty="0">
                    <a:latin typeface="+mn-ea"/>
                    <a:ea typeface="+mn-ea"/>
                  </a:rPr>
                  <a:t>.</a:t>
                </a:r>
              </a:p>
            </p:txBody>
          </p:sp>
          <p:graphicFrame>
            <p:nvGraphicFramePr>
              <p:cNvPr id="44" name="Object 24">
                <a:extLst>
                  <a:ext uri="{FF2B5EF4-FFF2-40B4-BE49-F238E27FC236}">
                    <a16:creationId xmlns:a16="http://schemas.microsoft.com/office/drawing/2014/main" id="{76C5DC7F-D164-481A-9F66-A01193BB1CE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6260341"/>
                  </p:ext>
                </p:extLst>
              </p:nvPr>
            </p:nvGraphicFramePr>
            <p:xfrm>
              <a:off x="2882465" y="2014052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4104" name="Equation" r:id="rId15" imgW="647640" imgH="342720" progId="Equation.DSMT4">
                      <p:embed/>
                    </p:oleObj>
                  </mc:Choice>
                  <mc:Fallback>
                    <p:oleObj name="Equation" r:id="rId15" imgW="647640" imgH="342720" progId="Equation.DSMT4">
                      <p:embed/>
                      <p:pic>
                        <p:nvPicPr>
                          <p:cNvPr id="45" name="Object 24">
                            <a:extLst>
                              <a:ext uri="{FF2B5EF4-FFF2-40B4-BE49-F238E27FC236}">
                                <a16:creationId xmlns:a16="http://schemas.microsoft.com/office/drawing/2014/main" id="{707FD6D7-477E-4DE2-A774-861D93B7F25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2465" y="2014052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62271F7-927D-4774-842F-FEF30F38A55D}"/>
              </a:ext>
            </a:extLst>
          </p:cNvPr>
          <p:cNvGrpSpPr/>
          <p:nvPr/>
        </p:nvGrpSpPr>
        <p:grpSpPr>
          <a:xfrm>
            <a:off x="6124092" y="478709"/>
            <a:ext cx="2969552" cy="461665"/>
            <a:chOff x="889873" y="1144339"/>
            <a:chExt cx="2969552" cy="461665"/>
          </a:xfrm>
        </p:grpSpPr>
        <p:sp>
          <p:nvSpPr>
            <p:cNvPr id="2" name="Text Box 13">
              <a:extLst>
                <a:ext uri="{FF2B5EF4-FFF2-40B4-BE49-F238E27FC236}">
                  <a16:creationId xmlns:a16="http://schemas.microsoft.com/office/drawing/2014/main" id="{E67C9054-A769-46CF-90D8-C07FA8B4F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873" y="1144339"/>
              <a:ext cx="29695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中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任意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插入</a:t>
              </a:r>
            </a:p>
          </p:txBody>
        </p:sp>
        <p:graphicFrame>
          <p:nvGraphicFramePr>
            <p:cNvPr id="45" name="Object 24">
              <a:extLst>
                <a:ext uri="{FF2B5EF4-FFF2-40B4-BE49-F238E27FC236}">
                  <a16:creationId xmlns:a16="http://schemas.microsoft.com/office/drawing/2014/main" id="{C0B03BE9-2485-4817-9B81-D177275C21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1634817"/>
                </p:ext>
              </p:extLst>
            </p:nvPr>
          </p:nvGraphicFramePr>
          <p:xfrm>
            <a:off x="1359005" y="1199049"/>
            <a:ext cx="6476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105" name="Equation" r:id="rId17" imgW="647640" imgH="342720" progId="Equation.DSMT4">
                    <p:embed/>
                  </p:oleObj>
                </mc:Choice>
                <mc:Fallback>
                  <p:oleObj name="Equation" r:id="rId17" imgW="647640" imgH="342720" progId="Equation.DSMT4">
                    <p:embed/>
                    <p:pic>
                      <p:nvPicPr>
                        <p:cNvPr id="44" name="Object 24">
                          <a:extLst>
                            <a:ext uri="{FF2B5EF4-FFF2-40B4-BE49-F238E27FC236}">
                              <a16:creationId xmlns:a16="http://schemas.microsoft.com/office/drawing/2014/main" id="{76C5DC7F-D164-481A-9F66-A01193BB1C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9005" y="1199049"/>
                          <a:ext cx="647640" cy="3427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31E1D63-A0AF-44A6-B743-E24D9F839FD0}"/>
              </a:ext>
            </a:extLst>
          </p:cNvPr>
          <p:cNvGrpSpPr/>
          <p:nvPr/>
        </p:nvGrpSpPr>
        <p:grpSpPr>
          <a:xfrm>
            <a:off x="161583" y="2038077"/>
            <a:ext cx="3562692" cy="461665"/>
            <a:chOff x="217220" y="2686149"/>
            <a:chExt cx="3562692" cy="461665"/>
          </a:xfrm>
        </p:grpSpPr>
        <p:sp>
          <p:nvSpPr>
            <p:cNvPr id="6" name="Text Box 16">
              <a:extLst>
                <a:ext uri="{FF2B5EF4-FFF2-40B4-BE49-F238E27FC236}">
                  <a16:creationId xmlns:a16="http://schemas.microsoft.com/office/drawing/2014/main" id="{5C4CE4C6-1750-446D-BD3E-1C2E4BFA4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220" y="2686149"/>
              <a:ext cx="35626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将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zh-CN" altLang="en-US" sz="24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分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成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个小区间</a:t>
              </a:r>
            </a:p>
          </p:txBody>
        </p:sp>
        <p:graphicFrame>
          <p:nvGraphicFramePr>
            <p:cNvPr id="48" name="Object 24">
              <a:extLst>
                <a:ext uri="{FF2B5EF4-FFF2-40B4-BE49-F238E27FC236}">
                  <a16:creationId xmlns:a16="http://schemas.microsoft.com/office/drawing/2014/main" id="{27FDB224-33E3-44A6-86AA-9C39B65CCA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2392246"/>
                </p:ext>
              </p:extLst>
            </p:nvPr>
          </p:nvGraphicFramePr>
          <p:xfrm>
            <a:off x="688160" y="2765219"/>
            <a:ext cx="6476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106" name="Equation" r:id="rId18" imgW="647640" imgH="342720" progId="Equation.DSMT4">
                    <p:embed/>
                  </p:oleObj>
                </mc:Choice>
                <mc:Fallback>
                  <p:oleObj name="Equation" r:id="rId18" imgW="647640" imgH="342720" progId="Equation.DSMT4">
                    <p:embed/>
                    <p:pic>
                      <p:nvPicPr>
                        <p:cNvPr id="45" name="Object 24">
                          <a:extLst>
                            <a:ext uri="{FF2B5EF4-FFF2-40B4-BE49-F238E27FC236}">
                              <a16:creationId xmlns:a16="http://schemas.microsoft.com/office/drawing/2014/main" id="{C0B03BE9-2485-4817-9B81-D177275C21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160" y="2765219"/>
                          <a:ext cx="647640" cy="3427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24">
              <a:extLst>
                <a:ext uri="{FF2B5EF4-FFF2-40B4-BE49-F238E27FC236}">
                  <a16:creationId xmlns:a16="http://schemas.microsoft.com/office/drawing/2014/main" id="{6B147E3E-4EC0-4A19-A3C3-FAF9032DD5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9083974"/>
                </p:ext>
              </p:extLst>
            </p:nvPr>
          </p:nvGraphicFramePr>
          <p:xfrm>
            <a:off x="2089944" y="28320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107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46" name="Object 24">
                          <a:extLst>
                            <a:ext uri="{FF2B5EF4-FFF2-40B4-BE49-F238E27FC236}">
                              <a16:creationId xmlns:a16="http://schemas.microsoft.com/office/drawing/2014/main" id="{063776D5-B020-4D08-9DE0-6834230B24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944" y="2832054"/>
                          <a:ext cx="190500" cy="203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Text Box 16">
            <a:extLst>
              <a:ext uri="{FF2B5EF4-FFF2-40B4-BE49-F238E27FC236}">
                <a16:creationId xmlns:a16="http://schemas.microsoft.com/office/drawing/2014/main" id="{A679F2D6-5CFA-4B27-93E7-BD9F7C271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6271" y="4053340"/>
            <a:ext cx="16081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并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作和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288B05F-0A3F-458C-8238-7024B200144D}"/>
              </a:ext>
            </a:extLst>
          </p:cNvPr>
          <p:cNvGrpSpPr/>
          <p:nvPr/>
        </p:nvGrpSpPr>
        <p:grpSpPr>
          <a:xfrm>
            <a:off x="247060" y="1059582"/>
            <a:ext cx="3562692" cy="461665"/>
            <a:chOff x="889873" y="1144339"/>
            <a:chExt cx="3562692" cy="461665"/>
          </a:xfrm>
        </p:grpSpPr>
        <p:sp>
          <p:nvSpPr>
            <p:cNvPr id="53" name="Text Box 13">
              <a:extLst>
                <a:ext uri="{FF2B5EF4-FFF2-40B4-BE49-F238E27FC236}">
                  <a16:creationId xmlns:a16="http://schemas.microsoft.com/office/drawing/2014/main" id="{228B5C9C-AA49-4D4A-A002-FC3DBF408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873" y="1144339"/>
              <a:ext cx="35626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kumimoji="1"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个分点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,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即</a:t>
              </a:r>
            </a:p>
          </p:txBody>
        </p:sp>
        <p:graphicFrame>
          <p:nvGraphicFramePr>
            <p:cNvPr id="55" name="Object 24">
              <a:extLst>
                <a:ext uri="{FF2B5EF4-FFF2-40B4-BE49-F238E27FC236}">
                  <a16:creationId xmlns:a16="http://schemas.microsoft.com/office/drawing/2014/main" id="{030C287E-E6BC-41B2-9574-02DCDBB359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3900828"/>
                </p:ext>
              </p:extLst>
            </p:nvPr>
          </p:nvGraphicFramePr>
          <p:xfrm>
            <a:off x="983881" y="1222472"/>
            <a:ext cx="558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108" name="Equation" r:id="rId21" imgW="558720" imgH="279360" progId="Equation.DSMT4">
                    <p:embed/>
                  </p:oleObj>
                </mc:Choice>
                <mc:Fallback>
                  <p:oleObj name="Equation" r:id="rId21" imgW="558720" imgH="279360" progId="Equation.DSMT4">
                    <p:embed/>
                    <p:pic>
                      <p:nvPicPr>
                        <p:cNvPr id="46" name="Object 24">
                          <a:extLst>
                            <a:ext uri="{FF2B5EF4-FFF2-40B4-BE49-F238E27FC236}">
                              <a16:creationId xmlns:a16="http://schemas.microsoft.com/office/drawing/2014/main" id="{063776D5-B020-4D08-9DE0-6834230B24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3881" y="1222472"/>
                          <a:ext cx="558800" cy="2794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14">
            <a:extLst>
              <a:ext uri="{FF2B5EF4-FFF2-40B4-BE49-F238E27FC236}">
                <a16:creationId xmlns:a16="http://schemas.microsoft.com/office/drawing/2014/main" id="{1ADF3237-6EEA-4B86-B4B9-F59F06DFC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597511"/>
              </p:ext>
            </p:extLst>
          </p:nvPr>
        </p:nvGraphicFramePr>
        <p:xfrm>
          <a:off x="5558942" y="1532545"/>
          <a:ext cx="1130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09" name="Equation" r:id="rId23" imgW="1130040" imgH="380880" progId="Equation.DSMT4">
                  <p:embed/>
                </p:oleObj>
              </mc:Choice>
              <mc:Fallback>
                <p:oleObj name="Equation" r:id="rId23" imgW="1130040" imgH="380880" progId="Equation.DSMT4">
                  <p:embed/>
                  <p:pic>
                    <p:nvPicPr>
                      <p:cNvPr id="3" name="Object 14">
                        <a:extLst>
                          <a:ext uri="{FF2B5EF4-FFF2-40B4-BE49-F238E27FC236}">
                            <a16:creationId xmlns:a16="http://schemas.microsoft.com/office/drawing/2014/main" id="{DD2D248C-B44D-440E-8B6D-2E43CE712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8942" y="1532545"/>
                        <a:ext cx="1130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4">
            <a:extLst>
              <a:ext uri="{FF2B5EF4-FFF2-40B4-BE49-F238E27FC236}">
                <a16:creationId xmlns:a16="http://schemas.microsoft.com/office/drawing/2014/main" id="{C48ED93E-383F-4081-9328-9D4925C6C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766329"/>
              </p:ext>
            </p:extLst>
          </p:nvPr>
        </p:nvGraphicFramePr>
        <p:xfrm>
          <a:off x="2295815" y="1542678"/>
          <a:ext cx="1003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110" name="Equation" r:id="rId25" imgW="1002960" imgH="380880" progId="Equation.DSMT4">
                  <p:embed/>
                </p:oleObj>
              </mc:Choice>
              <mc:Fallback>
                <p:oleObj name="Equation" r:id="rId25" imgW="1002960" imgH="380880" progId="Equation.DSMT4">
                  <p:embed/>
                  <p:pic>
                    <p:nvPicPr>
                      <p:cNvPr id="3" name="Object 14">
                        <a:extLst>
                          <a:ext uri="{FF2B5EF4-FFF2-40B4-BE49-F238E27FC236}">
                            <a16:creationId xmlns:a16="http://schemas.microsoft.com/office/drawing/2014/main" id="{DD2D248C-B44D-440E-8B6D-2E43CE712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815" y="1542678"/>
                        <a:ext cx="1003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9327A2A3-D233-4EF5-AFA2-02B19ACC5BB0}"/>
              </a:ext>
            </a:extLst>
          </p:cNvPr>
          <p:cNvGrpSpPr/>
          <p:nvPr/>
        </p:nvGrpSpPr>
        <p:grpSpPr>
          <a:xfrm>
            <a:off x="2239747" y="1035979"/>
            <a:ext cx="1196356" cy="461665"/>
            <a:chOff x="1979495" y="730049"/>
            <a:chExt cx="1196356" cy="461665"/>
          </a:xfrm>
        </p:grpSpPr>
        <p:sp>
          <p:nvSpPr>
            <p:cNvPr id="30" name="Text Box 16">
              <a:extLst>
                <a:ext uri="{FF2B5EF4-FFF2-40B4-BE49-F238E27FC236}">
                  <a16:creationId xmlns:a16="http://schemas.microsoft.com/office/drawing/2014/main" id="{F29B231B-C8C9-488E-B3EF-F80D107F0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495" y="730049"/>
              <a:ext cx="11963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分割 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CEE9117-723D-4E06-AE2A-9B76BDD298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9778675"/>
                </p:ext>
              </p:extLst>
            </p:nvPr>
          </p:nvGraphicFramePr>
          <p:xfrm>
            <a:off x="2627411" y="837070"/>
            <a:ext cx="381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111" name="Equation" r:id="rId27" imgW="380880" imgH="279360" progId="Equation.DSMT4">
                    <p:embed/>
                  </p:oleObj>
                </mc:Choice>
                <mc:Fallback>
                  <p:oleObj name="Equation" r:id="rId27" imgW="380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627411" y="837070"/>
                          <a:ext cx="3810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1947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2" grpId="0" autoUpdateAnimBg="0"/>
      <p:bldP spid="14" grpId="0" autoUpdateAnimBg="0"/>
      <p:bldP spid="5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2">
            <a:extLst>
              <a:ext uri="{FF2B5EF4-FFF2-40B4-BE49-F238E27FC236}">
                <a16:creationId xmlns:a16="http://schemas.microsoft.com/office/drawing/2014/main" id="{31201633-BA68-40DE-9ADE-CC81A00AC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1971" y="2715766"/>
            <a:ext cx="60392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则称此极限为函数</a:t>
            </a:r>
            <a:r>
              <a:rPr kumimoji="1"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上的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定积分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，</a:t>
            </a:r>
          </a:p>
        </p:txBody>
      </p:sp>
      <p:graphicFrame>
        <p:nvGraphicFramePr>
          <p:cNvPr id="5" name="Object 42">
            <a:extLst>
              <a:ext uri="{FF2B5EF4-FFF2-40B4-BE49-F238E27FC236}">
                <a16:creationId xmlns:a16="http://schemas.microsoft.com/office/drawing/2014/main" id="{A070B660-1E85-452D-8FCE-BDB43F53D2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736977"/>
              </p:ext>
            </p:extLst>
          </p:nvPr>
        </p:nvGraphicFramePr>
        <p:xfrm>
          <a:off x="466174" y="3325176"/>
          <a:ext cx="132048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10" name="Equation" r:id="rId3" imgW="1320480" imgH="596880" progId="Equation.DSMT4">
                  <p:embed/>
                </p:oleObj>
              </mc:Choice>
              <mc:Fallback>
                <p:oleObj name="Equation" r:id="rId3" imgW="1320480" imgH="596880" progId="Equation.DSMT4">
                  <p:embed/>
                  <p:pic>
                    <p:nvPicPr>
                      <p:cNvPr id="9" name="Object 42">
                        <a:extLst>
                          <a:ext uri="{FF2B5EF4-FFF2-40B4-BE49-F238E27FC236}">
                            <a16:creationId xmlns:a16="http://schemas.microsoft.com/office/drawing/2014/main" id="{2F4C1F5A-6F4C-4BD9-B82F-E78292DEF1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174" y="3325176"/>
                        <a:ext cx="132048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3">
            <a:extLst>
              <a:ext uri="{FF2B5EF4-FFF2-40B4-BE49-F238E27FC236}">
                <a16:creationId xmlns:a16="http://schemas.microsoft.com/office/drawing/2014/main" id="{24A8D399-59A1-4989-8233-3DC202B4B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621" y="3392784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即</a:t>
            </a:r>
          </a:p>
        </p:txBody>
      </p:sp>
      <p:graphicFrame>
        <p:nvGraphicFramePr>
          <p:cNvPr id="7" name="Object 44">
            <a:extLst>
              <a:ext uri="{FF2B5EF4-FFF2-40B4-BE49-F238E27FC236}">
                <a16:creationId xmlns:a16="http://schemas.microsoft.com/office/drawing/2014/main" id="{292D06E0-71AD-4FA9-A8D5-66B891FF7E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092984"/>
              </p:ext>
            </p:extLst>
          </p:nvPr>
        </p:nvGraphicFramePr>
        <p:xfrm>
          <a:off x="2686050" y="4106863"/>
          <a:ext cx="148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11" name="Equation" r:id="rId5" imgW="1485720" imgH="596880" progId="Equation.DSMT4">
                  <p:embed/>
                </p:oleObj>
              </mc:Choice>
              <mc:Fallback>
                <p:oleObj name="Equation" r:id="rId5" imgW="1485720" imgH="596880" progId="Equation.DSMT4">
                  <p:embed/>
                  <p:pic>
                    <p:nvPicPr>
                      <p:cNvPr id="11" name="Object 44">
                        <a:extLst>
                          <a:ext uri="{FF2B5EF4-FFF2-40B4-BE49-F238E27FC236}">
                            <a16:creationId xmlns:a16="http://schemas.microsoft.com/office/drawing/2014/main" id="{DBA0954C-1786-4F59-8EB0-D78358F5AB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4106863"/>
                        <a:ext cx="148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5">
            <a:extLst>
              <a:ext uri="{FF2B5EF4-FFF2-40B4-BE49-F238E27FC236}">
                <a16:creationId xmlns:a16="http://schemas.microsoft.com/office/drawing/2014/main" id="{28B84329-A9A7-438A-9FE1-9FE052D54D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252235"/>
              </p:ext>
            </p:extLst>
          </p:nvPr>
        </p:nvGraphicFramePr>
        <p:xfrm>
          <a:off x="4298950" y="4011613"/>
          <a:ext cx="2019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12" name="Equation" r:id="rId7" imgW="2019240" imgH="787320" progId="Equation.DSMT4">
                  <p:embed/>
                </p:oleObj>
              </mc:Choice>
              <mc:Fallback>
                <p:oleObj name="Equation" r:id="rId7" imgW="2019240" imgH="787320" progId="Equation.DSMT4">
                  <p:embed/>
                  <p:pic>
                    <p:nvPicPr>
                      <p:cNvPr id="12" name="Object 45">
                        <a:extLst>
                          <a:ext uri="{FF2B5EF4-FFF2-40B4-BE49-F238E27FC236}">
                            <a16:creationId xmlns:a16="http://schemas.microsoft.com/office/drawing/2014/main" id="{247DB5FC-DF59-442D-8835-7438FDEAD1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4011613"/>
                        <a:ext cx="2019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7">
            <a:extLst>
              <a:ext uri="{FF2B5EF4-FFF2-40B4-BE49-F238E27FC236}">
                <a16:creationId xmlns:a16="http://schemas.microsoft.com/office/drawing/2014/main" id="{E131D9E4-EED7-4FDC-8B75-641CB8DD8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1023" y="2718404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记作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0EF51F61-26FC-4481-A2FC-EDB6ED0E8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1297743"/>
            <a:ext cx="55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若</a:t>
            </a:r>
          </a:p>
        </p:txBody>
      </p:sp>
      <p:graphicFrame>
        <p:nvGraphicFramePr>
          <p:cNvPr id="12" name="Object 20">
            <a:extLst>
              <a:ext uri="{FF2B5EF4-FFF2-40B4-BE49-F238E27FC236}">
                <a16:creationId xmlns:a16="http://schemas.microsoft.com/office/drawing/2014/main" id="{25C4CD42-0BB1-423D-8ADA-88013A4880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365898"/>
              </p:ext>
            </p:extLst>
          </p:nvPr>
        </p:nvGraphicFramePr>
        <p:xfrm>
          <a:off x="3563888" y="1811577"/>
          <a:ext cx="195552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13" name="Equation" r:id="rId9" imgW="1955520" imgH="787320" progId="Equation.DSMT4">
                  <p:embed/>
                </p:oleObj>
              </mc:Choice>
              <mc:Fallback>
                <p:oleObj name="Equation" r:id="rId9" imgW="1955520" imgH="787320" progId="Equation.DSMT4">
                  <p:embed/>
                  <p:pic>
                    <p:nvPicPr>
                      <p:cNvPr id="16" name="Object 20">
                        <a:extLst>
                          <a:ext uri="{FF2B5EF4-FFF2-40B4-BE49-F238E27FC236}">
                            <a16:creationId xmlns:a16="http://schemas.microsoft.com/office/drawing/2014/main" id="{99688FE5-7383-409A-B25C-F619277D71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811577"/>
                        <a:ext cx="195552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>
            <a:extLst>
              <a:ext uri="{FF2B5EF4-FFF2-40B4-BE49-F238E27FC236}">
                <a16:creationId xmlns:a16="http://schemas.microsoft.com/office/drawing/2014/main" id="{2316D8BC-AE62-4AA6-9942-116350BA6F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639038"/>
              </p:ext>
            </p:extLst>
          </p:nvPr>
        </p:nvGraphicFramePr>
        <p:xfrm>
          <a:off x="1405814" y="1351380"/>
          <a:ext cx="4508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14" name="Equation" r:id="rId11" imgW="4508280" imgH="431640" progId="Equation.DSMT4">
                  <p:embed/>
                </p:oleObj>
              </mc:Choice>
              <mc:Fallback>
                <p:oleObj name="Equation" r:id="rId11" imgW="4508280" imgH="431640" progId="Equation.DSMT4">
                  <p:embed/>
                  <p:pic>
                    <p:nvPicPr>
                      <p:cNvPr id="17" name="Object 19">
                        <a:extLst>
                          <a:ext uri="{FF2B5EF4-FFF2-40B4-BE49-F238E27FC236}">
                            <a16:creationId xmlns:a16="http://schemas.microsoft.com/office/drawing/2014/main" id="{B506A004-89D7-49BE-B288-D76AC1FCA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5814" y="1351380"/>
                        <a:ext cx="4508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0">
            <a:extLst>
              <a:ext uri="{FF2B5EF4-FFF2-40B4-BE49-F238E27FC236}">
                <a16:creationId xmlns:a16="http://schemas.microsoft.com/office/drawing/2014/main" id="{DA3AA650-FE75-4F6B-AF47-39118B9BF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330354"/>
              </p:ext>
            </p:extLst>
          </p:nvPr>
        </p:nvGraphicFramePr>
        <p:xfrm>
          <a:off x="3751188" y="357188"/>
          <a:ext cx="1612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15" name="Equation" r:id="rId13" imgW="1612800" imgH="787320" progId="Equation.DSMT4">
                  <p:embed/>
                </p:oleObj>
              </mc:Choice>
              <mc:Fallback>
                <p:oleObj name="Equation" r:id="rId13" imgW="1612800" imgH="787320" progId="Equation.DSMT4">
                  <p:embed/>
                  <p:pic>
                    <p:nvPicPr>
                      <p:cNvPr id="18" name="Object 20">
                        <a:extLst>
                          <a:ext uri="{FF2B5EF4-FFF2-40B4-BE49-F238E27FC236}">
                            <a16:creationId xmlns:a16="http://schemas.microsoft.com/office/drawing/2014/main" id="{C375B2FB-93F3-4961-A33A-42710535ED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188" y="357188"/>
                        <a:ext cx="1612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>
            <a:extLst>
              <a:ext uri="{FF2B5EF4-FFF2-40B4-BE49-F238E27FC236}">
                <a16:creationId xmlns:a16="http://schemas.microsoft.com/office/drawing/2014/main" id="{4892850F-13C4-49A2-903A-DDEACAB62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014" y="1297743"/>
            <a:ext cx="55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宋体" panose="02010600030101010101" pitchFamily="2" charset="-122"/>
              </a:rPr>
              <a:t>记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6429E81E-4710-4C86-A360-A68831D51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384" y="2729312"/>
            <a:ext cx="9383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存在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0C0EB45E-A024-4B61-9018-E9A7EFBF8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408" y="479216"/>
            <a:ext cx="31570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黎曼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Rieman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积分和 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64E4B03-2F41-4E3A-93EF-9F9FD3962CCA}"/>
              </a:ext>
            </a:extLst>
          </p:cNvPr>
          <p:cNvGrpSpPr/>
          <p:nvPr/>
        </p:nvGrpSpPr>
        <p:grpSpPr>
          <a:xfrm>
            <a:off x="2195736" y="1803118"/>
            <a:ext cx="731198" cy="470117"/>
            <a:chOff x="1786654" y="1811577"/>
            <a:chExt cx="731198" cy="47011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D8A53DD-6923-4CE7-97D8-2ADABC3D406C}"/>
                </a:ext>
              </a:extLst>
            </p:cNvPr>
            <p:cNvCxnSpPr/>
            <p:nvPr/>
          </p:nvCxnSpPr>
          <p:spPr>
            <a:xfrm>
              <a:off x="1786654" y="1811577"/>
              <a:ext cx="657967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97FD3E86-7466-465B-ADC6-AB6A37162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8853" y="1881584"/>
              <a:ext cx="6489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863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9" grpId="0" build="p" autoUpdateAnimBg="0"/>
      <p:bldP spid="10" grpId="0" autoUpdateAnimBg="0"/>
      <p:bldP spid="15" grpId="0" autoUpdateAnimBg="0"/>
      <p:bldP spid="1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545DACF3-0843-4204-9F39-C0DFA158C9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13496"/>
              </p:ext>
            </p:extLst>
          </p:nvPr>
        </p:nvGraphicFramePr>
        <p:xfrm>
          <a:off x="3232899" y="1686225"/>
          <a:ext cx="152388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625" name="Equation" r:id="rId4" imgW="1523880" imgH="634680" progId="Equation.DSMT4">
                  <p:embed/>
                </p:oleObj>
              </mc:Choice>
              <mc:Fallback>
                <p:oleObj name="Equation" r:id="rId4" imgW="1523880" imgH="634680" progId="Equation.DSMT4">
                  <p:embed/>
                  <p:pic>
                    <p:nvPicPr>
                      <p:cNvPr id="14339" name="Object 2">
                        <a:extLst>
                          <a:ext uri="{FF2B5EF4-FFF2-40B4-BE49-F238E27FC236}">
                            <a16:creationId xmlns:a16="http://schemas.microsoft.com/office/drawing/2014/main" id="{960027A4-B2BA-4C7B-810E-D429DEF76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899" y="1686225"/>
                        <a:ext cx="152388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1495E43-73DE-4E76-80A4-2AC252306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049712"/>
              </p:ext>
            </p:extLst>
          </p:nvPr>
        </p:nvGraphicFramePr>
        <p:xfrm>
          <a:off x="4813262" y="1596976"/>
          <a:ext cx="195552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626" name="Equation" r:id="rId6" imgW="1955520" imgH="787320" progId="Equation.DSMT4">
                  <p:embed/>
                </p:oleObj>
              </mc:Choice>
              <mc:Fallback>
                <p:oleObj name="Equation" r:id="rId6" imgW="1955520" imgH="787320" progId="Equation.DSMT4">
                  <p:embed/>
                  <p:pic>
                    <p:nvPicPr>
                      <p:cNvPr id="14340" name="Object 3">
                        <a:extLst>
                          <a:ext uri="{FF2B5EF4-FFF2-40B4-BE49-F238E27FC236}">
                            <a16:creationId xmlns:a16="http://schemas.microsoft.com/office/drawing/2014/main" id="{DCF75187-55BE-4611-8DCB-F32A0E29DD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262" y="1596976"/>
                        <a:ext cx="195552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6C0F8DEF-991B-4FD0-BB5D-C285FC5D41B3}"/>
              </a:ext>
            </a:extLst>
          </p:cNvPr>
          <p:cNvGrpSpPr>
            <a:grpSpLocks/>
          </p:cNvGrpSpPr>
          <p:nvPr/>
        </p:nvGrpSpPr>
        <p:grpSpPr bwMode="auto">
          <a:xfrm>
            <a:off x="1668036" y="871277"/>
            <a:ext cx="1795463" cy="828675"/>
            <a:chOff x="528" y="240"/>
            <a:chExt cx="1131" cy="522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6DFE14E4-8A07-4938-BD18-B8FBA59D1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0"/>
              <a:ext cx="960" cy="291"/>
            </a:xfrm>
            <a:prstGeom prst="rect">
              <a:avLst/>
            </a:prstGeom>
            <a:noFill/>
            <a:ln w="19050">
              <a:solidFill>
                <a:srgbClr val="0064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>
                  <a:latin typeface="+mn-ea"/>
                  <a:ea typeface="+mn-ea"/>
                </a:rPr>
                <a:t>积分上限</a:t>
              </a: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09546168-23E0-4A38-B489-F6239333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84"/>
              <a:ext cx="171" cy="378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</p:grpSp>
      <p:sp>
        <p:nvSpPr>
          <p:cNvPr id="12" name="Line 12">
            <a:extLst>
              <a:ext uri="{FF2B5EF4-FFF2-40B4-BE49-F238E27FC236}">
                <a16:creationId xmlns:a16="http://schemas.microsoft.com/office/drawing/2014/main" id="{5D59200D-F79E-4453-A6C8-B0CDECE2C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3483" y="2210417"/>
            <a:ext cx="516155" cy="0"/>
          </a:xfrm>
          <a:prstGeom prst="line">
            <a:avLst/>
          </a:prstGeom>
          <a:noFill/>
          <a:ln w="19050">
            <a:solidFill>
              <a:srgbClr val="0064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+mn-ea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FB574F3-8567-4024-B80C-C2DE3C974647}"/>
              </a:ext>
            </a:extLst>
          </p:cNvPr>
          <p:cNvGrpSpPr>
            <a:grpSpLocks/>
          </p:cNvGrpSpPr>
          <p:nvPr/>
        </p:nvGrpSpPr>
        <p:grpSpPr bwMode="auto">
          <a:xfrm>
            <a:off x="3211842" y="2210696"/>
            <a:ext cx="603251" cy="1971675"/>
            <a:chOff x="1317" y="1072"/>
            <a:chExt cx="380" cy="1242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A2472E00-AD07-43CE-BE3C-3494B504D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1408"/>
              <a:ext cx="326" cy="887"/>
            </a:xfrm>
            <a:prstGeom prst="rect">
              <a:avLst/>
            </a:prstGeom>
            <a:noFill/>
            <a:ln w="19050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+mn-ea"/>
                <a:ea typeface="+mn-ea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978DDC04-E100-4D18-9069-42ABEDAA6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8" y="1072"/>
              <a:ext cx="179" cy="339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41588FFD-6A26-42D5-BBEB-808490BD5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1357"/>
              <a:ext cx="349" cy="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被积函数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0EDC74B-F464-4726-BC07-ADBF0405BCF6}"/>
              </a:ext>
            </a:extLst>
          </p:cNvPr>
          <p:cNvGrpSpPr>
            <a:grpSpLocks/>
          </p:cNvGrpSpPr>
          <p:nvPr/>
        </p:nvGrpSpPr>
        <p:grpSpPr bwMode="auto">
          <a:xfrm>
            <a:off x="4029151" y="2350045"/>
            <a:ext cx="555626" cy="2093913"/>
            <a:chOff x="2415" y="1144"/>
            <a:chExt cx="350" cy="1319"/>
          </a:xfrm>
        </p:grpSpPr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C7C1CB03-FCD0-4C13-B9AC-CD52B3B7E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1392"/>
              <a:ext cx="340" cy="1023"/>
            </a:xfrm>
            <a:prstGeom prst="rect">
              <a:avLst/>
            </a:prstGeom>
            <a:noFill/>
            <a:ln w="19050">
              <a:solidFill>
                <a:srgbClr val="0064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 dirty="0">
                <a:latin typeface="+mn-ea"/>
                <a:ea typeface="+mn-ea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6C5FEE0C-D9BF-4D9E-80A8-B55BC42633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144"/>
              <a:ext cx="0" cy="262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7D3AEFF4-066A-4BF4-A493-9586C4278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5" y="1407"/>
              <a:ext cx="349" cy="10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eaVert"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被积表达式</a:t>
              </a:r>
            </a:p>
          </p:txBody>
        </p:sp>
      </p:grpSp>
      <p:sp>
        <p:nvSpPr>
          <p:cNvPr id="21" name="Line 21">
            <a:extLst>
              <a:ext uri="{FF2B5EF4-FFF2-40B4-BE49-F238E27FC236}">
                <a16:creationId xmlns:a16="http://schemas.microsoft.com/office/drawing/2014/main" id="{558E10DC-6171-471E-A8D7-8EC481B13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4796" y="2131534"/>
            <a:ext cx="177740" cy="0"/>
          </a:xfrm>
          <a:prstGeom prst="line">
            <a:avLst/>
          </a:prstGeom>
          <a:noFill/>
          <a:ln w="19050">
            <a:solidFill>
              <a:srgbClr val="0064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+mn-ea"/>
            </a:endParaRP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58A43B-1ACB-4312-BF02-10B4323BB93A}"/>
              </a:ext>
            </a:extLst>
          </p:cNvPr>
          <p:cNvGrpSpPr>
            <a:grpSpLocks/>
          </p:cNvGrpSpPr>
          <p:nvPr/>
        </p:nvGrpSpPr>
        <p:grpSpPr bwMode="auto">
          <a:xfrm>
            <a:off x="4428163" y="2143656"/>
            <a:ext cx="1009650" cy="2003425"/>
            <a:chOff x="2303" y="967"/>
            <a:chExt cx="636" cy="1262"/>
          </a:xfrm>
        </p:grpSpPr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D9317B80-3059-4118-B2F7-2C986EBBA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3" y="1345"/>
              <a:ext cx="324" cy="861"/>
            </a:xfrm>
            <a:prstGeom prst="rect">
              <a:avLst/>
            </a:prstGeom>
            <a:noFill/>
            <a:ln w="19050">
              <a:solidFill>
                <a:srgbClr val="0064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+mn-ea"/>
                <a:ea typeface="+mn-ea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90BE292C-D19F-4F5D-B6E5-6ACEA642EA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03" y="967"/>
              <a:ext cx="441" cy="381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4B325AB9-ADDC-4B67-B398-45F7D1BB1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" y="1368"/>
              <a:ext cx="349" cy="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积分变量</a:t>
              </a:r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381F3BDE-6941-4866-BEA1-D2E29C69C5DE}"/>
              </a:ext>
            </a:extLst>
          </p:cNvPr>
          <p:cNvGrpSpPr>
            <a:grpSpLocks/>
          </p:cNvGrpSpPr>
          <p:nvPr/>
        </p:nvGrpSpPr>
        <p:grpSpPr bwMode="auto">
          <a:xfrm>
            <a:off x="6091604" y="2384296"/>
            <a:ext cx="554037" cy="1665289"/>
            <a:chOff x="3806" y="1266"/>
            <a:chExt cx="349" cy="1049"/>
          </a:xfrm>
        </p:grpSpPr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BDD0956D-E5EF-4B5A-8A60-CF24B6654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" y="1465"/>
              <a:ext cx="310" cy="765"/>
            </a:xfrm>
            <a:prstGeom prst="rect">
              <a:avLst/>
            </a:prstGeom>
            <a:noFill/>
            <a:ln w="19050">
              <a:solidFill>
                <a:srgbClr val="0064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+mn-ea"/>
                <a:ea typeface="+mn-ea"/>
              </a:endParaRPr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95097AB6-F9CE-47FE-81FF-C8006046D3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5" y="1266"/>
              <a:ext cx="0" cy="196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64013D14-DBCC-45B3-AFCD-5E5FC9DED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6" y="1598"/>
              <a:ext cx="349" cy="7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eaVert"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积分和</a:t>
              </a:r>
            </a:p>
          </p:txBody>
        </p:sp>
      </p:grpSp>
      <p:graphicFrame>
        <p:nvGraphicFramePr>
          <p:cNvPr id="31" name="Object 31">
            <a:extLst>
              <a:ext uri="{FF2B5EF4-FFF2-40B4-BE49-F238E27FC236}">
                <a16:creationId xmlns:a16="http://schemas.microsoft.com/office/drawing/2014/main" id="{072CB8AD-C183-4A41-9F81-8E2C7E8BCD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187317"/>
              </p:ext>
            </p:extLst>
          </p:nvPr>
        </p:nvGraphicFramePr>
        <p:xfrm>
          <a:off x="3799308" y="934757"/>
          <a:ext cx="269208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627" name="Equation" r:id="rId8" imgW="2692080" imgH="380880" progId="Equation.DSMT4">
                  <p:embed/>
                </p:oleObj>
              </mc:Choice>
              <mc:Fallback>
                <p:oleObj name="Equation" r:id="rId8" imgW="2692080" imgH="380880" progId="Equation.DSMT4">
                  <p:embed/>
                  <p:pic>
                    <p:nvPicPr>
                      <p:cNvPr id="667679" name="Object 31">
                        <a:extLst>
                          <a:ext uri="{FF2B5EF4-FFF2-40B4-BE49-F238E27FC236}">
                            <a16:creationId xmlns:a16="http://schemas.microsoft.com/office/drawing/2014/main" id="{9EAD081E-7105-4183-B228-A2034F7490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9308" y="934757"/>
                        <a:ext cx="269208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22">
            <a:extLst>
              <a:ext uri="{FF2B5EF4-FFF2-40B4-BE49-F238E27FC236}">
                <a16:creationId xmlns:a16="http://schemas.microsoft.com/office/drawing/2014/main" id="{6E30A29A-F4CD-46DB-AF1F-146FA90A02E9}"/>
              </a:ext>
            </a:extLst>
          </p:cNvPr>
          <p:cNvGrpSpPr>
            <a:grpSpLocks/>
          </p:cNvGrpSpPr>
          <p:nvPr/>
        </p:nvGrpSpPr>
        <p:grpSpPr bwMode="auto">
          <a:xfrm>
            <a:off x="2203139" y="2278563"/>
            <a:ext cx="1223963" cy="1865313"/>
            <a:chOff x="2550" y="1053"/>
            <a:chExt cx="771" cy="1175"/>
          </a:xfrm>
        </p:grpSpPr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C53BE0AE-F213-489E-A407-46D14AC57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3" y="1345"/>
              <a:ext cx="324" cy="861"/>
            </a:xfrm>
            <a:prstGeom prst="rect">
              <a:avLst/>
            </a:prstGeom>
            <a:noFill/>
            <a:ln w="19050">
              <a:solidFill>
                <a:srgbClr val="0064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 b="1">
                <a:latin typeface="+mn-ea"/>
                <a:ea typeface="+mn-ea"/>
              </a:endParaRPr>
            </a:p>
          </p:txBody>
        </p:sp>
        <p:sp>
          <p:nvSpPr>
            <p:cNvPr id="35" name="Line 24">
              <a:extLst>
                <a:ext uri="{FF2B5EF4-FFF2-40B4-BE49-F238E27FC236}">
                  <a16:creationId xmlns:a16="http://schemas.microsoft.com/office/drawing/2014/main" id="{3828D3A3-3BA3-4CC5-A0FC-28151FF72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4" y="1053"/>
              <a:ext cx="577" cy="295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6" name="Text Box 25">
              <a:extLst>
                <a:ext uri="{FF2B5EF4-FFF2-40B4-BE49-F238E27FC236}">
                  <a16:creationId xmlns:a16="http://schemas.microsoft.com/office/drawing/2014/main" id="{E05E29B0-7A9E-49C0-8242-825E011E5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1367"/>
              <a:ext cx="349" cy="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积分下限</a:t>
              </a:r>
            </a:p>
          </p:txBody>
        </p:sp>
      </p:grp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90329DCE-CCD3-4946-B6F1-D45CF13051B5}"/>
              </a:ext>
            </a:extLst>
          </p:cNvPr>
          <p:cNvSpPr/>
          <p:nvPr/>
        </p:nvSpPr>
        <p:spPr>
          <a:xfrm>
            <a:off x="3543993" y="1728559"/>
            <a:ext cx="1013066" cy="617530"/>
          </a:xfrm>
          <a:prstGeom prst="roundRect">
            <a:avLst/>
          </a:prstGeom>
          <a:noFill/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F4942A2-0709-4C12-BD16-E5D6E418E8BD}"/>
              </a:ext>
            </a:extLst>
          </p:cNvPr>
          <p:cNvSpPr/>
          <p:nvPr/>
        </p:nvSpPr>
        <p:spPr>
          <a:xfrm>
            <a:off x="5248933" y="1566673"/>
            <a:ext cx="1591572" cy="873643"/>
          </a:xfrm>
          <a:prstGeom prst="roundRect">
            <a:avLst/>
          </a:prstGeom>
          <a:noFill/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48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6">
            <a:extLst>
              <a:ext uri="{FF2B5EF4-FFF2-40B4-BE49-F238E27FC236}">
                <a16:creationId xmlns:a16="http://schemas.microsoft.com/office/drawing/2014/main" id="{EA5ADA12-2A7E-4594-A94D-FB2E43FE9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063" y="1236124"/>
            <a:ext cx="5056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3" name="Text Box 46">
            <a:extLst>
              <a:ext uri="{FF2B5EF4-FFF2-40B4-BE49-F238E27FC236}">
                <a16:creationId xmlns:a16="http://schemas.microsoft.com/office/drawing/2014/main" id="{F7CF6D42-902B-47DA-B862-2917DF375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1236124"/>
            <a:ext cx="76328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+mn-ea"/>
                <a:ea typeface="+mn-ea"/>
              </a:rPr>
              <a:t>(1)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定义中积分和的极限存在是指对区间的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任意分法</a:t>
            </a:r>
            <a:r>
              <a:rPr kumimoji="1" lang="zh-CN" altLang="en-US" sz="2400" b="1" dirty="0">
                <a:latin typeface="+mn-ea"/>
                <a:ea typeface="+mn-ea"/>
              </a:rPr>
              <a:t>和</a:t>
            </a:r>
            <a:endParaRPr kumimoji="1"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6" name="Text Box 32">
            <a:extLst>
              <a:ext uri="{FF2B5EF4-FFF2-40B4-BE49-F238E27FC236}">
                <a16:creationId xmlns:a16="http://schemas.microsoft.com/office/drawing/2014/main" id="{ED514552-BEEF-4B06-A8FC-00111FC5D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655" y="3099888"/>
            <a:ext cx="67087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+mn-ea"/>
                <a:ea typeface="+mn-ea"/>
              </a:rPr>
              <a:t>(3) </a:t>
            </a:r>
            <a:r>
              <a:rPr kumimoji="1" lang="zh-CN" altLang="en-US" sz="2400" b="1" dirty="0">
                <a:latin typeface="+mn-ea"/>
                <a:ea typeface="+mn-ea"/>
              </a:rPr>
              <a:t>定积分仅与被积函数及积分区间有关，</a:t>
            </a:r>
            <a:endParaRPr kumimoji="1"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 Box 33">
            <a:extLst>
              <a:ext uri="{FF2B5EF4-FFF2-40B4-BE49-F238E27FC236}">
                <a16:creationId xmlns:a16="http://schemas.microsoft.com/office/drawing/2014/main" id="{E879E059-6169-44C0-A081-5968C57B2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7311" y="3075806"/>
            <a:ext cx="21602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而与</a:t>
            </a:r>
            <a:r>
              <a:rPr kumimoji="1" lang="zh-CN" altLang="en-US" sz="2400" b="1" dirty="0">
                <a:latin typeface="+mn-ea"/>
              </a:rPr>
              <a:t>积分变量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8" name="Text Box 34">
            <a:extLst>
              <a:ext uri="{FF2B5EF4-FFF2-40B4-BE49-F238E27FC236}">
                <a16:creationId xmlns:a16="http://schemas.microsoft.com/office/drawing/2014/main" id="{D5A31A2A-E9A8-4D2A-BC92-6DCFA7062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32" y="3631375"/>
            <a:ext cx="33371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用什么字母表示无关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sp>
        <p:nvSpPr>
          <p:cNvPr id="9" name="Text Box 35">
            <a:extLst>
              <a:ext uri="{FF2B5EF4-FFF2-40B4-BE49-F238E27FC236}">
                <a16:creationId xmlns:a16="http://schemas.microsoft.com/office/drawing/2014/main" id="{62F17065-514B-4730-84C5-4914DAEE5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3631374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10" name="Object 36">
            <a:extLst>
              <a:ext uri="{FF2B5EF4-FFF2-40B4-BE49-F238E27FC236}">
                <a16:creationId xmlns:a16="http://schemas.microsoft.com/office/drawing/2014/main" id="{1D90BBB5-6CDE-44AB-966D-8CBDCFDCF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834449"/>
              </p:ext>
            </p:extLst>
          </p:nvPr>
        </p:nvGraphicFramePr>
        <p:xfrm>
          <a:off x="2164825" y="4241006"/>
          <a:ext cx="129528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658" name="Equation" r:id="rId4" imgW="1295280" imgH="634680" progId="Equation.DSMT4">
                  <p:embed/>
                </p:oleObj>
              </mc:Choice>
              <mc:Fallback>
                <p:oleObj name="Equation" r:id="rId4" imgW="1295280" imgH="634680" progId="Equation.DSMT4">
                  <p:embed/>
                  <p:pic>
                    <p:nvPicPr>
                      <p:cNvPr id="8" name="Object 36">
                        <a:extLst>
                          <a:ext uri="{FF2B5EF4-FFF2-40B4-BE49-F238E27FC236}">
                            <a16:creationId xmlns:a16="http://schemas.microsoft.com/office/drawing/2014/main" id="{6E59D494-68A8-4090-91FB-159FC403A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825" y="4241006"/>
                        <a:ext cx="129528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7">
            <a:extLst>
              <a:ext uri="{FF2B5EF4-FFF2-40B4-BE49-F238E27FC236}">
                <a16:creationId xmlns:a16="http://schemas.microsoft.com/office/drawing/2014/main" id="{D0B25C93-2570-4E5A-A62D-90C5BB641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362659"/>
              </p:ext>
            </p:extLst>
          </p:nvPr>
        </p:nvGraphicFramePr>
        <p:xfrm>
          <a:off x="3519603" y="4244769"/>
          <a:ext cx="1409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659" name="Equation" r:id="rId6" imgW="1409400" imgH="634680" progId="Equation.DSMT4">
                  <p:embed/>
                </p:oleObj>
              </mc:Choice>
              <mc:Fallback>
                <p:oleObj name="Equation" r:id="rId6" imgW="1409400" imgH="634680" progId="Equation.DSMT4">
                  <p:embed/>
                  <p:pic>
                    <p:nvPicPr>
                      <p:cNvPr id="9" name="Object 37">
                        <a:extLst>
                          <a:ext uri="{FF2B5EF4-FFF2-40B4-BE49-F238E27FC236}">
                            <a16:creationId xmlns:a16="http://schemas.microsoft.com/office/drawing/2014/main" id="{72EC5A06-EE8E-4261-948B-79092FEFC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603" y="4244769"/>
                        <a:ext cx="1409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8">
            <a:extLst>
              <a:ext uri="{FF2B5EF4-FFF2-40B4-BE49-F238E27FC236}">
                <a16:creationId xmlns:a16="http://schemas.microsoft.com/office/drawing/2014/main" id="{D255B134-67C1-44DE-95C2-BCFED606C9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794090"/>
              </p:ext>
            </p:extLst>
          </p:nvPr>
        </p:nvGraphicFramePr>
        <p:xfrm>
          <a:off x="4941416" y="4241006"/>
          <a:ext cx="1574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660" name="Equation" r:id="rId8" imgW="1574640" imgH="634680" progId="Equation.DSMT4">
                  <p:embed/>
                </p:oleObj>
              </mc:Choice>
              <mc:Fallback>
                <p:oleObj name="Equation" r:id="rId8" imgW="1574640" imgH="634680" progId="Equation.DSMT4">
                  <p:embed/>
                  <p:pic>
                    <p:nvPicPr>
                      <p:cNvPr id="10" name="Object 38">
                        <a:extLst>
                          <a:ext uri="{FF2B5EF4-FFF2-40B4-BE49-F238E27FC236}">
                            <a16:creationId xmlns:a16="http://schemas.microsoft.com/office/drawing/2014/main" id="{4B906670-C0CF-4A16-BBE7-B85AB21D76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416" y="4241006"/>
                        <a:ext cx="15748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BE7664FF-AB63-4594-8606-0C018129EBB6}"/>
              </a:ext>
            </a:extLst>
          </p:cNvPr>
          <p:cNvGrpSpPr/>
          <p:nvPr/>
        </p:nvGrpSpPr>
        <p:grpSpPr>
          <a:xfrm>
            <a:off x="912655" y="2447721"/>
            <a:ext cx="8424936" cy="461665"/>
            <a:chOff x="899592" y="1952421"/>
            <a:chExt cx="8424936" cy="461665"/>
          </a:xfrm>
        </p:grpSpPr>
        <p:sp>
          <p:nvSpPr>
            <p:cNvPr id="14" name="Text Box 46">
              <a:extLst>
                <a:ext uri="{FF2B5EF4-FFF2-40B4-BE49-F238E27FC236}">
                  <a16:creationId xmlns:a16="http://schemas.microsoft.com/office/drawing/2014/main" id="{9D34C02C-41A0-4E4D-8DA3-D6984F36E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592" y="1952421"/>
              <a:ext cx="84249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en-US" altLang="zh-CN" sz="2400" b="1" dirty="0">
                  <a:latin typeface="+mn-ea"/>
                  <a:ea typeface="+mn-ea"/>
                </a:rPr>
                <a:t>(2)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在    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+mn-ea"/>
                  <a:ea typeface="+mn-ea"/>
                </a:rPr>
                <a:t>上的定积分存在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r>
                <a:rPr kumimoji="1" lang="zh-CN" altLang="en-US" sz="2400" b="1" dirty="0">
                  <a:latin typeface="+mn-ea"/>
                  <a:ea typeface="+mn-ea"/>
                </a:rPr>
                <a:t>也称   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+mn-ea"/>
                  <a:ea typeface="+mn-ea"/>
                </a:rPr>
                <a:t>在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+mn-ea"/>
                </a:rPr>
                <a:t>上可积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5" name="Object 24">
              <a:extLst>
                <a:ext uri="{FF2B5EF4-FFF2-40B4-BE49-F238E27FC236}">
                  <a16:creationId xmlns:a16="http://schemas.microsoft.com/office/drawing/2014/main" id="{F9858652-43D2-48B6-BE20-1D6CBB2592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0497719"/>
                </p:ext>
              </p:extLst>
            </p:nvPr>
          </p:nvGraphicFramePr>
          <p:xfrm>
            <a:off x="1566163" y="203825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661" name="Equation" r:id="rId10" imgW="622080" imgH="342720" progId="Equation.DSMT4">
                    <p:embed/>
                  </p:oleObj>
                </mc:Choice>
                <mc:Fallback>
                  <p:oleObj name="Equation" r:id="rId10" imgW="622080" imgH="342720" progId="Equation.DSMT4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CE750D5B-6166-4E77-B49B-A8FF16D04F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6163" y="2038256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4">
              <a:extLst>
                <a:ext uri="{FF2B5EF4-FFF2-40B4-BE49-F238E27FC236}">
                  <a16:creationId xmlns:a16="http://schemas.microsoft.com/office/drawing/2014/main" id="{BE607FE6-C2F0-41E6-A0A3-838B1CF9D8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4719551"/>
                </p:ext>
              </p:extLst>
            </p:nvPr>
          </p:nvGraphicFramePr>
          <p:xfrm>
            <a:off x="2538792" y="2024788"/>
            <a:ext cx="6476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662" name="Equation" r:id="rId12" imgW="647640" imgH="342720" progId="Equation.DSMT4">
                    <p:embed/>
                  </p:oleObj>
                </mc:Choice>
                <mc:Fallback>
                  <p:oleObj name="Equation" r:id="rId12" imgW="647640" imgH="342720" progId="Equation.DSMT4">
                    <p:embed/>
                    <p:pic>
                      <p:nvPicPr>
                        <p:cNvPr id="37" name="Object 24">
                          <a:extLst>
                            <a:ext uri="{FF2B5EF4-FFF2-40B4-BE49-F238E27FC236}">
                              <a16:creationId xmlns:a16="http://schemas.microsoft.com/office/drawing/2014/main" id="{F14B810C-FEE0-4379-ABAB-34F53F81B3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8792" y="2024788"/>
                          <a:ext cx="647640" cy="3427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4">
              <a:extLst>
                <a:ext uri="{FF2B5EF4-FFF2-40B4-BE49-F238E27FC236}">
                  <a16:creationId xmlns:a16="http://schemas.microsoft.com/office/drawing/2014/main" id="{4FB42FCB-BFC3-4A06-9BD8-D329062DD6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9992374"/>
                </p:ext>
              </p:extLst>
            </p:nvPr>
          </p:nvGraphicFramePr>
          <p:xfrm>
            <a:off x="6074300" y="203616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663" name="Equation" r:id="rId14" imgW="622080" imgH="342720" progId="Equation.DSMT4">
                    <p:embed/>
                  </p:oleObj>
                </mc:Choice>
                <mc:Fallback>
                  <p:oleObj name="Equation" r:id="rId14" imgW="622080" imgH="34272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F9858652-43D2-48B6-BE20-1D6CBB2592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4300" y="2036169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00CDD87A-698F-43A1-A4BE-E7587C3845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3617601"/>
                </p:ext>
              </p:extLst>
            </p:nvPr>
          </p:nvGraphicFramePr>
          <p:xfrm>
            <a:off x="7080295" y="2022701"/>
            <a:ext cx="6476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664" name="Equation" r:id="rId15" imgW="647640" imgH="342720" progId="Equation.DSMT4">
                    <p:embed/>
                  </p:oleObj>
                </mc:Choice>
                <mc:Fallback>
                  <p:oleObj name="Equation" r:id="rId15" imgW="647640" imgH="34272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BE607FE6-C2F0-41E6-A0A3-838B1CF9D8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0295" y="2022701"/>
                          <a:ext cx="647640" cy="34272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2C55831-1644-4946-98D1-2B62CFCFE2F0}"/>
              </a:ext>
            </a:extLst>
          </p:cNvPr>
          <p:cNvGrpSpPr/>
          <p:nvPr/>
        </p:nvGrpSpPr>
        <p:grpSpPr>
          <a:xfrm>
            <a:off x="203478" y="1838371"/>
            <a:ext cx="2568322" cy="470747"/>
            <a:chOff x="203478" y="1225416"/>
            <a:chExt cx="2568322" cy="470747"/>
          </a:xfrm>
        </p:grpSpPr>
        <p:graphicFrame>
          <p:nvGraphicFramePr>
            <p:cNvPr id="4" name="Object 17">
              <a:extLst>
                <a:ext uri="{FF2B5EF4-FFF2-40B4-BE49-F238E27FC236}">
                  <a16:creationId xmlns:a16="http://schemas.microsoft.com/office/drawing/2014/main" id="{687CD88C-604A-4D18-9A9E-9761898C9B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2746934"/>
                </p:ext>
              </p:extLst>
            </p:nvPr>
          </p:nvGraphicFramePr>
          <p:xfrm>
            <a:off x="656784" y="1269804"/>
            <a:ext cx="266400" cy="419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2665" name="Equation" r:id="rId16" imgW="266400" imgH="419040" progId="Equation.DSMT4">
                    <p:embed/>
                  </p:oleObj>
                </mc:Choice>
                <mc:Fallback>
                  <p:oleObj name="Equation" r:id="rId16" imgW="266400" imgH="419040" progId="Equation.DSMT4">
                    <p:embed/>
                    <p:pic>
                      <p:nvPicPr>
                        <p:cNvPr id="34" name="Object 17">
                          <a:extLst>
                            <a:ext uri="{FF2B5EF4-FFF2-40B4-BE49-F238E27FC236}">
                              <a16:creationId xmlns:a16="http://schemas.microsoft.com/office/drawing/2014/main" id="{415D6748-3A5D-4648-82C3-A68B47AC73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6784" y="1269804"/>
                          <a:ext cx="266400" cy="4190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46">
              <a:extLst>
                <a:ext uri="{FF2B5EF4-FFF2-40B4-BE49-F238E27FC236}">
                  <a16:creationId xmlns:a16="http://schemas.microsoft.com/office/drawing/2014/main" id="{2A9E1752-0F79-4D1E-BD0F-414FE8571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658" y="1225416"/>
              <a:ext cx="18701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的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任意取法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27A7AF4-D924-4F77-8C40-4BECE07B845A}"/>
                </a:ext>
              </a:extLst>
            </p:cNvPr>
            <p:cNvSpPr/>
            <p:nvPr/>
          </p:nvSpPr>
          <p:spPr>
            <a:xfrm>
              <a:off x="203478" y="1234498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点</a:t>
              </a:r>
              <a:endParaRPr lang="zh-CN" altLang="en-US" sz="2400" dirty="0"/>
            </a:p>
          </p:txBody>
        </p:sp>
      </p:grpSp>
      <p:sp>
        <p:nvSpPr>
          <p:cNvPr id="23" name="Text Box 46">
            <a:extLst>
              <a:ext uri="{FF2B5EF4-FFF2-40B4-BE49-F238E27FC236}">
                <a16:creationId xmlns:a16="http://schemas.microsoft.com/office/drawing/2014/main" id="{F407E1E4-1A7C-427D-9113-901DBD7A9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868" y="1828187"/>
            <a:ext cx="4083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积分和的极限均存在且相等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22" name="Object 44">
            <a:extLst>
              <a:ext uri="{FF2B5EF4-FFF2-40B4-BE49-F238E27FC236}">
                <a16:creationId xmlns:a16="http://schemas.microsoft.com/office/drawing/2014/main" id="{36115145-7D8A-4A3C-A1D0-E5C97034F4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052176"/>
              </p:ext>
            </p:extLst>
          </p:nvPr>
        </p:nvGraphicFramePr>
        <p:xfrm>
          <a:off x="2483768" y="472822"/>
          <a:ext cx="149832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666" name="Equation" r:id="rId18" imgW="1498320" imgH="596880" progId="Equation.DSMT4">
                  <p:embed/>
                </p:oleObj>
              </mc:Choice>
              <mc:Fallback>
                <p:oleObj name="Equation" r:id="rId18" imgW="1498320" imgH="596880" progId="Equation.DSMT4">
                  <p:embed/>
                  <p:pic>
                    <p:nvPicPr>
                      <p:cNvPr id="7" name="Object 44">
                        <a:extLst>
                          <a:ext uri="{FF2B5EF4-FFF2-40B4-BE49-F238E27FC236}">
                            <a16:creationId xmlns:a16="http://schemas.microsoft.com/office/drawing/2014/main" id="{292D06E0-71AD-4FA9-A8D5-66B891FF7E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72822"/>
                        <a:ext cx="149832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5">
            <a:extLst>
              <a:ext uri="{FF2B5EF4-FFF2-40B4-BE49-F238E27FC236}">
                <a16:creationId xmlns:a16="http://schemas.microsoft.com/office/drawing/2014/main" id="{258A0BBB-8DF2-4F1B-BC7E-8610149B9D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102123"/>
              </p:ext>
            </p:extLst>
          </p:nvPr>
        </p:nvGraphicFramePr>
        <p:xfrm>
          <a:off x="4095852" y="377602"/>
          <a:ext cx="203184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667" name="Equation" r:id="rId20" imgW="2031840" imgH="787320" progId="Equation.DSMT4">
                  <p:embed/>
                </p:oleObj>
              </mc:Choice>
              <mc:Fallback>
                <p:oleObj name="Equation" r:id="rId20" imgW="2031840" imgH="787320" progId="Equation.DSMT4">
                  <p:embed/>
                  <p:pic>
                    <p:nvPicPr>
                      <p:cNvPr id="8" name="Object 45">
                        <a:extLst>
                          <a:ext uri="{FF2B5EF4-FFF2-40B4-BE49-F238E27FC236}">
                            <a16:creationId xmlns:a16="http://schemas.microsoft.com/office/drawing/2014/main" id="{28B84329-A9A7-438A-9FE1-9FE052D54D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852" y="377602"/>
                        <a:ext cx="203184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075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6" grpId="0" autoUpdateAnimBg="0"/>
      <p:bldP spid="7" grpId="0" autoUpdateAnimBg="0"/>
      <p:bldP spid="8" grpId="0" autoUpdateAnimBg="0"/>
      <p:bldP spid="9" grpId="0" autoUpdateAnimBg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35DF0F3A-F348-45AD-B983-DB9F81ECDD5E}"/>
              </a:ext>
            </a:extLst>
          </p:cNvPr>
          <p:cNvGrpSpPr/>
          <p:nvPr/>
        </p:nvGrpSpPr>
        <p:grpSpPr>
          <a:xfrm>
            <a:off x="706096" y="558800"/>
            <a:ext cx="8424936" cy="787400"/>
            <a:chOff x="706096" y="558800"/>
            <a:chExt cx="8424936" cy="78740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4EC001B-B37C-4476-A561-44817A25B7F5}"/>
                </a:ext>
              </a:extLst>
            </p:cNvPr>
            <p:cNvGrpSpPr/>
            <p:nvPr/>
          </p:nvGrpSpPr>
          <p:grpSpPr>
            <a:xfrm>
              <a:off x="2339752" y="558800"/>
              <a:ext cx="3643536" cy="787400"/>
              <a:chOff x="2411760" y="539700"/>
              <a:chExt cx="3643536" cy="787400"/>
            </a:xfrm>
          </p:grpSpPr>
          <p:graphicFrame>
            <p:nvGraphicFramePr>
              <p:cNvPr id="2" name="Object 44">
                <a:extLst>
                  <a:ext uri="{FF2B5EF4-FFF2-40B4-BE49-F238E27FC236}">
                    <a16:creationId xmlns:a16="http://schemas.microsoft.com/office/drawing/2014/main" id="{12FB9D34-57AD-4313-B24E-94CCC8BF20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9757194"/>
                  </p:ext>
                </p:extLst>
              </p:nvPr>
            </p:nvGraphicFramePr>
            <p:xfrm>
              <a:off x="2411760" y="635373"/>
              <a:ext cx="1498320" cy="5968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666" name="Equation" r:id="rId3" imgW="1498320" imgH="596880" progId="Equation.DSMT4">
                      <p:embed/>
                    </p:oleObj>
                  </mc:Choice>
                  <mc:Fallback>
                    <p:oleObj name="Equation" r:id="rId3" imgW="1498320" imgH="596880" progId="Equation.DSMT4">
                      <p:embed/>
                      <p:pic>
                        <p:nvPicPr>
                          <p:cNvPr id="22" name="Object 44">
                            <a:extLst>
                              <a:ext uri="{FF2B5EF4-FFF2-40B4-BE49-F238E27FC236}">
                                <a16:creationId xmlns:a16="http://schemas.microsoft.com/office/drawing/2014/main" id="{36115145-7D8A-4A3C-A1D0-E5C97034F43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1760" y="635373"/>
                            <a:ext cx="1498320" cy="5968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" name="Object 45">
                <a:extLst>
                  <a:ext uri="{FF2B5EF4-FFF2-40B4-BE49-F238E27FC236}">
                    <a16:creationId xmlns:a16="http://schemas.microsoft.com/office/drawing/2014/main" id="{255F51C2-36EE-4674-96E9-87744FEE1D5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79818725"/>
                  </p:ext>
                </p:extLst>
              </p:nvPr>
            </p:nvGraphicFramePr>
            <p:xfrm>
              <a:off x="4112196" y="539700"/>
              <a:ext cx="1943100" cy="787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667" name="Equation" r:id="rId5" imgW="1942920" imgH="787320" progId="Equation.DSMT4">
                      <p:embed/>
                    </p:oleObj>
                  </mc:Choice>
                  <mc:Fallback>
                    <p:oleObj name="Equation" r:id="rId5" imgW="1942920" imgH="787320" progId="Equation.DSMT4">
                      <p:embed/>
                      <p:pic>
                        <p:nvPicPr>
                          <p:cNvPr id="24" name="Object 45">
                            <a:extLst>
                              <a:ext uri="{FF2B5EF4-FFF2-40B4-BE49-F238E27FC236}">
                                <a16:creationId xmlns:a16="http://schemas.microsoft.com/office/drawing/2014/main" id="{258A0BBB-8DF2-4F1B-BC7E-8610149B9DE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2196" y="539700"/>
                            <a:ext cx="1943100" cy="787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" name="Text Box 46">
              <a:extLst>
                <a:ext uri="{FF2B5EF4-FFF2-40B4-BE49-F238E27FC236}">
                  <a16:creationId xmlns:a16="http://schemas.microsoft.com/office/drawing/2014/main" id="{C5DE9F91-F148-45A6-B59B-FFD254BC3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096" y="722080"/>
              <a:ext cx="84249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en-US" altLang="zh-CN" sz="2400" b="1" dirty="0">
                  <a:latin typeface="+mn-ea"/>
                  <a:ea typeface="+mn-ea"/>
                </a:rPr>
                <a:t>(4)</a:t>
              </a:r>
              <a:r>
                <a:rPr kumimoji="1" lang="zh-CN" altLang="en-US" sz="2400" b="1" dirty="0">
                  <a:latin typeface="+mn-ea"/>
                  <a:ea typeface="+mn-ea"/>
                </a:rPr>
                <a:t>定积分                         的      定义：            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CCD3093-AE59-4182-8A0D-75D927AC34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0707781"/>
                </p:ext>
              </p:extLst>
            </p:nvPr>
          </p:nvGraphicFramePr>
          <p:xfrm>
            <a:off x="6547510" y="900472"/>
            <a:ext cx="6731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68" name="Equation" r:id="rId7" imgW="672840" imgH="215640" progId="Equation.DSMT4">
                    <p:embed/>
                  </p:oleObj>
                </mc:Choice>
                <mc:Fallback>
                  <p:oleObj name="Equation" r:id="rId7" imgW="67284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47510" y="900472"/>
                          <a:ext cx="6731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6B25215-ABF7-463C-91B8-0082118EE923}"/>
              </a:ext>
            </a:extLst>
          </p:cNvPr>
          <p:cNvGrpSpPr/>
          <p:nvPr/>
        </p:nvGrpSpPr>
        <p:grpSpPr>
          <a:xfrm>
            <a:off x="799270" y="1524592"/>
            <a:ext cx="8424936" cy="461665"/>
            <a:chOff x="799270" y="1524592"/>
            <a:chExt cx="8424936" cy="461665"/>
          </a:xfrm>
        </p:grpSpPr>
        <p:sp>
          <p:nvSpPr>
            <p:cNvPr id="7" name="Text Box 46">
              <a:extLst>
                <a:ext uri="{FF2B5EF4-FFF2-40B4-BE49-F238E27FC236}">
                  <a16:creationId xmlns:a16="http://schemas.microsoft.com/office/drawing/2014/main" id="{3D1860FD-9C3B-410B-84E3-1738457DD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270" y="1524592"/>
              <a:ext cx="84249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设有常数   若对             当          时，有            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F69F8F0-DAB4-48C2-8E14-3EA74EF5F7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3616442"/>
                </p:ext>
              </p:extLst>
            </p:nvPr>
          </p:nvGraphicFramePr>
          <p:xfrm>
            <a:off x="2212752" y="1626627"/>
            <a:ext cx="254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69" name="Equation" r:id="rId9" imgW="253800" imgH="330120" progId="Equation.DSMT4">
                    <p:embed/>
                  </p:oleObj>
                </mc:Choice>
                <mc:Fallback>
                  <p:oleObj name="Equation" r:id="rId9" imgW="2538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12752" y="1626627"/>
                          <a:ext cx="254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E74CA8A-0059-431B-9475-C3A0A8F48C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9233114"/>
                </p:ext>
              </p:extLst>
            </p:nvPr>
          </p:nvGraphicFramePr>
          <p:xfrm>
            <a:off x="3275856" y="1634648"/>
            <a:ext cx="1866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0" name="Equation" r:id="rId11" imgW="1866600" imgH="330120" progId="Equation.DSMT4">
                    <p:embed/>
                  </p:oleObj>
                </mc:Choice>
                <mc:Fallback>
                  <p:oleObj name="Equation" r:id="rId11" imgW="1866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75856" y="1634648"/>
                          <a:ext cx="1866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4644DBF-8F45-476F-BB3F-192CB087F5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6701042"/>
                </p:ext>
              </p:extLst>
            </p:nvPr>
          </p:nvGraphicFramePr>
          <p:xfrm>
            <a:off x="5672619" y="1610540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1" name="Equation" r:id="rId13" imgW="1155600" imgH="342720" progId="Equation.DSMT4">
                    <p:embed/>
                  </p:oleObj>
                </mc:Choice>
                <mc:Fallback>
                  <p:oleObj name="Equation" r:id="rId13" imgW="1155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672619" y="1610540"/>
                          <a:ext cx="1155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45">
            <a:extLst>
              <a:ext uri="{FF2B5EF4-FFF2-40B4-BE49-F238E27FC236}">
                <a16:creationId xmlns:a16="http://schemas.microsoft.com/office/drawing/2014/main" id="{8F5CF80E-AB8B-4D8A-B3F2-A8F9D2844C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597739"/>
              </p:ext>
            </p:extLst>
          </p:nvPr>
        </p:nvGraphicFramePr>
        <p:xfrm>
          <a:off x="3073400" y="2273300"/>
          <a:ext cx="2578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72" name="Equation" r:id="rId15" imgW="2577960" imgH="838080" progId="Equation.DSMT4">
                  <p:embed/>
                </p:oleObj>
              </mc:Choice>
              <mc:Fallback>
                <p:oleObj name="Equation" r:id="rId15" imgW="2577960" imgH="838080" progId="Equation.DSMT4">
                  <p:embed/>
                  <p:pic>
                    <p:nvPicPr>
                      <p:cNvPr id="3" name="Object 45">
                        <a:extLst>
                          <a:ext uri="{FF2B5EF4-FFF2-40B4-BE49-F238E27FC236}">
                            <a16:creationId xmlns:a16="http://schemas.microsoft.com/office/drawing/2014/main" id="{255F51C2-36EE-4674-96E9-87744FEE1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273300"/>
                        <a:ext cx="2578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CAEC5C2A-3098-43F9-80C5-F5ECFDA7971F}"/>
              </a:ext>
            </a:extLst>
          </p:cNvPr>
          <p:cNvGrpSpPr/>
          <p:nvPr/>
        </p:nvGrpSpPr>
        <p:grpSpPr>
          <a:xfrm>
            <a:off x="359532" y="3352800"/>
            <a:ext cx="8424936" cy="517185"/>
            <a:chOff x="359532" y="3352800"/>
            <a:chExt cx="8424936" cy="517185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0625F98-FFF9-47E9-900D-B3850C66CF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6792445"/>
                </p:ext>
              </p:extLst>
            </p:nvPr>
          </p:nvGraphicFramePr>
          <p:xfrm>
            <a:off x="6146800" y="3352800"/>
            <a:ext cx="914400" cy="306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3" name="Equation" r:id="rId17" imgW="914400" imgH="306720" progId="Equation.DSMT4">
                    <p:embed/>
                  </p:oleObj>
                </mc:Choice>
                <mc:Fallback>
                  <p:oleObj name="Equation" r:id="rId17" imgW="914400" imgH="30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146800" y="3352800"/>
                          <a:ext cx="914400" cy="306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46">
              <a:extLst>
                <a:ext uri="{FF2B5EF4-FFF2-40B4-BE49-F238E27FC236}">
                  <a16:creationId xmlns:a16="http://schemas.microsoft.com/office/drawing/2014/main" id="{4E97C4FA-BB01-4D9C-9B96-CB1EEF34B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32" y="3408320"/>
              <a:ext cx="84249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则称常数  为函数     在      上的定积分</a:t>
              </a:r>
              <a:r>
                <a:rPr kumimoji="1" lang="en-US" altLang="zh-CN" sz="2400" b="1" dirty="0">
                  <a:latin typeface="+mn-ea"/>
                  <a:ea typeface="+mn-ea"/>
                </a:rPr>
                <a:t>(</a:t>
              </a:r>
              <a:r>
                <a:rPr kumimoji="1" lang="zh-CN" altLang="en-US" sz="2400" b="1" dirty="0">
                  <a:latin typeface="+mn-ea"/>
                  <a:ea typeface="+mn-ea"/>
                </a:rPr>
                <a:t>或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黎曼积分</a:t>
              </a:r>
              <a:r>
                <a:rPr kumimoji="1" lang="en-US" altLang="zh-CN" sz="2400" b="1" dirty="0">
                  <a:latin typeface="+mn-ea"/>
                  <a:ea typeface="+mn-ea"/>
                </a:rPr>
                <a:t>).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581CD400-FFFD-4CB1-8608-C316DF9091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4727629"/>
                </p:ext>
              </p:extLst>
            </p:nvPr>
          </p:nvGraphicFramePr>
          <p:xfrm>
            <a:off x="1763688" y="3525838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4" name="Equation" r:id="rId19" imgW="190440" imgH="266400" progId="Equation.DSMT4">
                    <p:embed/>
                  </p:oleObj>
                </mc:Choice>
                <mc:Fallback>
                  <p:oleObj name="Equation" r:id="rId19" imgW="1904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763688" y="3525838"/>
                          <a:ext cx="1905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19AA749-0987-4ED7-B233-27A8E49CF4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579312"/>
                </p:ext>
              </p:extLst>
            </p:nvPr>
          </p:nvGraphicFramePr>
          <p:xfrm>
            <a:off x="2942016" y="350599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5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942016" y="350599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750CA0F0-75AD-40EE-9BDE-602A83FE08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5540335"/>
                </p:ext>
              </p:extLst>
            </p:nvPr>
          </p:nvGraphicFramePr>
          <p:xfrm>
            <a:off x="4139830" y="3494088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676" name="Equation" r:id="rId23" imgW="634680" imgH="330120" progId="Equation.DSMT4">
                    <p:embed/>
                  </p:oleObj>
                </mc:Choice>
                <mc:Fallback>
                  <p:oleObj name="Equation" r:id="rId23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139830" y="3494088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0741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4E12E73-EE5B-43E7-88A9-AFAF4F280D52}"/>
              </a:ext>
            </a:extLst>
          </p:cNvPr>
          <p:cNvGrpSpPr/>
          <p:nvPr/>
        </p:nvGrpSpPr>
        <p:grpSpPr>
          <a:xfrm>
            <a:off x="1115616" y="532710"/>
            <a:ext cx="7776864" cy="478730"/>
            <a:chOff x="1115616" y="532710"/>
            <a:chExt cx="7776864" cy="478730"/>
          </a:xfrm>
        </p:grpSpPr>
        <p:sp>
          <p:nvSpPr>
            <p:cNvPr id="2" name="Text Box 46">
              <a:extLst>
                <a:ext uri="{FF2B5EF4-FFF2-40B4-BE49-F238E27FC236}">
                  <a16:creationId xmlns:a16="http://schemas.microsoft.com/office/drawing/2014/main" id="{D7FABF1B-819A-457B-AEE8-E3F03CFEA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616" y="532710"/>
              <a:ext cx="77768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定理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1  </a:t>
              </a:r>
              <a:r>
                <a:rPr kumimoji="1" lang="zh-CN" altLang="en-US" sz="2400" b="1" dirty="0">
                  <a:latin typeface="+mn-ea"/>
                  <a:ea typeface="+mn-ea"/>
                </a:rPr>
                <a:t>可积的</a:t>
              </a: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必要条件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  </a:t>
              </a:r>
            </a:p>
          </p:txBody>
        </p:sp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4D99F1C8-1D99-468E-9D7C-3B07C42C5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0513" y="54977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6FE27A0A-8C96-456C-8941-955C0E19A3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110373"/>
                </p:ext>
              </p:extLst>
            </p:nvPr>
          </p:nvGraphicFramePr>
          <p:xfrm>
            <a:off x="5260789" y="62961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436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CE750D5B-6166-4E77-B49B-A8FF16D04F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789" y="62961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9030E2D-E587-42A0-B2F9-545DBAB9B482}"/>
                </a:ext>
              </a:extLst>
            </p:cNvPr>
            <p:cNvGrpSpPr/>
            <p:nvPr/>
          </p:nvGrpSpPr>
          <p:grpSpPr>
            <a:xfrm>
              <a:off x="5856609" y="545535"/>
              <a:ext cx="2376748" cy="461665"/>
              <a:chOff x="1334443" y="1954923"/>
              <a:chExt cx="2376748" cy="362516"/>
            </a:xfrm>
          </p:grpSpPr>
          <p:sp>
            <p:nvSpPr>
              <p:cNvPr id="7" name="Text Box 11">
                <a:extLst>
                  <a:ext uri="{FF2B5EF4-FFF2-40B4-BE49-F238E27FC236}">
                    <a16:creationId xmlns:a16="http://schemas.microsoft.com/office/drawing/2014/main" id="{800D3D75-CF0D-4E02-BD49-17DF6A95C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443" y="1954923"/>
                <a:ext cx="2376748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上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可积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8" name="Object 24">
                <a:extLst>
                  <a:ext uri="{FF2B5EF4-FFF2-40B4-BE49-F238E27FC236}">
                    <a16:creationId xmlns:a16="http://schemas.microsoft.com/office/drawing/2014/main" id="{13504FE0-A360-499A-A6DC-C7841A14B6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47219365"/>
                  </p:ext>
                </p:extLst>
              </p:nvPr>
            </p:nvGraphicFramePr>
            <p:xfrm>
              <a:off x="1749918" y="2011713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437" name="Equation" r:id="rId5" imgW="647640" imgH="342720" progId="Equation.DSMT4">
                      <p:embed/>
                    </p:oleObj>
                  </mc:Choice>
                  <mc:Fallback>
                    <p:oleObj name="Equation" r:id="rId5" imgW="647640" imgH="342720" progId="Equation.DSMT4">
                      <p:embed/>
                      <p:pic>
                        <p:nvPicPr>
                          <p:cNvPr id="37" name="Object 24">
                            <a:extLst>
                              <a:ext uri="{FF2B5EF4-FFF2-40B4-BE49-F238E27FC236}">
                                <a16:creationId xmlns:a16="http://schemas.microsoft.com/office/drawing/2014/main" id="{F14B810C-FEE0-4379-ABAB-34F53F81B3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9918" y="2011713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" name="Text Box 46">
            <a:extLst>
              <a:ext uri="{FF2B5EF4-FFF2-40B4-BE49-F238E27FC236}">
                <a16:creationId xmlns:a16="http://schemas.microsoft.com/office/drawing/2014/main" id="{09FB07F3-1F61-4D66-AB86-6E10A9A2C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93" y="1275606"/>
            <a:ext cx="77768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则函数     在区间     上一定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有界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93EF645-DB7C-46DA-9B74-FB707544BE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268312"/>
              </p:ext>
            </p:extLst>
          </p:nvPr>
        </p:nvGraphicFramePr>
        <p:xfrm>
          <a:off x="1475656" y="139437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38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5656" y="139437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CB87C20E-E0C9-4465-8B3E-EC6C7E7391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883994"/>
              </p:ext>
            </p:extLst>
          </p:nvPr>
        </p:nvGraphicFramePr>
        <p:xfrm>
          <a:off x="3275856" y="1394371"/>
          <a:ext cx="6476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39" name="Equation" r:id="rId5" imgW="647640" imgH="342720" progId="Equation.DSMT4">
                  <p:embed/>
                </p:oleObj>
              </mc:Choice>
              <mc:Fallback>
                <p:oleObj name="Equation" r:id="rId5" imgW="647640" imgH="34272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13504FE0-A360-499A-A6DC-C7841A14B6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1394371"/>
                        <a:ext cx="647640" cy="34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34C3DD73-5CFC-4A10-B16D-BA1DB85DCC60}"/>
              </a:ext>
            </a:extLst>
          </p:cNvPr>
          <p:cNvSpPr/>
          <p:nvPr/>
        </p:nvSpPr>
        <p:spPr>
          <a:xfrm>
            <a:off x="1186702" y="2110085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  </a:t>
            </a:r>
            <a:r>
              <a:rPr kumimoji="1" lang="zh-CN" altLang="en-US" sz="2400" b="1" dirty="0">
                <a:latin typeface="+mn-ea"/>
              </a:rPr>
              <a:t>有界非可积的充分条件</a:t>
            </a:r>
            <a:r>
              <a:rPr kumimoji="1" lang="en-US" altLang="zh-CN" sz="2400" b="1" dirty="0">
                <a:latin typeface="+mn-ea"/>
              </a:rPr>
              <a:t>. </a:t>
            </a:r>
            <a:r>
              <a:rPr kumimoji="1" lang="zh-CN" altLang="en-US" sz="2400" b="1" dirty="0">
                <a:latin typeface="+mn-ea"/>
              </a:rPr>
              <a:t>例如</a:t>
            </a:r>
            <a:endParaRPr lang="zh-CN" altLang="en-US" sz="2400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B4204FFE-5DDC-45A1-A91D-F42BB1344F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979737"/>
              </p:ext>
            </p:extLst>
          </p:nvPr>
        </p:nvGraphicFramePr>
        <p:xfrm>
          <a:off x="2483768" y="2715766"/>
          <a:ext cx="391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40" name="Equation" r:id="rId9" imgW="3911400" imgH="914400" progId="Equation.DSMT4">
                  <p:embed/>
                </p:oleObj>
              </mc:Choice>
              <mc:Fallback>
                <p:oleObj name="Equation" r:id="rId9" imgW="39114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83768" y="2715766"/>
                        <a:ext cx="3911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D58E83CF-1493-4CA2-865C-B850A1F25F58}"/>
              </a:ext>
            </a:extLst>
          </p:cNvPr>
          <p:cNvGrpSpPr/>
          <p:nvPr/>
        </p:nvGrpSpPr>
        <p:grpSpPr>
          <a:xfrm>
            <a:off x="486908" y="3867894"/>
            <a:ext cx="5400600" cy="461665"/>
            <a:chOff x="486908" y="3867894"/>
            <a:chExt cx="5400600" cy="46166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B9CF791-8678-49B1-A542-2A6E310A457C}"/>
                </a:ext>
              </a:extLst>
            </p:cNvPr>
            <p:cNvSpPr/>
            <p:nvPr/>
          </p:nvSpPr>
          <p:spPr>
            <a:xfrm>
              <a:off x="486908" y="3867894"/>
              <a:ext cx="54006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在    上有界，但并不可积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A1C611EC-AE63-47A1-90B9-A147F765F6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0265003"/>
                </p:ext>
              </p:extLst>
            </p:nvPr>
          </p:nvGraphicFramePr>
          <p:xfrm>
            <a:off x="916856" y="3933626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441" name="Equation" r:id="rId11" imgW="558720" imgH="330120" progId="Equation.DSMT4">
                    <p:embed/>
                  </p:oleObj>
                </mc:Choice>
                <mc:Fallback>
                  <p:oleObj name="Equation" r:id="rId11" imgW="558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16856" y="3933626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1650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6">
            <a:extLst>
              <a:ext uri="{FF2B5EF4-FFF2-40B4-BE49-F238E27FC236}">
                <a16:creationId xmlns:a16="http://schemas.microsoft.com/office/drawing/2014/main" id="{1BF578BE-AC7A-47BD-A099-808436AA5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83518"/>
            <a:ext cx="37238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  </a:t>
            </a:r>
            <a:r>
              <a:rPr kumimoji="1" lang="zh-CN" altLang="en-US" sz="2400" b="1" dirty="0">
                <a:latin typeface="+mn-ea"/>
                <a:ea typeface="+mn-ea"/>
              </a:rPr>
              <a:t>可积的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充分条件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 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72E99A7-722A-4098-BA1A-2375F5760396}"/>
              </a:ext>
            </a:extLst>
          </p:cNvPr>
          <p:cNvGrpSpPr/>
          <p:nvPr/>
        </p:nvGrpSpPr>
        <p:grpSpPr>
          <a:xfrm>
            <a:off x="698179" y="1040818"/>
            <a:ext cx="3392844" cy="465905"/>
            <a:chOff x="3861227" y="2066245"/>
            <a:chExt cx="3392844" cy="465905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1D4F301C-7B35-49D5-A216-915522AB8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227" y="207048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3064AE88-C7D2-40B2-B10A-CDCEAE904D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2757521"/>
                </p:ext>
              </p:extLst>
            </p:nvPr>
          </p:nvGraphicFramePr>
          <p:xfrm>
            <a:off x="4281503" y="21503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970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CE750D5B-6166-4E77-B49B-A8FF16D04F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503" y="21503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FB5C630-01E2-4E79-980D-D92C3BB34C98}"/>
                </a:ext>
              </a:extLst>
            </p:cNvPr>
            <p:cNvGrpSpPr/>
            <p:nvPr/>
          </p:nvGrpSpPr>
          <p:grpSpPr>
            <a:xfrm>
              <a:off x="4877323" y="2066245"/>
              <a:ext cx="2376748" cy="461665"/>
              <a:chOff x="1334443" y="1954923"/>
              <a:chExt cx="2376748" cy="362516"/>
            </a:xfrm>
          </p:grpSpPr>
          <p:sp>
            <p:nvSpPr>
              <p:cNvPr id="7" name="Text Box 11">
                <a:extLst>
                  <a:ext uri="{FF2B5EF4-FFF2-40B4-BE49-F238E27FC236}">
                    <a16:creationId xmlns:a16="http://schemas.microsoft.com/office/drawing/2014/main" id="{1F20FC2A-F0F5-4664-AF72-5105D22BB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443" y="1954923"/>
                <a:ext cx="2376748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上</a:t>
                </a:r>
                <a:r>
                  <a:rPr kumimoji="1" lang="zh-CN" altLang="en-US" sz="2400" b="1" dirty="0">
                    <a:solidFill>
                      <a:srgbClr val="0064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连续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8" name="Object 24">
                <a:extLst>
                  <a:ext uri="{FF2B5EF4-FFF2-40B4-BE49-F238E27FC236}">
                    <a16:creationId xmlns:a16="http://schemas.microsoft.com/office/drawing/2014/main" id="{2B85B230-C1E5-4BDD-8363-42B376504F1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7563922"/>
                  </p:ext>
                </p:extLst>
              </p:nvPr>
            </p:nvGraphicFramePr>
            <p:xfrm>
              <a:off x="1749918" y="2011713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3971" name="Equation" r:id="rId5" imgW="647640" imgH="342720" progId="Equation.DSMT4">
                      <p:embed/>
                    </p:oleObj>
                  </mc:Choice>
                  <mc:Fallback>
                    <p:oleObj name="Equation" r:id="rId5" imgW="647640" imgH="342720" progId="Equation.DSMT4">
                      <p:embed/>
                      <p:pic>
                        <p:nvPicPr>
                          <p:cNvPr id="37" name="Object 24">
                            <a:extLst>
                              <a:ext uri="{FF2B5EF4-FFF2-40B4-BE49-F238E27FC236}">
                                <a16:creationId xmlns:a16="http://schemas.microsoft.com/office/drawing/2014/main" id="{F14B810C-FEE0-4379-ABAB-34F53F81B3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9918" y="2011713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2E9AAEA-6392-47CD-8A38-27CE392DD3BE}"/>
              </a:ext>
            </a:extLst>
          </p:cNvPr>
          <p:cNvGrpSpPr/>
          <p:nvPr/>
        </p:nvGrpSpPr>
        <p:grpSpPr>
          <a:xfrm>
            <a:off x="3845152" y="1024389"/>
            <a:ext cx="3313286" cy="465905"/>
            <a:chOff x="3861227" y="2066245"/>
            <a:chExt cx="3313286" cy="465905"/>
          </a:xfrm>
        </p:grpSpPr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44B30124-9103-4AE8-BCA4-1AFAF15F4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227" y="207048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则</a:t>
              </a:r>
            </a:p>
          </p:txBody>
        </p:sp>
        <p:graphicFrame>
          <p:nvGraphicFramePr>
            <p:cNvPr id="11" name="Object 24">
              <a:extLst>
                <a:ext uri="{FF2B5EF4-FFF2-40B4-BE49-F238E27FC236}">
                  <a16:creationId xmlns:a16="http://schemas.microsoft.com/office/drawing/2014/main" id="{58E601F4-DE25-4028-B28F-671DDEE98F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6684249"/>
                </p:ext>
              </p:extLst>
            </p:nvPr>
          </p:nvGraphicFramePr>
          <p:xfrm>
            <a:off x="4274326" y="215087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972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40" name="Object 24">
                          <a:extLst>
                            <a:ext uri="{FF2B5EF4-FFF2-40B4-BE49-F238E27FC236}">
                              <a16:creationId xmlns:a16="http://schemas.microsoft.com/office/drawing/2014/main" id="{BA06AD97-D2E1-479A-8EEB-9418FF1E15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4326" y="2150879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CFA34D0-8A27-42AF-9BD7-2666F706F88E}"/>
                </a:ext>
              </a:extLst>
            </p:cNvPr>
            <p:cNvGrpSpPr/>
            <p:nvPr/>
          </p:nvGrpSpPr>
          <p:grpSpPr>
            <a:xfrm>
              <a:off x="4883209" y="2066245"/>
              <a:ext cx="2291304" cy="461665"/>
              <a:chOff x="1340329" y="1954923"/>
              <a:chExt cx="2291304" cy="362516"/>
            </a:xfrm>
          </p:grpSpPr>
          <p:sp>
            <p:nvSpPr>
              <p:cNvPr id="13" name="Text Box 11">
                <a:extLst>
                  <a:ext uri="{FF2B5EF4-FFF2-40B4-BE49-F238E27FC236}">
                    <a16:creationId xmlns:a16="http://schemas.microsoft.com/office/drawing/2014/main" id="{329C488D-66B2-4D2E-B05A-FD987ADCB6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0329" y="1954923"/>
                <a:ext cx="2291304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上可积</a:t>
                </a:r>
                <a:r>
                  <a:rPr kumimoji="1" lang="en-US" altLang="zh-CN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.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14" name="Object 24">
                <a:extLst>
                  <a:ext uri="{FF2B5EF4-FFF2-40B4-BE49-F238E27FC236}">
                    <a16:creationId xmlns:a16="http://schemas.microsoft.com/office/drawing/2014/main" id="{9B4554DC-FEAC-4CCD-BF9C-3249B91851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2170940"/>
                  </p:ext>
                </p:extLst>
              </p:nvPr>
            </p:nvGraphicFramePr>
            <p:xfrm>
              <a:off x="1755804" y="2011713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3973" name="Equation" r:id="rId9" imgW="647640" imgH="342720" progId="Equation.DSMT4">
                      <p:embed/>
                    </p:oleObj>
                  </mc:Choice>
                  <mc:Fallback>
                    <p:oleObj name="Equation" r:id="rId9" imgW="647640" imgH="342720" progId="Equation.DSMT4">
                      <p:embed/>
                      <p:pic>
                        <p:nvPicPr>
                          <p:cNvPr id="43" name="Object 24">
                            <a:extLst>
                              <a:ext uri="{FF2B5EF4-FFF2-40B4-BE49-F238E27FC236}">
                                <a16:creationId xmlns:a16="http://schemas.microsoft.com/office/drawing/2014/main" id="{D469E21E-981A-41A0-8B49-B28735E57E3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55804" y="2011713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5" name="Text Box 46">
            <a:extLst>
              <a:ext uri="{FF2B5EF4-FFF2-40B4-BE49-F238E27FC236}">
                <a16:creationId xmlns:a16="http://schemas.microsoft.com/office/drawing/2014/main" id="{7F64FEE0-F88C-400D-9190-0950F2243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79" y="1687817"/>
            <a:ext cx="37238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  </a:t>
            </a:r>
            <a:r>
              <a:rPr kumimoji="1" lang="zh-CN" altLang="en-US" sz="2400" b="1" dirty="0">
                <a:latin typeface="+mn-ea"/>
                <a:ea typeface="+mn-ea"/>
              </a:rPr>
              <a:t>可积的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充分条件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  </a:t>
            </a:r>
          </a:p>
        </p:txBody>
      </p:sp>
      <p:sp>
        <p:nvSpPr>
          <p:cNvPr id="16" name="Text Box 27">
            <a:extLst>
              <a:ext uri="{FF2B5EF4-FFF2-40B4-BE49-F238E27FC236}">
                <a16:creationId xmlns:a16="http://schemas.microsoft.com/office/drawing/2014/main" id="{0124AC09-7CEE-4641-879B-106FCC6A0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2340917"/>
            <a:ext cx="36724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且只有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有限个间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断点</a:t>
            </a:r>
            <a:r>
              <a:rPr kumimoji="1" lang="en-US" altLang="zh-CN" sz="2400" b="1" dirty="0">
                <a:latin typeface="+mn-ea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</a:rPr>
              <a:t> 则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D33878A-8BB4-4E3B-9809-B3EC0DD2EC1B}"/>
              </a:ext>
            </a:extLst>
          </p:cNvPr>
          <p:cNvGrpSpPr/>
          <p:nvPr/>
        </p:nvGrpSpPr>
        <p:grpSpPr>
          <a:xfrm>
            <a:off x="698179" y="2352211"/>
            <a:ext cx="3135870" cy="465905"/>
            <a:chOff x="3861227" y="2066245"/>
            <a:chExt cx="3135870" cy="465905"/>
          </a:xfrm>
        </p:grpSpPr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8BE2FA92-58C3-4797-BE22-26028187B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227" y="207048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DEF547DA-2567-4806-9EC9-5DFA51728B0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8099798"/>
                </p:ext>
              </p:extLst>
            </p:nvPr>
          </p:nvGraphicFramePr>
          <p:xfrm>
            <a:off x="4281503" y="21503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974" name="Equation" r:id="rId10" imgW="622080" imgH="342720" progId="Equation.DSMT4">
                    <p:embed/>
                  </p:oleObj>
                </mc:Choice>
                <mc:Fallback>
                  <p:oleObj name="Equation" r:id="rId10" imgW="622080" imgH="342720" progId="Equation.DSMT4">
                    <p:embed/>
                    <p:pic>
                      <p:nvPicPr>
                        <p:cNvPr id="52" name="Object 24">
                          <a:extLst>
                            <a:ext uri="{FF2B5EF4-FFF2-40B4-BE49-F238E27FC236}">
                              <a16:creationId xmlns:a16="http://schemas.microsoft.com/office/drawing/2014/main" id="{0D3A778B-BB2F-4836-824E-A87FCF1571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503" y="21503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F592A04-A4DF-4D82-A397-27DD970B61DC}"/>
                </a:ext>
              </a:extLst>
            </p:cNvPr>
            <p:cNvGrpSpPr/>
            <p:nvPr/>
          </p:nvGrpSpPr>
          <p:grpSpPr>
            <a:xfrm>
              <a:off x="4877323" y="2066245"/>
              <a:ext cx="2119774" cy="461665"/>
              <a:chOff x="1334443" y="1954923"/>
              <a:chExt cx="2119774" cy="362516"/>
            </a:xfrm>
          </p:grpSpPr>
          <p:sp>
            <p:nvSpPr>
              <p:cNvPr id="21" name="Text Box 11">
                <a:extLst>
                  <a:ext uri="{FF2B5EF4-FFF2-40B4-BE49-F238E27FC236}">
                    <a16:creationId xmlns:a16="http://schemas.microsoft.com/office/drawing/2014/main" id="{1C633625-1E5B-428F-8390-20E4D1526A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443" y="1954923"/>
                <a:ext cx="2119774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    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400" b="1" dirty="0">
                    <a:latin typeface="+mn-ea"/>
                    <a:cs typeface="Times New Roman" panose="02020603050405020304" pitchFamily="18" charset="0"/>
                  </a:rPr>
                  <a:t>上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有界，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22" name="Object 24">
                <a:extLst>
                  <a:ext uri="{FF2B5EF4-FFF2-40B4-BE49-F238E27FC236}">
                    <a16:creationId xmlns:a16="http://schemas.microsoft.com/office/drawing/2014/main" id="{C95B7190-5A3F-461A-AFB9-DF7A7928A2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8565059"/>
                  </p:ext>
                </p:extLst>
              </p:nvPr>
            </p:nvGraphicFramePr>
            <p:xfrm>
              <a:off x="1762981" y="2011713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3975" name="Equation" r:id="rId12" imgW="647640" imgH="342720" progId="Equation.DSMT4">
                      <p:embed/>
                    </p:oleObj>
                  </mc:Choice>
                  <mc:Fallback>
                    <p:oleObj name="Equation" r:id="rId12" imgW="647640" imgH="342720" progId="Equation.DSMT4">
                      <p:embed/>
                      <p:pic>
                        <p:nvPicPr>
                          <p:cNvPr id="55" name="Object 24">
                            <a:extLst>
                              <a:ext uri="{FF2B5EF4-FFF2-40B4-BE49-F238E27FC236}">
                                <a16:creationId xmlns:a16="http://schemas.microsoft.com/office/drawing/2014/main" id="{BA71687D-6B3B-4E99-9BF9-A9BD019E14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2981" y="2011713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FF1CBD3-9D68-4817-8142-9CE6AAA293B1}"/>
              </a:ext>
            </a:extLst>
          </p:cNvPr>
          <p:cNvGrpSpPr/>
          <p:nvPr/>
        </p:nvGrpSpPr>
        <p:grpSpPr>
          <a:xfrm>
            <a:off x="683568" y="3068508"/>
            <a:ext cx="2558927" cy="461665"/>
            <a:chOff x="4313515" y="2066245"/>
            <a:chExt cx="2558927" cy="461665"/>
          </a:xfrm>
        </p:grpSpPr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7A5344BA-7569-45BC-B9DB-13DDA7EF47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534022"/>
                </p:ext>
              </p:extLst>
            </p:nvPr>
          </p:nvGraphicFramePr>
          <p:xfrm>
            <a:off x="4313515" y="215087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976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58" name="Object 24">
                          <a:extLst>
                            <a:ext uri="{FF2B5EF4-FFF2-40B4-BE49-F238E27FC236}">
                              <a16:creationId xmlns:a16="http://schemas.microsoft.com/office/drawing/2014/main" id="{3B538432-E789-47D0-9631-E1F2779025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3515" y="2150879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4E698CEB-B4FB-437F-BE38-18985785980C}"/>
                </a:ext>
              </a:extLst>
            </p:cNvPr>
            <p:cNvGrpSpPr/>
            <p:nvPr/>
          </p:nvGrpSpPr>
          <p:grpSpPr>
            <a:xfrm>
              <a:off x="4883209" y="2066245"/>
              <a:ext cx="1989233" cy="461665"/>
              <a:chOff x="1340329" y="1954923"/>
              <a:chExt cx="1989233" cy="362516"/>
            </a:xfrm>
          </p:grpSpPr>
          <p:sp>
            <p:nvSpPr>
              <p:cNvPr id="26" name="Text Box 11">
                <a:extLst>
                  <a:ext uri="{FF2B5EF4-FFF2-40B4-BE49-F238E27FC236}">
                    <a16:creationId xmlns:a16="http://schemas.microsoft.com/office/drawing/2014/main" id="{45D44C44-9061-41E9-BC96-4FDA74554C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0329" y="1954923"/>
                <a:ext cx="1989233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可积</a:t>
                </a:r>
                <a:r>
                  <a:rPr kumimoji="1" lang="en-US" altLang="zh-CN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.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27" name="Object 24">
                <a:extLst>
                  <a:ext uri="{FF2B5EF4-FFF2-40B4-BE49-F238E27FC236}">
                    <a16:creationId xmlns:a16="http://schemas.microsoft.com/office/drawing/2014/main" id="{B4F7D0DE-2B51-49D0-B243-B7FF678A0D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0762779"/>
                  </p:ext>
                </p:extLst>
              </p:nvPr>
            </p:nvGraphicFramePr>
            <p:xfrm>
              <a:off x="1755804" y="2011713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3977" name="Equation" r:id="rId15" imgW="647640" imgH="342720" progId="Equation.DSMT4">
                      <p:embed/>
                    </p:oleObj>
                  </mc:Choice>
                  <mc:Fallback>
                    <p:oleObj name="Equation" r:id="rId15" imgW="647640" imgH="342720" progId="Equation.DSMT4">
                      <p:embed/>
                      <p:pic>
                        <p:nvPicPr>
                          <p:cNvPr id="61" name="Object 24">
                            <a:extLst>
                              <a:ext uri="{FF2B5EF4-FFF2-40B4-BE49-F238E27FC236}">
                                <a16:creationId xmlns:a16="http://schemas.microsoft.com/office/drawing/2014/main" id="{0F9D34F6-5C84-4637-9EDE-51C0A6D33E0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55804" y="2011713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8" name="Text Box 46">
            <a:extLst>
              <a:ext uri="{FF2B5EF4-FFF2-40B4-BE49-F238E27FC236}">
                <a16:creationId xmlns:a16="http://schemas.microsoft.com/office/drawing/2014/main" id="{BD9064DB-D437-4B7C-B006-01A8522C9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0" y="3710442"/>
            <a:ext cx="70421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推论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有限区间上有界的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分段连续函数</a:t>
            </a:r>
            <a:r>
              <a:rPr kumimoji="1" lang="zh-CN" altLang="en-US" sz="2400" b="1" dirty="0">
                <a:latin typeface="+mn-ea"/>
                <a:ea typeface="+mn-ea"/>
              </a:rPr>
              <a:t>黎曼可积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59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46">
            <a:extLst>
              <a:ext uri="{FF2B5EF4-FFF2-40B4-BE49-F238E27FC236}">
                <a16:creationId xmlns:a16="http://schemas.microsoft.com/office/drawing/2014/main" id="{2420E5AC-C5EE-4D4C-8E27-A61BCEFF6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186" y="711766"/>
            <a:ext cx="34598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由定积分的定义，有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58A0329F-4BE1-4DCB-A4A7-A63381697F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626461"/>
              </p:ext>
            </p:extLst>
          </p:nvPr>
        </p:nvGraphicFramePr>
        <p:xfrm>
          <a:off x="4109217" y="2030481"/>
          <a:ext cx="1778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65" name="Equation" r:id="rId4" imgW="1777680" imgH="787320" progId="Equation.DSMT4">
                  <p:embed/>
                </p:oleObj>
              </mc:Choice>
              <mc:Fallback>
                <p:oleObj name="Equation" r:id="rId4" imgW="1777680" imgH="78732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786CA1E6-181B-44FF-8F84-F088C7508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217" y="2030481"/>
                        <a:ext cx="17780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56218D2F-74DD-43F5-97CA-8C9617261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708430"/>
              </p:ext>
            </p:extLst>
          </p:nvPr>
        </p:nvGraphicFramePr>
        <p:xfrm>
          <a:off x="3574204" y="2345542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66" name="Equation" r:id="rId6" imgW="406080" imgH="203040" progId="Equation.DSMT4">
                  <p:embed/>
                </p:oleObj>
              </mc:Choice>
              <mc:Fallback>
                <p:oleObj name="Equation" r:id="rId6" imgW="406080" imgH="20304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A2FE0912-60B7-4942-A1C3-9C9AE5623D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4204" y="2345542"/>
                        <a:ext cx="4064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82DB4D86-F0A1-464B-B842-189F8A09CF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458892"/>
              </p:ext>
            </p:extLst>
          </p:nvPr>
        </p:nvGraphicFramePr>
        <p:xfrm>
          <a:off x="4114069" y="1239473"/>
          <a:ext cx="190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67" name="Equation" r:id="rId8" imgW="1904760" imgH="787320" progId="Equation.DSMT4">
                  <p:embed/>
                </p:oleObj>
              </mc:Choice>
              <mc:Fallback>
                <p:oleObj name="Equation" r:id="rId8" imgW="1904760" imgH="78732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8FD26745-30BD-4366-AFD2-C9B3F71988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069" y="1239473"/>
                        <a:ext cx="19050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CF8042BF-54D9-4224-AD75-9C5F7187C0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257471"/>
              </p:ext>
            </p:extLst>
          </p:nvPr>
        </p:nvGraphicFramePr>
        <p:xfrm>
          <a:off x="3517186" y="1497817"/>
          <a:ext cx="482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68" name="Equation" r:id="rId10" imgW="482400" imgH="266400" progId="Equation.DSMT4">
                  <p:embed/>
                </p:oleObj>
              </mc:Choice>
              <mc:Fallback>
                <p:oleObj name="Equation" r:id="rId10" imgW="482400" imgH="26640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78D59AFB-CAD9-45AC-B27A-8E6CACC2E0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186" y="1497817"/>
                        <a:ext cx="4826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2">
            <a:extLst>
              <a:ext uri="{FF2B5EF4-FFF2-40B4-BE49-F238E27FC236}">
                <a16:creationId xmlns:a16="http://schemas.microsoft.com/office/drawing/2014/main" id="{CD18E376-B8B2-4D7D-A145-255FAB9D5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186" y="1413766"/>
            <a:ext cx="24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曲边梯形的面积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Text Box 12">
            <a:extLst>
              <a:ext uri="{FF2B5EF4-FFF2-40B4-BE49-F238E27FC236}">
                <a16:creationId xmlns:a16="http://schemas.microsoft.com/office/drawing/2014/main" id="{BD8E02CB-30E8-4E40-9946-AEB2806F8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834" y="2194667"/>
            <a:ext cx="24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物体经过的路程</a:t>
            </a:r>
            <a:endParaRPr kumimoji="1"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FE4FB36D-6462-484F-BD81-E0FEBAD57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554561"/>
              </p:ext>
            </p:extLst>
          </p:nvPr>
        </p:nvGraphicFramePr>
        <p:xfrm>
          <a:off x="6053201" y="1359435"/>
          <a:ext cx="1447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69" name="Equation" r:id="rId12" imgW="1447560" imgH="596880" progId="Equation.DSMT4">
                  <p:embed/>
                </p:oleObj>
              </mc:Choice>
              <mc:Fallback>
                <p:oleObj name="Equation" r:id="rId12" imgW="1447560" imgH="596880" progId="Equation.DSMT4">
                  <p:embed/>
                  <p:pic>
                    <p:nvPicPr>
                      <p:cNvPr id="21" name="Object 24">
                        <a:extLst>
                          <a:ext uri="{FF2B5EF4-FFF2-40B4-BE49-F238E27FC236}">
                            <a16:creationId xmlns:a16="http://schemas.microsoft.com/office/drawing/2014/main" id="{82DB4D86-F0A1-464B-B842-189F8A09CF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201" y="1359435"/>
                        <a:ext cx="14478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DFFDFA9C-ED3B-446B-8419-BE2822B17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229747"/>
              </p:ext>
            </p:extLst>
          </p:nvPr>
        </p:nvGraphicFramePr>
        <p:xfrm>
          <a:off x="6053201" y="2106681"/>
          <a:ext cx="1346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70" name="Equation" r:id="rId14" imgW="1346040" imgH="634680" progId="Equation.DSMT4">
                  <p:embed/>
                </p:oleObj>
              </mc:Choice>
              <mc:Fallback>
                <p:oleObj name="Equation" r:id="rId14" imgW="1346040" imgH="6346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FE4FB36D-6462-484F-BD81-E0FEBAD575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201" y="2106681"/>
                        <a:ext cx="13462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884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 autoUpdateAnimBg="0"/>
      <p:bldP spid="2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31">
            <a:extLst>
              <a:ext uri="{FF2B5EF4-FFF2-40B4-BE49-F238E27FC236}">
                <a16:creationId xmlns:a16="http://schemas.microsoft.com/office/drawing/2014/main" id="{9E511103-2BC4-4C7B-8193-B4E87A0FB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854616"/>
              </p:ext>
            </p:extLst>
          </p:nvPr>
        </p:nvGraphicFramePr>
        <p:xfrm>
          <a:off x="4433385" y="182193"/>
          <a:ext cx="104112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79" name="Equation" r:id="rId4" imgW="1041120" imgH="634680" progId="Equation.DSMT4">
                  <p:embed/>
                </p:oleObj>
              </mc:Choice>
              <mc:Fallback>
                <p:oleObj name="Equation" r:id="rId4" imgW="1041120" imgH="634680" progId="Equation.DSMT4">
                  <p:embed/>
                  <p:pic>
                    <p:nvPicPr>
                      <p:cNvPr id="17416" name="Object 31">
                        <a:extLst>
                          <a:ext uri="{FF2B5EF4-FFF2-40B4-BE49-F238E27FC236}">
                            <a16:creationId xmlns:a16="http://schemas.microsoft.com/office/drawing/2014/main" id="{A0E64713-A86F-43E6-BA70-7F1C355BA9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385" y="182193"/>
                        <a:ext cx="104112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2">
            <a:extLst>
              <a:ext uri="{FF2B5EF4-FFF2-40B4-BE49-F238E27FC236}">
                <a16:creationId xmlns:a16="http://schemas.microsoft.com/office/drawing/2014/main" id="{0D333BC6-F880-428B-AC80-C2B6ED9E3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37" y="939708"/>
            <a:ext cx="652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sp>
        <p:nvSpPr>
          <p:cNvPr id="43" name="Text Box 35">
            <a:extLst>
              <a:ext uri="{FF2B5EF4-FFF2-40B4-BE49-F238E27FC236}">
                <a16:creationId xmlns:a16="http://schemas.microsoft.com/office/drawing/2014/main" id="{AF59A830-4C98-48AD-BD5F-75367BA59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288" y="953813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因为</a:t>
            </a:r>
          </a:p>
        </p:txBody>
      </p:sp>
      <p:graphicFrame>
        <p:nvGraphicFramePr>
          <p:cNvPr id="45" name="Object 31">
            <a:extLst>
              <a:ext uri="{FF2B5EF4-FFF2-40B4-BE49-F238E27FC236}">
                <a16:creationId xmlns:a16="http://schemas.microsoft.com/office/drawing/2014/main" id="{43652BC9-D37A-4964-B5BD-B505AB711D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8766"/>
              </p:ext>
            </p:extLst>
          </p:nvPr>
        </p:nvGraphicFramePr>
        <p:xfrm>
          <a:off x="2244792" y="995057"/>
          <a:ext cx="11937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80" name="Equation" r:id="rId6" imgW="1193760" imgH="406080" progId="Equation.DSMT4">
                  <p:embed/>
                </p:oleObj>
              </mc:Choice>
              <mc:Fallback>
                <p:oleObj name="Equation" r:id="rId6" imgW="1193760" imgH="406080" progId="Equation.DSMT4">
                  <p:embed/>
                  <p:pic>
                    <p:nvPicPr>
                      <p:cNvPr id="64" name="Object 31">
                        <a:extLst>
                          <a:ext uri="{FF2B5EF4-FFF2-40B4-BE49-F238E27FC236}">
                            <a16:creationId xmlns:a16="http://schemas.microsoft.com/office/drawing/2014/main" id="{A3E3E701-9F6E-4886-BF3F-3EBD5BE67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792" y="995057"/>
                        <a:ext cx="1193760" cy="406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33">
            <a:extLst>
              <a:ext uri="{FF2B5EF4-FFF2-40B4-BE49-F238E27FC236}">
                <a16:creationId xmlns:a16="http://schemas.microsoft.com/office/drawing/2014/main" id="{7446F337-6BC4-40FD-A6C6-A60E1D181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070" y="1692717"/>
            <a:ext cx="19094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为便于计算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,</a:t>
            </a:r>
            <a:endParaRPr kumimoji="1" lang="zh-CN" altLang="en-US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sp>
        <p:nvSpPr>
          <p:cNvPr id="57" name="Text Box 33">
            <a:extLst>
              <a:ext uri="{FF2B5EF4-FFF2-40B4-BE49-F238E27FC236}">
                <a16:creationId xmlns:a16="http://schemas.microsoft.com/office/drawing/2014/main" id="{DF76489E-A357-4B6F-93DB-605273FF8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164" y="2336369"/>
            <a:ext cx="11860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分点为</a:t>
            </a:r>
          </a:p>
        </p:txBody>
      </p:sp>
      <p:graphicFrame>
        <p:nvGraphicFramePr>
          <p:cNvPr id="58" name="Object 34">
            <a:extLst>
              <a:ext uri="{FF2B5EF4-FFF2-40B4-BE49-F238E27FC236}">
                <a16:creationId xmlns:a16="http://schemas.microsoft.com/office/drawing/2014/main" id="{0A702275-E10F-4B33-8038-4906B64E19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417447"/>
              </p:ext>
            </p:extLst>
          </p:nvPr>
        </p:nvGraphicFramePr>
        <p:xfrm>
          <a:off x="3042639" y="2188243"/>
          <a:ext cx="7874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81" name="Equation" r:id="rId8" imgW="787320" imgH="736560" progId="Equation.DSMT4">
                  <p:embed/>
                </p:oleObj>
              </mc:Choice>
              <mc:Fallback>
                <p:oleObj name="Equation" r:id="rId8" imgW="787320" imgH="736560" progId="Equation.DSMT4">
                  <p:embed/>
                  <p:pic>
                    <p:nvPicPr>
                      <p:cNvPr id="3" name="Object 34">
                        <a:extLst>
                          <a:ext uri="{FF2B5EF4-FFF2-40B4-BE49-F238E27FC236}">
                            <a16:creationId xmlns:a16="http://schemas.microsoft.com/office/drawing/2014/main" id="{58AC1FCA-1AF7-4B87-A27C-75FD2F2CD8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2639" y="2188243"/>
                        <a:ext cx="7874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35">
            <a:extLst>
              <a:ext uri="{FF2B5EF4-FFF2-40B4-BE49-F238E27FC236}">
                <a16:creationId xmlns:a16="http://schemas.microsoft.com/office/drawing/2014/main" id="{4CFEA08A-DE76-4EC5-AB88-DFD74E8C93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979579"/>
              </p:ext>
            </p:extLst>
          </p:nvPr>
        </p:nvGraphicFramePr>
        <p:xfrm>
          <a:off x="3852862" y="2421694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82" name="Equation" r:id="rId10" imgW="1854000" imgH="342720" progId="Equation.DSMT4">
                  <p:embed/>
                </p:oleObj>
              </mc:Choice>
              <mc:Fallback>
                <p:oleObj name="Equation" r:id="rId10" imgW="1854000" imgH="342720" progId="Equation.DSMT4">
                  <p:embed/>
                  <p:pic>
                    <p:nvPicPr>
                      <p:cNvPr id="4" name="Object 35">
                        <a:extLst>
                          <a:ext uri="{FF2B5EF4-FFF2-40B4-BE49-F238E27FC236}">
                            <a16:creationId xmlns:a16="http://schemas.microsoft.com/office/drawing/2014/main" id="{DCD85F48-72EF-47DC-B929-F8B318A067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2" y="2421694"/>
                        <a:ext cx="1854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36">
            <a:extLst>
              <a:ext uri="{FF2B5EF4-FFF2-40B4-BE49-F238E27FC236}">
                <a16:creationId xmlns:a16="http://schemas.microsoft.com/office/drawing/2014/main" id="{202C477F-3F1A-4883-80D1-2E84EF1C4D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023083"/>
              </p:ext>
            </p:extLst>
          </p:nvPr>
        </p:nvGraphicFramePr>
        <p:xfrm>
          <a:off x="1293395" y="2979768"/>
          <a:ext cx="95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83" name="Equation" r:id="rId12" imgW="952200" imgH="736560" progId="Equation.DSMT4">
                  <p:embed/>
                </p:oleObj>
              </mc:Choice>
              <mc:Fallback>
                <p:oleObj name="Equation" r:id="rId12" imgW="952200" imgH="736560" progId="Equation.DSMT4">
                  <p:embed/>
                  <p:pic>
                    <p:nvPicPr>
                      <p:cNvPr id="5" name="Object 36">
                        <a:extLst>
                          <a:ext uri="{FF2B5EF4-FFF2-40B4-BE49-F238E27FC236}">
                            <a16:creationId xmlns:a16="http://schemas.microsoft.com/office/drawing/2014/main" id="{6A82A04E-DB15-4D60-8F6C-A3E62C749D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395" y="2979768"/>
                        <a:ext cx="952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40">
            <a:extLst>
              <a:ext uri="{FF2B5EF4-FFF2-40B4-BE49-F238E27FC236}">
                <a16:creationId xmlns:a16="http://schemas.microsoft.com/office/drawing/2014/main" id="{C813275D-5D4B-42CE-B35F-E5D8701A8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825083"/>
              </p:ext>
            </p:extLst>
          </p:nvPr>
        </p:nvGraphicFramePr>
        <p:xfrm>
          <a:off x="2290737" y="3210670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84" name="Equation" r:id="rId14" imgW="1790640" imgH="342720" progId="Equation.DSMT4">
                  <p:embed/>
                </p:oleObj>
              </mc:Choice>
              <mc:Fallback>
                <p:oleObj name="Equation" r:id="rId14" imgW="1790640" imgH="342720" progId="Equation.DSMT4">
                  <p:embed/>
                  <p:pic>
                    <p:nvPicPr>
                      <p:cNvPr id="9" name="Object 40">
                        <a:extLst>
                          <a:ext uri="{FF2B5EF4-FFF2-40B4-BE49-F238E27FC236}">
                            <a16:creationId xmlns:a16="http://schemas.microsoft.com/office/drawing/2014/main" id="{0DE915D0-35A5-4743-B050-D43C43E3A0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37" y="3210670"/>
                        <a:ext cx="1790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81226E0B-2465-4755-9992-8E038A355A57}"/>
              </a:ext>
            </a:extLst>
          </p:cNvPr>
          <p:cNvGrpSpPr/>
          <p:nvPr/>
        </p:nvGrpSpPr>
        <p:grpSpPr>
          <a:xfrm>
            <a:off x="3442364" y="962416"/>
            <a:ext cx="2263775" cy="461665"/>
            <a:chOff x="3501740" y="1244314"/>
            <a:chExt cx="2263775" cy="461665"/>
          </a:xfrm>
        </p:grpSpPr>
        <p:sp>
          <p:nvSpPr>
            <p:cNvPr id="46" name="Text Box 35">
              <a:extLst>
                <a:ext uri="{FF2B5EF4-FFF2-40B4-BE49-F238E27FC236}">
                  <a16:creationId xmlns:a16="http://schemas.microsoft.com/office/drawing/2014/main" id="{E65CB053-7787-465B-80DA-8348155F6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740" y="1244314"/>
              <a:ext cx="22637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在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上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连续</a:t>
              </a:r>
              <a:r>
                <a:rPr kumimoji="1" lang="en-US" altLang="zh-CN" sz="2400" b="1" dirty="0">
                  <a:latin typeface="宋体" panose="02010600030101010101" pitchFamily="2" charset="-122"/>
                </a:rPr>
                <a:t>,</a:t>
              </a:r>
              <a:r>
                <a:rPr kumimoji="1" lang="zh-CN" altLang="en-US" sz="2400" b="1" dirty="0">
                  <a:latin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54" name="Object 24">
              <a:extLst>
                <a:ext uri="{FF2B5EF4-FFF2-40B4-BE49-F238E27FC236}">
                  <a16:creationId xmlns:a16="http://schemas.microsoft.com/office/drawing/2014/main" id="{523831FF-0805-4099-9DBD-8C107B43FA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8873534"/>
                </p:ext>
              </p:extLst>
            </p:nvPr>
          </p:nvGraphicFramePr>
          <p:xfrm>
            <a:off x="4008405" y="1320478"/>
            <a:ext cx="546100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185" name="Equation" r:id="rId16" imgW="545760" imgH="342720" progId="Equation.DSMT4">
                    <p:embed/>
                  </p:oleObj>
                </mc:Choice>
                <mc:Fallback>
                  <p:oleObj name="Equation" r:id="rId16" imgW="545760" imgH="34272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BE607FE6-C2F0-41E6-A0A3-838B1CF9D8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405" y="1320478"/>
                          <a:ext cx="546100" cy="3413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54E7F5D-0577-43BB-B466-18C91D31C3F1}"/>
              </a:ext>
            </a:extLst>
          </p:cNvPr>
          <p:cNvGrpSpPr/>
          <p:nvPr/>
        </p:nvGrpSpPr>
        <p:grpSpPr>
          <a:xfrm>
            <a:off x="5628684" y="904867"/>
            <a:ext cx="2633298" cy="635000"/>
            <a:chOff x="217654" y="1897063"/>
            <a:chExt cx="2633298" cy="635000"/>
          </a:xfrm>
        </p:grpSpPr>
        <p:sp>
          <p:nvSpPr>
            <p:cNvPr id="44" name="Text Box 35">
              <a:extLst>
                <a:ext uri="{FF2B5EF4-FFF2-40B4-BE49-F238E27FC236}">
                  <a16:creationId xmlns:a16="http://schemas.microsoft.com/office/drawing/2014/main" id="{42E914B5-B536-40F5-8556-04DF69827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654" y="1966069"/>
              <a:ext cx="263329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所以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zh-CN" altLang="en-US" sz="24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r>
                <a:rPr kumimoji="1" lang="en-US" altLang="zh-CN" sz="24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1" lang="zh-CN" altLang="en-US" sz="2400" b="1" dirty="0">
                  <a:solidFill>
                    <a:srgbClr val="0066FF"/>
                  </a:solidFill>
                  <a:latin typeface="宋体" panose="02010600030101010101" pitchFamily="2" charset="-122"/>
                </a:rPr>
                <a:t> </a:t>
              </a:r>
              <a:endParaRPr kumimoji="1" lang="zh-CN" altLang="en-US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53" name="Object 24">
              <a:extLst>
                <a:ext uri="{FF2B5EF4-FFF2-40B4-BE49-F238E27FC236}">
                  <a16:creationId xmlns:a16="http://schemas.microsoft.com/office/drawing/2014/main" id="{2DD2EBF9-DD00-4488-9D6B-99A66ADABE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0977432"/>
                </p:ext>
              </p:extLst>
            </p:nvPr>
          </p:nvGraphicFramePr>
          <p:xfrm>
            <a:off x="946737" y="1897063"/>
            <a:ext cx="9271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186" name="Equation" r:id="rId18" imgW="927000" imgH="634680" progId="Equation.DSMT4">
                    <p:embed/>
                  </p:oleObj>
                </mc:Choice>
                <mc:Fallback>
                  <p:oleObj name="Equation" r:id="rId18" imgW="927000" imgH="634680" progId="Equation.DSMT4">
                    <p:embed/>
                    <p:pic>
                      <p:nvPicPr>
                        <p:cNvPr id="15" name="Object 24">
                          <a:extLst>
                            <a:ext uri="{FF2B5EF4-FFF2-40B4-BE49-F238E27FC236}">
                              <a16:creationId xmlns:a16="http://schemas.microsoft.com/office/drawing/2014/main" id="{F9858652-43D2-48B6-BE20-1D6CBB2592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6737" y="1897063"/>
                          <a:ext cx="9271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Text Box 33">
            <a:extLst>
              <a:ext uri="{FF2B5EF4-FFF2-40B4-BE49-F238E27FC236}">
                <a16:creationId xmlns:a16="http://schemas.microsoft.com/office/drawing/2014/main" id="{6EC3D4F4-7AE5-4FC7-8195-9BFA5C0D7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4665" y="1697444"/>
            <a:ext cx="11324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将区间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E6D3A5C0-9413-4AFA-A97A-07F8EDF49BAD}"/>
              </a:ext>
            </a:extLst>
          </p:cNvPr>
          <p:cNvGrpSpPr/>
          <p:nvPr/>
        </p:nvGrpSpPr>
        <p:grpSpPr>
          <a:xfrm>
            <a:off x="944361" y="2353079"/>
            <a:ext cx="1144711" cy="461665"/>
            <a:chOff x="892975" y="3374253"/>
            <a:chExt cx="1144711" cy="461665"/>
          </a:xfrm>
        </p:grpSpPr>
        <p:sp>
          <p:nvSpPr>
            <p:cNvPr id="97" name="Text Box 33">
              <a:extLst>
                <a:ext uri="{FF2B5EF4-FFF2-40B4-BE49-F238E27FC236}">
                  <a16:creationId xmlns:a16="http://schemas.microsoft.com/office/drawing/2014/main" id="{CA2BEDB7-FA1C-4BB2-AE78-AFD7FEFA4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211" y="3374253"/>
              <a:ext cx="956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等分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,</a:t>
              </a:r>
              <a:endPara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99" name="Object 24">
              <a:extLst>
                <a:ext uri="{FF2B5EF4-FFF2-40B4-BE49-F238E27FC236}">
                  <a16:creationId xmlns:a16="http://schemas.microsoft.com/office/drawing/2014/main" id="{5AFDA43C-2967-4BC0-A90F-4CD65CD04A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222448"/>
                </p:ext>
              </p:extLst>
            </p:nvPr>
          </p:nvGraphicFramePr>
          <p:xfrm>
            <a:off x="892975" y="3536343"/>
            <a:ext cx="190500" cy="201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187" name="Equation" r:id="rId20" imgW="190440" imgH="203040" progId="Equation.DSMT4">
                    <p:embed/>
                  </p:oleObj>
                </mc:Choice>
                <mc:Fallback>
                  <p:oleObj name="Equation" r:id="rId20" imgW="190440" imgH="203040" progId="Equation.DSMT4">
                    <p:embed/>
                    <p:pic>
                      <p:nvPicPr>
                        <p:cNvPr id="66" name="Object 24">
                          <a:extLst>
                            <a:ext uri="{FF2B5EF4-FFF2-40B4-BE49-F238E27FC236}">
                              <a16:creationId xmlns:a16="http://schemas.microsoft.com/office/drawing/2014/main" id="{AF56B7A2-A989-44CA-A1BF-17B85AC2FB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975" y="3536343"/>
                          <a:ext cx="190500" cy="2016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" name="Object 24">
            <a:extLst>
              <a:ext uri="{FF2B5EF4-FFF2-40B4-BE49-F238E27FC236}">
                <a16:creationId xmlns:a16="http://schemas.microsoft.com/office/drawing/2014/main" id="{E2CFAB38-58E4-49C9-8F80-D8AFC6EE33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801196"/>
              </p:ext>
            </p:extLst>
          </p:nvPr>
        </p:nvGraphicFramePr>
        <p:xfrm>
          <a:off x="356879" y="2455412"/>
          <a:ext cx="5461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88" name="Equation" r:id="rId22" imgW="545760" imgH="342720" progId="Equation.DSMT4">
                  <p:embed/>
                </p:oleObj>
              </mc:Choice>
              <mc:Fallback>
                <p:oleObj name="Equation" r:id="rId22" imgW="545760" imgH="342720" progId="Equation.DSMT4">
                  <p:embed/>
                  <p:pic>
                    <p:nvPicPr>
                      <p:cNvPr id="65" name="Object 24">
                        <a:extLst>
                          <a:ext uri="{FF2B5EF4-FFF2-40B4-BE49-F238E27FC236}">
                            <a16:creationId xmlns:a16="http://schemas.microsoft.com/office/drawing/2014/main" id="{872492E1-F355-4CFE-B62D-C48C69F8DC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9" y="2455412"/>
                        <a:ext cx="546100" cy="341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52">
            <a:extLst>
              <a:ext uri="{FF2B5EF4-FFF2-40B4-BE49-F238E27FC236}">
                <a16:creationId xmlns:a16="http://schemas.microsoft.com/office/drawing/2014/main" id="{06012E39-3C89-4A0E-9AE7-51D9ACDBD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955023"/>
              </p:ext>
            </p:extLst>
          </p:nvPr>
        </p:nvGraphicFramePr>
        <p:xfrm>
          <a:off x="1812108" y="3868555"/>
          <a:ext cx="86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89" name="Equation" r:id="rId24" imgW="863280" imgH="596880" progId="Equation.DSMT4">
                  <p:embed/>
                </p:oleObj>
              </mc:Choice>
              <mc:Fallback>
                <p:oleObj name="Equation" r:id="rId24" imgW="863280" imgH="596880" progId="Equation.DSMT4">
                  <p:embed/>
                  <p:pic>
                    <p:nvPicPr>
                      <p:cNvPr id="10" name="Object 52">
                        <a:extLst>
                          <a:ext uri="{FF2B5EF4-FFF2-40B4-BE49-F238E27FC236}">
                            <a16:creationId xmlns:a16="http://schemas.microsoft.com/office/drawing/2014/main" id="{43BAF0A1-AF70-497A-ADC2-12B435E601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108" y="3868555"/>
                        <a:ext cx="863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52">
            <a:extLst>
              <a:ext uri="{FF2B5EF4-FFF2-40B4-BE49-F238E27FC236}">
                <a16:creationId xmlns:a16="http://schemas.microsoft.com/office/drawing/2014/main" id="{2B007DC5-C6AA-44CF-8949-51D428B411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420602"/>
              </p:ext>
            </p:extLst>
          </p:nvPr>
        </p:nvGraphicFramePr>
        <p:xfrm>
          <a:off x="2733464" y="3772577"/>
          <a:ext cx="2146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90" name="Equation" r:id="rId26" imgW="2145960" imgH="787320" progId="Equation.DSMT4">
                  <p:embed/>
                </p:oleObj>
              </mc:Choice>
              <mc:Fallback>
                <p:oleObj name="Equation" r:id="rId26" imgW="2145960" imgH="787320" progId="Equation.DSMT4">
                  <p:embed/>
                  <p:pic>
                    <p:nvPicPr>
                      <p:cNvPr id="14" name="Object 52">
                        <a:extLst>
                          <a:ext uri="{FF2B5EF4-FFF2-40B4-BE49-F238E27FC236}">
                            <a16:creationId xmlns:a16="http://schemas.microsoft.com/office/drawing/2014/main" id="{06980255-50E4-4F14-BE8D-7A82E09FE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464" y="3772577"/>
                        <a:ext cx="2146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52">
            <a:extLst>
              <a:ext uri="{FF2B5EF4-FFF2-40B4-BE49-F238E27FC236}">
                <a16:creationId xmlns:a16="http://schemas.microsoft.com/office/drawing/2014/main" id="{D4197553-791C-4AA8-B237-7873E9791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209343"/>
              </p:ext>
            </p:extLst>
          </p:nvPr>
        </p:nvGraphicFramePr>
        <p:xfrm>
          <a:off x="6060285" y="3785904"/>
          <a:ext cx="93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91" name="Equation" r:id="rId28" imgW="939600" imgH="736560" progId="Equation.DSMT4">
                  <p:embed/>
                </p:oleObj>
              </mc:Choice>
              <mc:Fallback>
                <p:oleObj name="Equation" r:id="rId28" imgW="939600" imgH="736560" progId="Equation.DSMT4">
                  <p:embed/>
                  <p:pic>
                    <p:nvPicPr>
                      <p:cNvPr id="45" name="Object 52">
                        <a:extLst>
                          <a:ext uri="{FF2B5EF4-FFF2-40B4-BE49-F238E27FC236}">
                            <a16:creationId xmlns:a16="http://schemas.microsoft.com/office/drawing/2014/main" id="{3509C45B-119D-48A9-8E56-8CD433879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0285" y="3785904"/>
                        <a:ext cx="939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Text Box 30">
            <a:extLst>
              <a:ext uri="{FF2B5EF4-FFF2-40B4-BE49-F238E27FC236}">
                <a16:creationId xmlns:a16="http://schemas.microsoft.com/office/drawing/2014/main" id="{7FA8E031-F882-446F-88DE-DED979962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95486"/>
            <a:ext cx="434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1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利用定义计算定积分</a:t>
            </a:r>
          </a:p>
        </p:txBody>
      </p:sp>
      <p:graphicFrame>
        <p:nvGraphicFramePr>
          <p:cNvPr id="64" name="Object 52">
            <a:extLst>
              <a:ext uri="{FF2B5EF4-FFF2-40B4-BE49-F238E27FC236}">
                <a16:creationId xmlns:a16="http://schemas.microsoft.com/office/drawing/2014/main" id="{AAF13D40-825E-4630-9797-4227F1FA9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474448"/>
              </p:ext>
            </p:extLst>
          </p:nvPr>
        </p:nvGraphicFramePr>
        <p:xfrm>
          <a:off x="5677718" y="3771088"/>
          <a:ext cx="533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92" name="Equation" r:id="rId30" imgW="533160" imgH="787320" progId="Equation.DSMT4">
                  <p:embed/>
                </p:oleObj>
              </mc:Choice>
              <mc:Fallback>
                <p:oleObj name="Equation" r:id="rId30" imgW="533160" imgH="787320" progId="Equation.DSMT4">
                  <p:embed/>
                  <p:pic>
                    <p:nvPicPr>
                      <p:cNvPr id="103" name="Object 52">
                        <a:extLst>
                          <a:ext uri="{FF2B5EF4-FFF2-40B4-BE49-F238E27FC236}">
                            <a16:creationId xmlns:a16="http://schemas.microsoft.com/office/drawing/2014/main" id="{D4197553-791C-4AA8-B237-7873E9791F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7718" y="3771088"/>
                        <a:ext cx="533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52">
            <a:extLst>
              <a:ext uri="{FF2B5EF4-FFF2-40B4-BE49-F238E27FC236}">
                <a16:creationId xmlns:a16="http://schemas.microsoft.com/office/drawing/2014/main" id="{AB2479DA-52DE-40AD-8574-E04CB19BEA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745500"/>
              </p:ext>
            </p:extLst>
          </p:nvPr>
        </p:nvGraphicFramePr>
        <p:xfrm>
          <a:off x="4945850" y="3970200"/>
          <a:ext cx="685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93" name="Equation" r:id="rId32" imgW="685800" imgH="482400" progId="Equation.DSMT4">
                  <p:embed/>
                </p:oleObj>
              </mc:Choice>
              <mc:Fallback>
                <p:oleObj name="Equation" r:id="rId32" imgW="685800" imgH="482400" progId="Equation.DSMT4">
                  <p:embed/>
                  <p:pic>
                    <p:nvPicPr>
                      <p:cNvPr id="64" name="Object 52">
                        <a:extLst>
                          <a:ext uri="{FF2B5EF4-FFF2-40B4-BE49-F238E27FC236}">
                            <a16:creationId xmlns:a16="http://schemas.microsoft.com/office/drawing/2014/main" id="{AAF13D40-825E-4630-9797-4227F1FA9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850" y="3970200"/>
                        <a:ext cx="685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33">
            <a:extLst>
              <a:ext uri="{FF2B5EF4-FFF2-40B4-BE49-F238E27FC236}">
                <a16:creationId xmlns:a16="http://schemas.microsoft.com/office/drawing/2014/main" id="{D541F115-BA6C-4B99-8179-377C9885D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3761" y="956367"/>
            <a:ext cx="8481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因此</a:t>
            </a:r>
          </a:p>
        </p:txBody>
      </p:sp>
      <p:sp>
        <p:nvSpPr>
          <p:cNvPr id="95" name="Text Box 33">
            <a:extLst>
              <a:ext uri="{FF2B5EF4-FFF2-40B4-BE49-F238E27FC236}">
                <a16:creationId xmlns:a16="http://schemas.microsoft.com/office/drawing/2014/main" id="{16A8ABA2-1312-4B73-87DA-480D8A282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72" y="1686014"/>
            <a:ext cx="35912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积分值与区间的分法及点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E3AF5A52-C5BB-402C-899A-678612156470}"/>
              </a:ext>
            </a:extLst>
          </p:cNvPr>
          <p:cNvGrpSpPr/>
          <p:nvPr/>
        </p:nvGrpSpPr>
        <p:grpSpPr>
          <a:xfrm>
            <a:off x="3722454" y="1690954"/>
            <a:ext cx="2115016" cy="463428"/>
            <a:chOff x="656784" y="1225416"/>
            <a:chExt cx="2115016" cy="463428"/>
          </a:xfrm>
        </p:grpSpPr>
        <p:graphicFrame>
          <p:nvGraphicFramePr>
            <p:cNvPr id="105" name="Object 17">
              <a:extLst>
                <a:ext uri="{FF2B5EF4-FFF2-40B4-BE49-F238E27FC236}">
                  <a16:creationId xmlns:a16="http://schemas.microsoft.com/office/drawing/2014/main" id="{47E16DCD-2527-442D-A9D0-7C07E435A8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2170439"/>
                </p:ext>
              </p:extLst>
            </p:nvPr>
          </p:nvGraphicFramePr>
          <p:xfrm>
            <a:off x="656784" y="1269804"/>
            <a:ext cx="266400" cy="419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194" name="Equation" r:id="rId34" imgW="266400" imgH="419040" progId="Equation.DSMT4">
                    <p:embed/>
                  </p:oleObj>
                </mc:Choice>
                <mc:Fallback>
                  <p:oleObj name="Equation" r:id="rId34" imgW="266400" imgH="419040" progId="Equation.DSMT4">
                    <p:embed/>
                    <p:pic>
                      <p:nvPicPr>
                        <p:cNvPr id="4" name="Object 17">
                          <a:extLst>
                            <a:ext uri="{FF2B5EF4-FFF2-40B4-BE49-F238E27FC236}">
                              <a16:creationId xmlns:a16="http://schemas.microsoft.com/office/drawing/2014/main" id="{687CD88C-604A-4D18-9A9E-9761898C9B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6784" y="1269804"/>
                          <a:ext cx="266400" cy="4190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" name="Text Box 46">
              <a:extLst>
                <a:ext uri="{FF2B5EF4-FFF2-40B4-BE49-F238E27FC236}">
                  <a16:creationId xmlns:a16="http://schemas.microsoft.com/office/drawing/2014/main" id="{939F3F63-605A-468D-8CD5-B2C1A21D8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658" y="1225416"/>
              <a:ext cx="18701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的取法无关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endPara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09" name="Text Box 33">
            <a:extLst>
              <a:ext uri="{FF2B5EF4-FFF2-40B4-BE49-F238E27FC236}">
                <a16:creationId xmlns:a16="http://schemas.microsoft.com/office/drawing/2014/main" id="{08B6117D-ADC5-4996-AED5-9B235569C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9069" y="2324916"/>
            <a:ext cx="1854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每个小区间</a:t>
            </a:r>
          </a:p>
        </p:txBody>
      </p:sp>
      <p:graphicFrame>
        <p:nvGraphicFramePr>
          <p:cNvPr id="110" name="Object 17">
            <a:extLst>
              <a:ext uri="{FF2B5EF4-FFF2-40B4-BE49-F238E27FC236}">
                <a16:creationId xmlns:a16="http://schemas.microsoft.com/office/drawing/2014/main" id="{26835561-C933-4E63-82A9-491350819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810319"/>
              </p:ext>
            </p:extLst>
          </p:nvPr>
        </p:nvGraphicFramePr>
        <p:xfrm>
          <a:off x="7459877" y="2367640"/>
          <a:ext cx="1104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95" name="Equation" r:id="rId36" imgW="1104840" imgH="419040" progId="Equation.DSMT4">
                  <p:embed/>
                </p:oleObj>
              </mc:Choice>
              <mc:Fallback>
                <p:oleObj name="Equation" r:id="rId36" imgW="1104840" imgH="419040" progId="Equation.DSMT4">
                  <p:embed/>
                  <p:pic>
                    <p:nvPicPr>
                      <p:cNvPr id="7" name="Object 17">
                        <a:extLst>
                          <a:ext uri="{FF2B5EF4-FFF2-40B4-BE49-F238E27FC236}">
                            <a16:creationId xmlns:a16="http://schemas.microsoft.com/office/drawing/2014/main" id="{B997F75A-D768-499C-A6CC-5A635DC1E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9877" y="2367640"/>
                        <a:ext cx="1104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Text Box 33">
            <a:extLst>
              <a:ext uri="{FF2B5EF4-FFF2-40B4-BE49-F238E27FC236}">
                <a16:creationId xmlns:a16="http://schemas.microsoft.com/office/drawing/2014/main" id="{B18AB663-6726-4DA5-A459-4E34F161B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9956" y="2317391"/>
            <a:ext cx="614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的</a:t>
            </a:r>
          </a:p>
        </p:txBody>
      </p:sp>
      <p:sp>
        <p:nvSpPr>
          <p:cNvPr id="112" name="Text Box 33">
            <a:extLst>
              <a:ext uri="{FF2B5EF4-FFF2-40B4-BE49-F238E27FC236}">
                <a16:creationId xmlns:a16="http://schemas.microsoft.com/office/drawing/2014/main" id="{561D5D68-B404-4E46-8AE7-0487AEC57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61" y="3099901"/>
            <a:ext cx="11640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的长度</a:t>
            </a:r>
          </a:p>
        </p:txBody>
      </p:sp>
      <p:graphicFrame>
        <p:nvGraphicFramePr>
          <p:cNvPr id="113" name="Object 35">
            <a:extLst>
              <a:ext uri="{FF2B5EF4-FFF2-40B4-BE49-F238E27FC236}">
                <a16:creationId xmlns:a16="http://schemas.microsoft.com/office/drawing/2014/main" id="{E99B8EF9-035B-493E-BFAB-937F3FBFAB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796305"/>
              </p:ext>
            </p:extLst>
          </p:nvPr>
        </p:nvGraphicFramePr>
        <p:xfrm>
          <a:off x="6954221" y="3190826"/>
          <a:ext cx="1270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96" name="Equation" r:id="rId38" imgW="1269720" imgH="342720" progId="Equation.DSMT4">
                  <p:embed/>
                </p:oleObj>
              </mc:Choice>
              <mc:Fallback>
                <p:oleObj name="Equation" r:id="rId38" imgW="1269720" imgH="342720" progId="Equation.DSMT4">
                  <p:embed/>
                  <p:pic>
                    <p:nvPicPr>
                      <p:cNvPr id="59" name="Object 35">
                        <a:extLst>
                          <a:ext uri="{FF2B5EF4-FFF2-40B4-BE49-F238E27FC236}">
                            <a16:creationId xmlns:a16="http://schemas.microsoft.com/office/drawing/2014/main" id="{4CFEA08A-DE76-4EC5-AB88-DFD74E8C9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221" y="3190826"/>
                        <a:ext cx="1270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AB0F159-A4F3-491E-95A8-0B2352D3F7A7}"/>
              </a:ext>
            </a:extLst>
          </p:cNvPr>
          <p:cNvGrpSpPr/>
          <p:nvPr/>
        </p:nvGrpSpPr>
        <p:grpSpPr>
          <a:xfrm>
            <a:off x="4147599" y="2970817"/>
            <a:ext cx="2663704" cy="736600"/>
            <a:chOff x="4167786" y="3252715"/>
            <a:chExt cx="2663704" cy="736600"/>
          </a:xfrm>
        </p:grpSpPr>
        <p:sp>
          <p:nvSpPr>
            <p:cNvPr id="61" name="Text Box 39">
              <a:extLst>
                <a:ext uri="{FF2B5EF4-FFF2-40B4-BE49-F238E27FC236}">
                  <a16:creationId xmlns:a16="http://schemas.microsoft.com/office/drawing/2014/main" id="{E7013874-F968-4879-A253-7B198165D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7786" y="3386608"/>
              <a:ext cx="762000" cy="347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宋体" panose="02010600030101010101" pitchFamily="2" charset="-122"/>
                </a:rPr>
                <a:t>取</a:t>
              </a:r>
            </a:p>
          </p:txBody>
        </p: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A842AEC2-7778-4113-BE76-B4EF5F7F64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9317663"/>
                </p:ext>
              </p:extLst>
            </p:nvPr>
          </p:nvGraphicFramePr>
          <p:xfrm>
            <a:off x="4672490" y="3252715"/>
            <a:ext cx="21590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197" name="Equation" r:id="rId40" imgW="2158920" imgH="736560" progId="Equation.DSMT4">
                    <p:embed/>
                  </p:oleObj>
                </mc:Choice>
                <mc:Fallback>
                  <p:oleObj name="Equation" r:id="rId40" imgW="215892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4672490" y="3252715"/>
                          <a:ext cx="21590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4077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51" grpId="0"/>
      <p:bldP spid="57" grpId="0"/>
      <p:bldP spid="52" grpId="0"/>
      <p:bldP spid="66" grpId="0"/>
      <p:bldP spid="95" grpId="0"/>
      <p:bldP spid="109" grpId="0"/>
      <p:bldP spid="111" grpId="0"/>
      <p:bldP spid="1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52">
            <a:extLst>
              <a:ext uri="{FF2B5EF4-FFF2-40B4-BE49-F238E27FC236}">
                <a16:creationId xmlns:a16="http://schemas.microsoft.com/office/drawing/2014/main" id="{43BAF0A1-AF70-497A-ADC2-12B435E60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739883"/>
              </p:ext>
            </p:extLst>
          </p:nvPr>
        </p:nvGraphicFramePr>
        <p:xfrm>
          <a:off x="1854253" y="1426395"/>
          <a:ext cx="86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1" name="Equation" r:id="rId4" imgW="863280" imgH="596880" progId="Equation.DSMT4">
                  <p:embed/>
                </p:oleObj>
              </mc:Choice>
              <mc:Fallback>
                <p:oleObj name="Equation" r:id="rId4" imgW="863280" imgH="596880" progId="Equation.DSMT4">
                  <p:embed/>
                  <p:pic>
                    <p:nvPicPr>
                      <p:cNvPr id="34" name="Object 52">
                        <a:extLst>
                          <a:ext uri="{FF2B5EF4-FFF2-40B4-BE49-F238E27FC236}">
                            <a16:creationId xmlns:a16="http://schemas.microsoft.com/office/drawing/2014/main" id="{D8AAF71D-9655-4E77-9949-78B8654117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53" y="1426395"/>
                        <a:ext cx="863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2">
            <a:extLst>
              <a:ext uri="{FF2B5EF4-FFF2-40B4-BE49-F238E27FC236}">
                <a16:creationId xmlns:a16="http://schemas.microsoft.com/office/drawing/2014/main" id="{45274985-FE34-4E3F-A4C3-E1687E745E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896984"/>
              </p:ext>
            </p:extLst>
          </p:nvPr>
        </p:nvGraphicFramePr>
        <p:xfrm>
          <a:off x="4897085" y="1337488"/>
          <a:ext cx="167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2" name="Equation" r:id="rId6" imgW="1676160" imgH="787320" progId="Equation.DSMT4">
                  <p:embed/>
                </p:oleObj>
              </mc:Choice>
              <mc:Fallback>
                <p:oleObj name="Equation" r:id="rId6" imgW="1676160" imgH="787320" progId="Equation.DSMT4">
                  <p:embed/>
                  <p:pic>
                    <p:nvPicPr>
                      <p:cNvPr id="14" name="Object 52">
                        <a:extLst>
                          <a:ext uri="{FF2B5EF4-FFF2-40B4-BE49-F238E27FC236}">
                            <a16:creationId xmlns:a16="http://schemas.microsoft.com/office/drawing/2014/main" id="{06980255-50E4-4F14-BE8D-7A82E09FE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085" y="1337488"/>
                        <a:ext cx="1676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2">
            <a:extLst>
              <a:ext uri="{FF2B5EF4-FFF2-40B4-BE49-F238E27FC236}">
                <a16:creationId xmlns:a16="http://schemas.microsoft.com/office/drawing/2014/main" id="{A3386FA1-67E6-4707-A907-C34EEC29B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943205"/>
              </p:ext>
            </p:extLst>
          </p:nvPr>
        </p:nvGraphicFramePr>
        <p:xfrm>
          <a:off x="2798763" y="2232025"/>
          <a:ext cx="320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3" name="Equation" r:id="rId8" imgW="3200400" imgH="736560" progId="Equation.DSMT4">
                  <p:embed/>
                </p:oleObj>
              </mc:Choice>
              <mc:Fallback>
                <p:oleObj name="Equation" r:id="rId8" imgW="3200400" imgH="736560" progId="Equation.DSMT4">
                  <p:embed/>
                  <p:pic>
                    <p:nvPicPr>
                      <p:cNvPr id="15" name="Object 52">
                        <a:extLst>
                          <a:ext uri="{FF2B5EF4-FFF2-40B4-BE49-F238E27FC236}">
                            <a16:creationId xmlns:a16="http://schemas.microsoft.com/office/drawing/2014/main" id="{45274985-FE34-4E3F-A4C3-E1687E745E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2232025"/>
                        <a:ext cx="3200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2">
            <a:extLst>
              <a:ext uri="{FF2B5EF4-FFF2-40B4-BE49-F238E27FC236}">
                <a16:creationId xmlns:a16="http://schemas.microsoft.com/office/drawing/2014/main" id="{89876A98-BCD6-4290-829F-6DA4AF5EA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057091"/>
              </p:ext>
            </p:extLst>
          </p:nvPr>
        </p:nvGraphicFramePr>
        <p:xfrm>
          <a:off x="2816051" y="3214591"/>
          <a:ext cx="257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4" name="Equation" r:id="rId10" imgW="2577960" imgH="736560" progId="Equation.DSMT4">
                  <p:embed/>
                </p:oleObj>
              </mc:Choice>
              <mc:Fallback>
                <p:oleObj name="Equation" r:id="rId10" imgW="2577960" imgH="736560" progId="Equation.DSMT4">
                  <p:embed/>
                  <p:pic>
                    <p:nvPicPr>
                      <p:cNvPr id="16" name="Object 52">
                        <a:extLst>
                          <a:ext uri="{FF2B5EF4-FFF2-40B4-BE49-F238E27FC236}">
                            <a16:creationId xmlns:a16="http://schemas.microsoft.com/office/drawing/2014/main" id="{A3386FA1-67E6-4707-A907-C34EEC29B9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051" y="3214591"/>
                        <a:ext cx="2578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2">
            <a:extLst>
              <a:ext uri="{FF2B5EF4-FFF2-40B4-BE49-F238E27FC236}">
                <a16:creationId xmlns:a16="http://schemas.microsoft.com/office/drawing/2014/main" id="{67D5827A-D771-4AE0-97F1-E01978CF0A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237808"/>
              </p:ext>
            </p:extLst>
          </p:nvPr>
        </p:nvGraphicFramePr>
        <p:xfrm>
          <a:off x="5480347" y="3214591"/>
          <a:ext cx="53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5" name="Equation" r:id="rId12" imgW="533160" imgH="736560" progId="Equation.DSMT4">
                  <p:embed/>
                </p:oleObj>
              </mc:Choice>
              <mc:Fallback>
                <p:oleObj name="Equation" r:id="rId12" imgW="533160" imgH="736560" progId="Equation.DSMT4">
                  <p:embed/>
                  <p:pic>
                    <p:nvPicPr>
                      <p:cNvPr id="17" name="Object 52">
                        <a:extLst>
                          <a:ext uri="{FF2B5EF4-FFF2-40B4-BE49-F238E27FC236}">
                            <a16:creationId xmlns:a16="http://schemas.microsoft.com/office/drawing/2014/main" id="{89876A98-BCD6-4290-829F-6DA4AF5EA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347" y="3214591"/>
                        <a:ext cx="533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3">
            <a:extLst>
              <a:ext uri="{FF2B5EF4-FFF2-40B4-BE49-F238E27FC236}">
                <a16:creationId xmlns:a16="http://schemas.microsoft.com/office/drawing/2014/main" id="{E11727D9-7F06-4651-8E8F-2020F8D9A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139" y="4243724"/>
            <a:ext cx="614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注</a:t>
            </a:r>
          </a:p>
        </p:txBody>
      </p:sp>
      <p:graphicFrame>
        <p:nvGraphicFramePr>
          <p:cNvPr id="9" name="Object 52">
            <a:extLst>
              <a:ext uri="{FF2B5EF4-FFF2-40B4-BE49-F238E27FC236}">
                <a16:creationId xmlns:a16="http://schemas.microsoft.com/office/drawing/2014/main" id="{3EA1C106-34EC-4E66-916C-BB12C44C0C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742911"/>
              </p:ext>
            </p:extLst>
          </p:nvPr>
        </p:nvGraphicFramePr>
        <p:xfrm>
          <a:off x="1500083" y="4160782"/>
          <a:ext cx="429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6" name="Equation" r:id="rId14" imgW="4292280" imgH="736560" progId="Equation.DSMT4">
                  <p:embed/>
                </p:oleObj>
              </mc:Choice>
              <mc:Fallback>
                <p:oleObj name="Equation" r:id="rId14" imgW="4292280" imgH="736560" progId="Equation.DSMT4">
                  <p:embed/>
                  <p:pic>
                    <p:nvPicPr>
                      <p:cNvPr id="16" name="Object 52">
                        <a:extLst>
                          <a:ext uri="{FF2B5EF4-FFF2-40B4-BE49-F238E27FC236}">
                            <a16:creationId xmlns:a16="http://schemas.microsoft.com/office/drawing/2014/main" id="{A3386FA1-67E6-4707-A907-C34EEC29B9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083" y="4160782"/>
                        <a:ext cx="4292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2">
            <a:extLst>
              <a:ext uri="{FF2B5EF4-FFF2-40B4-BE49-F238E27FC236}">
                <a16:creationId xmlns:a16="http://schemas.microsoft.com/office/drawing/2014/main" id="{3509C45B-119D-48A9-8E56-8CD433879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116398"/>
              </p:ext>
            </p:extLst>
          </p:nvPr>
        </p:nvGraphicFramePr>
        <p:xfrm>
          <a:off x="2779194" y="1331145"/>
          <a:ext cx="1993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7" name="Equation" r:id="rId16" imgW="1993680" imgH="787320" progId="Equation.DSMT4">
                  <p:embed/>
                </p:oleObj>
              </mc:Choice>
              <mc:Fallback>
                <p:oleObj name="Equation" r:id="rId16" imgW="1993680" imgH="787320" progId="Equation.DSMT4">
                  <p:embed/>
                  <p:pic>
                    <p:nvPicPr>
                      <p:cNvPr id="14" name="Object 52">
                        <a:extLst>
                          <a:ext uri="{FF2B5EF4-FFF2-40B4-BE49-F238E27FC236}">
                            <a16:creationId xmlns:a16="http://schemas.microsoft.com/office/drawing/2014/main" id="{06980255-50E4-4F14-BE8D-7A82E09FE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194" y="1331145"/>
                        <a:ext cx="1993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30">
            <a:extLst>
              <a:ext uri="{FF2B5EF4-FFF2-40B4-BE49-F238E27FC236}">
                <a16:creationId xmlns:a16="http://schemas.microsoft.com/office/drawing/2014/main" id="{A8000AD8-DCE8-482E-882A-E30A36E79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29602"/>
            <a:ext cx="434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1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利用定义计算定积分</a:t>
            </a:r>
          </a:p>
        </p:txBody>
      </p:sp>
      <p:graphicFrame>
        <p:nvGraphicFramePr>
          <p:cNvPr id="47" name="Object 31">
            <a:extLst>
              <a:ext uri="{FF2B5EF4-FFF2-40B4-BE49-F238E27FC236}">
                <a16:creationId xmlns:a16="http://schemas.microsoft.com/office/drawing/2014/main" id="{A742C1D7-456E-4EE1-B7A2-69064336F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637758"/>
              </p:ext>
            </p:extLst>
          </p:nvPr>
        </p:nvGraphicFramePr>
        <p:xfrm>
          <a:off x="4518211" y="180658"/>
          <a:ext cx="104112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28" name="Equation" r:id="rId18" imgW="1041120" imgH="634680" progId="Equation.DSMT4">
                  <p:embed/>
                </p:oleObj>
              </mc:Choice>
              <mc:Fallback>
                <p:oleObj name="Equation" r:id="rId18" imgW="1041120" imgH="634680" progId="Equation.DSMT4">
                  <p:embed/>
                  <p:pic>
                    <p:nvPicPr>
                      <p:cNvPr id="105" name="Object 31">
                        <a:extLst>
                          <a:ext uri="{FF2B5EF4-FFF2-40B4-BE49-F238E27FC236}">
                            <a16:creationId xmlns:a16="http://schemas.microsoft.com/office/drawing/2014/main" id="{73AFBA78-B967-45FF-9003-AD8BCC39E2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211" y="180658"/>
                        <a:ext cx="104112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2C269C-4EDA-449B-8A8C-6DBAA0FAA63C}"/>
              </a:ext>
            </a:extLst>
          </p:cNvPr>
          <p:cNvCxnSpPr>
            <a:cxnSpLocks/>
          </p:cNvCxnSpPr>
          <p:nvPr/>
        </p:nvCxnSpPr>
        <p:spPr>
          <a:xfrm>
            <a:off x="-12600" y="987574"/>
            <a:ext cx="9144000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0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52">
            <a:extLst>
              <a:ext uri="{FF2B5EF4-FFF2-40B4-BE49-F238E27FC236}">
                <a16:creationId xmlns:a16="http://schemas.microsoft.com/office/drawing/2014/main" id="{43BAF0A1-AF70-497A-ADC2-12B435E60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06471"/>
              </p:ext>
            </p:extLst>
          </p:nvPr>
        </p:nvGraphicFramePr>
        <p:xfrm>
          <a:off x="1464312" y="1152021"/>
          <a:ext cx="825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86" name="Equation" r:id="rId4" imgW="825480" imgH="596880" progId="Equation.DSMT4">
                  <p:embed/>
                </p:oleObj>
              </mc:Choice>
              <mc:Fallback>
                <p:oleObj name="Equation" r:id="rId4" imgW="825480" imgH="596880" progId="Equation.DSMT4">
                  <p:embed/>
                  <p:pic>
                    <p:nvPicPr>
                      <p:cNvPr id="10" name="Object 52">
                        <a:extLst>
                          <a:ext uri="{FF2B5EF4-FFF2-40B4-BE49-F238E27FC236}">
                            <a16:creationId xmlns:a16="http://schemas.microsoft.com/office/drawing/2014/main" id="{43BAF0A1-AF70-497A-ADC2-12B435E601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4312" y="1152021"/>
                        <a:ext cx="825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2">
            <a:extLst>
              <a:ext uri="{FF2B5EF4-FFF2-40B4-BE49-F238E27FC236}">
                <a16:creationId xmlns:a16="http://schemas.microsoft.com/office/drawing/2014/main" id="{A3386FA1-67E6-4707-A907-C34EEC29B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423093"/>
              </p:ext>
            </p:extLst>
          </p:nvPr>
        </p:nvGraphicFramePr>
        <p:xfrm>
          <a:off x="4222892" y="1063625"/>
          <a:ext cx="312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87" name="Equation" r:id="rId6" imgW="3124080" imgH="914400" progId="Equation.DSMT4">
                  <p:embed/>
                </p:oleObj>
              </mc:Choice>
              <mc:Fallback>
                <p:oleObj name="Equation" r:id="rId6" imgW="3124080" imgH="914400" progId="Equation.DSMT4">
                  <p:embed/>
                  <p:pic>
                    <p:nvPicPr>
                      <p:cNvPr id="16" name="Object 52">
                        <a:extLst>
                          <a:ext uri="{FF2B5EF4-FFF2-40B4-BE49-F238E27FC236}">
                            <a16:creationId xmlns:a16="http://schemas.microsoft.com/office/drawing/2014/main" id="{A3386FA1-67E6-4707-A907-C34EEC29B9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892" y="1063625"/>
                        <a:ext cx="3124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2">
            <a:extLst>
              <a:ext uri="{FF2B5EF4-FFF2-40B4-BE49-F238E27FC236}">
                <a16:creationId xmlns:a16="http://schemas.microsoft.com/office/drawing/2014/main" id="{89876A98-BCD6-4290-829F-6DA4AF5EA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336167"/>
              </p:ext>
            </p:extLst>
          </p:nvPr>
        </p:nvGraphicFramePr>
        <p:xfrm>
          <a:off x="2392869" y="1914021"/>
          <a:ext cx="2476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88" name="Equation" r:id="rId8" imgW="2476440" imgH="1168200" progId="Equation.DSMT4">
                  <p:embed/>
                </p:oleObj>
              </mc:Choice>
              <mc:Fallback>
                <p:oleObj name="Equation" r:id="rId8" imgW="2476440" imgH="1168200" progId="Equation.DSMT4">
                  <p:embed/>
                  <p:pic>
                    <p:nvPicPr>
                      <p:cNvPr id="17" name="Object 52">
                        <a:extLst>
                          <a:ext uri="{FF2B5EF4-FFF2-40B4-BE49-F238E27FC236}">
                            <a16:creationId xmlns:a16="http://schemas.microsoft.com/office/drawing/2014/main" id="{89876A98-BCD6-4290-829F-6DA4AF5EA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869" y="1914021"/>
                        <a:ext cx="24765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2">
            <a:extLst>
              <a:ext uri="{FF2B5EF4-FFF2-40B4-BE49-F238E27FC236}">
                <a16:creationId xmlns:a16="http://schemas.microsoft.com/office/drawing/2014/main" id="{3509C45B-119D-48A9-8E56-8CD433879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985664"/>
              </p:ext>
            </p:extLst>
          </p:nvPr>
        </p:nvGraphicFramePr>
        <p:xfrm>
          <a:off x="2375065" y="1037721"/>
          <a:ext cx="167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89" name="Equation" r:id="rId10" imgW="1676160" imgH="825480" progId="Equation.DSMT4">
                  <p:embed/>
                </p:oleObj>
              </mc:Choice>
              <mc:Fallback>
                <p:oleObj name="Equation" r:id="rId10" imgW="1676160" imgH="825480" progId="Equation.DSMT4">
                  <p:embed/>
                  <p:pic>
                    <p:nvPicPr>
                      <p:cNvPr id="45" name="Object 52">
                        <a:extLst>
                          <a:ext uri="{FF2B5EF4-FFF2-40B4-BE49-F238E27FC236}">
                            <a16:creationId xmlns:a16="http://schemas.microsoft.com/office/drawing/2014/main" id="{3509C45B-119D-48A9-8E56-8CD433879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065" y="1037721"/>
                        <a:ext cx="167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30">
            <a:extLst>
              <a:ext uri="{FF2B5EF4-FFF2-40B4-BE49-F238E27FC236}">
                <a16:creationId xmlns:a16="http://schemas.microsoft.com/office/drawing/2014/main" id="{A8000AD8-DCE8-482E-882A-E30A36E79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489" y="477384"/>
            <a:ext cx="434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2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利用定义计算定积分</a:t>
            </a:r>
          </a:p>
        </p:txBody>
      </p:sp>
      <p:graphicFrame>
        <p:nvGraphicFramePr>
          <p:cNvPr id="47" name="Object 31">
            <a:extLst>
              <a:ext uri="{FF2B5EF4-FFF2-40B4-BE49-F238E27FC236}">
                <a16:creationId xmlns:a16="http://schemas.microsoft.com/office/drawing/2014/main" id="{A742C1D7-456E-4EE1-B7A2-69064336F9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007028"/>
              </p:ext>
            </p:extLst>
          </p:nvPr>
        </p:nvGraphicFramePr>
        <p:xfrm>
          <a:off x="4518025" y="428625"/>
          <a:ext cx="1016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90" name="Equation" r:id="rId12" imgW="1015920" imgH="634680" progId="Equation.DSMT4">
                  <p:embed/>
                </p:oleObj>
              </mc:Choice>
              <mc:Fallback>
                <p:oleObj name="Equation" r:id="rId12" imgW="1015920" imgH="634680" progId="Equation.DSMT4">
                  <p:embed/>
                  <p:pic>
                    <p:nvPicPr>
                      <p:cNvPr id="47" name="Object 31">
                        <a:extLst>
                          <a:ext uri="{FF2B5EF4-FFF2-40B4-BE49-F238E27FC236}">
                            <a16:creationId xmlns:a16="http://schemas.microsoft.com/office/drawing/2014/main" id="{A742C1D7-456E-4EE1-B7A2-69064336F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428625"/>
                        <a:ext cx="1016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2">
            <a:extLst>
              <a:ext uri="{FF2B5EF4-FFF2-40B4-BE49-F238E27FC236}">
                <a16:creationId xmlns:a16="http://schemas.microsoft.com/office/drawing/2014/main" id="{5E2F7AFC-500B-4DB4-B997-4AEC8C15B9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910127"/>
              </p:ext>
            </p:extLst>
          </p:nvPr>
        </p:nvGraphicFramePr>
        <p:xfrm>
          <a:off x="4919363" y="1914021"/>
          <a:ext cx="2006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91" name="Equation" r:id="rId14" imgW="2006280" imgH="1168200" progId="Equation.DSMT4">
                  <p:embed/>
                </p:oleObj>
              </mc:Choice>
              <mc:Fallback>
                <p:oleObj name="Equation" r:id="rId14" imgW="2006280" imgH="1168200" progId="Equation.DSMT4">
                  <p:embed/>
                  <p:pic>
                    <p:nvPicPr>
                      <p:cNvPr id="17" name="Object 52">
                        <a:extLst>
                          <a:ext uri="{FF2B5EF4-FFF2-40B4-BE49-F238E27FC236}">
                            <a16:creationId xmlns:a16="http://schemas.microsoft.com/office/drawing/2014/main" id="{89876A98-BCD6-4290-829F-6DA4AF5EA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363" y="1914021"/>
                        <a:ext cx="20066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2">
            <a:extLst>
              <a:ext uri="{FF2B5EF4-FFF2-40B4-BE49-F238E27FC236}">
                <a16:creationId xmlns:a16="http://schemas.microsoft.com/office/drawing/2014/main" id="{4CD0012B-56D2-4963-8D7C-C2621AD584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168668"/>
              </p:ext>
            </p:extLst>
          </p:nvPr>
        </p:nvGraphicFramePr>
        <p:xfrm>
          <a:off x="2375065" y="3060697"/>
          <a:ext cx="20066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92" name="Equation" r:id="rId16" imgW="2006280" imgH="1447560" progId="Equation.DSMT4">
                  <p:embed/>
                </p:oleObj>
              </mc:Choice>
              <mc:Fallback>
                <p:oleObj name="Equation" r:id="rId16" imgW="2006280" imgH="1447560" progId="Equation.DSMT4">
                  <p:embed/>
                  <p:pic>
                    <p:nvPicPr>
                      <p:cNvPr id="14" name="Object 52">
                        <a:extLst>
                          <a:ext uri="{FF2B5EF4-FFF2-40B4-BE49-F238E27FC236}">
                            <a16:creationId xmlns:a16="http://schemas.microsoft.com/office/drawing/2014/main" id="{5E2F7AFC-500B-4DB4-B997-4AEC8C15B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065" y="3060697"/>
                        <a:ext cx="20066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2">
            <a:extLst>
              <a:ext uri="{FF2B5EF4-FFF2-40B4-BE49-F238E27FC236}">
                <a16:creationId xmlns:a16="http://schemas.microsoft.com/office/drawing/2014/main" id="{A7204A08-AF90-43C8-9C0E-651C0732E7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401147"/>
              </p:ext>
            </p:extLst>
          </p:nvPr>
        </p:nvGraphicFramePr>
        <p:xfrm>
          <a:off x="4451989" y="3516059"/>
          <a:ext cx="850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93" name="Equation" r:id="rId18" imgW="850680" imgH="279360" progId="Equation.DSMT4">
                  <p:embed/>
                </p:oleObj>
              </mc:Choice>
              <mc:Fallback>
                <p:oleObj name="Equation" r:id="rId18" imgW="850680" imgH="279360" progId="Equation.DSMT4">
                  <p:embed/>
                  <p:pic>
                    <p:nvPicPr>
                      <p:cNvPr id="19" name="Object 52">
                        <a:extLst>
                          <a:ext uri="{FF2B5EF4-FFF2-40B4-BE49-F238E27FC236}">
                            <a16:creationId xmlns:a16="http://schemas.microsoft.com/office/drawing/2014/main" id="{4CD0012B-56D2-4963-8D7C-C2621AD58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989" y="3516059"/>
                        <a:ext cx="850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2">
            <a:extLst>
              <a:ext uri="{FF2B5EF4-FFF2-40B4-BE49-F238E27FC236}">
                <a16:creationId xmlns:a16="http://schemas.microsoft.com/office/drawing/2014/main" id="{D7BCC371-F065-416B-93A0-54F80A7FF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824" y="1221606"/>
            <a:ext cx="652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159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0">
            <a:extLst>
              <a:ext uri="{FF2B5EF4-FFF2-40B4-BE49-F238E27FC236}">
                <a16:creationId xmlns:a16="http://schemas.microsoft.com/office/drawing/2014/main" id="{55ACDCA1-0B57-42DA-BA57-96E6B7411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488" y="477384"/>
            <a:ext cx="5916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3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利用定积分表示极限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891BFD5-0ECC-4D7E-B87A-557C577E3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438177"/>
              </p:ext>
            </p:extLst>
          </p:nvPr>
        </p:nvGraphicFramePr>
        <p:xfrm>
          <a:off x="1052513" y="1279525"/>
          <a:ext cx="2628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36" name="Equation" r:id="rId3" imgW="2628720" imgH="939600" progId="Equation.DSMT4">
                  <p:embed/>
                </p:oleObj>
              </mc:Choice>
              <mc:Fallback>
                <p:oleObj name="Equation" r:id="rId3" imgW="26287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2513" y="1279525"/>
                        <a:ext cx="26289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3076D96-3DE3-4FAB-B56F-BDC88806E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789392"/>
              </p:ext>
            </p:extLst>
          </p:nvPr>
        </p:nvGraphicFramePr>
        <p:xfrm>
          <a:off x="5148064" y="1356019"/>
          <a:ext cx="240012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37" name="Equation" r:id="rId5" imgW="2400120" imgH="787320" progId="Equation.DSMT4">
                  <p:embed/>
                </p:oleObj>
              </mc:Choice>
              <mc:Fallback>
                <p:oleObj name="Equation" r:id="rId5" imgW="240012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E8C5AC4E-0362-46C4-B955-4B4571B2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064" y="1356019"/>
                        <a:ext cx="2400120" cy="787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10A3DEB-9765-43A5-9824-178D384D41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873396"/>
              </p:ext>
            </p:extLst>
          </p:nvPr>
        </p:nvGraphicFramePr>
        <p:xfrm>
          <a:off x="1115616" y="2715766"/>
          <a:ext cx="488916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38" name="Equation" r:id="rId7" imgW="4889160" imgH="812520" progId="Equation.DSMT4">
                  <p:embed/>
                </p:oleObj>
              </mc:Choice>
              <mc:Fallback>
                <p:oleObj name="Equation" r:id="rId7" imgW="4889160" imgH="812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92FAB78-6BC2-432B-8C41-CA329C678A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5616" y="2715766"/>
                        <a:ext cx="4889160" cy="812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8762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8601119A-DE93-4018-8C4B-BA0CF773B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65" y="667879"/>
            <a:ext cx="652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7B5B902-A0F9-45A4-949A-5825897119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847473"/>
              </p:ext>
            </p:extLst>
          </p:nvPr>
        </p:nvGraphicFramePr>
        <p:xfrm>
          <a:off x="1412875" y="482600"/>
          <a:ext cx="2514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58" name="Equation" r:id="rId3" imgW="2514600" imgH="939600" progId="Equation.DSMT4">
                  <p:embed/>
                </p:oleObj>
              </mc:Choice>
              <mc:Fallback>
                <p:oleObj name="Equation" r:id="rId3" imgW="2514600" imgH="939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E309D97-9138-4393-AE23-029B9930EC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2875" y="482600"/>
                        <a:ext cx="25146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A611C63-1482-4354-9647-DD2228BE04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010493"/>
              </p:ext>
            </p:extLst>
          </p:nvPr>
        </p:nvGraphicFramePr>
        <p:xfrm>
          <a:off x="3992485" y="600262"/>
          <a:ext cx="1600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59" name="Equation" r:id="rId5" imgW="1600200" imgH="596880" progId="Equation.DSMT4">
                  <p:embed/>
                </p:oleObj>
              </mc:Choice>
              <mc:Fallback>
                <p:oleObj name="Equation" r:id="rId5" imgW="160020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15A842D-EC9C-4833-AC20-BF23102601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2485" y="600262"/>
                        <a:ext cx="1600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899B61-2697-474E-94F7-FEF031EAC6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489735"/>
              </p:ext>
            </p:extLst>
          </p:nvPr>
        </p:nvGraphicFramePr>
        <p:xfrm>
          <a:off x="1465965" y="1739356"/>
          <a:ext cx="23225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60" name="Equation" r:id="rId7" imgW="2323800" imgH="787320" progId="Equation.DSMT4">
                  <p:embed/>
                </p:oleObj>
              </mc:Choice>
              <mc:Fallback>
                <p:oleObj name="Equation" r:id="rId7" imgW="232380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3E9927E-5AC3-4940-91B1-77D56BDF2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5965" y="1739356"/>
                        <a:ext cx="2322512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B262C35-8B35-4BBE-82D4-A07F15D933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263309"/>
              </p:ext>
            </p:extLst>
          </p:nvPr>
        </p:nvGraphicFramePr>
        <p:xfrm>
          <a:off x="3872184" y="1873727"/>
          <a:ext cx="1574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61" name="Equation" r:id="rId9" imgW="1574640" imgH="596880" progId="Equation.DSMT4">
                  <p:embed/>
                </p:oleObj>
              </mc:Choice>
              <mc:Fallback>
                <p:oleObj name="Equation" r:id="rId9" imgW="1574640" imgH="596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D508FFA-4105-4EC1-80B9-61F65B7C4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72184" y="1873727"/>
                        <a:ext cx="1574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2">
            <a:extLst>
              <a:ext uri="{FF2B5EF4-FFF2-40B4-BE49-F238E27FC236}">
                <a16:creationId xmlns:a16="http://schemas.microsoft.com/office/drawing/2014/main" id="{34A76DC8-8731-4548-A628-C632EF91C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1951560"/>
            <a:ext cx="652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或</a:t>
            </a:r>
            <a:endParaRPr kumimoji="1" lang="en-US" altLang="zh-CN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F740A6A-4D50-4B94-9FE4-511690892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739634"/>
              </p:ext>
            </p:extLst>
          </p:nvPr>
        </p:nvGraphicFramePr>
        <p:xfrm>
          <a:off x="1346427" y="2944884"/>
          <a:ext cx="44799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62" name="Equation" r:id="rId11" imgW="4483080" imgH="787320" progId="Equation.DSMT4">
                  <p:embed/>
                </p:oleObj>
              </mc:Choice>
              <mc:Fallback>
                <p:oleObj name="Equation" r:id="rId11" imgW="4483080" imgH="7873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632866C-6F8B-45F4-A4DD-28969F116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46427" y="2944884"/>
                        <a:ext cx="4479925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EFEC8B3-0D86-4012-AA44-0DF4A5F34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64656"/>
              </p:ext>
            </p:extLst>
          </p:nvPr>
        </p:nvGraphicFramePr>
        <p:xfrm>
          <a:off x="5890653" y="2961107"/>
          <a:ext cx="1700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63" name="Equation" r:id="rId13" imgW="1701720" imgH="736560" progId="Equation.DSMT4">
                  <p:embed/>
                </p:oleObj>
              </mc:Choice>
              <mc:Fallback>
                <p:oleObj name="Equation" r:id="rId13" imgW="170172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B44151E-9E6C-4BD4-A0B7-B3B7AD1839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90653" y="2961107"/>
                        <a:ext cx="1700212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905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E8DB0E0-3116-43FE-855A-1E216BE2D7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537136"/>
              </p:ext>
            </p:extLst>
          </p:nvPr>
        </p:nvGraphicFramePr>
        <p:xfrm>
          <a:off x="1043608" y="483518"/>
          <a:ext cx="488916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33" name="Equation" r:id="rId3" imgW="4889160" imgH="812520" progId="Equation.DSMT4">
                  <p:embed/>
                </p:oleObj>
              </mc:Choice>
              <mc:Fallback>
                <p:oleObj name="Equation" r:id="rId3" imgW="4889160" imgH="8125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10A3DEB-9765-43A5-9824-178D384D41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483518"/>
                        <a:ext cx="4889160" cy="812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7833897-D152-4E89-A803-7311639FB4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042704"/>
              </p:ext>
            </p:extLst>
          </p:nvPr>
        </p:nvGraphicFramePr>
        <p:xfrm>
          <a:off x="1102263" y="1296038"/>
          <a:ext cx="56007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34" name="Equation" r:id="rId5" imgW="5600520" imgH="1777680" progId="Equation.DSMT4">
                  <p:embed/>
                </p:oleObj>
              </mc:Choice>
              <mc:Fallback>
                <p:oleObj name="Equation" r:id="rId5" imgW="5600520" imgH="1777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E8DB0E0-3116-43FE-855A-1E216BE2D7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02263" y="1296038"/>
                        <a:ext cx="5600700" cy="177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449F5D6-F2CD-4426-AB60-C69DE38F6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760338"/>
              </p:ext>
            </p:extLst>
          </p:nvPr>
        </p:nvGraphicFramePr>
        <p:xfrm>
          <a:off x="1087888" y="3237086"/>
          <a:ext cx="24003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35" name="Equation" r:id="rId7" imgW="2400120" imgH="1117440" progId="Equation.DSMT4">
                  <p:embed/>
                </p:oleObj>
              </mc:Choice>
              <mc:Fallback>
                <p:oleObj name="Equation" r:id="rId7" imgW="2400120" imgH="11174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17833897-D152-4E89-A803-7311639FB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87888" y="3237086"/>
                        <a:ext cx="24003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180A84E-0603-4742-B802-03E565A13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673072"/>
              </p:ext>
            </p:extLst>
          </p:nvPr>
        </p:nvGraphicFramePr>
        <p:xfrm>
          <a:off x="3488188" y="3237086"/>
          <a:ext cx="165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36" name="Equation" r:id="rId9" imgW="1650960" imgH="736560" progId="Equation.DSMT4">
                  <p:embed/>
                </p:oleObj>
              </mc:Choice>
              <mc:Fallback>
                <p:oleObj name="Equation" r:id="rId9" imgW="165096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449F5D6-F2CD-4426-AB60-C69DE38F6B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88188" y="3237086"/>
                        <a:ext cx="1651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824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6">
            <a:extLst>
              <a:ext uri="{FF2B5EF4-FFF2-40B4-BE49-F238E27FC236}">
                <a16:creationId xmlns:a16="http://schemas.microsoft.com/office/drawing/2014/main" id="{3FD8AAC8-4B19-4693-AAAD-6D95B05A9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785" y="483518"/>
            <a:ext cx="45804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三、定积分的几何意义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20EAC379-ED22-4857-BBB1-74C75065E0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198955"/>
              </p:ext>
            </p:extLst>
          </p:nvPr>
        </p:nvGraphicFramePr>
        <p:xfrm>
          <a:off x="441325" y="1072654"/>
          <a:ext cx="3073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38" name="Equation" r:id="rId4" imgW="3073320" imgH="634680" progId="Equation.DSMT4">
                  <p:embed/>
                </p:oleObj>
              </mc:Choice>
              <mc:Fallback>
                <p:oleObj name="Equation" r:id="rId4" imgW="3073320" imgH="6346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86FDE9B-DF80-4572-8243-D9329435F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1072654"/>
                        <a:ext cx="30734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3921D608-0551-4EE4-A491-845D31A46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1733338"/>
            <a:ext cx="25617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宋体" panose="02010600030101010101" pitchFamily="2" charset="-122"/>
              </a:rPr>
              <a:t>--</a:t>
            </a: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曲边梯形面积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28CAE7E-4CCE-4C8C-A386-805EBC8C5F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33173"/>
              </p:ext>
            </p:extLst>
          </p:nvPr>
        </p:nvGraphicFramePr>
        <p:xfrm>
          <a:off x="395536" y="2357438"/>
          <a:ext cx="1346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39" name="Equation" r:id="rId6" imgW="1346040" imgH="342720" progId="Equation.DSMT4">
                  <p:embed/>
                </p:oleObj>
              </mc:Choice>
              <mc:Fallback>
                <p:oleObj name="Equation" r:id="rId6" imgW="1346040" imgH="3427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BCE62A2-FA72-4AE2-AEA4-6C5D033D18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357438"/>
                        <a:ext cx="1346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9">
            <a:extLst>
              <a:ext uri="{FF2B5EF4-FFF2-40B4-BE49-F238E27FC236}">
                <a16:creationId xmlns:a16="http://schemas.microsoft.com/office/drawing/2014/main" id="{D6046EFB-9860-443C-B2ED-10763CADEB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973528"/>
              </p:ext>
            </p:extLst>
          </p:nvPr>
        </p:nvGraphicFramePr>
        <p:xfrm>
          <a:off x="3114675" y="2355850"/>
          <a:ext cx="660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40" name="Equation" r:id="rId8" imgW="660240" imgH="266400" progId="Equation.DSMT4">
                  <p:embed/>
                </p:oleObj>
              </mc:Choice>
              <mc:Fallback>
                <p:oleObj name="Equation" r:id="rId8" imgW="660240" imgH="26640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24629705-AF11-4BCE-B074-FBB1992B37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2355850"/>
                        <a:ext cx="6604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FA513B27-3AF0-4937-B23B-3AE0E65B2E7F}"/>
              </a:ext>
            </a:extLst>
          </p:cNvPr>
          <p:cNvGrpSpPr/>
          <p:nvPr/>
        </p:nvGrpSpPr>
        <p:grpSpPr>
          <a:xfrm>
            <a:off x="3851920" y="1111214"/>
            <a:ext cx="2687503" cy="1644686"/>
            <a:chOff x="3851920" y="1200114"/>
            <a:chExt cx="2687503" cy="1644686"/>
          </a:xfrm>
        </p:grpSpPr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5B6F4CBC-EF36-4DB7-A597-9E7239A7E73F}"/>
                </a:ext>
              </a:extLst>
            </p:cNvPr>
            <p:cNvSpPr/>
            <p:nvPr/>
          </p:nvSpPr>
          <p:spPr>
            <a:xfrm>
              <a:off x="4421353" y="1475874"/>
              <a:ext cx="1606078" cy="1086039"/>
            </a:xfrm>
            <a:custGeom>
              <a:avLst/>
              <a:gdLst>
                <a:gd name="connsiteX0" fmla="*/ 13381 w 2462189"/>
                <a:gd name="connsiteY0" fmla="*/ 856414 h 1654841"/>
                <a:gd name="connsiteX1" fmla="*/ 321155 w 2462189"/>
                <a:gd name="connsiteY1" fmla="*/ 637850 h 1654841"/>
                <a:gd name="connsiteX2" fmla="*/ 557561 w 2462189"/>
                <a:gd name="connsiteY2" fmla="*/ 548640 h 1654841"/>
                <a:gd name="connsiteX3" fmla="*/ 771664 w 2462189"/>
                <a:gd name="connsiteY3" fmla="*/ 539720 h 1654841"/>
                <a:gd name="connsiteX4" fmla="*/ 1262318 w 2462189"/>
                <a:gd name="connsiteY4" fmla="*/ 620008 h 1654841"/>
                <a:gd name="connsiteX5" fmla="*/ 1471961 w 2462189"/>
                <a:gd name="connsiteY5" fmla="*/ 615548 h 1654841"/>
                <a:gd name="connsiteX6" fmla="*/ 1708367 w 2462189"/>
                <a:gd name="connsiteY6" fmla="*/ 517417 h 1654841"/>
                <a:gd name="connsiteX7" fmla="*/ 2114271 w 2462189"/>
                <a:gd name="connsiteY7" fmla="*/ 258709 h 1654841"/>
                <a:gd name="connsiteX8" fmla="*/ 2462189 w 2462189"/>
                <a:gd name="connsiteY8" fmla="*/ 0 h 1654841"/>
                <a:gd name="connsiteX9" fmla="*/ 2439887 w 2462189"/>
                <a:gd name="connsiteY9" fmla="*/ 1654841 h 1654841"/>
                <a:gd name="connsiteX10" fmla="*/ 0 w 2462189"/>
                <a:gd name="connsiteY10" fmla="*/ 1654841 h 1654841"/>
                <a:gd name="connsiteX11" fmla="*/ 13381 w 2462189"/>
                <a:gd name="connsiteY11" fmla="*/ 856414 h 1654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62189" h="1654841">
                  <a:moveTo>
                    <a:pt x="13381" y="856414"/>
                  </a:moveTo>
                  <a:lnTo>
                    <a:pt x="321155" y="637850"/>
                  </a:lnTo>
                  <a:lnTo>
                    <a:pt x="557561" y="548640"/>
                  </a:lnTo>
                  <a:lnTo>
                    <a:pt x="771664" y="539720"/>
                  </a:lnTo>
                  <a:lnTo>
                    <a:pt x="1262318" y="620008"/>
                  </a:lnTo>
                  <a:lnTo>
                    <a:pt x="1471961" y="615548"/>
                  </a:lnTo>
                  <a:lnTo>
                    <a:pt x="1708367" y="517417"/>
                  </a:lnTo>
                  <a:lnTo>
                    <a:pt x="2114271" y="258709"/>
                  </a:lnTo>
                  <a:lnTo>
                    <a:pt x="2462189" y="0"/>
                  </a:lnTo>
                  <a:lnTo>
                    <a:pt x="2439887" y="1654841"/>
                  </a:lnTo>
                  <a:lnTo>
                    <a:pt x="0" y="1654841"/>
                  </a:lnTo>
                  <a:lnTo>
                    <a:pt x="13381" y="856414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7674913C-4C95-4749-A4C3-8E03842358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4825" y="2576513"/>
              <a:ext cx="1760538" cy="268287"/>
              <a:chOff x="6188918" y="5321623"/>
              <a:chExt cx="1760537" cy="268287"/>
            </a:xfrm>
          </p:grpSpPr>
          <p:graphicFrame>
            <p:nvGraphicFramePr>
              <p:cNvPr id="65" name="Object 24">
                <a:extLst>
                  <a:ext uri="{FF2B5EF4-FFF2-40B4-BE49-F238E27FC236}">
                    <a16:creationId xmlns:a16="http://schemas.microsoft.com/office/drawing/2014/main" id="{9EFD4A8B-631D-45F8-A4C5-1E23E392761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8409657"/>
                  </p:ext>
                </p:extLst>
              </p:nvPr>
            </p:nvGraphicFramePr>
            <p:xfrm>
              <a:off x="6188918" y="5321623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41" name="Equation" r:id="rId10" imgW="177480" imgH="190440" progId="Equation.DSMT4">
                      <p:embed/>
                    </p:oleObj>
                  </mc:Choice>
                  <mc:Fallback>
                    <p:oleObj name="Equation" r:id="rId10" imgW="177480" imgH="190440" progId="Equation.DSMT4">
                      <p:embed/>
                      <p:pic>
                        <p:nvPicPr>
                          <p:cNvPr id="33" name="Object 24">
                            <a:extLst>
                              <a:ext uri="{FF2B5EF4-FFF2-40B4-BE49-F238E27FC236}">
                                <a16:creationId xmlns:a16="http://schemas.microsoft.com/office/drawing/2014/main" id="{EE9959E1-414E-456F-BE6F-58FB756818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88918" y="5321623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Object 25">
                <a:extLst>
                  <a:ext uri="{FF2B5EF4-FFF2-40B4-BE49-F238E27FC236}">
                    <a16:creationId xmlns:a16="http://schemas.microsoft.com/office/drawing/2014/main" id="{DF4CE80A-4634-4014-8C57-CB2BA06F31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7503076"/>
                  </p:ext>
                </p:extLst>
              </p:nvPr>
            </p:nvGraphicFramePr>
            <p:xfrm>
              <a:off x="7784355" y="5335910"/>
              <a:ext cx="165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42" name="Equation" r:id="rId12" imgW="164880" imgH="253800" progId="Equation.DSMT4">
                      <p:embed/>
                    </p:oleObj>
                  </mc:Choice>
                  <mc:Fallback>
                    <p:oleObj name="Equation" r:id="rId12" imgW="164880" imgH="253800" progId="Equation.DSMT4">
                      <p:embed/>
                      <p:pic>
                        <p:nvPicPr>
                          <p:cNvPr id="34" name="Object 25">
                            <a:extLst>
                              <a:ext uri="{FF2B5EF4-FFF2-40B4-BE49-F238E27FC236}">
                                <a16:creationId xmlns:a16="http://schemas.microsoft.com/office/drawing/2014/main" id="{F29168DA-92AA-457C-80C8-9984A8B246F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84355" y="5335910"/>
                            <a:ext cx="165100" cy="254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69E07708-15D1-489A-94D5-8274E51E87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1920" y="1200114"/>
              <a:ext cx="2687503" cy="1607895"/>
              <a:chOff x="5721918" y="3674588"/>
              <a:chExt cx="3053283" cy="1916299"/>
            </a:xfrm>
          </p:grpSpPr>
          <p:graphicFrame>
            <p:nvGraphicFramePr>
              <p:cNvPr id="68" name="Object 21">
                <a:extLst>
                  <a:ext uri="{FF2B5EF4-FFF2-40B4-BE49-F238E27FC236}">
                    <a16:creationId xmlns:a16="http://schemas.microsoft.com/office/drawing/2014/main" id="{060A9A97-7E58-41BD-97A5-A22316D19F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64512272"/>
                  </p:ext>
                </p:extLst>
              </p:nvPr>
            </p:nvGraphicFramePr>
            <p:xfrm>
              <a:off x="8573565" y="5363919"/>
              <a:ext cx="201636" cy="2269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43" name="Equation" r:id="rId14" imgW="177480" imgH="190440" progId="Equation.DSMT4">
                      <p:embed/>
                    </p:oleObj>
                  </mc:Choice>
                  <mc:Fallback>
                    <p:oleObj name="Equation" r:id="rId14" imgW="177480" imgH="190440" progId="Equation.DSMT4">
                      <p:embed/>
                      <p:pic>
                        <p:nvPicPr>
                          <p:cNvPr id="36" name="Object 21">
                            <a:extLst>
                              <a:ext uri="{FF2B5EF4-FFF2-40B4-BE49-F238E27FC236}">
                                <a16:creationId xmlns:a16="http://schemas.microsoft.com/office/drawing/2014/main" id="{3FA62377-E3AD-4290-BE91-E8B87308F0D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73565" y="5363919"/>
                            <a:ext cx="201636" cy="2269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9" name="Line 22">
                <a:extLst>
                  <a:ext uri="{FF2B5EF4-FFF2-40B4-BE49-F238E27FC236}">
                    <a16:creationId xmlns:a16="http://schemas.microsoft.com/office/drawing/2014/main" id="{048E2934-5EED-4750-BC47-248EEAA86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70633" y="5294313"/>
                <a:ext cx="297820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23">
                <a:extLst>
                  <a:ext uri="{FF2B5EF4-FFF2-40B4-BE49-F238E27FC236}">
                    <a16:creationId xmlns:a16="http://schemas.microsoft.com/office/drawing/2014/main" id="{E8E42667-1FCC-4C28-AC0C-D1F2383FC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12532" y="3674588"/>
                <a:ext cx="0" cy="18703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1" name="Object 26">
                <a:extLst>
                  <a:ext uri="{FF2B5EF4-FFF2-40B4-BE49-F238E27FC236}">
                    <a16:creationId xmlns:a16="http://schemas.microsoft.com/office/drawing/2014/main" id="{1E25010A-8D19-40AB-8089-066693C752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13937389"/>
                  </p:ext>
                </p:extLst>
              </p:nvPr>
            </p:nvGraphicFramePr>
            <p:xfrm>
              <a:off x="5756111" y="3687900"/>
              <a:ext cx="216360" cy="287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44" name="Equation" r:id="rId16" imgW="190440" imgH="241200" progId="Equation.DSMT4">
                      <p:embed/>
                    </p:oleObj>
                  </mc:Choice>
                  <mc:Fallback>
                    <p:oleObj name="Equation" r:id="rId16" imgW="190440" imgH="241200" progId="Equation.DSMT4">
                      <p:embed/>
                      <p:pic>
                        <p:nvPicPr>
                          <p:cNvPr id="39" name="Object 26">
                            <a:extLst>
                              <a:ext uri="{FF2B5EF4-FFF2-40B4-BE49-F238E27FC236}">
                                <a16:creationId xmlns:a16="http://schemas.microsoft.com/office/drawing/2014/main" id="{DB48E9E8-828F-439B-A01D-CD9E10AF12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56111" y="3687900"/>
                            <a:ext cx="216360" cy="287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Object 27">
                <a:extLst>
                  <a:ext uri="{FF2B5EF4-FFF2-40B4-BE49-F238E27FC236}">
                    <a16:creationId xmlns:a16="http://schemas.microsoft.com/office/drawing/2014/main" id="{790CD502-0EF6-4202-BA02-0475EB420DD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1754152"/>
                  </p:ext>
                </p:extLst>
              </p:nvPr>
            </p:nvGraphicFramePr>
            <p:xfrm>
              <a:off x="5721918" y="5342072"/>
              <a:ext cx="185447" cy="2246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45" name="Equation" r:id="rId18" imgW="164880" imgH="190440" progId="Equation.DSMT4">
                      <p:embed/>
                    </p:oleObj>
                  </mc:Choice>
                  <mc:Fallback>
                    <p:oleObj name="Equation" r:id="rId18" imgW="164880" imgH="190440" progId="Equation.DSMT4">
                      <p:embed/>
                      <p:pic>
                        <p:nvPicPr>
                          <p:cNvPr id="40" name="Object 27">
                            <a:extLst>
                              <a:ext uri="{FF2B5EF4-FFF2-40B4-BE49-F238E27FC236}">
                                <a16:creationId xmlns:a16="http://schemas.microsoft.com/office/drawing/2014/main" id="{D092BD46-064C-47A2-A364-D23DD7DDF32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21918" y="5342072"/>
                            <a:ext cx="185447" cy="2246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E0C2300A-8859-494C-8942-5B6D0E5E7D4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15885" y="1475874"/>
              <a:ext cx="0" cy="1080000"/>
            </a:xfrm>
            <a:prstGeom prst="line">
              <a:avLst/>
            </a:prstGeom>
            <a:noFill/>
            <a:ln w="19050" algn="ctr">
              <a:solidFill>
                <a:srgbClr val="0064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557CEF8C-3A52-4806-B4AD-F88469E7DC5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09964" y="2549807"/>
              <a:ext cx="1612800" cy="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76" name="Object 24">
              <a:extLst>
                <a:ext uri="{FF2B5EF4-FFF2-40B4-BE49-F238E27FC236}">
                  <a16:creationId xmlns:a16="http://schemas.microsoft.com/office/drawing/2014/main" id="{C8A10449-E712-4B1D-94FC-BFF1A0CB33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6385100"/>
                </p:ext>
              </p:extLst>
            </p:nvPr>
          </p:nvGraphicFramePr>
          <p:xfrm>
            <a:off x="4584542" y="1362107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46" name="Equation" r:id="rId20" imgW="1104840" imgH="342720" progId="Equation.DSMT4">
                    <p:embed/>
                  </p:oleObj>
                </mc:Choice>
                <mc:Fallback>
                  <p:oleObj name="Equation" r:id="rId20" imgW="1104840" imgH="342720" progId="Equation.DSMT4">
                    <p:embed/>
                    <p:pic>
                      <p:nvPicPr>
                        <p:cNvPr id="44" name="Object 24">
                          <a:extLst>
                            <a:ext uri="{FF2B5EF4-FFF2-40B4-BE49-F238E27FC236}">
                              <a16:creationId xmlns:a16="http://schemas.microsoft.com/office/drawing/2014/main" id="{4992D0B5-A94C-42C1-BD53-69A1F4DE8E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4542" y="1362107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CA41CED3-4A67-45A5-BF4C-F403EDED19B4}"/>
                </a:ext>
              </a:extLst>
            </p:cNvPr>
            <p:cNvSpPr/>
            <p:nvPr/>
          </p:nvSpPr>
          <p:spPr>
            <a:xfrm>
              <a:off x="4421354" y="1478281"/>
              <a:ext cx="1591090" cy="548211"/>
            </a:xfrm>
            <a:custGeom>
              <a:avLst/>
              <a:gdLst>
                <a:gd name="connsiteX0" fmla="*/ 0 w 2415823"/>
                <a:gd name="connsiteY0" fmla="*/ 891822 h 891822"/>
                <a:gd name="connsiteX1" fmla="*/ 575734 w 2415823"/>
                <a:gd name="connsiteY1" fmla="*/ 575733 h 891822"/>
                <a:gd name="connsiteX2" fmla="*/ 1478845 w 2415823"/>
                <a:gd name="connsiteY2" fmla="*/ 620889 h 891822"/>
                <a:gd name="connsiteX3" fmla="*/ 2415823 w 2415823"/>
                <a:gd name="connsiteY3" fmla="*/ 0 h 89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5823" h="891822">
                  <a:moveTo>
                    <a:pt x="0" y="891822"/>
                  </a:moveTo>
                  <a:cubicBezTo>
                    <a:pt x="164630" y="756355"/>
                    <a:pt x="329260" y="620888"/>
                    <a:pt x="575734" y="575733"/>
                  </a:cubicBezTo>
                  <a:cubicBezTo>
                    <a:pt x="822208" y="530577"/>
                    <a:pt x="1172164" y="716844"/>
                    <a:pt x="1478845" y="620889"/>
                  </a:cubicBezTo>
                  <a:cubicBezTo>
                    <a:pt x="1785526" y="524934"/>
                    <a:pt x="2100674" y="262467"/>
                    <a:pt x="2415823" y="0"/>
                  </a:cubicBezTo>
                </a:path>
              </a:pathLst>
            </a:custGeom>
            <a:no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78" name="Object 24">
              <a:extLst>
                <a:ext uri="{FF2B5EF4-FFF2-40B4-BE49-F238E27FC236}">
                  <a16:creationId xmlns:a16="http://schemas.microsoft.com/office/drawing/2014/main" id="{3EEF63A8-741F-44A4-A368-88C1C3307B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1352034"/>
                </p:ext>
              </p:extLst>
            </p:nvPr>
          </p:nvGraphicFramePr>
          <p:xfrm>
            <a:off x="5153512" y="2033652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47" name="Equation" r:id="rId22" imgW="241200" imgH="266400" progId="Equation.DSMT4">
                    <p:embed/>
                  </p:oleObj>
                </mc:Choice>
                <mc:Fallback>
                  <p:oleObj name="Equation" r:id="rId22" imgW="241200" imgH="266400" progId="Equation.DSMT4">
                    <p:embed/>
                    <p:pic>
                      <p:nvPicPr>
                        <p:cNvPr id="46" name="Object 24">
                          <a:extLst>
                            <a:ext uri="{FF2B5EF4-FFF2-40B4-BE49-F238E27FC236}">
                              <a16:creationId xmlns:a16="http://schemas.microsoft.com/office/drawing/2014/main" id="{1EEE6332-F604-4A37-9262-D9D98FE206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3512" y="2033652"/>
                          <a:ext cx="2413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5C85CEB-2BA4-47B5-B2B8-9F83551DD600}"/>
                </a:ext>
              </a:extLst>
            </p:cNvPr>
            <p:cNvCxnSpPr>
              <a:cxnSpLocks/>
              <a:stCxn id="77" idx="0"/>
            </p:cNvCxnSpPr>
            <p:nvPr/>
          </p:nvCxnSpPr>
          <p:spPr bwMode="auto">
            <a:xfrm>
              <a:off x="4421354" y="2026492"/>
              <a:ext cx="0" cy="559272"/>
            </a:xfrm>
            <a:prstGeom prst="line">
              <a:avLst/>
            </a:prstGeom>
            <a:noFill/>
            <a:ln w="19050" algn="ctr">
              <a:solidFill>
                <a:srgbClr val="0064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E12A036-5626-4EB4-8FBD-7D9A602CFBCB}"/>
              </a:ext>
            </a:extLst>
          </p:cNvPr>
          <p:cNvGrpSpPr/>
          <p:nvPr/>
        </p:nvGrpSpPr>
        <p:grpSpPr>
          <a:xfrm>
            <a:off x="6444207" y="1103269"/>
            <a:ext cx="2503168" cy="1569352"/>
            <a:chOff x="6444207" y="1192169"/>
            <a:chExt cx="2503168" cy="1569352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8CFC1E0-5D6A-4032-9D45-3A36E4C50C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6664" y="1309838"/>
              <a:ext cx="1728749" cy="253800"/>
              <a:chOff x="6231613" y="4993960"/>
              <a:chExt cx="1728748" cy="253800"/>
            </a:xfrm>
          </p:grpSpPr>
          <p:graphicFrame>
            <p:nvGraphicFramePr>
              <p:cNvPr id="80" name="Object 24">
                <a:extLst>
                  <a:ext uri="{FF2B5EF4-FFF2-40B4-BE49-F238E27FC236}">
                    <a16:creationId xmlns:a16="http://schemas.microsoft.com/office/drawing/2014/main" id="{20629108-93FB-4296-B04A-688DD407AB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88570600"/>
                  </p:ext>
                </p:extLst>
              </p:nvPr>
            </p:nvGraphicFramePr>
            <p:xfrm>
              <a:off x="6231613" y="5045804"/>
              <a:ext cx="177480" cy="190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48" name="Equation" r:id="rId24" imgW="177480" imgH="190440" progId="Equation.DSMT4">
                      <p:embed/>
                    </p:oleObj>
                  </mc:Choice>
                  <mc:Fallback>
                    <p:oleObj name="Equation" r:id="rId24" imgW="177480" imgH="190440" progId="Equation.DSMT4">
                      <p:embed/>
                      <p:pic>
                        <p:nvPicPr>
                          <p:cNvPr id="69" name="Object 24">
                            <a:extLst>
                              <a:ext uri="{FF2B5EF4-FFF2-40B4-BE49-F238E27FC236}">
                                <a16:creationId xmlns:a16="http://schemas.microsoft.com/office/drawing/2014/main" id="{D4C1E077-88A8-4B0B-8067-A2885888043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31613" y="5045804"/>
                            <a:ext cx="177480" cy="190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" name="Object 25">
                <a:extLst>
                  <a:ext uri="{FF2B5EF4-FFF2-40B4-BE49-F238E27FC236}">
                    <a16:creationId xmlns:a16="http://schemas.microsoft.com/office/drawing/2014/main" id="{145A7C35-4E34-4B1C-BB0B-424D355379E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56679604"/>
                  </p:ext>
                </p:extLst>
              </p:nvPr>
            </p:nvGraphicFramePr>
            <p:xfrm>
              <a:off x="7795481" y="4993960"/>
              <a:ext cx="164880" cy="253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49" name="Equation" r:id="rId26" imgW="164880" imgH="253800" progId="Equation.DSMT4">
                      <p:embed/>
                    </p:oleObj>
                  </mc:Choice>
                  <mc:Fallback>
                    <p:oleObj name="Equation" r:id="rId26" imgW="164880" imgH="253800" progId="Equation.DSMT4">
                      <p:embed/>
                      <p:pic>
                        <p:nvPicPr>
                          <p:cNvPr id="70" name="Object 25">
                            <a:extLst>
                              <a:ext uri="{FF2B5EF4-FFF2-40B4-BE49-F238E27FC236}">
                                <a16:creationId xmlns:a16="http://schemas.microsoft.com/office/drawing/2014/main" id="{C6686340-0312-4A80-8E3D-D3FFD1B4152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95481" y="4993960"/>
                            <a:ext cx="164880" cy="253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9DD8EB2B-2E2B-4513-9C83-1E9B02CDF3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44207" y="1192169"/>
              <a:ext cx="2503168" cy="1569352"/>
              <a:chOff x="5756112" y="3674588"/>
              <a:chExt cx="2843862" cy="1870363"/>
            </a:xfrm>
          </p:grpSpPr>
          <p:graphicFrame>
            <p:nvGraphicFramePr>
              <p:cNvPr id="83" name="Object 21">
                <a:extLst>
                  <a:ext uri="{FF2B5EF4-FFF2-40B4-BE49-F238E27FC236}">
                    <a16:creationId xmlns:a16="http://schemas.microsoft.com/office/drawing/2014/main" id="{CD6602B2-1F94-42D8-BC3A-C2622A95A04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7785960"/>
                  </p:ext>
                </p:extLst>
              </p:nvPr>
            </p:nvGraphicFramePr>
            <p:xfrm>
              <a:off x="8398338" y="4319437"/>
              <a:ext cx="201636" cy="2269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50" name="Equation" r:id="rId28" imgW="177480" imgH="190440" progId="Equation.DSMT4">
                      <p:embed/>
                    </p:oleObj>
                  </mc:Choice>
                  <mc:Fallback>
                    <p:oleObj name="Equation" r:id="rId28" imgW="177480" imgH="190440" progId="Equation.DSMT4">
                      <p:embed/>
                      <p:pic>
                        <p:nvPicPr>
                          <p:cNvPr id="72" name="Object 21">
                            <a:extLst>
                              <a:ext uri="{FF2B5EF4-FFF2-40B4-BE49-F238E27FC236}">
                                <a16:creationId xmlns:a16="http://schemas.microsoft.com/office/drawing/2014/main" id="{1B857A8E-F6EC-4332-ADF8-AB2685C5A81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98338" y="4319437"/>
                            <a:ext cx="201636" cy="2269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4" name="Line 22">
                <a:extLst>
                  <a:ext uri="{FF2B5EF4-FFF2-40B4-BE49-F238E27FC236}">
                    <a16:creationId xmlns:a16="http://schemas.microsoft.com/office/drawing/2014/main" id="{91F60A86-EF19-43B3-B93D-D06BF166A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14777" y="4188696"/>
                <a:ext cx="27587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23">
                <a:extLst>
                  <a:ext uri="{FF2B5EF4-FFF2-40B4-BE49-F238E27FC236}">
                    <a16:creationId xmlns:a16="http://schemas.microsoft.com/office/drawing/2014/main" id="{681BEE39-BE51-420A-AD76-259BFB0A2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12532" y="3674588"/>
                <a:ext cx="0" cy="18703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86" name="Object 26">
                <a:extLst>
                  <a:ext uri="{FF2B5EF4-FFF2-40B4-BE49-F238E27FC236}">
                    <a16:creationId xmlns:a16="http://schemas.microsoft.com/office/drawing/2014/main" id="{8B8CE6F1-B191-4F9C-A558-08EF7EE1D7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20418629"/>
                  </p:ext>
                </p:extLst>
              </p:nvPr>
            </p:nvGraphicFramePr>
            <p:xfrm>
              <a:off x="5756112" y="3687900"/>
              <a:ext cx="216360" cy="287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51" name="Equation" r:id="rId30" imgW="190440" imgH="241200" progId="Equation.DSMT4">
                      <p:embed/>
                    </p:oleObj>
                  </mc:Choice>
                  <mc:Fallback>
                    <p:oleObj name="Equation" r:id="rId30" imgW="190440" imgH="241200" progId="Equation.DSMT4">
                      <p:embed/>
                      <p:pic>
                        <p:nvPicPr>
                          <p:cNvPr id="75" name="Object 26">
                            <a:extLst>
                              <a:ext uri="{FF2B5EF4-FFF2-40B4-BE49-F238E27FC236}">
                                <a16:creationId xmlns:a16="http://schemas.microsoft.com/office/drawing/2014/main" id="{F800D68D-9A08-4A48-BF17-6ECE79B5B7C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56112" y="3687900"/>
                            <a:ext cx="216360" cy="287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" name="Object 27">
                <a:extLst>
                  <a:ext uri="{FF2B5EF4-FFF2-40B4-BE49-F238E27FC236}">
                    <a16:creationId xmlns:a16="http://schemas.microsoft.com/office/drawing/2014/main" id="{688965C7-E42A-4B07-8492-90EA3C0533E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118602"/>
                  </p:ext>
                </p:extLst>
              </p:nvPr>
            </p:nvGraphicFramePr>
            <p:xfrm>
              <a:off x="5794187" y="4235341"/>
              <a:ext cx="187321" cy="2269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52" name="Equation" r:id="rId32" imgW="164880" imgH="190440" progId="Equation.DSMT4">
                      <p:embed/>
                    </p:oleObj>
                  </mc:Choice>
                  <mc:Fallback>
                    <p:oleObj name="Equation" r:id="rId32" imgW="164880" imgH="190440" progId="Equation.DSMT4">
                      <p:embed/>
                      <p:pic>
                        <p:nvPicPr>
                          <p:cNvPr id="76" name="Object 27">
                            <a:extLst>
                              <a:ext uri="{FF2B5EF4-FFF2-40B4-BE49-F238E27FC236}">
                                <a16:creationId xmlns:a16="http://schemas.microsoft.com/office/drawing/2014/main" id="{A9837173-EBE0-4021-A284-9F69A8DE2CD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4187" y="4235341"/>
                            <a:ext cx="187321" cy="2269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88" name="Object 24">
              <a:extLst>
                <a:ext uri="{FF2B5EF4-FFF2-40B4-BE49-F238E27FC236}">
                  <a16:creationId xmlns:a16="http://schemas.microsoft.com/office/drawing/2014/main" id="{5BDE73C5-42B4-4DA2-97C5-F01BEAEFF6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7526782"/>
                </p:ext>
              </p:extLst>
            </p:nvPr>
          </p:nvGraphicFramePr>
          <p:xfrm>
            <a:off x="7103831" y="2315764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53" name="Equation" r:id="rId33" imgW="1104840" imgH="342720" progId="Equation.DSMT4">
                    <p:embed/>
                  </p:oleObj>
                </mc:Choice>
                <mc:Fallback>
                  <p:oleObj name="Equation" r:id="rId33" imgW="1104840" imgH="342720" progId="Equation.DSMT4">
                    <p:embed/>
                    <p:pic>
                      <p:nvPicPr>
                        <p:cNvPr id="80" name="Object 24">
                          <a:extLst>
                            <a:ext uri="{FF2B5EF4-FFF2-40B4-BE49-F238E27FC236}">
                              <a16:creationId xmlns:a16="http://schemas.microsoft.com/office/drawing/2014/main" id="{1B840F62-E44B-4B0A-AA4C-03247E8400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3831" y="2315764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7A016803-14A8-4555-A17E-16CB3220C1B5}"/>
                </a:ext>
              </a:extLst>
            </p:cNvPr>
            <p:cNvGrpSpPr/>
            <p:nvPr/>
          </p:nvGrpSpPr>
          <p:grpSpPr>
            <a:xfrm flipV="1">
              <a:off x="6926778" y="1619588"/>
              <a:ext cx="1669438" cy="941921"/>
              <a:chOff x="7152455" y="800953"/>
              <a:chExt cx="1653551" cy="941921"/>
            </a:xfrm>
          </p:grpSpPr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69949323-D8D7-4AF1-950B-BB14AEA6E061}"/>
                  </a:ext>
                </a:extLst>
              </p:cNvPr>
              <p:cNvSpPr/>
              <p:nvPr/>
            </p:nvSpPr>
            <p:spPr>
              <a:xfrm>
                <a:off x="7152455" y="800953"/>
                <a:ext cx="1653551" cy="932204"/>
              </a:xfrm>
              <a:custGeom>
                <a:avLst/>
                <a:gdLst>
                  <a:gd name="connsiteX0" fmla="*/ 13381 w 2462189"/>
                  <a:gd name="connsiteY0" fmla="*/ 856414 h 1654841"/>
                  <a:gd name="connsiteX1" fmla="*/ 321155 w 2462189"/>
                  <a:gd name="connsiteY1" fmla="*/ 637850 h 1654841"/>
                  <a:gd name="connsiteX2" fmla="*/ 557561 w 2462189"/>
                  <a:gd name="connsiteY2" fmla="*/ 548640 h 1654841"/>
                  <a:gd name="connsiteX3" fmla="*/ 771664 w 2462189"/>
                  <a:gd name="connsiteY3" fmla="*/ 539720 h 1654841"/>
                  <a:gd name="connsiteX4" fmla="*/ 1262318 w 2462189"/>
                  <a:gd name="connsiteY4" fmla="*/ 620008 h 1654841"/>
                  <a:gd name="connsiteX5" fmla="*/ 1471961 w 2462189"/>
                  <a:gd name="connsiteY5" fmla="*/ 615548 h 1654841"/>
                  <a:gd name="connsiteX6" fmla="*/ 1708367 w 2462189"/>
                  <a:gd name="connsiteY6" fmla="*/ 517417 h 1654841"/>
                  <a:gd name="connsiteX7" fmla="*/ 2114271 w 2462189"/>
                  <a:gd name="connsiteY7" fmla="*/ 258709 h 1654841"/>
                  <a:gd name="connsiteX8" fmla="*/ 2462189 w 2462189"/>
                  <a:gd name="connsiteY8" fmla="*/ 0 h 1654841"/>
                  <a:gd name="connsiteX9" fmla="*/ 2439887 w 2462189"/>
                  <a:gd name="connsiteY9" fmla="*/ 1654841 h 1654841"/>
                  <a:gd name="connsiteX10" fmla="*/ 0 w 2462189"/>
                  <a:gd name="connsiteY10" fmla="*/ 1654841 h 1654841"/>
                  <a:gd name="connsiteX11" fmla="*/ 13381 w 2462189"/>
                  <a:gd name="connsiteY11" fmla="*/ 856414 h 1654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62189" h="1654841">
                    <a:moveTo>
                      <a:pt x="13381" y="856414"/>
                    </a:moveTo>
                    <a:lnTo>
                      <a:pt x="321155" y="637850"/>
                    </a:lnTo>
                    <a:lnTo>
                      <a:pt x="557561" y="548640"/>
                    </a:lnTo>
                    <a:lnTo>
                      <a:pt x="771664" y="539720"/>
                    </a:lnTo>
                    <a:lnTo>
                      <a:pt x="1262318" y="620008"/>
                    </a:lnTo>
                    <a:lnTo>
                      <a:pt x="1471961" y="615548"/>
                    </a:lnTo>
                    <a:lnTo>
                      <a:pt x="1708367" y="517417"/>
                    </a:lnTo>
                    <a:lnTo>
                      <a:pt x="2114271" y="258709"/>
                    </a:lnTo>
                    <a:lnTo>
                      <a:pt x="2462189" y="0"/>
                    </a:lnTo>
                    <a:lnTo>
                      <a:pt x="2439887" y="1654841"/>
                    </a:lnTo>
                    <a:lnTo>
                      <a:pt x="0" y="1654841"/>
                    </a:lnTo>
                    <a:lnTo>
                      <a:pt x="13381" y="856414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1BC9CCEE-66E1-4E1C-9104-00CCCBE9F54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164288" y="1274874"/>
                <a:ext cx="0" cy="468000"/>
              </a:xfrm>
              <a:prstGeom prst="line">
                <a:avLst/>
              </a:prstGeom>
              <a:noFill/>
              <a:ln w="19050" algn="ctr">
                <a:solidFill>
                  <a:srgbClr val="0064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BBDECBBE-7A7B-480A-9BEF-287B60DF5350}"/>
                  </a:ext>
                </a:extLst>
              </p:cNvPr>
              <p:cNvSpPr/>
              <p:nvPr/>
            </p:nvSpPr>
            <p:spPr>
              <a:xfrm>
                <a:off x="7159710" y="802970"/>
                <a:ext cx="1638575" cy="487455"/>
              </a:xfrm>
              <a:custGeom>
                <a:avLst/>
                <a:gdLst>
                  <a:gd name="connsiteX0" fmla="*/ 0 w 2415823"/>
                  <a:gd name="connsiteY0" fmla="*/ 891822 h 891822"/>
                  <a:gd name="connsiteX1" fmla="*/ 575734 w 2415823"/>
                  <a:gd name="connsiteY1" fmla="*/ 575733 h 891822"/>
                  <a:gd name="connsiteX2" fmla="*/ 1478845 w 2415823"/>
                  <a:gd name="connsiteY2" fmla="*/ 620889 h 891822"/>
                  <a:gd name="connsiteX3" fmla="*/ 2415823 w 2415823"/>
                  <a:gd name="connsiteY3" fmla="*/ 0 h 89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15823" h="891822">
                    <a:moveTo>
                      <a:pt x="0" y="891822"/>
                    </a:moveTo>
                    <a:cubicBezTo>
                      <a:pt x="164630" y="756355"/>
                      <a:pt x="329260" y="620888"/>
                      <a:pt x="575734" y="575733"/>
                    </a:cubicBezTo>
                    <a:cubicBezTo>
                      <a:pt x="822208" y="530577"/>
                      <a:pt x="1172164" y="716844"/>
                      <a:pt x="1478845" y="620889"/>
                    </a:cubicBezTo>
                    <a:cubicBezTo>
                      <a:pt x="1785526" y="524934"/>
                      <a:pt x="2100674" y="262467"/>
                      <a:pt x="2415823" y="0"/>
                    </a:cubicBezTo>
                  </a:path>
                </a:pathLst>
              </a:custGeom>
              <a:noFill/>
              <a:ln w="19050">
                <a:solidFill>
                  <a:srgbClr val="0064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aphicFrame>
          <p:nvGraphicFramePr>
            <p:cNvPr id="93" name="Object 24">
              <a:extLst>
                <a:ext uri="{FF2B5EF4-FFF2-40B4-BE49-F238E27FC236}">
                  <a16:creationId xmlns:a16="http://schemas.microsoft.com/office/drawing/2014/main" id="{9836CC68-20E0-42C0-99BC-E9193CBD1C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9169352"/>
                </p:ext>
              </p:extLst>
            </p:nvPr>
          </p:nvGraphicFramePr>
          <p:xfrm>
            <a:off x="7529513" y="1724025"/>
            <a:ext cx="2413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54" name="Equation" r:id="rId35" imgW="241200" imgH="266400" progId="Equation.DSMT4">
                    <p:embed/>
                  </p:oleObj>
                </mc:Choice>
                <mc:Fallback>
                  <p:oleObj name="Equation" r:id="rId35" imgW="241200" imgH="266400" progId="Equation.DSMT4">
                    <p:embed/>
                    <p:pic>
                      <p:nvPicPr>
                        <p:cNvPr id="82" name="Object 24">
                          <a:extLst>
                            <a:ext uri="{FF2B5EF4-FFF2-40B4-BE49-F238E27FC236}">
                              <a16:creationId xmlns:a16="http://schemas.microsoft.com/office/drawing/2014/main" id="{4536C82F-EF15-47B2-B909-F130047AC7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9513" y="1724025"/>
                          <a:ext cx="2413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9A9BCFDB-F7F5-4217-88DE-CE5687AD2D1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586106" y="1621252"/>
              <a:ext cx="0" cy="954000"/>
            </a:xfrm>
            <a:prstGeom prst="line">
              <a:avLst/>
            </a:prstGeom>
            <a:noFill/>
            <a:ln w="19050" algn="ctr">
              <a:solidFill>
                <a:srgbClr val="0064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30CCD919-F1F8-40E6-A735-B4164E4F131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26778" y="1631018"/>
              <a:ext cx="1659328" cy="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F635737-EFF8-442C-8E36-79BB6C4DA512}"/>
              </a:ext>
            </a:extLst>
          </p:cNvPr>
          <p:cNvGrpSpPr/>
          <p:nvPr/>
        </p:nvGrpSpPr>
        <p:grpSpPr>
          <a:xfrm>
            <a:off x="4570332" y="2794963"/>
            <a:ext cx="4289650" cy="1726289"/>
            <a:chOff x="4570332" y="3190528"/>
            <a:chExt cx="4289650" cy="1726289"/>
          </a:xfrm>
        </p:grpSpPr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FE0F635B-62AF-4D07-AD0B-1991D71AD545}"/>
                </a:ext>
              </a:extLst>
            </p:cNvPr>
            <p:cNvSpPr/>
            <p:nvPr/>
          </p:nvSpPr>
          <p:spPr>
            <a:xfrm rot="120000">
              <a:off x="7958379" y="4080614"/>
              <a:ext cx="473090" cy="648000"/>
            </a:xfrm>
            <a:custGeom>
              <a:avLst/>
              <a:gdLst>
                <a:gd name="connsiteX0" fmla="*/ 0 w 473726"/>
                <a:gd name="connsiteY0" fmla="*/ 11017 h 683046"/>
                <a:gd name="connsiteX1" fmla="*/ 473726 w 473726"/>
                <a:gd name="connsiteY1" fmla="*/ 683046 h 683046"/>
                <a:gd name="connsiteX2" fmla="*/ 451692 w 473726"/>
                <a:gd name="connsiteY2" fmla="*/ 0 h 683046"/>
                <a:gd name="connsiteX3" fmla="*/ 0 w 473726"/>
                <a:gd name="connsiteY3" fmla="*/ 11017 h 68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726" h="683046">
                  <a:moveTo>
                    <a:pt x="0" y="11017"/>
                  </a:moveTo>
                  <a:lnTo>
                    <a:pt x="473726" y="683046"/>
                  </a:lnTo>
                  <a:lnTo>
                    <a:pt x="451692" y="0"/>
                  </a:lnTo>
                  <a:lnTo>
                    <a:pt x="0" y="1101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878CAF35-6F5C-4EB8-8030-EBF4BEC70270}"/>
                </a:ext>
              </a:extLst>
            </p:cNvPr>
            <p:cNvSpPr/>
            <p:nvPr/>
          </p:nvSpPr>
          <p:spPr>
            <a:xfrm rot="60000">
              <a:off x="6686550" y="3342032"/>
              <a:ext cx="1286109" cy="751116"/>
            </a:xfrm>
            <a:custGeom>
              <a:avLst/>
              <a:gdLst>
                <a:gd name="connsiteX0" fmla="*/ 0 w 1299990"/>
                <a:gd name="connsiteY0" fmla="*/ 727141 h 727141"/>
                <a:gd name="connsiteX1" fmla="*/ 506776 w 1299990"/>
                <a:gd name="connsiteY1" fmla="*/ 28 h 727141"/>
                <a:gd name="connsiteX2" fmla="*/ 1299990 w 1299990"/>
                <a:gd name="connsiteY2" fmla="*/ 705108 h 727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99990" h="727141">
                  <a:moveTo>
                    <a:pt x="0" y="727141"/>
                  </a:moveTo>
                  <a:cubicBezTo>
                    <a:pt x="145055" y="365420"/>
                    <a:pt x="290111" y="3700"/>
                    <a:pt x="506776" y="28"/>
                  </a:cubicBezTo>
                  <a:cubicBezTo>
                    <a:pt x="723441" y="-3644"/>
                    <a:pt x="1011715" y="350732"/>
                    <a:pt x="1299990" y="705108"/>
                  </a:cubicBezTo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0236DD2F-219A-4A03-906A-48EE14B679E5}"/>
                </a:ext>
              </a:extLst>
            </p:cNvPr>
            <p:cNvSpPr/>
            <p:nvPr/>
          </p:nvSpPr>
          <p:spPr>
            <a:xfrm>
              <a:off x="5284479" y="4080152"/>
              <a:ext cx="1396089" cy="695201"/>
            </a:xfrm>
            <a:custGeom>
              <a:avLst/>
              <a:gdLst>
                <a:gd name="connsiteX0" fmla="*/ 0 w 1378274"/>
                <a:gd name="connsiteY0" fmla="*/ 6674 h 697480"/>
                <a:gd name="connsiteX1" fmla="*/ 360420 w 1378274"/>
                <a:gd name="connsiteY1" fmla="*/ 403804 h 697480"/>
                <a:gd name="connsiteX2" fmla="*/ 594026 w 1378274"/>
                <a:gd name="connsiteY2" fmla="*/ 587351 h 697480"/>
                <a:gd name="connsiteX3" fmla="*/ 730852 w 1378274"/>
                <a:gd name="connsiteY3" fmla="*/ 660770 h 697480"/>
                <a:gd name="connsiteX4" fmla="*/ 864341 w 1378274"/>
                <a:gd name="connsiteY4" fmla="*/ 697480 h 697480"/>
                <a:gd name="connsiteX5" fmla="*/ 964458 w 1378274"/>
                <a:gd name="connsiteY5" fmla="*/ 680794 h 697480"/>
                <a:gd name="connsiteX6" fmla="*/ 1051226 w 1378274"/>
                <a:gd name="connsiteY6" fmla="*/ 620724 h 697480"/>
                <a:gd name="connsiteX7" fmla="*/ 1204738 w 1378274"/>
                <a:gd name="connsiteY7" fmla="*/ 403804 h 697480"/>
                <a:gd name="connsiteX8" fmla="*/ 1318204 w 1378274"/>
                <a:gd name="connsiteY8" fmla="*/ 156849 h 697480"/>
                <a:gd name="connsiteX9" fmla="*/ 1378274 w 1378274"/>
                <a:gd name="connsiteY9" fmla="*/ 0 h 697480"/>
                <a:gd name="connsiteX10" fmla="*/ 0 w 1378274"/>
                <a:gd name="connsiteY10" fmla="*/ 6674 h 69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8274" h="697480">
                  <a:moveTo>
                    <a:pt x="0" y="6674"/>
                  </a:moveTo>
                  <a:lnTo>
                    <a:pt x="360420" y="403804"/>
                  </a:lnTo>
                  <a:lnTo>
                    <a:pt x="594026" y="587351"/>
                  </a:lnTo>
                  <a:lnTo>
                    <a:pt x="730852" y="660770"/>
                  </a:lnTo>
                  <a:lnTo>
                    <a:pt x="864341" y="697480"/>
                  </a:lnTo>
                  <a:lnTo>
                    <a:pt x="964458" y="680794"/>
                  </a:lnTo>
                  <a:lnTo>
                    <a:pt x="1051226" y="620724"/>
                  </a:lnTo>
                  <a:lnTo>
                    <a:pt x="1204738" y="403804"/>
                  </a:lnTo>
                  <a:lnTo>
                    <a:pt x="1318204" y="156849"/>
                  </a:lnTo>
                  <a:lnTo>
                    <a:pt x="1378274" y="0"/>
                  </a:lnTo>
                  <a:lnTo>
                    <a:pt x="0" y="667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4E49DE62-BA3A-41A7-87BE-D3731912728A}"/>
                </a:ext>
              </a:extLst>
            </p:cNvPr>
            <p:cNvSpPr/>
            <p:nvPr/>
          </p:nvSpPr>
          <p:spPr>
            <a:xfrm>
              <a:off x="4844638" y="3547984"/>
              <a:ext cx="437723" cy="552784"/>
            </a:xfrm>
            <a:custGeom>
              <a:avLst/>
              <a:gdLst>
                <a:gd name="connsiteX0" fmla="*/ 0 w 396607"/>
                <a:gd name="connsiteY0" fmla="*/ 0 h 550843"/>
                <a:gd name="connsiteX1" fmla="*/ 396607 w 396607"/>
                <a:gd name="connsiteY1" fmla="*/ 550843 h 550843"/>
                <a:gd name="connsiteX2" fmla="*/ 0 w 396607"/>
                <a:gd name="connsiteY2" fmla="*/ 528809 h 550843"/>
                <a:gd name="connsiteX3" fmla="*/ 0 w 396607"/>
                <a:gd name="connsiteY3" fmla="*/ 0 h 550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607" h="550843">
                  <a:moveTo>
                    <a:pt x="0" y="0"/>
                  </a:moveTo>
                  <a:lnTo>
                    <a:pt x="396607" y="550843"/>
                  </a:lnTo>
                  <a:lnTo>
                    <a:pt x="0" y="5288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3A939A05-DD74-4685-A3E6-4D7DDE8EB4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0332" y="3190528"/>
              <a:ext cx="4289650" cy="1726289"/>
              <a:chOff x="4303548" y="3464337"/>
              <a:chExt cx="4873488" cy="2057401"/>
            </a:xfrm>
          </p:grpSpPr>
          <p:graphicFrame>
            <p:nvGraphicFramePr>
              <p:cNvPr id="97" name="Object 21">
                <a:extLst>
                  <a:ext uri="{FF2B5EF4-FFF2-40B4-BE49-F238E27FC236}">
                    <a16:creationId xmlns:a16="http://schemas.microsoft.com/office/drawing/2014/main" id="{0D1D0FBB-7075-4E18-ADD5-554E52FC906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0290876"/>
                  </p:ext>
                </p:extLst>
              </p:nvPr>
            </p:nvGraphicFramePr>
            <p:xfrm>
              <a:off x="8975400" y="4654252"/>
              <a:ext cx="201636" cy="2269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55" name="Equation" r:id="rId37" imgW="177480" imgH="190440" progId="Equation.DSMT4">
                      <p:embed/>
                    </p:oleObj>
                  </mc:Choice>
                  <mc:Fallback>
                    <p:oleObj name="Equation" r:id="rId37" imgW="177480" imgH="190440" progId="Equation.DSMT4">
                      <p:embed/>
                      <p:pic>
                        <p:nvPicPr>
                          <p:cNvPr id="100" name="Object 21">
                            <a:extLst>
                              <a:ext uri="{FF2B5EF4-FFF2-40B4-BE49-F238E27FC236}">
                                <a16:creationId xmlns:a16="http://schemas.microsoft.com/office/drawing/2014/main" id="{63AB60CA-4353-472C-A31E-AEB68FA215A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75400" y="4654252"/>
                            <a:ext cx="201636" cy="2269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8" name="Line 22">
                <a:extLst>
                  <a:ext uri="{FF2B5EF4-FFF2-40B4-BE49-F238E27FC236}">
                    <a16:creationId xmlns:a16="http://schemas.microsoft.com/office/drawing/2014/main" id="{C1D74FAB-1AAA-4D4C-B05C-C8B2997B7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3548" y="4528564"/>
                <a:ext cx="47964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3">
                <a:extLst>
                  <a:ext uri="{FF2B5EF4-FFF2-40B4-BE49-F238E27FC236}">
                    <a16:creationId xmlns:a16="http://schemas.microsoft.com/office/drawing/2014/main" id="{A223235A-2D46-497A-84E9-53B7FB742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31632" y="3464337"/>
                <a:ext cx="0" cy="205740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0" name="Object 26">
                <a:extLst>
                  <a:ext uri="{FF2B5EF4-FFF2-40B4-BE49-F238E27FC236}">
                    <a16:creationId xmlns:a16="http://schemas.microsoft.com/office/drawing/2014/main" id="{8AB2FCAC-DFCB-48C0-9AF2-75606A3A69B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37967406"/>
                  </p:ext>
                </p:extLst>
              </p:nvPr>
            </p:nvGraphicFramePr>
            <p:xfrm>
              <a:off x="6538977" y="3465909"/>
              <a:ext cx="216360" cy="287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56" name="Equation" r:id="rId38" imgW="190440" imgH="241200" progId="Equation.DSMT4">
                      <p:embed/>
                    </p:oleObj>
                  </mc:Choice>
                  <mc:Fallback>
                    <p:oleObj name="Equation" r:id="rId38" imgW="190440" imgH="241200" progId="Equation.DSMT4">
                      <p:embed/>
                      <p:pic>
                        <p:nvPicPr>
                          <p:cNvPr id="103" name="Object 26">
                            <a:extLst>
                              <a:ext uri="{FF2B5EF4-FFF2-40B4-BE49-F238E27FC236}">
                                <a16:creationId xmlns:a16="http://schemas.microsoft.com/office/drawing/2014/main" id="{F90C2F83-DC0D-4FC9-A98D-7E20622DD1E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38977" y="3465909"/>
                            <a:ext cx="216360" cy="287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" name="Object 27">
                <a:extLst>
                  <a:ext uri="{FF2B5EF4-FFF2-40B4-BE49-F238E27FC236}">
                    <a16:creationId xmlns:a16="http://schemas.microsoft.com/office/drawing/2014/main" id="{E4014A82-6170-4B02-980F-CDF0436698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6950219"/>
                  </p:ext>
                </p:extLst>
              </p:nvPr>
            </p:nvGraphicFramePr>
            <p:xfrm>
              <a:off x="6621535" y="4622321"/>
              <a:ext cx="187321" cy="2269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57" name="Equation" r:id="rId40" imgW="164880" imgH="190440" progId="Equation.DSMT4">
                      <p:embed/>
                    </p:oleObj>
                  </mc:Choice>
                  <mc:Fallback>
                    <p:oleObj name="Equation" r:id="rId40" imgW="164880" imgH="190440" progId="Equation.DSMT4">
                      <p:embed/>
                      <p:pic>
                        <p:nvPicPr>
                          <p:cNvPr id="104" name="Object 27">
                            <a:extLst>
                              <a:ext uri="{FF2B5EF4-FFF2-40B4-BE49-F238E27FC236}">
                                <a16:creationId xmlns:a16="http://schemas.microsoft.com/office/drawing/2014/main" id="{5C996E8A-70C2-46B0-B419-AD360E57E27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21535" y="4622321"/>
                            <a:ext cx="187321" cy="2269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C0BAD865-F7D5-4230-A5DF-699CFCD19E4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422169" y="4071840"/>
              <a:ext cx="0" cy="686011"/>
            </a:xfrm>
            <a:prstGeom prst="line">
              <a:avLst/>
            </a:prstGeom>
            <a:noFill/>
            <a:ln w="19050" algn="ctr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E8F0892D-DFD6-43E1-A8AE-080E2806537B}"/>
                </a:ext>
              </a:extLst>
            </p:cNvPr>
            <p:cNvSpPr/>
            <p:nvPr/>
          </p:nvSpPr>
          <p:spPr>
            <a:xfrm>
              <a:off x="4842005" y="3342060"/>
              <a:ext cx="3580482" cy="1433293"/>
            </a:xfrm>
            <a:custGeom>
              <a:avLst/>
              <a:gdLst>
                <a:gd name="connsiteX0" fmla="*/ 0 w 3580482"/>
                <a:gd name="connsiteY0" fmla="*/ 187287 h 1433293"/>
                <a:gd name="connsiteX1" fmla="*/ 1366091 w 3580482"/>
                <a:gd name="connsiteY1" fmla="*/ 1432193 h 1433293"/>
                <a:gd name="connsiteX2" fmla="*/ 2313542 w 3580482"/>
                <a:gd name="connsiteY2" fmla="*/ 0 h 1433293"/>
                <a:gd name="connsiteX3" fmla="*/ 3580482 w 3580482"/>
                <a:gd name="connsiteY3" fmla="*/ 1432193 h 143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0482" h="1433293">
                  <a:moveTo>
                    <a:pt x="0" y="187287"/>
                  </a:moveTo>
                  <a:cubicBezTo>
                    <a:pt x="490250" y="825347"/>
                    <a:pt x="980501" y="1463408"/>
                    <a:pt x="1366091" y="1432193"/>
                  </a:cubicBezTo>
                  <a:cubicBezTo>
                    <a:pt x="1751681" y="1400979"/>
                    <a:pt x="1944477" y="0"/>
                    <a:pt x="2313542" y="0"/>
                  </a:cubicBezTo>
                  <a:cubicBezTo>
                    <a:pt x="2682607" y="0"/>
                    <a:pt x="3131544" y="716096"/>
                    <a:pt x="3580482" y="1432193"/>
                  </a:cubicBezTo>
                </a:path>
              </a:pathLst>
            </a:cu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7" name="Object 23">
              <a:extLst>
                <a:ext uri="{FF2B5EF4-FFF2-40B4-BE49-F238E27FC236}">
                  <a16:creationId xmlns:a16="http://schemas.microsoft.com/office/drawing/2014/main" id="{DE0467C6-9C91-4657-B69F-3803A9E3F9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6777204"/>
                </p:ext>
              </p:extLst>
            </p:nvPr>
          </p:nvGraphicFramePr>
          <p:xfrm>
            <a:off x="5867400" y="4162227"/>
            <a:ext cx="3171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58" name="Equation" r:id="rId41" imgW="317160" imgH="380880" progId="Equation.DSMT4">
                    <p:embed/>
                  </p:oleObj>
                </mc:Choice>
                <mc:Fallback>
                  <p:oleObj name="Equation" r:id="rId41" imgW="317160" imgH="380880" progId="Equation.DSMT4">
                    <p:embed/>
                    <p:pic>
                      <p:nvPicPr>
                        <p:cNvPr id="128" name="Object 23">
                          <a:extLst>
                            <a:ext uri="{FF2B5EF4-FFF2-40B4-BE49-F238E27FC236}">
                              <a16:creationId xmlns:a16="http://schemas.microsoft.com/office/drawing/2014/main" id="{11B3CE45-BD23-4AE6-A299-97C9B75BAD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4162227"/>
                          <a:ext cx="31716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" name="Object 24">
              <a:extLst>
                <a:ext uri="{FF2B5EF4-FFF2-40B4-BE49-F238E27FC236}">
                  <a16:creationId xmlns:a16="http://schemas.microsoft.com/office/drawing/2014/main" id="{2D5CA849-6B35-4220-B38D-BC82D71F1D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4764323"/>
                </p:ext>
              </p:extLst>
            </p:nvPr>
          </p:nvGraphicFramePr>
          <p:xfrm>
            <a:off x="7062788" y="3541514"/>
            <a:ext cx="3045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59" name="Equation" r:id="rId43" imgW="304560" imgH="380880" progId="Equation.DSMT4">
                    <p:embed/>
                  </p:oleObj>
                </mc:Choice>
                <mc:Fallback>
                  <p:oleObj name="Equation" r:id="rId43" imgW="304560" imgH="380880" progId="Equation.DSMT4">
                    <p:embed/>
                    <p:pic>
                      <p:nvPicPr>
                        <p:cNvPr id="129" name="Object 24">
                          <a:extLst>
                            <a:ext uri="{FF2B5EF4-FFF2-40B4-BE49-F238E27FC236}">
                              <a16:creationId xmlns:a16="http://schemas.microsoft.com/office/drawing/2014/main" id="{269FA18F-7549-4DD5-97F6-F858515426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2788" y="3541514"/>
                          <a:ext cx="30456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" name="Object 25">
              <a:extLst>
                <a:ext uri="{FF2B5EF4-FFF2-40B4-BE49-F238E27FC236}">
                  <a16:creationId xmlns:a16="http://schemas.microsoft.com/office/drawing/2014/main" id="{AD96F229-F58D-4462-A76F-CCA54B7EF3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3604545"/>
                </p:ext>
              </p:extLst>
            </p:nvPr>
          </p:nvGraphicFramePr>
          <p:xfrm>
            <a:off x="8128341" y="4063541"/>
            <a:ext cx="3171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60" name="Equation" r:id="rId45" imgW="317160" imgH="380880" progId="Equation.DSMT4">
                    <p:embed/>
                  </p:oleObj>
                </mc:Choice>
                <mc:Fallback>
                  <p:oleObj name="Equation" r:id="rId45" imgW="317160" imgH="380880" progId="Equation.DSMT4">
                    <p:embed/>
                    <p:pic>
                      <p:nvPicPr>
                        <p:cNvPr id="130" name="Object 25">
                          <a:extLst>
                            <a:ext uri="{FF2B5EF4-FFF2-40B4-BE49-F238E27FC236}">
                              <a16:creationId xmlns:a16="http://schemas.microsoft.com/office/drawing/2014/main" id="{7AA7016E-192C-4054-864C-8DCA6DAB8A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8341" y="4063541"/>
                          <a:ext cx="31716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D94FEA04-9D07-4279-9F8B-501273E2A8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4560" y="3757883"/>
              <a:ext cx="3758325" cy="549215"/>
              <a:chOff x="4204666" y="4958565"/>
              <a:chExt cx="3758324" cy="549215"/>
            </a:xfrm>
          </p:grpSpPr>
          <p:graphicFrame>
            <p:nvGraphicFramePr>
              <p:cNvPr id="111" name="Object 24">
                <a:extLst>
                  <a:ext uri="{FF2B5EF4-FFF2-40B4-BE49-F238E27FC236}">
                    <a16:creationId xmlns:a16="http://schemas.microsoft.com/office/drawing/2014/main" id="{919626A1-D510-490D-BAB9-2AB7B9FE98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4420556"/>
                  </p:ext>
                </p:extLst>
              </p:nvPr>
            </p:nvGraphicFramePr>
            <p:xfrm>
              <a:off x="4204666" y="5317340"/>
              <a:ext cx="177480" cy="190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61" name="Equation" r:id="rId47" imgW="177480" imgH="190440" progId="Equation.DSMT4">
                      <p:embed/>
                    </p:oleObj>
                  </mc:Choice>
                  <mc:Fallback>
                    <p:oleObj name="Equation" r:id="rId47" imgW="177480" imgH="190440" progId="Equation.DSMT4">
                      <p:embed/>
                      <p:pic>
                        <p:nvPicPr>
                          <p:cNvPr id="80" name="Object 24">
                            <a:extLst>
                              <a:ext uri="{FF2B5EF4-FFF2-40B4-BE49-F238E27FC236}">
                                <a16:creationId xmlns:a16="http://schemas.microsoft.com/office/drawing/2014/main" id="{20629108-93FB-4296-B04A-688DD407AB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4666" y="5317340"/>
                            <a:ext cx="177480" cy="190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" name="Object 25">
                <a:extLst>
                  <a:ext uri="{FF2B5EF4-FFF2-40B4-BE49-F238E27FC236}">
                    <a16:creationId xmlns:a16="http://schemas.microsoft.com/office/drawing/2014/main" id="{270EC2E1-5479-4829-8BB5-F8F8B71DEF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99203183"/>
                  </p:ext>
                </p:extLst>
              </p:nvPr>
            </p:nvGraphicFramePr>
            <p:xfrm>
              <a:off x="7797890" y="4958565"/>
              <a:ext cx="165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462" name="Equation" r:id="rId49" imgW="164880" imgH="253800" progId="Equation.DSMT4">
                      <p:embed/>
                    </p:oleObj>
                  </mc:Choice>
                  <mc:Fallback>
                    <p:oleObj name="Equation" r:id="rId49" imgW="164880" imgH="253800" progId="Equation.DSMT4">
                      <p:embed/>
                      <p:pic>
                        <p:nvPicPr>
                          <p:cNvPr id="81" name="Object 25">
                            <a:extLst>
                              <a:ext uri="{FF2B5EF4-FFF2-40B4-BE49-F238E27FC236}">
                                <a16:creationId xmlns:a16="http://schemas.microsoft.com/office/drawing/2014/main" id="{145A7C35-4E34-4B1C-BB0B-424D355379E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97890" y="4958565"/>
                            <a:ext cx="165100" cy="254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4E41A679-CB09-4C7F-9FF4-AC68DFA36C4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33308" y="3528285"/>
              <a:ext cx="5354" cy="552784"/>
            </a:xfrm>
            <a:prstGeom prst="line">
              <a:avLst/>
            </a:prstGeom>
            <a:noFill/>
            <a:ln w="19050" algn="ctr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106" name="Object 22">
              <a:extLst>
                <a:ext uri="{FF2B5EF4-FFF2-40B4-BE49-F238E27FC236}">
                  <a16:creationId xmlns:a16="http://schemas.microsoft.com/office/drawing/2014/main" id="{F6043A4F-8FAD-4DFB-A386-2AC3AC5293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9331365"/>
                </p:ext>
              </p:extLst>
            </p:nvPr>
          </p:nvGraphicFramePr>
          <p:xfrm>
            <a:off x="4781550" y="3673277"/>
            <a:ext cx="2793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463" name="Equation" r:id="rId51" imgW="279360" imgH="380880" progId="Equation.DSMT4">
                    <p:embed/>
                  </p:oleObj>
                </mc:Choice>
                <mc:Fallback>
                  <p:oleObj name="Equation" r:id="rId51" imgW="279360" imgH="380880" progId="Equation.DSMT4">
                    <p:embed/>
                    <p:pic>
                      <p:nvPicPr>
                        <p:cNvPr id="127" name="Object 22">
                          <a:extLst>
                            <a:ext uri="{FF2B5EF4-FFF2-40B4-BE49-F238E27FC236}">
                              <a16:creationId xmlns:a16="http://schemas.microsoft.com/office/drawing/2014/main" id="{1E289A34-E007-47CF-9E14-B10B5BEB74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1550" y="3673277"/>
                          <a:ext cx="27936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" name="Object 24">
            <a:extLst>
              <a:ext uri="{FF2B5EF4-FFF2-40B4-BE49-F238E27FC236}">
                <a16:creationId xmlns:a16="http://schemas.microsoft.com/office/drawing/2014/main" id="{8B8C410D-701C-45E2-8D63-34AB2CE1A0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078105"/>
              </p:ext>
            </p:extLst>
          </p:nvPr>
        </p:nvGraphicFramePr>
        <p:xfrm>
          <a:off x="1403648" y="2787774"/>
          <a:ext cx="2146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4" name="Equation" r:id="rId53" imgW="2145960" imgH="787320" progId="Equation.DSMT4">
                  <p:embed/>
                </p:oleObj>
              </mc:Choice>
              <mc:Fallback>
                <p:oleObj name="Equation" r:id="rId53" imgW="2145960" imgH="787320" progId="Equation.DSMT4">
                  <p:embed/>
                  <p:pic>
                    <p:nvPicPr>
                      <p:cNvPr id="3" name="Object 24">
                        <a:extLst>
                          <a:ext uri="{FF2B5EF4-FFF2-40B4-BE49-F238E27FC236}">
                            <a16:creationId xmlns:a16="http://schemas.microsoft.com/office/drawing/2014/main" id="{446CD29C-E5DE-412D-AFB7-ACFB8FFA25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787774"/>
                        <a:ext cx="2146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24">
            <a:extLst>
              <a:ext uri="{FF2B5EF4-FFF2-40B4-BE49-F238E27FC236}">
                <a16:creationId xmlns:a16="http://schemas.microsoft.com/office/drawing/2014/main" id="{D8C27072-DEF7-4340-B482-641E28B69B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304761"/>
              </p:ext>
            </p:extLst>
          </p:nvPr>
        </p:nvGraphicFramePr>
        <p:xfrm>
          <a:off x="1410972" y="3599875"/>
          <a:ext cx="2705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5" name="Equation" r:id="rId55" imgW="2705040" imgH="787320" progId="Equation.DSMT4">
                  <p:embed/>
                </p:oleObj>
              </mc:Choice>
              <mc:Fallback>
                <p:oleObj name="Equation" r:id="rId55" imgW="2705040" imgH="78732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C16F31A4-58C3-4981-AA92-620A86839B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972" y="3599875"/>
                        <a:ext cx="2705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5AE0AD6B-9692-44FA-AF80-6338EA2DBC96}"/>
              </a:ext>
            </a:extLst>
          </p:cNvPr>
          <p:cNvCxnSpPr/>
          <p:nvPr/>
        </p:nvCxnSpPr>
        <p:spPr>
          <a:xfrm>
            <a:off x="1896519" y="4407862"/>
            <a:ext cx="2153124" cy="0"/>
          </a:xfrm>
          <a:prstGeom prst="line">
            <a:avLst/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EE31374-C5D4-4D66-A89A-AEAF5BE9C207}"/>
              </a:ext>
            </a:extLst>
          </p:cNvPr>
          <p:cNvSpPr txBox="1"/>
          <p:nvPr/>
        </p:nvSpPr>
        <p:spPr>
          <a:xfrm>
            <a:off x="2663734" y="4342333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FFD9FF-1E93-4C86-832A-C6E8814081D2}"/>
              </a:ext>
            </a:extLst>
          </p:cNvPr>
          <p:cNvSpPr/>
          <p:nvPr/>
        </p:nvSpPr>
        <p:spPr>
          <a:xfrm>
            <a:off x="1090617" y="2846066"/>
            <a:ext cx="3121343" cy="2086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Text Box 6">
            <a:extLst>
              <a:ext uri="{FF2B5EF4-FFF2-40B4-BE49-F238E27FC236}">
                <a16:creationId xmlns:a16="http://schemas.microsoft.com/office/drawing/2014/main" id="{DA5E7FB3-9B58-488B-A708-7598361E5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787774"/>
            <a:ext cx="35067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宋体" panose="02010600030101010101" pitchFamily="2" charset="-122"/>
              </a:rPr>
              <a:t>--</a:t>
            </a: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曲边梯形面积的负值</a:t>
            </a:r>
          </a:p>
        </p:txBody>
      </p:sp>
      <p:sp>
        <p:nvSpPr>
          <p:cNvPr id="123" name="Text Box 6">
            <a:extLst>
              <a:ext uri="{FF2B5EF4-FFF2-40B4-BE49-F238E27FC236}">
                <a16:creationId xmlns:a16="http://schemas.microsoft.com/office/drawing/2014/main" id="{D1EDDEAF-08AD-4EFA-87E9-2B9B2A340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44" y="3363838"/>
            <a:ext cx="35067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  既有正值又有负值</a:t>
            </a:r>
          </a:p>
        </p:txBody>
      </p:sp>
      <p:graphicFrame>
        <p:nvGraphicFramePr>
          <p:cNvPr id="124" name="Object 24">
            <a:extLst>
              <a:ext uri="{FF2B5EF4-FFF2-40B4-BE49-F238E27FC236}">
                <a16:creationId xmlns:a16="http://schemas.microsoft.com/office/drawing/2014/main" id="{1A29979C-4456-4615-A26A-953722AC26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902505"/>
              </p:ext>
            </p:extLst>
          </p:nvPr>
        </p:nvGraphicFramePr>
        <p:xfrm>
          <a:off x="342578" y="345298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6" name="Equation" r:id="rId57" imgW="622080" imgH="342720" progId="Equation.DSMT4">
                  <p:embed/>
                </p:oleObj>
              </mc:Choice>
              <mc:Fallback>
                <p:oleObj name="Equation" r:id="rId57" imgW="622080" imgH="3427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B03806D1-B023-4BEF-9EE0-016624698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578" y="3452986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27">
            <a:extLst>
              <a:ext uri="{FF2B5EF4-FFF2-40B4-BE49-F238E27FC236}">
                <a16:creationId xmlns:a16="http://schemas.microsoft.com/office/drawing/2014/main" id="{58ED6D25-7563-4694-822B-2CB86EFB0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959065"/>
              </p:ext>
            </p:extLst>
          </p:nvPr>
        </p:nvGraphicFramePr>
        <p:xfrm>
          <a:off x="646212" y="3881438"/>
          <a:ext cx="1333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7" name="Equation" r:id="rId59" imgW="1333440" imgH="634680" progId="Equation.DSMT4">
                  <p:embed/>
                </p:oleObj>
              </mc:Choice>
              <mc:Fallback>
                <p:oleObj name="Equation" r:id="rId59" imgW="1333440" imgH="634680" progId="Equation.DSMT4">
                  <p:embed/>
                  <p:pic>
                    <p:nvPicPr>
                      <p:cNvPr id="8" name="Object 27">
                        <a:extLst>
                          <a:ext uri="{FF2B5EF4-FFF2-40B4-BE49-F238E27FC236}">
                            <a16:creationId xmlns:a16="http://schemas.microsoft.com/office/drawing/2014/main" id="{BABFF722-7D9E-44F2-8BA7-87F37BC69F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212" y="3881438"/>
                        <a:ext cx="13335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Text Box 6">
            <a:extLst>
              <a:ext uri="{FF2B5EF4-FFF2-40B4-BE49-F238E27FC236}">
                <a16:creationId xmlns:a16="http://schemas.microsoft.com/office/drawing/2014/main" id="{078CB283-2AEA-4191-8DC8-F1B25697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503044"/>
            <a:ext cx="67557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en-US" altLang="zh-CN" sz="2400" b="1" dirty="0">
                <a:latin typeface="宋体" panose="02010600030101010101" pitchFamily="2" charset="-122"/>
              </a:rPr>
              <a:t>--</a:t>
            </a:r>
            <a:r>
              <a:rPr kumimoji="1" lang="en-US" altLang="zh-CN" sz="2400" b="1" i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轴上方图形的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面积减去</a:t>
            </a:r>
            <a:r>
              <a:rPr kumimoji="1" lang="en-US" altLang="zh-CN" sz="2400" i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轴下方图形的</a:t>
            </a: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面积</a:t>
            </a:r>
          </a:p>
        </p:txBody>
      </p:sp>
      <p:graphicFrame>
        <p:nvGraphicFramePr>
          <p:cNvPr id="127" name="Object 27">
            <a:extLst>
              <a:ext uri="{FF2B5EF4-FFF2-40B4-BE49-F238E27FC236}">
                <a16:creationId xmlns:a16="http://schemas.microsoft.com/office/drawing/2014/main" id="{6FBCA058-5E93-4CC1-BDB6-4D12B1728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702423"/>
              </p:ext>
            </p:extLst>
          </p:nvPr>
        </p:nvGraphicFramePr>
        <p:xfrm>
          <a:off x="2048768" y="4006850"/>
          <a:ext cx="223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8" name="Equation" r:id="rId61" imgW="2234880" imgH="380880" progId="Equation.DSMT4">
                  <p:embed/>
                </p:oleObj>
              </mc:Choice>
              <mc:Fallback>
                <p:oleObj name="Equation" r:id="rId61" imgW="2234880" imgH="380880" progId="Equation.DSMT4">
                  <p:embed/>
                  <p:pic>
                    <p:nvPicPr>
                      <p:cNvPr id="125" name="Object 27">
                        <a:extLst>
                          <a:ext uri="{FF2B5EF4-FFF2-40B4-BE49-F238E27FC236}">
                            <a16:creationId xmlns:a16="http://schemas.microsoft.com/office/drawing/2014/main" id="{58ED6D25-7563-4694-822B-2CB86EFB06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8768" y="4006850"/>
                        <a:ext cx="2235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5">
            <a:extLst>
              <a:ext uri="{FF2B5EF4-FFF2-40B4-BE49-F238E27FC236}">
                <a16:creationId xmlns:a16="http://schemas.microsoft.com/office/drawing/2014/main" id="{CB428308-E7F4-4C1A-AE68-178174147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760498"/>
              </p:ext>
            </p:extLst>
          </p:nvPr>
        </p:nvGraphicFramePr>
        <p:xfrm>
          <a:off x="1634628" y="2200773"/>
          <a:ext cx="1358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9" name="Equation" r:id="rId63" imgW="1358640" imgH="634680" progId="Equation.DSMT4">
                  <p:embed/>
                </p:oleObj>
              </mc:Choice>
              <mc:Fallback>
                <p:oleObj name="Equation" r:id="rId63" imgW="1358640" imgH="6346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928CAE7E-4CCE-4C8C-A386-805EBC8C5F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4628" y="2200773"/>
                        <a:ext cx="13589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799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21" grpId="0"/>
      <p:bldP spid="13" grpId="0" animBg="1"/>
      <p:bldP spid="122" grpId="0" autoUpdateAnimBg="0"/>
      <p:bldP spid="123" grpId="0" autoUpdateAnimBg="0"/>
      <p:bldP spid="12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FC0E3E2A-33EE-45D5-A52D-B6F82D61F882}"/>
              </a:ext>
            </a:extLst>
          </p:cNvPr>
          <p:cNvSpPr/>
          <p:nvPr/>
        </p:nvSpPr>
        <p:spPr>
          <a:xfrm>
            <a:off x="6423804" y="1325312"/>
            <a:ext cx="1863305" cy="1966823"/>
          </a:xfrm>
          <a:custGeom>
            <a:avLst/>
            <a:gdLst>
              <a:gd name="connsiteX0" fmla="*/ 0 w 1863305"/>
              <a:gd name="connsiteY0" fmla="*/ 1961072 h 1966823"/>
              <a:gd name="connsiteX1" fmla="*/ 166777 w 1863305"/>
              <a:gd name="connsiteY1" fmla="*/ 1920816 h 1966823"/>
              <a:gd name="connsiteX2" fmla="*/ 373811 w 1863305"/>
              <a:gd name="connsiteY2" fmla="*/ 1863306 h 1966823"/>
              <a:gd name="connsiteX3" fmla="*/ 552090 w 1863305"/>
              <a:gd name="connsiteY3" fmla="*/ 1782793 h 1966823"/>
              <a:gd name="connsiteX4" fmla="*/ 736121 w 1863305"/>
              <a:gd name="connsiteY4" fmla="*/ 1650521 h 1966823"/>
              <a:gd name="connsiteX5" fmla="*/ 971909 w 1863305"/>
              <a:gd name="connsiteY5" fmla="*/ 1380227 h 1966823"/>
              <a:gd name="connsiteX6" fmla="*/ 1328468 w 1863305"/>
              <a:gd name="connsiteY6" fmla="*/ 931653 h 1966823"/>
              <a:gd name="connsiteX7" fmla="*/ 1863305 w 1863305"/>
              <a:gd name="connsiteY7" fmla="*/ 0 h 1966823"/>
              <a:gd name="connsiteX8" fmla="*/ 1857554 w 1863305"/>
              <a:gd name="connsiteY8" fmla="*/ 1966823 h 1966823"/>
              <a:gd name="connsiteX9" fmla="*/ 0 w 1863305"/>
              <a:gd name="connsiteY9" fmla="*/ 1961072 h 196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63305" h="1966823">
                <a:moveTo>
                  <a:pt x="0" y="1961072"/>
                </a:moveTo>
                <a:lnTo>
                  <a:pt x="166777" y="1920816"/>
                </a:lnTo>
                <a:lnTo>
                  <a:pt x="373811" y="1863306"/>
                </a:lnTo>
                <a:lnTo>
                  <a:pt x="552090" y="1782793"/>
                </a:lnTo>
                <a:lnTo>
                  <a:pt x="736121" y="1650521"/>
                </a:lnTo>
                <a:lnTo>
                  <a:pt x="971909" y="1380227"/>
                </a:lnTo>
                <a:lnTo>
                  <a:pt x="1328468" y="931653"/>
                </a:lnTo>
                <a:lnTo>
                  <a:pt x="1863305" y="0"/>
                </a:lnTo>
                <a:lnTo>
                  <a:pt x="1857554" y="1966823"/>
                </a:lnTo>
                <a:lnTo>
                  <a:pt x="0" y="1961072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E29B2FC3-50EF-4434-8AC2-217C4ADB4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68" y="460594"/>
            <a:ext cx="328300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由定积分的几何意义知：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3" name="Object 31">
            <a:extLst>
              <a:ext uri="{FF2B5EF4-FFF2-40B4-BE49-F238E27FC236}">
                <a16:creationId xmlns:a16="http://schemas.microsoft.com/office/drawing/2014/main" id="{BB71E7A9-4530-4429-A22D-AD3F127001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638279"/>
              </p:ext>
            </p:extLst>
          </p:nvPr>
        </p:nvGraphicFramePr>
        <p:xfrm>
          <a:off x="1547676" y="1283053"/>
          <a:ext cx="1016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60" name="Equation" r:id="rId4" imgW="1015920" imgH="634680" progId="Equation.DSMT4">
                  <p:embed/>
                </p:oleObj>
              </mc:Choice>
              <mc:Fallback>
                <p:oleObj name="Equation" r:id="rId4" imgW="1015920" imgH="634680" progId="Equation.DSMT4">
                  <p:embed/>
                  <p:pic>
                    <p:nvPicPr>
                      <p:cNvPr id="47" name="Object 31">
                        <a:extLst>
                          <a:ext uri="{FF2B5EF4-FFF2-40B4-BE49-F238E27FC236}">
                            <a16:creationId xmlns:a16="http://schemas.microsoft.com/office/drawing/2014/main" id="{A742C1D7-456E-4EE1-B7A2-69064336F9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76" y="1283053"/>
                        <a:ext cx="1016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01AF390-8642-4BCC-936E-D0FA6554B845}"/>
              </a:ext>
            </a:extLst>
          </p:cNvPr>
          <p:cNvSpPr/>
          <p:nvPr/>
        </p:nvSpPr>
        <p:spPr>
          <a:xfrm>
            <a:off x="6414353" y="1343061"/>
            <a:ext cx="1867710" cy="1940668"/>
          </a:xfrm>
          <a:custGeom>
            <a:avLst/>
            <a:gdLst>
              <a:gd name="connsiteX0" fmla="*/ 0 w 1867710"/>
              <a:gd name="connsiteY0" fmla="*/ 1940668 h 1940668"/>
              <a:gd name="connsiteX1" fmla="*/ 627434 w 1867710"/>
              <a:gd name="connsiteY1" fmla="*/ 1712068 h 1940668"/>
              <a:gd name="connsiteX2" fmla="*/ 1240276 w 1867710"/>
              <a:gd name="connsiteY2" fmla="*/ 1050587 h 1940668"/>
              <a:gd name="connsiteX3" fmla="*/ 1867710 w 1867710"/>
              <a:gd name="connsiteY3" fmla="*/ 0 h 1940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710" h="1940668">
                <a:moveTo>
                  <a:pt x="0" y="1940668"/>
                </a:moveTo>
                <a:cubicBezTo>
                  <a:pt x="210360" y="1900541"/>
                  <a:pt x="420721" y="1860415"/>
                  <a:pt x="627434" y="1712068"/>
                </a:cubicBezTo>
                <a:cubicBezTo>
                  <a:pt x="834147" y="1563721"/>
                  <a:pt x="1033563" y="1335932"/>
                  <a:pt x="1240276" y="1050587"/>
                </a:cubicBezTo>
                <a:cubicBezTo>
                  <a:pt x="1446989" y="765242"/>
                  <a:pt x="1657349" y="382621"/>
                  <a:pt x="1867710" y="0"/>
                </a:cubicBezTo>
              </a:path>
            </a:pathLst>
          </a:custGeom>
          <a:noFill/>
          <a:ln w="1905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1E8DF2EA-902A-4A56-B453-F435DDEEC94A}"/>
              </a:ext>
            </a:extLst>
          </p:cNvPr>
          <p:cNvGrpSpPr>
            <a:grpSpLocks/>
          </p:cNvGrpSpPr>
          <p:nvPr/>
        </p:nvGrpSpPr>
        <p:grpSpPr bwMode="auto">
          <a:xfrm>
            <a:off x="6107070" y="1189193"/>
            <a:ext cx="2608263" cy="2371726"/>
            <a:chOff x="3859" y="2282"/>
            <a:chExt cx="1643" cy="1494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0368B318-F8A8-4C73-AB9A-0FD51898B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6" y="2282"/>
              <a:ext cx="1428" cy="1333"/>
              <a:chOff x="4046" y="2282"/>
              <a:chExt cx="1428" cy="1333"/>
            </a:xfrm>
          </p:grpSpPr>
          <p:sp>
            <p:nvSpPr>
              <p:cNvPr id="12" name="Line 6">
                <a:extLst>
                  <a:ext uri="{FF2B5EF4-FFF2-40B4-BE49-F238E27FC236}">
                    <a16:creationId xmlns:a16="http://schemas.microsoft.com/office/drawing/2014/main" id="{20C308EF-52F7-4D20-BF62-58F2F8D1E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6" y="3611"/>
                <a:ext cx="14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7">
                <a:extLst>
                  <a:ext uri="{FF2B5EF4-FFF2-40B4-BE49-F238E27FC236}">
                    <a16:creationId xmlns:a16="http://schemas.microsoft.com/office/drawing/2014/main" id="{F47FE98E-FD80-401E-A8F3-5187F5FB3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1" y="2282"/>
                <a:ext cx="0" cy="133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8" name="Object 9">
              <a:extLst>
                <a:ext uri="{FF2B5EF4-FFF2-40B4-BE49-F238E27FC236}">
                  <a16:creationId xmlns:a16="http://schemas.microsoft.com/office/drawing/2014/main" id="{F6B2727E-E01D-4EA2-B0CB-7C621BA003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1533871"/>
                </p:ext>
              </p:extLst>
            </p:nvPr>
          </p:nvGraphicFramePr>
          <p:xfrm>
            <a:off x="3924" y="3626"/>
            <a:ext cx="10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061" name="Equation" r:id="rId6" imgW="164880" imgH="190440" progId="Equation.DSMT4">
                    <p:embed/>
                  </p:oleObj>
                </mc:Choice>
                <mc:Fallback>
                  <p:oleObj name="Equation" r:id="rId6" imgW="164880" imgH="190440" progId="Equation.DSMT4">
                    <p:embed/>
                    <p:pic>
                      <p:nvPicPr>
                        <p:cNvPr id="71" name="Object 9">
                          <a:extLst>
                            <a:ext uri="{FF2B5EF4-FFF2-40B4-BE49-F238E27FC236}">
                              <a16:creationId xmlns:a16="http://schemas.microsoft.com/office/drawing/2014/main" id="{B2C67097-A34D-4313-A400-1DB4CF6065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4" y="3626"/>
                          <a:ext cx="10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93E9E39A-A90E-43A8-836A-0AC13636AF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890200"/>
                </p:ext>
              </p:extLst>
            </p:nvPr>
          </p:nvGraphicFramePr>
          <p:xfrm>
            <a:off x="5390" y="3656"/>
            <a:ext cx="11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062" name="Equation" r:id="rId8" imgW="177480" imgH="190440" progId="Equation.DSMT4">
                    <p:embed/>
                  </p:oleObj>
                </mc:Choice>
                <mc:Fallback>
                  <p:oleObj name="Equation" r:id="rId8" imgW="177480" imgH="190440" progId="Equation.DSMT4">
                    <p:embed/>
                    <p:pic>
                      <p:nvPicPr>
                        <p:cNvPr id="73" name="Object 11">
                          <a:extLst>
                            <a:ext uri="{FF2B5EF4-FFF2-40B4-BE49-F238E27FC236}">
                              <a16:creationId xmlns:a16="http://schemas.microsoft.com/office/drawing/2014/main" id="{1A8F2DC3-379C-4DFD-93A1-75EA851FCE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0" y="3656"/>
                          <a:ext cx="11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2">
              <a:extLst>
                <a:ext uri="{FF2B5EF4-FFF2-40B4-BE49-F238E27FC236}">
                  <a16:creationId xmlns:a16="http://schemas.microsoft.com/office/drawing/2014/main" id="{886167BA-5FF2-46AE-87B6-3BAD4136DA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1165819"/>
                </p:ext>
              </p:extLst>
            </p:nvPr>
          </p:nvGraphicFramePr>
          <p:xfrm>
            <a:off x="3859" y="2284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063" name="Equation" r:id="rId10" imgW="190440" imgH="241200" progId="Equation.DSMT4">
                    <p:embed/>
                  </p:oleObj>
                </mc:Choice>
                <mc:Fallback>
                  <p:oleObj name="Equation" r:id="rId10" imgW="190440" imgH="241200" progId="Equation.DSMT4">
                    <p:embed/>
                    <p:pic>
                      <p:nvPicPr>
                        <p:cNvPr id="74" name="Object 12">
                          <a:extLst>
                            <a:ext uri="{FF2B5EF4-FFF2-40B4-BE49-F238E27FC236}">
                              <a16:creationId xmlns:a16="http://schemas.microsoft.com/office/drawing/2014/main" id="{6E2CAF52-A7AF-4091-AADD-0695432186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9" y="2284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51">
            <a:extLst>
              <a:ext uri="{FF2B5EF4-FFF2-40B4-BE49-F238E27FC236}">
                <a16:creationId xmlns:a16="http://schemas.microsoft.com/office/drawing/2014/main" id="{834AF5B2-88EF-4068-9765-CE53243BEA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72869"/>
              </p:ext>
            </p:extLst>
          </p:nvPr>
        </p:nvGraphicFramePr>
        <p:xfrm>
          <a:off x="6905517" y="1903419"/>
          <a:ext cx="6731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64" name="Equation" r:id="rId12" imgW="672840" imgH="342720" progId="Equation.DSMT4">
                  <p:embed/>
                </p:oleObj>
              </mc:Choice>
              <mc:Fallback>
                <p:oleObj name="Equation" r:id="rId12" imgW="672840" imgH="342720" progId="Equation.DSMT4">
                  <p:embed/>
                  <p:pic>
                    <p:nvPicPr>
                      <p:cNvPr id="87" name="Object 51">
                        <a:extLst>
                          <a:ext uri="{FF2B5EF4-FFF2-40B4-BE49-F238E27FC236}">
                            <a16:creationId xmlns:a16="http://schemas.microsoft.com/office/drawing/2014/main" id="{C491DE7F-8D95-40E2-A4C6-1A4091E62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517" y="1903419"/>
                        <a:ext cx="673100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6">
            <a:extLst>
              <a:ext uri="{FF2B5EF4-FFF2-40B4-BE49-F238E27FC236}">
                <a16:creationId xmlns:a16="http://schemas.microsoft.com/office/drawing/2014/main" id="{0B0FA817-65F3-4C11-8C48-1D24AAFC4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3804" y="1264199"/>
            <a:ext cx="1791541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表示由曲线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4" name="Object 51">
            <a:extLst>
              <a:ext uri="{FF2B5EF4-FFF2-40B4-BE49-F238E27FC236}">
                <a16:creationId xmlns:a16="http://schemas.microsoft.com/office/drawing/2014/main" id="{9D90A5A2-CFC0-4D3C-A859-20CF99431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652178"/>
              </p:ext>
            </p:extLst>
          </p:nvPr>
        </p:nvGraphicFramePr>
        <p:xfrm>
          <a:off x="4187889" y="1344225"/>
          <a:ext cx="87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65" name="Equation" r:id="rId14" imgW="876240" imgH="406080" progId="Equation.DSMT4">
                  <p:embed/>
                </p:oleObj>
              </mc:Choice>
              <mc:Fallback>
                <p:oleObj name="Equation" r:id="rId14" imgW="876240" imgH="406080" progId="Equation.DSMT4">
                  <p:embed/>
                  <p:pic>
                    <p:nvPicPr>
                      <p:cNvPr id="24" name="Object 51">
                        <a:extLst>
                          <a:ext uri="{FF2B5EF4-FFF2-40B4-BE49-F238E27FC236}">
                            <a16:creationId xmlns:a16="http://schemas.microsoft.com/office/drawing/2014/main" id="{834AF5B2-88EF-4068-9765-CE53243BEA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89" y="1344225"/>
                        <a:ext cx="876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6">
            <a:extLst>
              <a:ext uri="{FF2B5EF4-FFF2-40B4-BE49-F238E27FC236}">
                <a16:creationId xmlns:a16="http://schemas.microsoft.com/office/drawing/2014/main" id="{18667DFC-2DF4-4F3D-9854-588E89096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3804" y="1972762"/>
            <a:ext cx="80043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直线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6" name="Object 51">
            <a:extLst>
              <a:ext uri="{FF2B5EF4-FFF2-40B4-BE49-F238E27FC236}">
                <a16:creationId xmlns:a16="http://schemas.microsoft.com/office/drawing/2014/main" id="{6AA1989C-3F1F-423C-B9A6-458A61601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630627"/>
              </p:ext>
            </p:extLst>
          </p:nvPr>
        </p:nvGraphicFramePr>
        <p:xfrm>
          <a:off x="3230474" y="2148942"/>
          <a:ext cx="596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66" name="Equation" r:id="rId16" imgW="596880" imgH="279360" progId="Equation.DSMT4">
                  <p:embed/>
                </p:oleObj>
              </mc:Choice>
              <mc:Fallback>
                <p:oleObj name="Equation" r:id="rId16" imgW="596880" imgH="279360" progId="Equation.DSMT4">
                  <p:embed/>
                  <p:pic>
                    <p:nvPicPr>
                      <p:cNvPr id="34" name="Object 51">
                        <a:extLst>
                          <a:ext uri="{FF2B5EF4-FFF2-40B4-BE49-F238E27FC236}">
                            <a16:creationId xmlns:a16="http://schemas.microsoft.com/office/drawing/2014/main" id="{9D90A5A2-CFC0-4D3C-A859-20CF99431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474" y="2148942"/>
                        <a:ext cx="596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组合 44">
            <a:extLst>
              <a:ext uri="{FF2B5EF4-FFF2-40B4-BE49-F238E27FC236}">
                <a16:creationId xmlns:a16="http://schemas.microsoft.com/office/drawing/2014/main" id="{579BF1A4-96F0-4A33-A4D9-283E494DB994}"/>
              </a:ext>
            </a:extLst>
          </p:cNvPr>
          <p:cNvGrpSpPr/>
          <p:nvPr/>
        </p:nvGrpSpPr>
        <p:grpSpPr>
          <a:xfrm>
            <a:off x="3808551" y="1963237"/>
            <a:ext cx="1791537" cy="609600"/>
            <a:chOff x="3790966" y="2623167"/>
            <a:chExt cx="1791537" cy="609600"/>
          </a:xfrm>
        </p:grpSpPr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3EA4E3E3-3CDA-4DE7-8F46-1CFC556D1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966" y="2623167"/>
              <a:ext cx="1791537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及</a:t>
              </a:r>
              <a:r>
                <a:rPr lang="zh-CN" alt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+mn-ea"/>
                  <a:ea typeface="+mn-ea"/>
                </a:rPr>
                <a:t> 轴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9" name="Object 51">
              <a:extLst>
                <a:ext uri="{FF2B5EF4-FFF2-40B4-BE49-F238E27FC236}">
                  <a16:creationId xmlns:a16="http://schemas.microsoft.com/office/drawing/2014/main" id="{E62B7C4B-F985-49DB-B92D-11C6247812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46598"/>
                </p:ext>
              </p:extLst>
            </p:nvPr>
          </p:nvGraphicFramePr>
          <p:xfrm>
            <a:off x="4210316" y="283953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067" name="Equation" r:id="rId18" imgW="190440" imgH="203040" progId="Equation.DSMT4">
                    <p:embed/>
                  </p:oleObj>
                </mc:Choice>
                <mc:Fallback>
                  <p:oleObj name="Equation" r:id="rId18" imgW="190440" imgH="203040" progId="Equation.DSMT4">
                    <p:embed/>
                    <p:pic>
                      <p:nvPicPr>
                        <p:cNvPr id="36" name="Object 51">
                          <a:extLst>
                            <a:ext uri="{FF2B5EF4-FFF2-40B4-BE49-F238E27FC236}">
                              <a16:creationId xmlns:a16="http://schemas.microsoft.com/office/drawing/2014/main" id="{6AA1989C-3F1F-423C-B9A6-458A61601F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0316" y="2839538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Rectangle 16">
            <a:extLst>
              <a:ext uri="{FF2B5EF4-FFF2-40B4-BE49-F238E27FC236}">
                <a16:creationId xmlns:a16="http://schemas.microsoft.com/office/drawing/2014/main" id="{6E519043-FBA9-4574-9645-CCA7671FB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05" y="2742380"/>
            <a:ext cx="499134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</a:rPr>
              <a:t>所</a:t>
            </a:r>
            <a:r>
              <a:rPr lang="zh-CN" altLang="en-US" sz="2400" b="1" dirty="0">
                <a:latin typeface="+mn-ea"/>
                <a:ea typeface="+mn-ea"/>
              </a:rPr>
              <a:t>围图形</a:t>
            </a:r>
            <a:r>
              <a:rPr lang="en-US" altLang="zh-CN" sz="2400" b="1" dirty="0">
                <a:latin typeface="+mn-ea"/>
                <a:ea typeface="+mn-ea"/>
              </a:rPr>
              <a:t>(</a:t>
            </a:r>
            <a:r>
              <a:rPr lang="zh-CN" altLang="en-US" sz="2400" b="1" dirty="0">
                <a:latin typeface="+mn-ea"/>
                <a:ea typeface="+mn-ea"/>
              </a:rPr>
              <a:t>即曲边三角形</a:t>
            </a:r>
            <a:r>
              <a:rPr lang="en-US" altLang="zh-CN" sz="2400" b="1" dirty="0">
                <a:latin typeface="+mn-ea"/>
                <a:ea typeface="+mn-ea"/>
              </a:rPr>
              <a:t>)</a:t>
            </a:r>
            <a:r>
              <a:rPr lang="zh-CN" altLang="en-US" sz="2400" b="1" dirty="0">
                <a:latin typeface="+mn-ea"/>
                <a:ea typeface="+mn-ea"/>
              </a:rPr>
              <a:t>的面积</a:t>
            </a:r>
            <a:r>
              <a:rPr lang="zh-CN" alt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7B87411-7AFB-408A-8D9D-04536C50DF2A}"/>
              </a:ext>
            </a:extLst>
          </p:cNvPr>
          <p:cNvGrpSpPr/>
          <p:nvPr/>
        </p:nvGrpSpPr>
        <p:grpSpPr>
          <a:xfrm>
            <a:off x="8240713" y="1335243"/>
            <a:ext cx="114300" cy="2244619"/>
            <a:chOff x="8240713" y="1689206"/>
            <a:chExt cx="114300" cy="2244619"/>
          </a:xfrm>
        </p:grpSpPr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9D6E9469-CD57-4821-8D06-D6A0220BB0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8296" y="1689206"/>
              <a:ext cx="0" cy="1962150"/>
            </a:xfrm>
            <a:prstGeom prst="line">
              <a:avLst/>
            </a:prstGeom>
            <a:noFill/>
            <a:ln w="19050">
              <a:solidFill>
                <a:srgbClr val="0064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3" name="Object 11">
              <a:extLst>
                <a:ext uri="{FF2B5EF4-FFF2-40B4-BE49-F238E27FC236}">
                  <a16:creationId xmlns:a16="http://schemas.microsoft.com/office/drawing/2014/main" id="{9C436987-76DE-4BED-9FBE-E14821E93C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8093702"/>
                </p:ext>
              </p:extLst>
            </p:nvPr>
          </p:nvGraphicFramePr>
          <p:xfrm>
            <a:off x="8240713" y="3705225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068" name="Equation" r:id="rId20" imgW="114120" imgH="228600" progId="Equation.DSMT4">
                    <p:embed/>
                  </p:oleObj>
                </mc:Choice>
                <mc:Fallback>
                  <p:oleObj name="Equation" r:id="rId20" imgW="114120" imgH="228600" progId="Equation.DSMT4">
                    <p:embed/>
                    <p:pic>
                      <p:nvPicPr>
                        <p:cNvPr id="10" name="Object 11">
                          <a:extLst>
                            <a:ext uri="{FF2B5EF4-FFF2-40B4-BE49-F238E27FC236}">
                              <a16:creationId xmlns:a16="http://schemas.microsoft.com/office/drawing/2014/main" id="{93E9E39A-A90E-43A8-836A-0AC13636AF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40713" y="3705225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D445F72-806D-4C9E-85F8-6CD84F9B3847}"/>
              </a:ext>
            </a:extLst>
          </p:cNvPr>
          <p:cNvCxnSpPr/>
          <p:nvPr/>
        </p:nvCxnSpPr>
        <p:spPr>
          <a:xfrm>
            <a:off x="6422718" y="3292756"/>
            <a:ext cx="1872000" cy="0"/>
          </a:xfrm>
          <a:prstGeom prst="line">
            <a:avLst/>
          </a:prstGeom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6">
            <a:extLst>
              <a:ext uri="{FF2B5EF4-FFF2-40B4-BE49-F238E27FC236}">
                <a16:creationId xmlns:a16="http://schemas.microsoft.com/office/drawing/2014/main" id="{130BA833-E1D7-47B0-9273-EADE0B2F6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05" y="3363838"/>
            <a:ext cx="499134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故曲边三角形的面积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52" name="Object 31">
            <a:extLst>
              <a:ext uri="{FF2B5EF4-FFF2-40B4-BE49-F238E27FC236}">
                <a16:creationId xmlns:a16="http://schemas.microsoft.com/office/drawing/2014/main" id="{F7BA8C2C-4B08-4F75-A83C-1E4CB32A2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769719"/>
              </p:ext>
            </p:extLst>
          </p:nvPr>
        </p:nvGraphicFramePr>
        <p:xfrm>
          <a:off x="3224239" y="4133186"/>
          <a:ext cx="1524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69" name="Equation" r:id="rId22" imgW="1523880" imgH="634680" progId="Equation.DSMT4">
                  <p:embed/>
                </p:oleObj>
              </mc:Choice>
              <mc:Fallback>
                <p:oleObj name="Equation" r:id="rId22" imgW="1523880" imgH="634680" progId="Equation.DSMT4">
                  <p:embed/>
                  <p:pic>
                    <p:nvPicPr>
                      <p:cNvPr id="3" name="Object 31">
                        <a:extLst>
                          <a:ext uri="{FF2B5EF4-FFF2-40B4-BE49-F238E27FC236}">
                            <a16:creationId xmlns:a16="http://schemas.microsoft.com/office/drawing/2014/main" id="{BB71E7A9-4530-4429-A22D-AD3F127001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39" y="4133186"/>
                        <a:ext cx="1524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046735A4-66AF-4CFA-94A0-F5A3F2ACB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790598"/>
              </p:ext>
            </p:extLst>
          </p:nvPr>
        </p:nvGraphicFramePr>
        <p:xfrm>
          <a:off x="4723012" y="4061599"/>
          <a:ext cx="533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70" name="Equation" r:id="rId24" imgW="533160" imgH="736560" progId="Equation.DSMT4">
                  <p:embed/>
                </p:oleObj>
              </mc:Choice>
              <mc:Fallback>
                <p:oleObj name="Equation" r:id="rId24" imgW="533160" imgH="736560" progId="Equation.DSMT4">
                  <p:embed/>
                  <p:pic>
                    <p:nvPicPr>
                      <p:cNvPr id="18" name="Object 52">
                        <a:extLst>
                          <a:ext uri="{FF2B5EF4-FFF2-40B4-BE49-F238E27FC236}">
                            <a16:creationId xmlns:a16="http://schemas.microsoft.com/office/drawing/2014/main" id="{67D5827A-D771-4AE0-97F1-E01978CF0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3012" y="4061599"/>
                        <a:ext cx="533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4">
            <a:extLst>
              <a:ext uri="{FF2B5EF4-FFF2-40B4-BE49-F238E27FC236}">
                <a16:creationId xmlns:a16="http://schemas.microsoft.com/office/drawing/2014/main" id="{14910B2B-73E4-4DF6-B99C-44D83F71AC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70078"/>
              </p:ext>
            </p:extLst>
          </p:nvPr>
        </p:nvGraphicFramePr>
        <p:xfrm>
          <a:off x="7659397" y="2681419"/>
          <a:ext cx="241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71" name="Equation" r:id="rId26" imgW="241200" imgH="266400" progId="Equation.DSMT4">
                  <p:embed/>
                </p:oleObj>
              </mc:Choice>
              <mc:Fallback>
                <p:oleObj name="Equation" r:id="rId26" imgW="241200" imgH="266400" progId="Equation.DSMT4">
                  <p:embed/>
                  <p:pic>
                    <p:nvPicPr>
                      <p:cNvPr id="78" name="Object 24">
                        <a:extLst>
                          <a:ext uri="{FF2B5EF4-FFF2-40B4-BE49-F238E27FC236}">
                            <a16:creationId xmlns:a16="http://schemas.microsoft.com/office/drawing/2014/main" id="{3EEF63A8-741F-44A4-A368-88C1C3307B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9397" y="2681419"/>
                        <a:ext cx="2413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550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2" grpId="0"/>
      <p:bldP spid="4" grpId="0" animBg="1"/>
      <p:bldP spid="33" grpId="0"/>
      <p:bldP spid="35" grpId="0"/>
      <p:bldP spid="40" grpId="0"/>
      <p:bldP spid="5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D9EA32BE-4154-4C51-A1C0-0A1EC3F30FB1}"/>
              </a:ext>
            </a:extLst>
          </p:cNvPr>
          <p:cNvSpPr/>
          <p:nvPr/>
        </p:nvSpPr>
        <p:spPr>
          <a:xfrm>
            <a:off x="7456839" y="3609811"/>
            <a:ext cx="1074053" cy="409244"/>
          </a:xfrm>
          <a:custGeom>
            <a:avLst/>
            <a:gdLst>
              <a:gd name="connsiteX0" fmla="*/ 0 w 1436915"/>
              <a:gd name="connsiteY0" fmla="*/ 740229 h 740229"/>
              <a:gd name="connsiteX1" fmla="*/ 711200 w 1436915"/>
              <a:gd name="connsiteY1" fmla="*/ 0 h 740229"/>
              <a:gd name="connsiteX2" fmla="*/ 1436915 w 1436915"/>
              <a:gd name="connsiteY2" fmla="*/ 740229 h 74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6915" h="740229">
                <a:moveTo>
                  <a:pt x="0" y="740229"/>
                </a:moveTo>
                <a:cubicBezTo>
                  <a:pt x="235857" y="370114"/>
                  <a:pt x="471714" y="0"/>
                  <a:pt x="711200" y="0"/>
                </a:cubicBezTo>
                <a:cubicBezTo>
                  <a:pt x="950686" y="0"/>
                  <a:pt x="1193800" y="370114"/>
                  <a:pt x="1436915" y="740229"/>
                </a:cubicBezTo>
              </a:path>
            </a:pathLst>
          </a:custGeom>
          <a:solidFill>
            <a:srgbClr val="FFFF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39C1B4E0-4C41-4ED8-9733-F82AA7B67181}"/>
              </a:ext>
            </a:extLst>
          </p:cNvPr>
          <p:cNvSpPr/>
          <p:nvPr/>
        </p:nvSpPr>
        <p:spPr>
          <a:xfrm flipV="1">
            <a:off x="6370892" y="4019380"/>
            <a:ext cx="1074053" cy="409244"/>
          </a:xfrm>
          <a:custGeom>
            <a:avLst/>
            <a:gdLst>
              <a:gd name="connsiteX0" fmla="*/ 0 w 1436915"/>
              <a:gd name="connsiteY0" fmla="*/ 740229 h 740229"/>
              <a:gd name="connsiteX1" fmla="*/ 711200 w 1436915"/>
              <a:gd name="connsiteY1" fmla="*/ 0 h 740229"/>
              <a:gd name="connsiteX2" fmla="*/ 1436915 w 1436915"/>
              <a:gd name="connsiteY2" fmla="*/ 740229 h 74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6915" h="740229">
                <a:moveTo>
                  <a:pt x="0" y="740229"/>
                </a:moveTo>
                <a:cubicBezTo>
                  <a:pt x="235857" y="370114"/>
                  <a:pt x="471714" y="0"/>
                  <a:pt x="711200" y="0"/>
                </a:cubicBezTo>
                <a:cubicBezTo>
                  <a:pt x="950686" y="0"/>
                  <a:pt x="1193800" y="370114"/>
                  <a:pt x="1436915" y="740229"/>
                </a:cubicBezTo>
              </a:path>
            </a:pathLst>
          </a:custGeom>
          <a:solidFill>
            <a:srgbClr val="FFFF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弧形 41">
            <a:extLst>
              <a:ext uri="{FF2B5EF4-FFF2-40B4-BE49-F238E27FC236}">
                <a16:creationId xmlns:a16="http://schemas.microsoft.com/office/drawing/2014/main" id="{28367723-E357-401E-90B8-1E25CC23A3C0}"/>
              </a:ext>
            </a:extLst>
          </p:cNvPr>
          <p:cNvSpPr/>
          <p:nvPr/>
        </p:nvSpPr>
        <p:spPr>
          <a:xfrm>
            <a:off x="5708418" y="1519766"/>
            <a:ext cx="2160000" cy="2160000"/>
          </a:xfrm>
          <a:prstGeom prst="arc">
            <a:avLst>
              <a:gd name="adj1" fmla="val 16232472"/>
              <a:gd name="adj2" fmla="val 23139"/>
            </a:avLst>
          </a:prstGeom>
          <a:solidFill>
            <a:srgbClr val="FFFF00"/>
          </a:solidFill>
          <a:ln w="190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45CC1F0-88C4-4157-B470-C14E1A8BD54E}"/>
              </a:ext>
            </a:extLst>
          </p:cNvPr>
          <p:cNvGrpSpPr/>
          <p:nvPr/>
        </p:nvGrpSpPr>
        <p:grpSpPr>
          <a:xfrm>
            <a:off x="6370892" y="3600865"/>
            <a:ext cx="2160000" cy="828000"/>
            <a:chOff x="6026112" y="3248842"/>
            <a:chExt cx="2889742" cy="1497662"/>
          </a:xfrm>
          <a:noFill/>
        </p:grpSpPr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564DDFF6-429C-4B37-B9FA-AABC7284328D}"/>
                </a:ext>
              </a:extLst>
            </p:cNvPr>
            <p:cNvSpPr/>
            <p:nvPr/>
          </p:nvSpPr>
          <p:spPr>
            <a:xfrm>
              <a:off x="7478939" y="3248842"/>
              <a:ext cx="1436915" cy="740229"/>
            </a:xfrm>
            <a:custGeom>
              <a:avLst/>
              <a:gdLst>
                <a:gd name="connsiteX0" fmla="*/ 0 w 1436915"/>
                <a:gd name="connsiteY0" fmla="*/ 740229 h 740229"/>
                <a:gd name="connsiteX1" fmla="*/ 711200 w 1436915"/>
                <a:gd name="connsiteY1" fmla="*/ 0 h 740229"/>
                <a:gd name="connsiteX2" fmla="*/ 1436915 w 1436915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6915" h="740229">
                  <a:moveTo>
                    <a:pt x="0" y="740229"/>
                  </a:moveTo>
                  <a:cubicBezTo>
                    <a:pt x="235857" y="370114"/>
                    <a:pt x="471714" y="0"/>
                    <a:pt x="711200" y="0"/>
                  </a:cubicBezTo>
                  <a:cubicBezTo>
                    <a:pt x="950686" y="0"/>
                    <a:pt x="1193800" y="370114"/>
                    <a:pt x="1436915" y="740229"/>
                  </a:cubicBezTo>
                </a:path>
              </a:pathLst>
            </a:custGeom>
            <a:grp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7B55B5A2-F6B4-4248-B8CB-9713B6B759D2}"/>
                </a:ext>
              </a:extLst>
            </p:cNvPr>
            <p:cNvSpPr/>
            <p:nvPr/>
          </p:nvSpPr>
          <p:spPr>
            <a:xfrm flipV="1">
              <a:off x="6026112" y="4006275"/>
              <a:ext cx="1436915" cy="740229"/>
            </a:xfrm>
            <a:custGeom>
              <a:avLst/>
              <a:gdLst>
                <a:gd name="connsiteX0" fmla="*/ 0 w 1436915"/>
                <a:gd name="connsiteY0" fmla="*/ 740229 h 740229"/>
                <a:gd name="connsiteX1" fmla="*/ 711200 w 1436915"/>
                <a:gd name="connsiteY1" fmla="*/ 0 h 740229"/>
                <a:gd name="connsiteX2" fmla="*/ 1436915 w 1436915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6915" h="740229">
                  <a:moveTo>
                    <a:pt x="0" y="740229"/>
                  </a:moveTo>
                  <a:cubicBezTo>
                    <a:pt x="235857" y="370114"/>
                    <a:pt x="471714" y="0"/>
                    <a:pt x="711200" y="0"/>
                  </a:cubicBezTo>
                  <a:cubicBezTo>
                    <a:pt x="950686" y="0"/>
                    <a:pt x="1193800" y="370114"/>
                    <a:pt x="1436915" y="740229"/>
                  </a:cubicBezTo>
                </a:path>
              </a:pathLst>
            </a:custGeom>
            <a:grpFill/>
            <a:ln w="1905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6" name="弧形 5">
            <a:extLst>
              <a:ext uri="{FF2B5EF4-FFF2-40B4-BE49-F238E27FC236}">
                <a16:creationId xmlns:a16="http://schemas.microsoft.com/office/drawing/2014/main" id="{8BB7D783-CD9E-4039-831F-5FCB999421B4}"/>
              </a:ext>
            </a:extLst>
          </p:cNvPr>
          <p:cNvSpPr/>
          <p:nvPr/>
        </p:nvSpPr>
        <p:spPr>
          <a:xfrm>
            <a:off x="5711771" y="1510407"/>
            <a:ext cx="2160000" cy="2160000"/>
          </a:xfrm>
          <a:prstGeom prst="arc">
            <a:avLst>
              <a:gd name="adj1" fmla="val 16232472"/>
              <a:gd name="adj2" fmla="val 23139"/>
            </a:avLst>
          </a:prstGeom>
          <a:noFill/>
          <a:ln w="19050">
            <a:solidFill>
              <a:srgbClr val="006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 Box 30">
            <a:extLst>
              <a:ext uri="{FF2B5EF4-FFF2-40B4-BE49-F238E27FC236}">
                <a16:creationId xmlns:a16="http://schemas.microsoft.com/office/drawing/2014/main" id="{5F8877C0-5464-4BB7-9621-E3483B037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5" y="562730"/>
            <a:ext cx="70822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4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利用定积分的几何意义计算下列定积分：</a:t>
            </a:r>
          </a:p>
        </p:txBody>
      </p:sp>
      <p:graphicFrame>
        <p:nvGraphicFramePr>
          <p:cNvPr id="3" name="Object 32">
            <a:extLst>
              <a:ext uri="{FF2B5EF4-FFF2-40B4-BE49-F238E27FC236}">
                <a16:creationId xmlns:a16="http://schemas.microsoft.com/office/drawing/2014/main" id="{58F6F900-DBC6-4289-B527-8F5E263DA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284322"/>
              </p:ext>
            </p:extLst>
          </p:nvPr>
        </p:nvGraphicFramePr>
        <p:xfrm>
          <a:off x="1043608" y="1253020"/>
          <a:ext cx="19161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69" name="Equation" r:id="rId4" imgW="1917360" imgH="634680" progId="Equation.DSMT4">
                  <p:embed/>
                </p:oleObj>
              </mc:Choice>
              <mc:Fallback>
                <p:oleObj name="Equation" r:id="rId4" imgW="1917360" imgH="634680" progId="Equation.DSMT4">
                  <p:embed/>
                  <p:pic>
                    <p:nvPicPr>
                      <p:cNvPr id="16" name="Object 32">
                        <a:extLst>
                          <a:ext uri="{FF2B5EF4-FFF2-40B4-BE49-F238E27FC236}">
                            <a16:creationId xmlns:a16="http://schemas.microsoft.com/office/drawing/2014/main" id="{179C524A-1290-4167-99D2-1AAB0BA6A3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253020"/>
                        <a:ext cx="19161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2">
            <a:extLst>
              <a:ext uri="{FF2B5EF4-FFF2-40B4-BE49-F238E27FC236}">
                <a16:creationId xmlns:a16="http://schemas.microsoft.com/office/drawing/2014/main" id="{E056DE3E-610F-4266-A049-3F1B18E0EA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305334"/>
              </p:ext>
            </p:extLst>
          </p:nvPr>
        </p:nvGraphicFramePr>
        <p:xfrm>
          <a:off x="3973116" y="1224445"/>
          <a:ext cx="17510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0" name="Equation" r:id="rId6" imgW="1752480" imgH="634680" progId="Equation.DSMT4">
                  <p:embed/>
                </p:oleObj>
              </mc:Choice>
              <mc:Fallback>
                <p:oleObj name="Equation" r:id="rId6" imgW="1752480" imgH="634680" progId="Equation.DSMT4">
                  <p:embed/>
                  <p:pic>
                    <p:nvPicPr>
                      <p:cNvPr id="3" name="Object 32">
                        <a:extLst>
                          <a:ext uri="{FF2B5EF4-FFF2-40B4-BE49-F238E27FC236}">
                            <a16:creationId xmlns:a16="http://schemas.microsoft.com/office/drawing/2014/main" id="{58F6F900-DBC6-4289-B527-8F5E263DA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116" y="1224445"/>
                        <a:ext cx="17510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>
            <a:extLst>
              <a:ext uri="{FF2B5EF4-FFF2-40B4-BE49-F238E27FC236}">
                <a16:creationId xmlns:a16="http://schemas.microsoft.com/office/drawing/2014/main" id="{396ED1B6-8634-426A-AFB5-169A51E8D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2046218"/>
            <a:ext cx="328300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+mn-ea"/>
                <a:ea typeface="+mn-ea"/>
              </a:rPr>
              <a:t>由定积分的几何意义知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2" name="Object 32">
            <a:extLst>
              <a:ext uri="{FF2B5EF4-FFF2-40B4-BE49-F238E27FC236}">
                <a16:creationId xmlns:a16="http://schemas.microsoft.com/office/drawing/2014/main" id="{E8CFF958-FDCB-4297-B868-33C3D6E119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825160"/>
              </p:ext>
            </p:extLst>
          </p:nvPr>
        </p:nvGraphicFramePr>
        <p:xfrm>
          <a:off x="1691680" y="2952750"/>
          <a:ext cx="1955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1" name="Equation" r:id="rId8" imgW="1955520" imgH="634680" progId="Equation.DSMT4">
                  <p:embed/>
                </p:oleObj>
              </mc:Choice>
              <mc:Fallback>
                <p:oleObj name="Equation" r:id="rId8" imgW="1955520" imgH="634680" progId="Equation.DSMT4">
                  <p:embed/>
                  <p:pic>
                    <p:nvPicPr>
                      <p:cNvPr id="3" name="Object 32">
                        <a:extLst>
                          <a:ext uri="{FF2B5EF4-FFF2-40B4-BE49-F238E27FC236}">
                            <a16:creationId xmlns:a16="http://schemas.microsoft.com/office/drawing/2014/main" id="{58F6F900-DBC6-4289-B527-8F5E263DA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952750"/>
                        <a:ext cx="19558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48D70BF8-ABFA-4016-BEE0-079B817BA6FB}"/>
              </a:ext>
            </a:extLst>
          </p:cNvPr>
          <p:cNvGrpSpPr>
            <a:grpSpLocks/>
          </p:cNvGrpSpPr>
          <p:nvPr/>
        </p:nvGrpSpPr>
        <p:grpSpPr bwMode="auto">
          <a:xfrm>
            <a:off x="6090993" y="1133927"/>
            <a:ext cx="2461325" cy="1778129"/>
            <a:chOff x="6029072" y="3114582"/>
            <a:chExt cx="2461324" cy="1778129"/>
          </a:xfrm>
        </p:grpSpPr>
        <p:graphicFrame>
          <p:nvGraphicFramePr>
            <p:cNvPr id="19" name="Object 21">
              <a:extLst>
                <a:ext uri="{FF2B5EF4-FFF2-40B4-BE49-F238E27FC236}">
                  <a16:creationId xmlns:a16="http://schemas.microsoft.com/office/drawing/2014/main" id="{62EDB891-2859-4C46-8A64-842E6D7E66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9347744"/>
                </p:ext>
              </p:extLst>
            </p:nvPr>
          </p:nvGraphicFramePr>
          <p:xfrm>
            <a:off x="8295893" y="4695283"/>
            <a:ext cx="1746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72" name="Equation" r:id="rId10" imgW="177480" imgH="190440" progId="Equation.DSMT4">
                    <p:embed/>
                  </p:oleObj>
                </mc:Choice>
                <mc:Fallback>
                  <p:oleObj name="Equation" r:id="rId10" imgW="177480" imgH="190440" progId="Equation.DSMT4">
                    <p:embed/>
                    <p:pic>
                      <p:nvPicPr>
                        <p:cNvPr id="30" name="Object 21">
                          <a:extLst>
                            <a:ext uri="{FF2B5EF4-FFF2-40B4-BE49-F238E27FC236}">
                              <a16:creationId xmlns:a16="http://schemas.microsoft.com/office/drawing/2014/main" id="{68F966E0-AB4A-48E7-9A89-08412E5767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5893" y="4695283"/>
                          <a:ext cx="174625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12C754BB-1F97-4AF2-8202-F6E78AB86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9072" y="4579403"/>
              <a:ext cx="24613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CB1F041D-AA92-48AE-9EA4-8F71B2152C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2612" y="3114582"/>
              <a:ext cx="0" cy="17003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" name="Object 26">
              <a:extLst>
                <a:ext uri="{FF2B5EF4-FFF2-40B4-BE49-F238E27FC236}">
                  <a16:creationId xmlns:a16="http://schemas.microsoft.com/office/drawing/2014/main" id="{F9B91AAE-4668-4168-BC45-9D1D617CB4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0957218"/>
                </p:ext>
              </p:extLst>
            </p:nvPr>
          </p:nvGraphicFramePr>
          <p:xfrm>
            <a:off x="6398156" y="3156117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73" name="Equation" r:id="rId12" imgW="190440" imgH="241200" progId="Equation.DSMT4">
                    <p:embed/>
                  </p:oleObj>
                </mc:Choice>
                <mc:Fallback>
                  <p:oleObj name="Equation" r:id="rId12" imgW="190440" imgH="241200" progId="Equation.DSMT4">
                    <p:embed/>
                    <p:pic>
                      <p:nvPicPr>
                        <p:cNvPr id="33" name="Object 26">
                          <a:extLst>
                            <a:ext uri="{FF2B5EF4-FFF2-40B4-BE49-F238E27FC236}">
                              <a16:creationId xmlns:a16="http://schemas.microsoft.com/office/drawing/2014/main" id="{2EA81EF9-22AA-4F5A-88C1-5A3DE7D8C6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8156" y="3156117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7">
              <a:extLst>
                <a:ext uri="{FF2B5EF4-FFF2-40B4-BE49-F238E27FC236}">
                  <a16:creationId xmlns:a16="http://schemas.microsoft.com/office/drawing/2014/main" id="{0FE17CF8-C425-4507-AB26-3E32852753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5275145"/>
                </p:ext>
              </p:extLst>
            </p:nvPr>
          </p:nvGraphicFramePr>
          <p:xfrm>
            <a:off x="6444580" y="4651411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74" name="Equation" r:id="rId14" imgW="228600" imgH="241200" progId="Equation.DSMT4">
                    <p:embed/>
                  </p:oleObj>
                </mc:Choice>
                <mc:Fallback>
                  <p:oleObj name="Equation" r:id="rId14" imgW="228600" imgH="241200" progId="Equation.DSMT4">
                    <p:embed/>
                    <p:pic>
                      <p:nvPicPr>
                        <p:cNvPr id="34" name="Object 27">
                          <a:extLst>
                            <a:ext uri="{FF2B5EF4-FFF2-40B4-BE49-F238E27FC236}">
                              <a16:creationId xmlns:a16="http://schemas.microsoft.com/office/drawing/2014/main" id="{0F97D868-066B-433D-8933-8491CDAFC8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4580" y="4651411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24">
            <a:extLst>
              <a:ext uri="{FF2B5EF4-FFF2-40B4-BE49-F238E27FC236}">
                <a16:creationId xmlns:a16="http://schemas.microsoft.com/office/drawing/2014/main" id="{8DA985F6-47EB-489C-96A1-5AD33201D1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932625"/>
              </p:ext>
            </p:extLst>
          </p:nvPr>
        </p:nvGraphicFramePr>
        <p:xfrm>
          <a:off x="7112158" y="1086580"/>
          <a:ext cx="1193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5" name="Equation" r:id="rId16" imgW="1193760" imgH="406080" progId="Equation.DSMT4">
                  <p:embed/>
                </p:oleObj>
              </mc:Choice>
              <mc:Fallback>
                <p:oleObj name="Equation" r:id="rId16" imgW="1193760" imgH="40608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87505E08-7266-4C53-BB84-7B2E41D3A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158" y="1086580"/>
                        <a:ext cx="1193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A7DDB01-F308-4372-87E7-EE67D686EA3D}"/>
              </a:ext>
            </a:extLst>
          </p:cNvPr>
          <p:cNvCxnSpPr/>
          <p:nvPr/>
        </p:nvCxnSpPr>
        <p:spPr>
          <a:xfrm flipH="1">
            <a:off x="7558720" y="1478466"/>
            <a:ext cx="339922" cy="340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Object 32">
            <a:extLst>
              <a:ext uri="{FF2B5EF4-FFF2-40B4-BE49-F238E27FC236}">
                <a16:creationId xmlns:a16="http://schemas.microsoft.com/office/drawing/2014/main" id="{4DC60C98-2B10-40D6-B31B-987A16402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622130"/>
              </p:ext>
            </p:extLst>
          </p:nvPr>
        </p:nvGraphicFramePr>
        <p:xfrm>
          <a:off x="1704975" y="3888121"/>
          <a:ext cx="17510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6" name="Equation" r:id="rId18" imgW="1752480" imgH="634680" progId="Equation.DSMT4">
                  <p:embed/>
                </p:oleObj>
              </mc:Choice>
              <mc:Fallback>
                <p:oleObj name="Equation" r:id="rId18" imgW="1752480" imgH="634680" progId="Equation.DSMT4">
                  <p:embed/>
                  <p:pic>
                    <p:nvPicPr>
                      <p:cNvPr id="4" name="Object 32">
                        <a:extLst>
                          <a:ext uri="{FF2B5EF4-FFF2-40B4-BE49-F238E27FC236}">
                            <a16:creationId xmlns:a16="http://schemas.microsoft.com/office/drawing/2014/main" id="{E056DE3E-610F-4266-A049-3F1B18E0EA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975" y="3888121"/>
                        <a:ext cx="17510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4F02CC94-890C-478F-8ADC-9420111B8A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337854"/>
              </p:ext>
            </p:extLst>
          </p:nvPr>
        </p:nvGraphicFramePr>
        <p:xfrm>
          <a:off x="3563559" y="4066512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77" name="Equation" r:id="rId20" imgW="482400" imgH="279360" progId="Equation.DSMT4">
                  <p:embed/>
                </p:oleObj>
              </mc:Choice>
              <mc:Fallback>
                <p:oleObj name="Equation" r:id="rId20" imgW="482400" imgH="279360" progId="Equation.DSMT4">
                  <p:embed/>
                  <p:pic>
                    <p:nvPicPr>
                      <p:cNvPr id="32" name="Object 32">
                        <a:extLst>
                          <a:ext uri="{FF2B5EF4-FFF2-40B4-BE49-F238E27FC236}">
                            <a16:creationId xmlns:a16="http://schemas.microsoft.com/office/drawing/2014/main" id="{4DC60C98-2B10-40D6-B31B-987A16402F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559" y="4066512"/>
                        <a:ext cx="482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3A5AAA50-8EAF-4409-BBFC-453B4B1D4368}"/>
              </a:ext>
            </a:extLst>
          </p:cNvPr>
          <p:cNvGrpSpPr>
            <a:grpSpLocks/>
          </p:cNvGrpSpPr>
          <p:nvPr/>
        </p:nvGrpSpPr>
        <p:grpSpPr bwMode="auto">
          <a:xfrm>
            <a:off x="6143864" y="3080080"/>
            <a:ext cx="2736834" cy="1701194"/>
            <a:chOff x="5876977" y="3113719"/>
            <a:chExt cx="2736833" cy="1701194"/>
          </a:xfrm>
        </p:grpSpPr>
        <p:graphicFrame>
          <p:nvGraphicFramePr>
            <p:cNvPr id="39" name="Object 27">
              <a:extLst>
                <a:ext uri="{FF2B5EF4-FFF2-40B4-BE49-F238E27FC236}">
                  <a16:creationId xmlns:a16="http://schemas.microsoft.com/office/drawing/2014/main" id="{122DF4E5-4407-41E3-B72A-1D7B0019C1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2594302"/>
                </p:ext>
              </p:extLst>
            </p:nvPr>
          </p:nvGraphicFramePr>
          <p:xfrm>
            <a:off x="6965176" y="4096555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78" name="Equation" r:id="rId22" imgW="228600" imgH="241200" progId="Equation.DSMT4">
                    <p:embed/>
                  </p:oleObj>
                </mc:Choice>
                <mc:Fallback>
                  <p:oleObj name="Equation" r:id="rId22" imgW="228600" imgH="241200" progId="Equation.DSMT4">
                    <p:embed/>
                    <p:pic>
                      <p:nvPicPr>
                        <p:cNvPr id="23" name="Object 27">
                          <a:extLst>
                            <a:ext uri="{FF2B5EF4-FFF2-40B4-BE49-F238E27FC236}">
                              <a16:creationId xmlns:a16="http://schemas.microsoft.com/office/drawing/2014/main" id="{0FE17CF8-C425-4507-AB26-3E32852753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5176" y="4096555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21">
              <a:extLst>
                <a:ext uri="{FF2B5EF4-FFF2-40B4-BE49-F238E27FC236}">
                  <a16:creationId xmlns:a16="http://schemas.microsoft.com/office/drawing/2014/main" id="{528E2B08-1569-4600-BF49-F5F4115392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3656922"/>
                </p:ext>
              </p:extLst>
            </p:nvPr>
          </p:nvGraphicFramePr>
          <p:xfrm>
            <a:off x="8436330" y="4162843"/>
            <a:ext cx="177480" cy="190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79" name="Equation" r:id="rId23" imgW="177480" imgH="190440" progId="Equation.DSMT4">
                    <p:embed/>
                  </p:oleObj>
                </mc:Choice>
                <mc:Fallback>
                  <p:oleObj name="Equation" r:id="rId23" imgW="177480" imgH="190440" progId="Equation.DSMT4">
                    <p:embed/>
                    <p:pic>
                      <p:nvPicPr>
                        <p:cNvPr id="19" name="Object 21">
                          <a:extLst>
                            <a:ext uri="{FF2B5EF4-FFF2-40B4-BE49-F238E27FC236}">
                              <a16:creationId xmlns:a16="http://schemas.microsoft.com/office/drawing/2014/main" id="{62EDB891-2859-4C46-8A64-842E6D7E66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36330" y="4162843"/>
                          <a:ext cx="177480" cy="190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22">
              <a:extLst>
                <a:ext uri="{FF2B5EF4-FFF2-40B4-BE49-F238E27FC236}">
                  <a16:creationId xmlns:a16="http://schemas.microsoft.com/office/drawing/2014/main" id="{83E20F94-46D9-440E-926C-05954DCD4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977" y="4049823"/>
              <a:ext cx="27074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3">
              <a:extLst>
                <a:ext uri="{FF2B5EF4-FFF2-40B4-BE49-F238E27FC236}">
                  <a16:creationId xmlns:a16="http://schemas.microsoft.com/office/drawing/2014/main" id="{94DA344E-3475-427E-8103-C23A8E0D96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1200" y="3114582"/>
              <a:ext cx="0" cy="17003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" name="Object 26">
              <a:extLst>
                <a:ext uri="{FF2B5EF4-FFF2-40B4-BE49-F238E27FC236}">
                  <a16:creationId xmlns:a16="http://schemas.microsoft.com/office/drawing/2014/main" id="{0452F1A3-55C8-4B6C-8AEA-43CF717441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5311127"/>
                </p:ext>
              </p:extLst>
            </p:nvPr>
          </p:nvGraphicFramePr>
          <p:xfrm>
            <a:off x="6918752" y="3113719"/>
            <a:ext cx="190440" cy="241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180" name="Equation" r:id="rId12" imgW="190440" imgH="241200" progId="Equation.DSMT4">
                    <p:embed/>
                  </p:oleObj>
                </mc:Choice>
                <mc:Fallback>
                  <p:oleObj name="Equation" r:id="rId12" imgW="190440" imgH="241200" progId="Equation.DSMT4">
                    <p:embed/>
                    <p:pic>
                      <p:nvPicPr>
                        <p:cNvPr id="22" name="Object 26">
                          <a:extLst>
                            <a:ext uri="{FF2B5EF4-FFF2-40B4-BE49-F238E27FC236}">
                              <a16:creationId xmlns:a16="http://schemas.microsoft.com/office/drawing/2014/main" id="{F9B91AAE-4668-4168-BC45-9D1D617CB4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8752" y="3113719"/>
                          <a:ext cx="190440" cy="241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Object 24">
            <a:extLst>
              <a:ext uri="{FF2B5EF4-FFF2-40B4-BE49-F238E27FC236}">
                <a16:creationId xmlns:a16="http://schemas.microsoft.com/office/drawing/2014/main" id="{52DB82C5-DB34-4204-8C0B-EB4CD4667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480571"/>
              </p:ext>
            </p:extLst>
          </p:nvPr>
        </p:nvGraphicFramePr>
        <p:xfrm>
          <a:off x="7592103" y="3264822"/>
          <a:ext cx="914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1" name="Equation" r:id="rId24" imgW="914400" imgH="304560" progId="Equation.DSMT4">
                  <p:embed/>
                </p:oleObj>
              </mc:Choice>
              <mc:Fallback>
                <p:oleObj name="Equation" r:id="rId24" imgW="914400" imgH="30456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8DA985F6-47EB-489C-96A1-5AD33201D1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2103" y="3264822"/>
                        <a:ext cx="9144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1">
            <a:extLst>
              <a:ext uri="{FF2B5EF4-FFF2-40B4-BE49-F238E27FC236}">
                <a16:creationId xmlns:a16="http://schemas.microsoft.com/office/drawing/2014/main" id="{C870436B-4608-4FCA-94AE-76580A1F11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514832"/>
              </p:ext>
            </p:extLst>
          </p:nvPr>
        </p:nvGraphicFramePr>
        <p:xfrm>
          <a:off x="8425590" y="4088192"/>
          <a:ext cx="17462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2" name="Equation" r:id="rId26" imgW="177480" imgH="190440" progId="Equation.DSMT4">
                  <p:embed/>
                </p:oleObj>
              </mc:Choice>
              <mc:Fallback>
                <p:oleObj name="Equation" r:id="rId26" imgW="177480" imgH="190440" progId="Equation.DSMT4">
                  <p:embed/>
                  <p:pic>
                    <p:nvPicPr>
                      <p:cNvPr id="35" name="Object 21">
                        <a:extLst>
                          <a:ext uri="{FF2B5EF4-FFF2-40B4-BE49-F238E27FC236}">
                            <a16:creationId xmlns:a16="http://schemas.microsoft.com/office/drawing/2014/main" id="{528E2B08-1569-4600-BF49-F5F4115392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5590" y="4088192"/>
                        <a:ext cx="174625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1">
            <a:extLst>
              <a:ext uri="{FF2B5EF4-FFF2-40B4-BE49-F238E27FC236}">
                <a16:creationId xmlns:a16="http://schemas.microsoft.com/office/drawing/2014/main" id="{AD3C7B56-A300-4B24-96D6-036451369C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350329"/>
              </p:ext>
            </p:extLst>
          </p:nvPr>
        </p:nvGraphicFramePr>
        <p:xfrm>
          <a:off x="6188133" y="3728152"/>
          <a:ext cx="330120" cy="19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3" name="Equation" r:id="rId28" imgW="330120" imgH="190440" progId="Equation.DSMT4">
                  <p:embed/>
                </p:oleObj>
              </mc:Choice>
              <mc:Fallback>
                <p:oleObj name="Equation" r:id="rId28" imgW="330120" imgH="190440" progId="Equation.DSMT4">
                  <p:embed/>
                  <p:pic>
                    <p:nvPicPr>
                      <p:cNvPr id="50" name="Object 21">
                        <a:extLst>
                          <a:ext uri="{FF2B5EF4-FFF2-40B4-BE49-F238E27FC236}">
                            <a16:creationId xmlns:a16="http://schemas.microsoft.com/office/drawing/2014/main" id="{C870436B-4608-4FCA-94AE-76580A1F1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133" y="3728152"/>
                        <a:ext cx="330120" cy="19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2">
            <a:extLst>
              <a:ext uri="{FF2B5EF4-FFF2-40B4-BE49-F238E27FC236}">
                <a16:creationId xmlns:a16="http://schemas.microsoft.com/office/drawing/2014/main" id="{ABB1F2B5-9886-430D-89BD-BF51CB8C64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776471"/>
              </p:ext>
            </p:extLst>
          </p:nvPr>
        </p:nvGraphicFramePr>
        <p:xfrm>
          <a:off x="3664032" y="2887918"/>
          <a:ext cx="5699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4" name="Equation" r:id="rId30" imgW="571320" imgH="723600" progId="Equation.DSMT4">
                  <p:embed/>
                </p:oleObj>
              </mc:Choice>
              <mc:Fallback>
                <p:oleObj name="Equation" r:id="rId30" imgW="571320" imgH="723600" progId="Equation.DSMT4">
                  <p:embed/>
                  <p:pic>
                    <p:nvPicPr>
                      <p:cNvPr id="12" name="Object 32">
                        <a:extLst>
                          <a:ext uri="{FF2B5EF4-FFF2-40B4-BE49-F238E27FC236}">
                            <a16:creationId xmlns:a16="http://schemas.microsoft.com/office/drawing/2014/main" id="{E8CFF958-FDCB-4297-B868-33C3D6E119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4032" y="2887918"/>
                        <a:ext cx="5699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1">
            <a:extLst>
              <a:ext uri="{FF2B5EF4-FFF2-40B4-BE49-F238E27FC236}">
                <a16:creationId xmlns:a16="http://schemas.microsoft.com/office/drawing/2014/main" id="{7C6733E8-4112-46BD-8FE6-A3CDCC7BF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720701"/>
              </p:ext>
            </p:extLst>
          </p:nvPr>
        </p:nvGraphicFramePr>
        <p:xfrm>
          <a:off x="7778494" y="2678645"/>
          <a:ext cx="112713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5" name="Equation" r:id="rId32" imgW="114120" imgH="228600" progId="Equation.DSMT4">
                  <p:embed/>
                </p:oleObj>
              </mc:Choice>
              <mc:Fallback>
                <p:oleObj name="Equation" r:id="rId32" imgW="114120" imgH="228600" progId="Equation.DSMT4">
                  <p:embed/>
                  <p:pic>
                    <p:nvPicPr>
                      <p:cNvPr id="19" name="Object 21">
                        <a:extLst>
                          <a:ext uri="{FF2B5EF4-FFF2-40B4-BE49-F238E27FC236}">
                            <a16:creationId xmlns:a16="http://schemas.microsoft.com/office/drawing/2014/main" id="{62EDB891-2859-4C46-8A64-842E6D7E6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494" y="2678645"/>
                        <a:ext cx="112713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9">
            <a:extLst>
              <a:ext uri="{FF2B5EF4-FFF2-40B4-BE49-F238E27FC236}">
                <a16:creationId xmlns:a16="http://schemas.microsoft.com/office/drawing/2014/main" id="{6265E1B5-04CA-4EBC-80BF-05C8E7CC5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165" y="2148173"/>
            <a:ext cx="5714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071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2" grpId="0" animBg="1"/>
      <p:bldP spid="6" grpId="0" animBg="1"/>
      <p:bldP spid="5" grpId="0"/>
      <p:bldP spid="4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C1C021A2-767B-4314-A3DC-86BB21F79AE2}"/>
              </a:ext>
            </a:extLst>
          </p:cNvPr>
          <p:cNvSpPr txBox="1">
            <a:spLocks noChangeArrowheads="1"/>
          </p:cNvSpPr>
          <p:nvPr/>
        </p:nvSpPr>
        <p:spPr>
          <a:xfrm>
            <a:off x="872008" y="492274"/>
            <a:ext cx="5072926" cy="4953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 </a:t>
            </a:r>
            <a:r>
              <a:rPr lang="zh-CN" altLang="en-US" sz="2400" b="1" dirty="0">
                <a:latin typeface="+mn-ea"/>
                <a:ea typeface="+mn-ea"/>
              </a:rPr>
              <a:t>利用定积分的定义求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和式极限</a:t>
            </a:r>
            <a:r>
              <a:rPr lang="zh-CN" altLang="en-US" sz="2400" b="1" dirty="0">
                <a:latin typeface="+mn-ea"/>
                <a:ea typeface="+mn-ea"/>
              </a:rPr>
              <a:t>：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" name="Object 17">
            <a:extLst>
              <a:ext uri="{FF2B5EF4-FFF2-40B4-BE49-F238E27FC236}">
                <a16:creationId xmlns:a16="http://schemas.microsoft.com/office/drawing/2014/main" id="{298E00BA-A802-491C-A55C-C4119A28E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050543"/>
              </p:ext>
            </p:extLst>
          </p:nvPr>
        </p:nvGraphicFramePr>
        <p:xfrm>
          <a:off x="5753310" y="331002"/>
          <a:ext cx="23745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01" name="Equation" r:id="rId4" imgW="2374560" imgH="838080" progId="Equation.DSMT4">
                  <p:embed/>
                </p:oleObj>
              </mc:Choice>
              <mc:Fallback>
                <p:oleObj name="Equation" r:id="rId4" imgW="2374560" imgH="838080" progId="Equation.DSMT4">
                  <p:embed/>
                  <p:pic>
                    <p:nvPicPr>
                      <p:cNvPr id="21508" name="Object 17">
                        <a:extLst>
                          <a:ext uri="{FF2B5EF4-FFF2-40B4-BE49-F238E27FC236}">
                            <a16:creationId xmlns:a16="http://schemas.microsoft.com/office/drawing/2014/main" id="{BC8279CE-AD81-4934-8280-F7E96DD100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310" y="331002"/>
                        <a:ext cx="237456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9">
            <a:extLst>
              <a:ext uri="{FF2B5EF4-FFF2-40B4-BE49-F238E27FC236}">
                <a16:creationId xmlns:a16="http://schemas.microsoft.com/office/drawing/2014/main" id="{C21A8A27-F828-461B-816D-23E92B8AF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730" y="1518926"/>
            <a:ext cx="5714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5" name="Object 21">
            <a:extLst>
              <a:ext uri="{FF2B5EF4-FFF2-40B4-BE49-F238E27FC236}">
                <a16:creationId xmlns:a16="http://schemas.microsoft.com/office/drawing/2014/main" id="{D5072DDE-5D70-4654-BE14-2D7F90C43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160190"/>
              </p:ext>
            </p:extLst>
          </p:nvPr>
        </p:nvGraphicFramePr>
        <p:xfrm>
          <a:off x="3940315" y="1309345"/>
          <a:ext cx="25779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02" name="Equation" r:id="rId6" imgW="2577960" imgH="838080" progId="Equation.DSMT4">
                  <p:embed/>
                </p:oleObj>
              </mc:Choice>
              <mc:Fallback>
                <p:oleObj name="Equation" r:id="rId6" imgW="2577960" imgH="838080" progId="Equation.DSMT4">
                  <p:embed/>
                  <p:pic>
                    <p:nvPicPr>
                      <p:cNvPr id="672789" name="Object 21">
                        <a:extLst>
                          <a:ext uri="{FF2B5EF4-FFF2-40B4-BE49-F238E27FC236}">
                            <a16:creationId xmlns:a16="http://schemas.microsoft.com/office/drawing/2014/main" id="{6EFBEAA0-E85F-4AE0-B24D-CB0ACB81EA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315" y="1309345"/>
                        <a:ext cx="257796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2">
            <a:extLst>
              <a:ext uri="{FF2B5EF4-FFF2-40B4-BE49-F238E27FC236}">
                <a16:creationId xmlns:a16="http://schemas.microsoft.com/office/drawing/2014/main" id="{09A55738-07FB-424F-AF2E-FE587E5EEB79}"/>
              </a:ext>
            </a:extLst>
          </p:cNvPr>
          <p:cNvGrpSpPr>
            <a:grpSpLocks/>
          </p:cNvGrpSpPr>
          <p:nvPr/>
        </p:nvGrpSpPr>
        <p:grpSpPr bwMode="auto">
          <a:xfrm>
            <a:off x="5640134" y="1344614"/>
            <a:ext cx="1582738" cy="1411288"/>
            <a:chOff x="3840" y="1355"/>
            <a:chExt cx="997" cy="889"/>
          </a:xfrm>
        </p:grpSpPr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B459C8F1-6AE7-4717-9B55-E9398F244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355"/>
              <a:ext cx="192" cy="530"/>
            </a:xfrm>
            <a:prstGeom prst="rect">
              <a:avLst/>
            </a:prstGeom>
            <a:noFill/>
            <a:ln w="19050">
              <a:solidFill>
                <a:srgbClr val="0064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5CAF68E8-78C4-4AD4-944F-D19E7A1CA8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9045032"/>
                </p:ext>
              </p:extLst>
            </p:nvPr>
          </p:nvGraphicFramePr>
          <p:xfrm>
            <a:off x="4622" y="1961"/>
            <a:ext cx="16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03" name="Equation" r:id="rId8" imgW="266400" imgH="419040" progId="Equation.DSMT4">
                    <p:embed/>
                  </p:oleObj>
                </mc:Choice>
                <mc:Fallback>
                  <p:oleObj name="Equation" r:id="rId8" imgW="266400" imgH="419040" progId="Equation.DSMT4">
                    <p:embed/>
                    <p:pic>
                      <p:nvPicPr>
                        <p:cNvPr id="21569" name="Object 24">
                          <a:extLst>
                            <a:ext uri="{FF2B5EF4-FFF2-40B4-BE49-F238E27FC236}">
                              <a16:creationId xmlns:a16="http://schemas.microsoft.com/office/drawing/2014/main" id="{EC86A321-7778-460F-AD4C-FB5C3C2D29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2" y="1961"/>
                          <a:ext cx="16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82CE48B8-A4D0-4FEA-A317-CD7470EBC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1936"/>
              <a:ext cx="240" cy="308"/>
            </a:xfrm>
            <a:prstGeom prst="rect">
              <a:avLst/>
            </a:prstGeom>
            <a:noFill/>
            <a:ln w="19050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Line 26">
              <a:extLst>
                <a:ext uri="{FF2B5EF4-FFF2-40B4-BE49-F238E27FC236}">
                  <a16:creationId xmlns:a16="http://schemas.microsoft.com/office/drawing/2014/main" id="{F7604E0A-95FE-495C-AC9E-8C4D6CE40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6" y="1898"/>
              <a:ext cx="631" cy="227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27">
            <a:extLst>
              <a:ext uri="{FF2B5EF4-FFF2-40B4-BE49-F238E27FC236}">
                <a16:creationId xmlns:a16="http://schemas.microsoft.com/office/drawing/2014/main" id="{7EF3C479-B3CF-47AD-BE52-E1ABAB178429}"/>
              </a:ext>
            </a:extLst>
          </p:cNvPr>
          <p:cNvGrpSpPr>
            <a:grpSpLocks/>
          </p:cNvGrpSpPr>
          <p:nvPr/>
        </p:nvGrpSpPr>
        <p:grpSpPr bwMode="auto">
          <a:xfrm>
            <a:off x="6267496" y="1330325"/>
            <a:ext cx="1392238" cy="841375"/>
            <a:chOff x="4112" y="1301"/>
            <a:chExt cx="877" cy="530"/>
          </a:xfrm>
        </p:grpSpPr>
        <p:sp>
          <p:nvSpPr>
            <p:cNvPr id="12" name="Rectangle 28">
              <a:extLst>
                <a:ext uri="{FF2B5EF4-FFF2-40B4-BE49-F238E27FC236}">
                  <a16:creationId xmlns:a16="http://schemas.microsoft.com/office/drawing/2014/main" id="{42A074A5-3C49-4C73-BD71-A9A96A42E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2" y="1301"/>
              <a:ext cx="192" cy="53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" name="Rectangle 29">
              <a:extLst>
                <a:ext uri="{FF2B5EF4-FFF2-40B4-BE49-F238E27FC236}">
                  <a16:creationId xmlns:a16="http://schemas.microsoft.com/office/drawing/2014/main" id="{718F7449-06D0-4BFE-84CD-22DA8803B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368"/>
              <a:ext cx="333" cy="288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4" name="Object 30">
              <a:extLst>
                <a:ext uri="{FF2B5EF4-FFF2-40B4-BE49-F238E27FC236}">
                  <a16:creationId xmlns:a16="http://schemas.microsoft.com/office/drawing/2014/main" id="{B6733BBD-7F11-4DE0-A4E2-3C2518696F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6109063"/>
                </p:ext>
              </p:extLst>
            </p:nvPr>
          </p:nvGraphicFramePr>
          <p:xfrm>
            <a:off x="4690" y="1401"/>
            <a:ext cx="28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04" name="Equation" r:id="rId10" imgW="444240" imgH="419040" progId="Equation.DSMT4">
                    <p:embed/>
                  </p:oleObj>
                </mc:Choice>
                <mc:Fallback>
                  <p:oleObj name="Equation" r:id="rId10" imgW="444240" imgH="419040" progId="Equation.DSMT4">
                    <p:embed/>
                    <p:pic>
                      <p:nvPicPr>
                        <p:cNvPr id="21566" name="Object 30">
                          <a:extLst>
                            <a:ext uri="{FF2B5EF4-FFF2-40B4-BE49-F238E27FC236}">
                              <a16:creationId xmlns:a16="http://schemas.microsoft.com/office/drawing/2014/main" id="{BA477B4E-7F65-4CA2-AED2-05A44F65F2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0" y="1401"/>
                          <a:ext cx="28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Line 31">
              <a:extLst>
                <a:ext uri="{FF2B5EF4-FFF2-40B4-BE49-F238E27FC236}">
                  <a16:creationId xmlns:a16="http://schemas.microsoft.com/office/drawing/2014/main" id="{2B733E29-8921-4804-AA6D-7FF84ED6E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488"/>
              <a:ext cx="33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6" name="Object 32">
            <a:extLst>
              <a:ext uri="{FF2B5EF4-FFF2-40B4-BE49-F238E27FC236}">
                <a16:creationId xmlns:a16="http://schemas.microsoft.com/office/drawing/2014/main" id="{179C524A-1290-4167-99D2-1AAB0BA6A3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366719"/>
              </p:ext>
            </p:extLst>
          </p:nvPr>
        </p:nvGraphicFramePr>
        <p:xfrm>
          <a:off x="1425575" y="2584450"/>
          <a:ext cx="1828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05" name="Equation" r:id="rId12" imgW="1828800" imgH="634680" progId="Equation.DSMT4">
                  <p:embed/>
                </p:oleObj>
              </mc:Choice>
              <mc:Fallback>
                <p:oleObj name="Equation" r:id="rId12" imgW="1828800" imgH="634680" progId="Equation.DSMT4">
                  <p:embed/>
                  <p:pic>
                    <p:nvPicPr>
                      <p:cNvPr id="672800" name="Object 32">
                        <a:extLst>
                          <a:ext uri="{FF2B5EF4-FFF2-40B4-BE49-F238E27FC236}">
                            <a16:creationId xmlns:a16="http://schemas.microsoft.com/office/drawing/2014/main" id="{B22FB35B-8ED2-45EB-87A1-EE66291F1F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2584450"/>
                        <a:ext cx="18288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40">
            <a:extLst>
              <a:ext uri="{FF2B5EF4-FFF2-40B4-BE49-F238E27FC236}">
                <a16:creationId xmlns:a16="http://schemas.microsoft.com/office/drawing/2014/main" id="{7CD571CB-52B6-45AD-BEFF-42BB4BED2EFE}"/>
              </a:ext>
            </a:extLst>
          </p:cNvPr>
          <p:cNvGrpSpPr>
            <a:grpSpLocks/>
          </p:cNvGrpSpPr>
          <p:nvPr/>
        </p:nvGrpSpPr>
        <p:grpSpPr bwMode="auto">
          <a:xfrm>
            <a:off x="5627638" y="2843213"/>
            <a:ext cx="2438400" cy="76200"/>
            <a:chOff x="2928" y="2368"/>
            <a:chExt cx="1536" cy="48"/>
          </a:xfrm>
        </p:grpSpPr>
        <p:grpSp>
          <p:nvGrpSpPr>
            <p:cNvPr id="18" name="Group 41">
              <a:extLst>
                <a:ext uri="{FF2B5EF4-FFF2-40B4-BE49-F238E27FC236}">
                  <a16:creationId xmlns:a16="http://schemas.microsoft.com/office/drawing/2014/main" id="{337109BC-EAE2-4178-B96E-00DA282813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2368"/>
              <a:ext cx="384" cy="48"/>
              <a:chOff x="2928" y="2368"/>
              <a:chExt cx="384" cy="48"/>
            </a:xfrm>
          </p:grpSpPr>
          <p:sp>
            <p:nvSpPr>
              <p:cNvPr id="28" name="Line 42">
                <a:extLst>
                  <a:ext uri="{FF2B5EF4-FFF2-40B4-BE49-F238E27FC236}">
                    <a16:creationId xmlns:a16="http://schemas.microsoft.com/office/drawing/2014/main" id="{4A303913-AF52-4BFA-A1F2-D0A65595B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236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43">
                <a:extLst>
                  <a:ext uri="{FF2B5EF4-FFF2-40B4-BE49-F238E27FC236}">
                    <a16:creationId xmlns:a16="http://schemas.microsoft.com/office/drawing/2014/main" id="{9758D560-EB33-4573-8B57-431340252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36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44">
                <a:extLst>
                  <a:ext uri="{FF2B5EF4-FFF2-40B4-BE49-F238E27FC236}">
                    <a16:creationId xmlns:a16="http://schemas.microsoft.com/office/drawing/2014/main" id="{523D6EA9-0730-41A5-A54A-DCF315F82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36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" name="Group 45">
              <a:extLst>
                <a:ext uri="{FF2B5EF4-FFF2-40B4-BE49-F238E27FC236}">
                  <a16:creationId xmlns:a16="http://schemas.microsoft.com/office/drawing/2014/main" id="{54515769-70EB-424F-863A-93B64ED5C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2368"/>
              <a:ext cx="576" cy="48"/>
              <a:chOff x="2160" y="2544"/>
              <a:chExt cx="576" cy="48"/>
            </a:xfrm>
          </p:grpSpPr>
          <p:sp>
            <p:nvSpPr>
              <p:cNvPr id="24" name="Line 46">
                <a:extLst>
                  <a:ext uri="{FF2B5EF4-FFF2-40B4-BE49-F238E27FC236}">
                    <a16:creationId xmlns:a16="http://schemas.microsoft.com/office/drawing/2014/main" id="{EB5B4EFB-BB6D-41B2-B832-FA1194B00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544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47">
                <a:extLst>
                  <a:ext uri="{FF2B5EF4-FFF2-40B4-BE49-F238E27FC236}">
                    <a16:creationId xmlns:a16="http://schemas.microsoft.com/office/drawing/2014/main" id="{5DE2219A-7CB1-4858-A4CA-EFDD285D6E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544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48">
                <a:extLst>
                  <a:ext uri="{FF2B5EF4-FFF2-40B4-BE49-F238E27FC236}">
                    <a16:creationId xmlns:a16="http://schemas.microsoft.com/office/drawing/2014/main" id="{CCA723D5-9AFA-448D-A95D-5DB21F6297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544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49">
                <a:extLst>
                  <a:ext uri="{FF2B5EF4-FFF2-40B4-BE49-F238E27FC236}">
                    <a16:creationId xmlns:a16="http://schemas.microsoft.com/office/drawing/2014/main" id="{CB50421D-462D-465E-946A-32DA73030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544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50">
              <a:extLst>
                <a:ext uri="{FF2B5EF4-FFF2-40B4-BE49-F238E27FC236}">
                  <a16:creationId xmlns:a16="http://schemas.microsoft.com/office/drawing/2014/main" id="{7A613A47-D878-40AE-AA94-3FCEC21A3D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2368"/>
              <a:ext cx="384" cy="48"/>
              <a:chOff x="4080" y="2368"/>
              <a:chExt cx="384" cy="48"/>
            </a:xfrm>
          </p:grpSpPr>
          <p:sp>
            <p:nvSpPr>
              <p:cNvPr id="21" name="Line 51">
                <a:extLst>
                  <a:ext uri="{FF2B5EF4-FFF2-40B4-BE49-F238E27FC236}">
                    <a16:creationId xmlns:a16="http://schemas.microsoft.com/office/drawing/2014/main" id="{BBF4FEC4-DE6B-4366-BB04-9FA9953BF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36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52">
                <a:extLst>
                  <a:ext uri="{FF2B5EF4-FFF2-40B4-BE49-F238E27FC236}">
                    <a16:creationId xmlns:a16="http://schemas.microsoft.com/office/drawing/2014/main" id="{29F7CA73-106F-4F47-9E8D-B9F8534CD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36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53">
                <a:extLst>
                  <a:ext uri="{FF2B5EF4-FFF2-40B4-BE49-F238E27FC236}">
                    <a16:creationId xmlns:a16="http://schemas.microsoft.com/office/drawing/2014/main" id="{844FC923-D17E-4264-896E-067D53C23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36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1" name="Group 54">
            <a:extLst>
              <a:ext uri="{FF2B5EF4-FFF2-40B4-BE49-F238E27FC236}">
                <a16:creationId xmlns:a16="http://schemas.microsoft.com/office/drawing/2014/main" id="{5E96B565-C4D2-408C-A633-E9CDEEB5AEE2}"/>
              </a:ext>
            </a:extLst>
          </p:cNvPr>
          <p:cNvGrpSpPr>
            <a:grpSpLocks/>
          </p:cNvGrpSpPr>
          <p:nvPr/>
        </p:nvGrpSpPr>
        <p:grpSpPr bwMode="auto">
          <a:xfrm>
            <a:off x="5392489" y="2919418"/>
            <a:ext cx="3355975" cy="373063"/>
            <a:chOff x="2760" y="2416"/>
            <a:chExt cx="2114" cy="235"/>
          </a:xfrm>
        </p:grpSpPr>
        <p:sp>
          <p:nvSpPr>
            <p:cNvPr id="32" name="Line 55">
              <a:extLst>
                <a:ext uri="{FF2B5EF4-FFF2-40B4-BE49-F238E27FC236}">
                  <a16:creationId xmlns:a16="http://schemas.microsoft.com/office/drawing/2014/main" id="{E0962C3C-708F-420F-AC18-19D500E09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416"/>
              <a:ext cx="20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graphicFrame>
          <p:nvGraphicFramePr>
            <p:cNvPr id="35" name="Object 58">
              <a:extLst>
                <a:ext uri="{FF2B5EF4-FFF2-40B4-BE49-F238E27FC236}">
                  <a16:creationId xmlns:a16="http://schemas.microsoft.com/office/drawing/2014/main" id="{E2EEB040-6C85-4E39-A62B-5227DD33CD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5739973"/>
                </p:ext>
              </p:extLst>
            </p:nvPr>
          </p:nvGraphicFramePr>
          <p:xfrm>
            <a:off x="4730" y="2499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06" name="Equation" r:id="rId14" imgW="114111" imgH="123893" progId="Equation.3">
                    <p:embed/>
                  </p:oleObj>
                </mc:Choice>
                <mc:Fallback>
                  <p:oleObj name="Equation" r:id="rId14" imgW="114111" imgH="123893" progId="Equation.3">
                    <p:embed/>
                    <p:pic>
                      <p:nvPicPr>
                        <p:cNvPr id="21548" name="Object 58">
                          <a:extLst>
                            <a:ext uri="{FF2B5EF4-FFF2-40B4-BE49-F238E27FC236}">
                              <a16:creationId xmlns:a16="http://schemas.microsoft.com/office/drawing/2014/main" id="{D0836209-DC05-4BB4-AD7D-3927B5427F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" y="2499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59">
              <a:extLst>
                <a:ext uri="{FF2B5EF4-FFF2-40B4-BE49-F238E27FC236}">
                  <a16:creationId xmlns:a16="http://schemas.microsoft.com/office/drawing/2014/main" id="{B358FCBD-DBDE-49FB-934A-94E667EC2F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081023"/>
                </p:ext>
              </p:extLst>
            </p:nvPr>
          </p:nvGraphicFramePr>
          <p:xfrm>
            <a:off x="2851" y="2448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07" name="Equation" r:id="rId16" imgW="104847" imgH="200005" progId="Equation.3">
                    <p:embed/>
                  </p:oleObj>
                </mc:Choice>
                <mc:Fallback>
                  <p:oleObj name="Equation" r:id="rId16" imgW="104847" imgH="200005" progId="Equation.3">
                    <p:embed/>
                    <p:pic>
                      <p:nvPicPr>
                        <p:cNvPr id="21549" name="Object 59">
                          <a:extLst>
                            <a:ext uri="{FF2B5EF4-FFF2-40B4-BE49-F238E27FC236}">
                              <a16:creationId xmlns:a16="http://schemas.microsoft.com/office/drawing/2014/main" id="{754E968D-A999-4EBB-B1C5-DE92779026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1" y="2448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60">
              <a:extLst>
                <a:ext uri="{FF2B5EF4-FFF2-40B4-BE49-F238E27FC236}">
                  <a16:creationId xmlns:a16="http://schemas.microsoft.com/office/drawing/2014/main" id="{CDF602A5-F1BC-4D4B-8D57-B34EFD690D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965490"/>
                </p:ext>
              </p:extLst>
            </p:nvPr>
          </p:nvGraphicFramePr>
          <p:xfrm>
            <a:off x="4367" y="2448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08" name="Equation" r:id="rId18" imgW="37897" imgH="190703" progId="Equation.3">
                    <p:embed/>
                  </p:oleObj>
                </mc:Choice>
                <mc:Fallback>
                  <p:oleObj name="Equation" r:id="rId18" imgW="37897" imgH="190703" progId="Equation.3">
                    <p:embed/>
                    <p:pic>
                      <p:nvPicPr>
                        <p:cNvPr id="21550" name="Object 60">
                          <a:extLst>
                            <a:ext uri="{FF2B5EF4-FFF2-40B4-BE49-F238E27FC236}">
                              <a16:creationId xmlns:a16="http://schemas.microsoft.com/office/drawing/2014/main" id="{929BA8CC-8E00-4771-9D0F-834265D533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7" y="2448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61">
            <a:extLst>
              <a:ext uri="{FF2B5EF4-FFF2-40B4-BE49-F238E27FC236}">
                <a16:creationId xmlns:a16="http://schemas.microsoft.com/office/drawing/2014/main" id="{894A2B59-A4B8-49E6-AF8E-4506107E8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36812"/>
              </p:ext>
            </p:extLst>
          </p:nvPr>
        </p:nvGraphicFramePr>
        <p:xfrm>
          <a:off x="6669038" y="29575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09" name="Equation" r:id="rId20" imgW="266539" imgH="409736" progId="Equation.3">
                  <p:embed/>
                </p:oleObj>
              </mc:Choice>
              <mc:Fallback>
                <p:oleObj name="Equation" r:id="rId20" imgW="266539" imgH="409736" progId="Equation.3">
                  <p:embed/>
                  <p:pic>
                    <p:nvPicPr>
                      <p:cNvPr id="672829" name="Object 61">
                        <a:extLst>
                          <a:ext uri="{FF2B5EF4-FFF2-40B4-BE49-F238E27FC236}">
                            <a16:creationId xmlns:a16="http://schemas.microsoft.com/office/drawing/2014/main" id="{7D8D0803-5077-4FD6-9FC6-689E9FC42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9038" y="295751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2">
            <a:extLst>
              <a:ext uri="{FF2B5EF4-FFF2-40B4-BE49-F238E27FC236}">
                <a16:creationId xmlns:a16="http://schemas.microsoft.com/office/drawing/2014/main" id="{2EC44F69-C63D-48F5-9A6B-C53D9E2360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28664"/>
              </p:ext>
            </p:extLst>
          </p:nvPr>
        </p:nvGraphicFramePr>
        <p:xfrm>
          <a:off x="7075438" y="2970213"/>
          <a:ext cx="203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0" name="Equation" r:id="rId22" imgW="85899" imgH="409736" progId="Equation.3">
                  <p:embed/>
                </p:oleObj>
              </mc:Choice>
              <mc:Fallback>
                <p:oleObj name="Equation" r:id="rId22" imgW="85899" imgH="409736" progId="Equation.3">
                  <p:embed/>
                  <p:pic>
                    <p:nvPicPr>
                      <p:cNvPr id="672830" name="Object 62">
                        <a:extLst>
                          <a:ext uri="{FF2B5EF4-FFF2-40B4-BE49-F238E27FC236}">
                            <a16:creationId xmlns:a16="http://schemas.microsoft.com/office/drawing/2014/main" id="{1184DCE6-FF20-4E33-9514-959A423E70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438" y="2970213"/>
                        <a:ext cx="203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Line 63">
            <a:extLst>
              <a:ext uri="{FF2B5EF4-FFF2-40B4-BE49-F238E27FC236}">
                <a16:creationId xmlns:a16="http://schemas.microsoft.com/office/drawing/2014/main" id="{30756990-1D26-4F15-BCD8-8693C26C8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6838" y="2933700"/>
            <a:ext cx="304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" name="Object 17">
            <a:extLst>
              <a:ext uri="{FF2B5EF4-FFF2-40B4-BE49-F238E27FC236}">
                <a16:creationId xmlns:a16="http://schemas.microsoft.com/office/drawing/2014/main" id="{40BC5CCE-0229-4C96-A8E3-F05D9AC0B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234571"/>
              </p:ext>
            </p:extLst>
          </p:nvPr>
        </p:nvGraphicFramePr>
        <p:xfrm>
          <a:off x="1484097" y="1333620"/>
          <a:ext cx="23238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1" name="Equation" r:id="rId24" imgW="2323800" imgH="838080" progId="Equation.DSMT4">
                  <p:embed/>
                </p:oleObj>
              </mc:Choice>
              <mc:Fallback>
                <p:oleObj name="Equation" r:id="rId24" imgW="2323800" imgH="838080" progId="Equation.DSMT4">
                  <p:embed/>
                  <p:pic>
                    <p:nvPicPr>
                      <p:cNvPr id="20501" name="Object 17">
                        <a:extLst>
                          <a:ext uri="{FF2B5EF4-FFF2-40B4-BE49-F238E27FC236}">
                            <a16:creationId xmlns:a16="http://schemas.microsoft.com/office/drawing/2014/main" id="{9D424F1C-CC0C-418E-9929-E48C86A76E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097" y="1333620"/>
                        <a:ext cx="232380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2">
            <a:extLst>
              <a:ext uri="{FF2B5EF4-FFF2-40B4-BE49-F238E27FC236}">
                <a16:creationId xmlns:a16="http://schemas.microsoft.com/office/drawing/2014/main" id="{6244F7BA-6118-47B1-9732-0BB276E22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924327"/>
              </p:ext>
            </p:extLst>
          </p:nvPr>
        </p:nvGraphicFramePr>
        <p:xfrm>
          <a:off x="4980036" y="3676626"/>
          <a:ext cx="57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2" name="Equation" r:id="rId26" imgW="571320" imgH="723600" progId="Equation.DSMT4">
                  <p:embed/>
                </p:oleObj>
              </mc:Choice>
              <mc:Fallback>
                <p:oleObj name="Equation" r:id="rId26" imgW="571320" imgH="723600" progId="Equation.DSMT4">
                  <p:embed/>
                  <p:pic>
                    <p:nvPicPr>
                      <p:cNvPr id="97" name="Object 32">
                        <a:extLst>
                          <a:ext uri="{FF2B5EF4-FFF2-40B4-BE49-F238E27FC236}">
                            <a16:creationId xmlns:a16="http://schemas.microsoft.com/office/drawing/2014/main" id="{564161AB-0B94-4B59-8D38-F7B84B083C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036" y="3676626"/>
                        <a:ext cx="571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 16">
            <a:extLst>
              <a:ext uri="{FF2B5EF4-FFF2-40B4-BE49-F238E27FC236}">
                <a16:creationId xmlns:a16="http://schemas.microsoft.com/office/drawing/2014/main" id="{8B9D97D2-0267-4031-B900-3F859B004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707758"/>
            <a:ext cx="5619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+mn-ea"/>
                <a:ea typeface="+mn-ea"/>
              </a:rPr>
              <a:t>故</a:t>
            </a:r>
            <a:endParaRPr lang="en-US" altLang="zh-CN" sz="2400" b="1">
              <a:latin typeface="+mn-ea"/>
              <a:ea typeface="+mn-ea"/>
            </a:endParaRPr>
          </a:p>
        </p:txBody>
      </p:sp>
      <p:graphicFrame>
        <p:nvGraphicFramePr>
          <p:cNvPr id="58" name="Object 17">
            <a:extLst>
              <a:ext uri="{FF2B5EF4-FFF2-40B4-BE49-F238E27FC236}">
                <a16:creationId xmlns:a16="http://schemas.microsoft.com/office/drawing/2014/main" id="{32141143-B7E6-425C-BFB1-67D64A4070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984504"/>
              </p:ext>
            </p:extLst>
          </p:nvPr>
        </p:nvGraphicFramePr>
        <p:xfrm>
          <a:off x="846138" y="3574510"/>
          <a:ext cx="23238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3" name="Equation" r:id="rId28" imgW="2323800" imgH="838080" progId="Equation.DSMT4">
                  <p:embed/>
                </p:oleObj>
              </mc:Choice>
              <mc:Fallback>
                <p:oleObj name="Equation" r:id="rId28" imgW="2323800" imgH="838080" progId="Equation.DSMT4">
                  <p:embed/>
                  <p:pic>
                    <p:nvPicPr>
                      <p:cNvPr id="20511" name="Object 17">
                        <a:extLst>
                          <a:ext uri="{FF2B5EF4-FFF2-40B4-BE49-F238E27FC236}">
                            <a16:creationId xmlns:a16="http://schemas.microsoft.com/office/drawing/2014/main" id="{47D81D58-143D-4768-BEC1-007EF518B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3574510"/>
                        <a:ext cx="232380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32">
            <a:extLst>
              <a:ext uri="{FF2B5EF4-FFF2-40B4-BE49-F238E27FC236}">
                <a16:creationId xmlns:a16="http://schemas.microsoft.com/office/drawing/2014/main" id="{23DD40D3-B46F-4846-8EEC-78816A96BF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101761"/>
              </p:ext>
            </p:extLst>
          </p:nvPr>
        </p:nvGraphicFramePr>
        <p:xfrm>
          <a:off x="3139457" y="3770292"/>
          <a:ext cx="176508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4" name="Equation" r:id="rId30" imgW="1765080" imgH="634680" progId="Equation.DSMT4">
                  <p:embed/>
                </p:oleObj>
              </mc:Choice>
              <mc:Fallback>
                <p:oleObj name="Equation" r:id="rId30" imgW="1765080" imgH="634680" progId="Equation.DSMT4">
                  <p:embed/>
                  <p:pic>
                    <p:nvPicPr>
                      <p:cNvPr id="105" name="Object 32">
                        <a:extLst>
                          <a:ext uri="{FF2B5EF4-FFF2-40B4-BE49-F238E27FC236}">
                            <a16:creationId xmlns:a16="http://schemas.microsoft.com/office/drawing/2014/main" id="{BCE10674-070A-4F96-AFC5-40C1AA10C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9457" y="3770292"/>
                        <a:ext cx="176508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75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6">
            <a:extLst>
              <a:ext uri="{FF2B5EF4-FFF2-40B4-BE49-F238E27FC236}">
                <a16:creationId xmlns:a16="http://schemas.microsoft.com/office/drawing/2014/main" id="{7564FF31-945B-4AC7-88D8-CA00D7A1F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785" y="483518"/>
            <a:ext cx="37242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四、定积分的性质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D5AEA4EC-2B14-40DE-BF03-DAEC130DB5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581526"/>
              </p:ext>
            </p:extLst>
          </p:nvPr>
        </p:nvGraphicFramePr>
        <p:xfrm>
          <a:off x="996288" y="1884363"/>
          <a:ext cx="2159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18" name="Equation" r:id="rId4" imgW="2158920" imgH="634680" progId="Equation.DSMT4">
                  <p:embed/>
                </p:oleObj>
              </mc:Choice>
              <mc:Fallback>
                <p:oleObj name="Equation" r:id="rId4" imgW="2158920" imgH="634680" progId="Equation.DSMT4">
                  <p:embed/>
                  <p:pic>
                    <p:nvPicPr>
                      <p:cNvPr id="676869" name="Object 5">
                        <a:extLst>
                          <a:ext uri="{FF2B5EF4-FFF2-40B4-BE49-F238E27FC236}">
                            <a16:creationId xmlns:a16="http://schemas.microsoft.com/office/drawing/2014/main" id="{52CC4203-EB58-4D91-B20D-DD6865438B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288" y="1884363"/>
                        <a:ext cx="2159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F21CC85A-8A69-4E45-9DCA-A90306A36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098" y="1216397"/>
            <a:ext cx="4081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为计算和应用方便</a:t>
            </a:r>
            <a:r>
              <a:rPr kumimoji="1" lang="en-US" altLang="zh-CN" sz="2400" b="1" dirty="0">
                <a:latin typeface="+mn-ea"/>
                <a:ea typeface="+mn-ea"/>
              </a:rPr>
              <a:t>, </a:t>
            </a:r>
            <a:r>
              <a:rPr kumimoji="1" lang="zh-CN" altLang="en-US" sz="2400" b="1" dirty="0">
                <a:latin typeface="+mn-ea"/>
                <a:ea typeface="+mn-ea"/>
              </a:rPr>
              <a:t>规定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E3CEAB9-35BB-4660-AB74-67018E3F0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3465438"/>
            <a:ext cx="7958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下列各性质中积分上下限的大小，如不特别指明，均不加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52723584-C546-4CB0-8C92-A8A043735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20" y="4075906"/>
            <a:ext cx="1201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限制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CEE6F11-C833-4217-BE5F-ECBEF38132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351327"/>
              </p:ext>
            </p:extLst>
          </p:nvPr>
        </p:nvGraphicFramePr>
        <p:xfrm>
          <a:off x="1009650" y="2695575"/>
          <a:ext cx="4267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19" name="Equation" r:id="rId6" imgW="4267080" imgH="634680" progId="Equation.DSMT4">
                  <p:embed/>
                </p:oleObj>
              </mc:Choice>
              <mc:Fallback>
                <p:oleObj name="Equation" r:id="rId6" imgW="42670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09650" y="2695575"/>
                        <a:ext cx="4267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69788E04-1A57-46A2-8338-33D4EF946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4075906"/>
            <a:ext cx="60903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并假定各性质中所列出的定积分都存在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172F8FF-D1DB-414D-B3FE-B61741E3F652}"/>
              </a:ext>
            </a:extLst>
          </p:cNvPr>
          <p:cNvGrpSpPr/>
          <p:nvPr/>
        </p:nvGrpSpPr>
        <p:grpSpPr>
          <a:xfrm>
            <a:off x="5364088" y="2201863"/>
            <a:ext cx="2895965" cy="1128712"/>
            <a:chOff x="5364088" y="2201863"/>
            <a:chExt cx="2895965" cy="112871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60F7B2C-8B86-46BA-96BC-4F4648553FCC}"/>
                </a:ext>
              </a:extLst>
            </p:cNvPr>
            <p:cNvGrpSpPr/>
            <p:nvPr/>
          </p:nvGrpSpPr>
          <p:grpSpPr>
            <a:xfrm>
              <a:off x="5436096" y="2352585"/>
              <a:ext cx="2823957" cy="870130"/>
              <a:chOff x="5508104" y="1077897"/>
              <a:chExt cx="2823957" cy="870130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C4824FE-5352-4719-B7C8-29E73A6E574D}"/>
                  </a:ext>
                </a:extLst>
              </p:cNvPr>
              <p:cNvSpPr/>
              <p:nvPr/>
            </p:nvSpPr>
            <p:spPr>
              <a:xfrm>
                <a:off x="5508104" y="1077897"/>
                <a:ext cx="280831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:r>
                  <a:rPr kumimoji="1" lang="zh-CN" altLang="en-US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左</a:t>
                </a:r>
                <a:r>
                  <a:rPr kumimoji="1"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:r>
                  <a:rPr kumimoji="1" lang="zh-CN" altLang="en-US" sz="2000" b="1" dirty="0">
                    <a:solidFill>
                      <a:srgbClr val="0064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右</a:t>
                </a:r>
                <a:r>
                  <a:rPr kumimoji="1"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分割，</a:t>
                </a:r>
                <a:endPara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7CB03C26-F870-47AD-9EE3-B31AB83624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8433370"/>
                  </p:ext>
                </p:extLst>
              </p:nvPr>
            </p:nvGraphicFramePr>
            <p:xfrm>
              <a:off x="7323129" y="1147807"/>
              <a:ext cx="889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420" name="Equation" r:id="rId8" imgW="888840" imgH="330120" progId="Equation.DSMT4">
                      <p:embed/>
                    </p:oleObj>
                  </mc:Choice>
                  <mc:Fallback>
                    <p:oleObj name="Equation" r:id="rId8" imgW="88884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7323129" y="1147807"/>
                            <a:ext cx="8890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876334E-3EA4-4530-857B-08D60DB9880E}"/>
                  </a:ext>
                </a:extLst>
              </p:cNvPr>
              <p:cNvSpPr/>
              <p:nvPr/>
            </p:nvSpPr>
            <p:spPr>
              <a:xfrm>
                <a:off x="5523749" y="1547917"/>
                <a:ext cx="280831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从</a:t>
                </a:r>
                <a:r>
                  <a:rPr kumimoji="1" lang="zh-CN" altLang="en-US" sz="2000" b="1" dirty="0">
                    <a:solidFill>
                      <a:srgbClr val="0064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右</a:t>
                </a:r>
                <a:r>
                  <a:rPr kumimoji="1"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:r>
                  <a:rPr kumimoji="1" lang="zh-CN" altLang="en-US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左</a:t>
                </a:r>
                <a:r>
                  <a:rPr kumimoji="1" lang="zh-CN" altLang="en-US" sz="20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分割，</a:t>
                </a:r>
                <a:endPara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0E183F23-050A-4DBC-8292-913853DDFEC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14576954"/>
                  </p:ext>
                </p:extLst>
              </p:nvPr>
            </p:nvGraphicFramePr>
            <p:xfrm>
              <a:off x="7278023" y="1612870"/>
              <a:ext cx="8763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421" name="Equation" r:id="rId10" imgW="876240" imgH="279360" progId="Equation.DSMT4">
                      <p:embed/>
                    </p:oleObj>
                  </mc:Choice>
                  <mc:Fallback>
                    <p:oleObj name="Equation" r:id="rId10" imgW="876240" imgH="279360" progId="Equation.DSMT4">
                      <p:embed/>
                      <p:pic>
                        <p:nvPicPr>
                          <p:cNvPr id="7" name="对象 6">
                            <a:extLst>
                              <a:ext uri="{FF2B5EF4-FFF2-40B4-BE49-F238E27FC236}">
                                <a16:creationId xmlns:a16="http://schemas.microsoft.com/office/drawing/2014/main" id="{7CB03C26-F870-47AD-9EE3-B31AB83624B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7278023" y="1612870"/>
                            <a:ext cx="8763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AA38D1B-332F-42B2-BA88-5831EBC9E4BA}"/>
                </a:ext>
              </a:extLst>
            </p:cNvPr>
            <p:cNvSpPr/>
            <p:nvPr/>
          </p:nvSpPr>
          <p:spPr>
            <a:xfrm>
              <a:off x="5364088" y="2201863"/>
              <a:ext cx="2880320" cy="112871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599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1" grpId="0" autoUpdateAnimBg="0"/>
      <p:bldP spid="12" grpId="0" autoUpdateAnimBg="0"/>
      <p:bldP spid="1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FE350D1E-B1EF-4B3B-8DE6-7AAC4DFA7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13909"/>
              </p:ext>
            </p:extLst>
          </p:nvPr>
        </p:nvGraphicFramePr>
        <p:xfrm>
          <a:off x="1467016" y="1140208"/>
          <a:ext cx="648936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74" name="Equation" r:id="rId4" imgW="6489360" imgH="634680" progId="Equation.DSMT4">
                  <p:embed/>
                </p:oleObj>
              </mc:Choice>
              <mc:Fallback>
                <p:oleObj name="Equation" r:id="rId4" imgW="6489360" imgH="63468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6907DA10-7F86-49D9-A8B3-69C939690F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016" y="1140208"/>
                        <a:ext cx="648936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3321E9AC-8254-4629-8605-BF05D15ED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692" y="517426"/>
            <a:ext cx="1158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性质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9B8E599-2F68-4516-BA39-E8A1232C0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4970" y="505644"/>
            <a:ext cx="19442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（线性性质）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47B5768-C55C-4187-8E43-ED21225BC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010" y="483366"/>
            <a:ext cx="481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设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5BFA5C05-4442-4D65-9497-E00F6F74C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947926"/>
              </p:ext>
            </p:extLst>
          </p:nvPr>
        </p:nvGraphicFramePr>
        <p:xfrm>
          <a:off x="4180549" y="564151"/>
          <a:ext cx="749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75" name="Equation" r:id="rId6" imgW="749160" imgH="380880" progId="Equation.DSMT4">
                  <p:embed/>
                </p:oleObj>
              </mc:Choice>
              <mc:Fallback>
                <p:oleObj name="Equation" r:id="rId6" imgW="749160" imgH="38088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FE350D1E-B1EF-4B3B-8DE6-7AAC4DFA7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549" y="564151"/>
                        <a:ext cx="74916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">
            <a:extLst>
              <a:ext uri="{FF2B5EF4-FFF2-40B4-BE49-F238E27FC236}">
                <a16:creationId xmlns:a16="http://schemas.microsoft.com/office/drawing/2014/main" id="{FC426F02-B6CF-4595-95FC-35AE574F8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139" y="483366"/>
            <a:ext cx="17302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为任意常数，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E056029-657B-4892-BC1F-C8E62081A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345" y="483366"/>
            <a:ext cx="481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0AE63E62-1D64-4D8D-A13C-B3C415169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21" y="1966069"/>
            <a:ext cx="5470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6EC5D5D3-0F9D-4B94-8EDF-D13687FE7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286655"/>
              </p:ext>
            </p:extLst>
          </p:nvPr>
        </p:nvGraphicFramePr>
        <p:xfrm>
          <a:off x="1511176" y="1936750"/>
          <a:ext cx="2844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76" name="Equation" r:id="rId8" imgW="2844720" imgH="634680" progId="Equation.DSMT4">
                  <p:embed/>
                </p:oleObj>
              </mc:Choice>
              <mc:Fallback>
                <p:oleObj name="Equation" r:id="rId8" imgW="2844720" imgH="63468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FE350D1E-B1EF-4B3B-8DE6-7AAC4DFA7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176" y="1936750"/>
                        <a:ext cx="28448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FDEF780-F01B-437B-82D1-15BB8B7FB1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627950"/>
              </p:ext>
            </p:extLst>
          </p:nvPr>
        </p:nvGraphicFramePr>
        <p:xfrm>
          <a:off x="4355976" y="1860571"/>
          <a:ext cx="3810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77" name="Equation" r:id="rId10" imgW="3809880" imgH="787320" progId="Equation.DSMT4">
                  <p:embed/>
                </p:oleObj>
              </mc:Choice>
              <mc:Fallback>
                <p:oleObj name="Equation" r:id="rId10" imgW="3809880" imgH="787320" progId="Equation.DSMT4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6EC5D5D3-0F9D-4B94-8EDF-D13687FE7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1860571"/>
                        <a:ext cx="3810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99F7614B-F6A8-4D5D-BF0A-553B1FE11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943660"/>
              </p:ext>
            </p:extLst>
          </p:nvPr>
        </p:nvGraphicFramePr>
        <p:xfrm>
          <a:off x="4355976" y="2733654"/>
          <a:ext cx="4521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78" name="Equation" r:id="rId12" imgW="4520880" imgH="787320" progId="Equation.DSMT4">
                  <p:embed/>
                </p:oleObj>
              </mc:Choice>
              <mc:Fallback>
                <p:oleObj name="Equation" r:id="rId12" imgW="4520880" imgH="78732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FDEF780-F01B-437B-82D1-15BB8B7FB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2733654"/>
                        <a:ext cx="4521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30990A22-D7EF-4FC4-822A-4280C6830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658225"/>
              </p:ext>
            </p:extLst>
          </p:nvPr>
        </p:nvGraphicFramePr>
        <p:xfrm>
          <a:off x="4355976" y="3698832"/>
          <a:ext cx="361944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79" name="Equation" r:id="rId14" imgW="3619440" imgH="634680" progId="Equation.DSMT4">
                  <p:embed/>
                </p:oleObj>
              </mc:Choice>
              <mc:Fallback>
                <p:oleObj name="Equation" r:id="rId14" imgW="3619440" imgH="63468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FE350D1E-B1EF-4B3B-8DE6-7AAC4DFA7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3698832"/>
                        <a:ext cx="361944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3">
            <a:extLst>
              <a:ext uri="{FF2B5EF4-FFF2-40B4-BE49-F238E27FC236}">
                <a16:creationId xmlns:a16="http://schemas.microsoft.com/office/drawing/2014/main" id="{DE3F4C7C-9B9A-48A2-A6E4-7EBBA4818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21" y="4461632"/>
            <a:ext cx="66677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性质</a:t>
            </a:r>
            <a:r>
              <a:rPr kumimoji="1" lang="en-US" altLang="zh-CN" sz="2400" b="1" dirty="0">
                <a:latin typeface="+mn-ea"/>
                <a:ea typeface="+mn-ea"/>
              </a:rPr>
              <a:t>1</a:t>
            </a:r>
            <a:r>
              <a:rPr kumimoji="1" lang="zh-CN" altLang="en-US" sz="2400" b="1" dirty="0">
                <a:latin typeface="+mn-ea"/>
                <a:ea typeface="+mn-ea"/>
              </a:rPr>
              <a:t>对于任意有限个函数的线性组合也成立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98CF472-1F2D-4B11-9382-6817D0433EB8}"/>
              </a:ext>
            </a:extLst>
          </p:cNvPr>
          <p:cNvCxnSpPr/>
          <p:nvPr/>
        </p:nvCxnSpPr>
        <p:spPr>
          <a:xfrm>
            <a:off x="5292080" y="3578728"/>
            <a:ext cx="136226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4414D3E-8671-471B-87CD-7BA5C02B4F2E}"/>
              </a:ext>
            </a:extLst>
          </p:cNvPr>
          <p:cNvCxnSpPr/>
          <p:nvPr/>
        </p:nvCxnSpPr>
        <p:spPr>
          <a:xfrm>
            <a:off x="7350655" y="3586744"/>
            <a:ext cx="136226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9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7" grpId="0" autoUpdateAnimBg="0"/>
      <p:bldP spid="8" grpId="0" autoUpdateAnimBg="0"/>
      <p:bldP spid="9" grpId="0" autoUpdateAnimBg="0"/>
      <p:bldP spid="1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8BB7616A-33BA-4DE7-B682-4DA957564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666421"/>
              </p:ext>
            </p:extLst>
          </p:nvPr>
        </p:nvGraphicFramePr>
        <p:xfrm>
          <a:off x="2084388" y="1058863"/>
          <a:ext cx="43846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4" name="Equation" r:id="rId4" imgW="4381200" imgH="634680" progId="Equation.DSMT4">
                  <p:embed/>
                </p:oleObj>
              </mc:Choice>
              <mc:Fallback>
                <p:oleObj name="Equation" r:id="rId4" imgW="4381200" imgH="634680" progId="Equation.DSMT4">
                  <p:embed/>
                  <p:pic>
                    <p:nvPicPr>
                      <p:cNvPr id="677890" name="Object 2">
                        <a:extLst>
                          <a:ext uri="{FF2B5EF4-FFF2-40B4-BE49-F238E27FC236}">
                            <a16:creationId xmlns:a16="http://schemas.microsoft.com/office/drawing/2014/main" id="{C8165B1F-4AFF-4075-A6C6-ADDDF62673BC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8" y="1058863"/>
                        <a:ext cx="43846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D245C287-A3D8-4549-B844-AFB4F12E5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692" y="447402"/>
            <a:ext cx="1158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性质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3733BC1-4766-44F0-AF28-F8A578AD1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8570" y="448146"/>
            <a:ext cx="17153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（可加性）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FA3B039-3FB3-4B60-A791-5F264DC72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693" y="1780951"/>
            <a:ext cx="537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1C17A9E0-935A-4EF9-98A5-755345FA0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432943"/>
            <a:ext cx="537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设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E1A6F2AA-2E3A-4AA7-A7F6-98F8A2097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987997"/>
              </p:ext>
            </p:extLst>
          </p:nvPr>
        </p:nvGraphicFramePr>
        <p:xfrm>
          <a:off x="3968640" y="512981"/>
          <a:ext cx="11572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5" name="Equation" r:id="rId6" imgW="1155600" imgH="330120" progId="Equation.DSMT4">
                  <p:embed/>
                </p:oleObj>
              </mc:Choice>
              <mc:Fallback>
                <p:oleObj name="Equation" r:id="rId6" imgW="1155600" imgH="33012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8BB7616A-33BA-4DE7-B682-4DA95756408E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640" y="512981"/>
                        <a:ext cx="1157287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>
            <a:extLst>
              <a:ext uri="{FF2B5EF4-FFF2-40B4-BE49-F238E27FC236}">
                <a16:creationId xmlns:a16="http://schemas.microsoft.com/office/drawing/2014/main" id="{4CB4F99D-C681-4243-BC20-A8884DE7C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4" y="411510"/>
            <a:ext cx="537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6B99D687-D36F-42E6-8DC6-EBCC7A489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08" y="1779662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因为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C0DB6D0-C0E8-47FF-88C2-77809F1855ED}"/>
              </a:ext>
            </a:extLst>
          </p:cNvPr>
          <p:cNvGrpSpPr/>
          <p:nvPr/>
        </p:nvGrpSpPr>
        <p:grpSpPr>
          <a:xfrm>
            <a:off x="2182088" y="1784887"/>
            <a:ext cx="2831840" cy="461665"/>
            <a:chOff x="4313515" y="2066245"/>
            <a:chExt cx="2831840" cy="461665"/>
          </a:xfrm>
        </p:grpSpPr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CE4A2C3C-C961-467B-8637-28FED5B351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6050360"/>
                </p:ext>
              </p:extLst>
            </p:nvPr>
          </p:nvGraphicFramePr>
          <p:xfrm>
            <a:off x="4313515" y="215087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36" name="Equation" r:id="rId8" imgW="622080" imgH="342720" progId="Equation.DSMT4">
                    <p:embed/>
                  </p:oleObj>
                </mc:Choice>
                <mc:Fallback>
                  <p:oleObj name="Equation" r:id="rId8" imgW="622080" imgH="342720" progId="Equation.DSMT4">
                    <p:embed/>
                    <p:pic>
                      <p:nvPicPr>
                        <p:cNvPr id="58" name="Object 24">
                          <a:extLst>
                            <a:ext uri="{FF2B5EF4-FFF2-40B4-BE49-F238E27FC236}">
                              <a16:creationId xmlns:a16="http://schemas.microsoft.com/office/drawing/2014/main" id="{3B538432-E789-47D0-9631-E1F2779025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3515" y="2150879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01C88D87-DD7F-4B72-BB3D-9ACF7ABF3008}"/>
                </a:ext>
              </a:extLst>
            </p:cNvPr>
            <p:cNvGrpSpPr/>
            <p:nvPr/>
          </p:nvGrpSpPr>
          <p:grpSpPr>
            <a:xfrm>
              <a:off x="4883209" y="2066245"/>
              <a:ext cx="2262146" cy="461665"/>
              <a:chOff x="1340329" y="1954923"/>
              <a:chExt cx="2262146" cy="362516"/>
            </a:xfrm>
          </p:grpSpPr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4D5B14D0-6586-4D19-B3E7-9CA610F8D5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0329" y="1954923"/>
                <a:ext cx="2262146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 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上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可积，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16" name="Object 24">
                <a:extLst>
                  <a:ext uri="{FF2B5EF4-FFF2-40B4-BE49-F238E27FC236}">
                    <a16:creationId xmlns:a16="http://schemas.microsoft.com/office/drawing/2014/main" id="{A108C075-3B44-4D3F-B4B0-726819C24F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3125937"/>
                  </p:ext>
                </p:extLst>
              </p:nvPr>
            </p:nvGraphicFramePr>
            <p:xfrm>
              <a:off x="1821120" y="2011713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837" name="Equation" r:id="rId10" imgW="647640" imgH="342720" progId="Equation.DSMT4">
                      <p:embed/>
                    </p:oleObj>
                  </mc:Choice>
                  <mc:Fallback>
                    <p:oleObj name="Equation" r:id="rId10" imgW="647640" imgH="342720" progId="Equation.DSMT4">
                      <p:embed/>
                      <p:pic>
                        <p:nvPicPr>
                          <p:cNvPr id="61" name="Object 24">
                            <a:extLst>
                              <a:ext uri="{FF2B5EF4-FFF2-40B4-BE49-F238E27FC236}">
                                <a16:creationId xmlns:a16="http://schemas.microsoft.com/office/drawing/2014/main" id="{0F9D34F6-5C84-4637-9EDE-51C0A6D33E0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1120" y="2011713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0" name="Text Box 11">
            <a:extLst>
              <a:ext uri="{FF2B5EF4-FFF2-40B4-BE49-F238E27FC236}">
                <a16:creationId xmlns:a16="http://schemas.microsoft.com/office/drawing/2014/main" id="{A0C7CA11-BF13-480B-B3C2-78767AE3C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6325" y="1783440"/>
            <a:ext cx="3998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所以在分割区间时</a:t>
            </a:r>
            <a:r>
              <a:rPr kumimoji="1" lang="en-US" altLang="zh-CN" sz="2400" b="1" dirty="0">
                <a:latin typeface="+mn-ea"/>
                <a:ea typeface="+mn-ea"/>
              </a:rPr>
              <a:t>, </a:t>
            </a:r>
            <a:r>
              <a:rPr kumimoji="1" lang="zh-CN" altLang="en-US" sz="2400" b="1" dirty="0">
                <a:latin typeface="+mn-ea"/>
                <a:ea typeface="+mn-ea"/>
              </a:rPr>
              <a:t>可永远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5B9BDF-35FE-4912-834E-F4A6E8C50059}"/>
              </a:ext>
            </a:extLst>
          </p:cNvPr>
          <p:cNvGrpSpPr/>
          <p:nvPr/>
        </p:nvGrpSpPr>
        <p:grpSpPr>
          <a:xfrm>
            <a:off x="251520" y="2350959"/>
            <a:ext cx="3275772" cy="461665"/>
            <a:chOff x="497448" y="2350959"/>
            <a:chExt cx="3275772" cy="461665"/>
          </a:xfrm>
        </p:grpSpPr>
        <p:sp>
          <p:nvSpPr>
            <p:cNvPr id="22" name="Text Box 3">
              <a:extLst>
                <a:ext uri="{FF2B5EF4-FFF2-40B4-BE49-F238E27FC236}">
                  <a16:creationId xmlns:a16="http://schemas.microsoft.com/office/drawing/2014/main" id="{339E9E7B-67E2-4826-BAD3-0A5BE7B78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448" y="2350959"/>
              <a:ext cx="327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作为一个分点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26" name="Object 24">
              <a:extLst>
                <a:ext uri="{FF2B5EF4-FFF2-40B4-BE49-F238E27FC236}">
                  <a16:creationId xmlns:a16="http://schemas.microsoft.com/office/drawing/2014/main" id="{09A2CD81-AF45-45BA-A489-CFAF1562BA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0487745"/>
                </p:ext>
              </p:extLst>
            </p:nvPr>
          </p:nvGraphicFramePr>
          <p:xfrm>
            <a:off x="924128" y="2494016"/>
            <a:ext cx="177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38" name="Equation" r:id="rId12" imgW="177480" imgH="203040" progId="Equation.DSMT4">
                    <p:embed/>
                  </p:oleObj>
                </mc:Choice>
                <mc:Fallback>
                  <p:oleObj name="Equation" r:id="rId12" imgW="177480" imgH="203040" progId="Equation.DSMT4">
                    <p:embed/>
                    <p:pic>
                      <p:nvPicPr>
                        <p:cNvPr id="16" name="Object 24">
                          <a:extLst>
                            <a:ext uri="{FF2B5EF4-FFF2-40B4-BE49-F238E27FC236}">
                              <a16:creationId xmlns:a16="http://schemas.microsoft.com/office/drawing/2014/main" id="{A108C075-3B44-4D3F-B4B0-726819C24F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128" y="2494016"/>
                          <a:ext cx="177800" cy="203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 Box 3">
            <a:extLst>
              <a:ext uri="{FF2B5EF4-FFF2-40B4-BE49-F238E27FC236}">
                <a16:creationId xmlns:a16="http://schemas.microsoft.com/office/drawing/2014/main" id="{A0181DB0-1B3B-4A04-A731-C3DD2777A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824" y="2326109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于是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28" name="Object 13">
            <a:extLst>
              <a:ext uri="{FF2B5EF4-FFF2-40B4-BE49-F238E27FC236}">
                <a16:creationId xmlns:a16="http://schemas.microsoft.com/office/drawing/2014/main" id="{EFC099EE-11DC-4515-8BA4-8EF745982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177635"/>
              </p:ext>
            </p:extLst>
          </p:nvPr>
        </p:nvGraphicFramePr>
        <p:xfrm>
          <a:off x="1487488" y="2927350"/>
          <a:ext cx="1600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9" name="Equation" r:id="rId14" imgW="1600200" imgH="660240" progId="Equation.DSMT4">
                  <p:embed/>
                </p:oleObj>
              </mc:Choice>
              <mc:Fallback>
                <p:oleObj name="Equation" r:id="rId14" imgW="1600200" imgH="660240" progId="Equation.DSMT4">
                  <p:embed/>
                  <p:pic>
                    <p:nvPicPr>
                      <p:cNvPr id="677901" name="Object 13">
                        <a:extLst>
                          <a:ext uri="{FF2B5EF4-FFF2-40B4-BE49-F238E27FC236}">
                            <a16:creationId xmlns:a16="http://schemas.microsoft.com/office/drawing/2014/main" id="{3B36C8C6-E5A0-4D98-971E-01488623A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2927350"/>
                        <a:ext cx="16002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4">
            <a:extLst>
              <a:ext uri="{FF2B5EF4-FFF2-40B4-BE49-F238E27FC236}">
                <a16:creationId xmlns:a16="http://schemas.microsoft.com/office/drawing/2014/main" id="{90FC3625-2A74-4542-9E1B-2144DC655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704684"/>
              </p:ext>
            </p:extLst>
          </p:nvPr>
        </p:nvGraphicFramePr>
        <p:xfrm>
          <a:off x="3124200" y="2903538"/>
          <a:ext cx="2057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0" name="Equation" r:id="rId16" imgW="2057400" imgH="660240" progId="Equation.DSMT4">
                  <p:embed/>
                </p:oleObj>
              </mc:Choice>
              <mc:Fallback>
                <p:oleObj name="Equation" r:id="rId16" imgW="2057400" imgH="660240" progId="Equation.DSMT4">
                  <p:embed/>
                  <p:pic>
                    <p:nvPicPr>
                      <p:cNvPr id="677902" name="Object 14">
                        <a:extLst>
                          <a:ext uri="{FF2B5EF4-FFF2-40B4-BE49-F238E27FC236}">
                            <a16:creationId xmlns:a16="http://schemas.microsoft.com/office/drawing/2014/main" id="{D965769C-176E-486E-897B-7440DA87F6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903538"/>
                        <a:ext cx="2057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5">
            <a:extLst>
              <a:ext uri="{FF2B5EF4-FFF2-40B4-BE49-F238E27FC236}">
                <a16:creationId xmlns:a16="http://schemas.microsoft.com/office/drawing/2014/main" id="{39F4E0FA-792B-48DD-BD23-31B7AEFCB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519924"/>
              </p:ext>
            </p:extLst>
          </p:nvPr>
        </p:nvGraphicFramePr>
        <p:xfrm>
          <a:off x="5238750" y="2889250"/>
          <a:ext cx="15875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1" name="Equation" r:id="rId18" imgW="1587240" imgH="660240" progId="Equation.DSMT4">
                  <p:embed/>
                </p:oleObj>
              </mc:Choice>
              <mc:Fallback>
                <p:oleObj name="Equation" r:id="rId18" imgW="1587240" imgH="660240" progId="Equation.DSMT4">
                  <p:embed/>
                  <p:pic>
                    <p:nvPicPr>
                      <p:cNvPr id="677903" name="Object 15">
                        <a:extLst>
                          <a:ext uri="{FF2B5EF4-FFF2-40B4-BE49-F238E27FC236}">
                            <a16:creationId xmlns:a16="http://schemas.microsoft.com/office/drawing/2014/main" id="{43A3C12D-B106-4731-9458-06B9B43F99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2889250"/>
                        <a:ext cx="15875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5">
            <a:extLst>
              <a:ext uri="{FF2B5EF4-FFF2-40B4-BE49-F238E27FC236}">
                <a16:creationId xmlns:a16="http://schemas.microsoft.com/office/drawing/2014/main" id="{6EA4F0ED-4C15-4148-8268-C6200C98D9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383298"/>
              </p:ext>
            </p:extLst>
          </p:nvPr>
        </p:nvGraphicFramePr>
        <p:xfrm>
          <a:off x="2960688" y="3651870"/>
          <a:ext cx="111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2" name="Equation" r:id="rId20" imgW="1117440" imgH="380880" progId="Equation.DSMT4">
                  <p:embed/>
                </p:oleObj>
              </mc:Choice>
              <mc:Fallback>
                <p:oleObj name="Equation" r:id="rId20" imgW="1117440" imgH="380880" progId="Equation.DSMT4">
                  <p:embed/>
                  <p:pic>
                    <p:nvPicPr>
                      <p:cNvPr id="677913" name="Object 25">
                        <a:extLst>
                          <a:ext uri="{FF2B5EF4-FFF2-40B4-BE49-F238E27FC236}">
                            <a16:creationId xmlns:a16="http://schemas.microsoft.com/office/drawing/2014/main" id="{5609C3CA-15AA-4843-9B5E-EFCFA8A3D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3651870"/>
                        <a:ext cx="1117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26">
            <a:extLst>
              <a:ext uri="{FF2B5EF4-FFF2-40B4-BE49-F238E27FC236}">
                <a16:creationId xmlns:a16="http://schemas.microsoft.com/office/drawing/2014/main" id="{35A92712-C910-4E67-8178-BF1CD31D0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808" y="3579862"/>
            <a:ext cx="0" cy="6021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" name="Object 27">
            <a:extLst>
              <a:ext uri="{FF2B5EF4-FFF2-40B4-BE49-F238E27FC236}">
                <a16:creationId xmlns:a16="http://schemas.microsoft.com/office/drawing/2014/main" id="{2573F2E4-BD9C-4296-856B-1B5B465A1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922595"/>
              </p:ext>
            </p:extLst>
          </p:nvPr>
        </p:nvGraphicFramePr>
        <p:xfrm>
          <a:off x="1679550" y="4155926"/>
          <a:ext cx="151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3" name="Equation" r:id="rId22" imgW="1511280" imgH="634680" progId="Equation.DSMT4">
                  <p:embed/>
                </p:oleObj>
              </mc:Choice>
              <mc:Fallback>
                <p:oleObj name="Equation" r:id="rId22" imgW="1511280" imgH="634680" progId="Equation.DSMT4">
                  <p:embed/>
                  <p:pic>
                    <p:nvPicPr>
                      <p:cNvPr id="677915" name="Object 27">
                        <a:extLst>
                          <a:ext uri="{FF2B5EF4-FFF2-40B4-BE49-F238E27FC236}">
                            <a16:creationId xmlns:a16="http://schemas.microsoft.com/office/drawing/2014/main" id="{A2856D4D-65A4-46E0-B7FD-640A2C4A97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50" y="4155926"/>
                        <a:ext cx="1511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8">
            <a:extLst>
              <a:ext uri="{FF2B5EF4-FFF2-40B4-BE49-F238E27FC236}">
                <a16:creationId xmlns:a16="http://schemas.microsoft.com/office/drawing/2014/main" id="{D5454C5B-2DA3-4B53-9926-2D64DF0C37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307481"/>
              </p:ext>
            </p:extLst>
          </p:nvPr>
        </p:nvGraphicFramePr>
        <p:xfrm>
          <a:off x="3333725" y="4159101"/>
          <a:ext cx="1270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4" name="Equation" r:id="rId24" imgW="1269720" imgH="634680" progId="Equation.DSMT4">
                  <p:embed/>
                </p:oleObj>
              </mc:Choice>
              <mc:Fallback>
                <p:oleObj name="Equation" r:id="rId24" imgW="1269720" imgH="634680" progId="Equation.DSMT4">
                  <p:embed/>
                  <p:pic>
                    <p:nvPicPr>
                      <p:cNvPr id="677916" name="Object 28">
                        <a:extLst>
                          <a:ext uri="{FF2B5EF4-FFF2-40B4-BE49-F238E27FC236}">
                            <a16:creationId xmlns:a16="http://schemas.microsoft.com/office/drawing/2014/main" id="{5AB59A04-03F9-4312-A612-A14255AA66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25" y="4159101"/>
                        <a:ext cx="1270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9">
            <a:extLst>
              <a:ext uri="{FF2B5EF4-FFF2-40B4-BE49-F238E27FC236}">
                <a16:creationId xmlns:a16="http://schemas.microsoft.com/office/drawing/2014/main" id="{840A5381-639D-4613-9FDB-EBD35B385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473861"/>
              </p:ext>
            </p:extLst>
          </p:nvPr>
        </p:nvGraphicFramePr>
        <p:xfrm>
          <a:off x="4630738" y="4143375"/>
          <a:ext cx="151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5" name="Equation" r:id="rId26" imgW="1511280" imgH="634680" progId="Equation.DSMT4">
                  <p:embed/>
                </p:oleObj>
              </mc:Choice>
              <mc:Fallback>
                <p:oleObj name="Equation" r:id="rId26" imgW="1511280" imgH="634680" progId="Equation.DSMT4">
                  <p:embed/>
                  <p:pic>
                    <p:nvPicPr>
                      <p:cNvPr id="677917" name="Object 29">
                        <a:extLst>
                          <a:ext uri="{FF2B5EF4-FFF2-40B4-BE49-F238E27FC236}">
                            <a16:creationId xmlns:a16="http://schemas.microsoft.com/office/drawing/2014/main" id="{27BD7CF0-50E8-4C6B-A417-796F7327E0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8" y="4143375"/>
                        <a:ext cx="1511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132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8" grpId="0" autoUpdateAnimBg="0"/>
      <p:bldP spid="9" grpId="0" autoUpdateAnimBg="0"/>
      <p:bldP spid="20" grpId="0"/>
      <p:bldP spid="2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431FE14-801C-4043-A8EF-F31CDC6DC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998" y="594498"/>
            <a:ext cx="822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不论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812107B4-122E-486A-AC3C-D80B2DAB61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075502"/>
              </p:ext>
            </p:extLst>
          </p:nvPr>
        </p:nvGraphicFramePr>
        <p:xfrm>
          <a:off x="2188818" y="660703"/>
          <a:ext cx="7127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1" name="Equation" r:id="rId4" imgW="711000" imgH="330120" progId="Equation.DSMT4">
                  <p:embed/>
                </p:oleObj>
              </mc:Choice>
              <mc:Fallback>
                <p:oleObj name="Equation" r:id="rId4" imgW="711000" imgH="330120" progId="Equation.DSMT4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E1A6F2AA-2E3A-4AA7-A7F6-98F8A2097EE0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818" y="660703"/>
                        <a:ext cx="71278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81530773-0FF9-41AC-9EB1-ED6CD9FA5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674" y="581798"/>
            <a:ext cx="349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的相对位置如何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</a:rPr>
              <a:t>总有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A3BCA405-4046-46DF-B16B-980A242D8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308778"/>
              </p:ext>
            </p:extLst>
          </p:nvPr>
        </p:nvGraphicFramePr>
        <p:xfrm>
          <a:off x="2049708" y="1183734"/>
          <a:ext cx="43846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2" name="Equation" r:id="rId6" imgW="4381200" imgH="634680" progId="Equation.DSMT4">
                  <p:embed/>
                </p:oleObj>
              </mc:Choice>
              <mc:Fallback>
                <p:oleObj name="Equation" r:id="rId6" imgW="4381200" imgH="63468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8BB7616A-33BA-4DE7-B682-4DA95756408E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708" y="1183734"/>
                        <a:ext cx="43846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">
            <a:extLst>
              <a:ext uri="{FF2B5EF4-FFF2-40B4-BE49-F238E27FC236}">
                <a16:creationId xmlns:a16="http://schemas.microsoft.com/office/drawing/2014/main" id="{1A0A9746-B537-4C10-875C-1326EFCBE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008515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如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081052E3-D105-44A8-B013-B787ACEDB5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181566"/>
              </p:ext>
            </p:extLst>
          </p:nvPr>
        </p:nvGraphicFramePr>
        <p:xfrm>
          <a:off x="730450" y="2111384"/>
          <a:ext cx="10810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3" name="Equation" r:id="rId8" imgW="1079280" imgH="279360" progId="Equation.DSMT4">
                  <p:embed/>
                </p:oleObj>
              </mc:Choice>
              <mc:Fallback>
                <p:oleObj name="Equation" r:id="rId8" imgW="1079280" imgH="279360" progId="Equation.DSMT4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E1A6F2AA-2E3A-4AA7-A7F6-98F8A2097EE0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450" y="2111384"/>
                        <a:ext cx="1081088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>
            <a:extLst>
              <a:ext uri="{FF2B5EF4-FFF2-40B4-BE49-F238E27FC236}">
                <a16:creationId xmlns:a16="http://schemas.microsoft.com/office/drawing/2014/main" id="{7A9F2680-C9E9-46A0-94A9-2C4A90B93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1995686"/>
            <a:ext cx="151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时，由于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5F8B9822-71AE-446C-9ECA-E48760554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085009"/>
              </p:ext>
            </p:extLst>
          </p:nvPr>
        </p:nvGraphicFramePr>
        <p:xfrm>
          <a:off x="1763688" y="2624846"/>
          <a:ext cx="127158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4" name="Equation" r:id="rId10" imgW="1269720" imgH="634680" progId="Equation.DSMT4">
                  <p:embed/>
                </p:oleObj>
              </mc:Choice>
              <mc:Fallback>
                <p:oleObj name="Equation" r:id="rId10" imgW="1269720" imgH="634680" progId="Equation.DSMT4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A3BCA405-4046-46DF-B16B-980A242D84FE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624846"/>
                        <a:ext cx="127158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E2D953A1-D11E-4BE5-80E7-01F03EAFA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079776"/>
              </p:ext>
            </p:extLst>
          </p:nvPr>
        </p:nvGraphicFramePr>
        <p:xfrm>
          <a:off x="785289" y="3440567"/>
          <a:ext cx="1282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5" name="Equation" r:id="rId12" imgW="1282680" imgH="634680" progId="Equation.DSMT4">
                  <p:embed/>
                </p:oleObj>
              </mc:Choice>
              <mc:Fallback>
                <p:oleObj name="Equation" r:id="rId12" imgW="1282680" imgH="634680" progId="Equation.DSMT4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5F8B9822-71AE-446C-9ECA-E48760554744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289" y="3440567"/>
                        <a:ext cx="1282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9C5BAED0-C738-4207-B7BB-5CF2E6FD0C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265558"/>
              </p:ext>
            </p:extLst>
          </p:nvPr>
        </p:nvGraphicFramePr>
        <p:xfrm>
          <a:off x="5242786" y="3443035"/>
          <a:ext cx="30765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6" name="Equation" r:id="rId14" imgW="3073320" imgH="634680" progId="Equation.DSMT4">
                  <p:embed/>
                </p:oleObj>
              </mc:Choice>
              <mc:Fallback>
                <p:oleObj name="Equation" r:id="rId14" imgW="3073320" imgH="634680" progId="Equation.DSMT4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A3BCA405-4046-46DF-B16B-980A242D84FE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2786" y="3443035"/>
                        <a:ext cx="30765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">
            <a:extLst>
              <a:ext uri="{FF2B5EF4-FFF2-40B4-BE49-F238E27FC236}">
                <a16:creationId xmlns:a16="http://schemas.microsoft.com/office/drawing/2014/main" id="{8A0826FC-EBF7-4CC4-8242-72B8E9B2A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834" y="3510938"/>
            <a:ext cx="858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故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FC14F358-B900-4494-8185-035722E4D8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165648"/>
              </p:ext>
            </p:extLst>
          </p:nvPr>
        </p:nvGraphicFramePr>
        <p:xfrm>
          <a:off x="2074053" y="4227934"/>
          <a:ext cx="264318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7" name="Equation" r:id="rId16" imgW="2641320" imgH="634680" progId="Equation.DSMT4">
                  <p:embed/>
                </p:oleObj>
              </mc:Choice>
              <mc:Fallback>
                <p:oleObj name="Equation" r:id="rId16" imgW="2641320" imgH="63468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3BEA9875-0CB6-4876-8D3E-8BB3238CB981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053" y="4227934"/>
                        <a:ext cx="264318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">
            <a:extLst>
              <a:ext uri="{FF2B5EF4-FFF2-40B4-BE49-F238E27FC236}">
                <a16:creationId xmlns:a16="http://schemas.microsoft.com/office/drawing/2014/main" id="{3B9A402A-BD8F-4143-B9CB-A7AA4B07A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290955"/>
            <a:ext cx="1158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性质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9E122A6D-73B4-413C-B74B-4BE2ACF33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153" y="4290955"/>
            <a:ext cx="151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（自证）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4FB13C01-C511-4C07-9077-FCA5D659E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765" y="597917"/>
            <a:ext cx="537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注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9" name="Object 2">
            <a:extLst>
              <a:ext uri="{FF2B5EF4-FFF2-40B4-BE49-F238E27FC236}">
                <a16:creationId xmlns:a16="http://schemas.microsoft.com/office/drawing/2014/main" id="{214AEE0C-D4C5-44D5-8CE4-3659D65D1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14854"/>
              </p:ext>
            </p:extLst>
          </p:nvPr>
        </p:nvGraphicFramePr>
        <p:xfrm>
          <a:off x="3063166" y="2648504"/>
          <a:ext cx="31019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8" name="Equation" r:id="rId18" imgW="3098520" imgH="634680" progId="Equation.DSMT4">
                  <p:embed/>
                </p:oleObj>
              </mc:Choice>
              <mc:Fallback>
                <p:oleObj name="Equation" r:id="rId18" imgW="3098520" imgH="634680" progId="Equation.DSMT4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5F8B9822-71AE-446C-9ECA-E48760554744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166" y="2648504"/>
                        <a:ext cx="31019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>
            <a:extLst>
              <a:ext uri="{FF2B5EF4-FFF2-40B4-BE49-F238E27FC236}">
                <a16:creationId xmlns:a16="http://schemas.microsoft.com/office/drawing/2014/main" id="{52D205EF-4B7B-48B7-A1F1-F6359AF6A7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271105"/>
              </p:ext>
            </p:extLst>
          </p:nvPr>
        </p:nvGraphicFramePr>
        <p:xfrm>
          <a:off x="2116781" y="3421890"/>
          <a:ext cx="30114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9" name="Equation" r:id="rId20" imgW="3009600" imgH="634680" progId="Equation.DSMT4">
                  <p:embed/>
                </p:oleObj>
              </mc:Choice>
              <mc:Fallback>
                <p:oleObj name="Equation" r:id="rId20" imgW="3009600" imgH="634680" progId="Equation.DSMT4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E2D953A1-D11E-4BE5-80E7-01F03EAFA239}"/>
                          </a:ext>
                        </a:extLst>
                      </p:cNvPr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781" y="3421890"/>
                        <a:ext cx="301148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46C96C6E-701A-415B-B52E-849446DAE508}"/>
              </a:ext>
            </a:extLst>
          </p:cNvPr>
          <p:cNvGrpSpPr/>
          <p:nvPr/>
        </p:nvGrpSpPr>
        <p:grpSpPr>
          <a:xfrm>
            <a:off x="3923928" y="2283718"/>
            <a:ext cx="3456384" cy="394577"/>
            <a:chOff x="3923928" y="2283718"/>
            <a:chExt cx="3456384" cy="394577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5398BE1-4A2D-43AF-8D61-844A0BD5EA09}"/>
                </a:ext>
              </a:extLst>
            </p:cNvPr>
            <p:cNvCxnSpPr/>
            <p:nvPr/>
          </p:nvCxnSpPr>
          <p:spPr>
            <a:xfrm>
              <a:off x="3923928" y="2390784"/>
              <a:ext cx="3456384" cy="0"/>
            </a:xfrm>
            <a:prstGeom prst="straightConnector1">
              <a:avLst/>
            </a:prstGeom>
            <a:ln w="15875">
              <a:solidFill>
                <a:srgbClr val="0064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C5A385B-522D-4A31-B917-4DFC325831B2}"/>
                </a:ext>
              </a:extLst>
            </p:cNvPr>
            <p:cNvCxnSpPr/>
            <p:nvPr/>
          </p:nvCxnSpPr>
          <p:spPr>
            <a:xfrm>
              <a:off x="5436096" y="2390784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7CB759A-F979-4BEB-B867-1DBFE2E13C10}"/>
                </a:ext>
              </a:extLst>
            </p:cNvPr>
            <p:cNvCxnSpPr/>
            <p:nvPr/>
          </p:nvCxnSpPr>
          <p:spPr>
            <a:xfrm>
              <a:off x="4932040" y="2283718"/>
              <a:ext cx="0" cy="107066"/>
            </a:xfrm>
            <a:prstGeom prst="line">
              <a:avLst/>
            </a:prstGeom>
            <a:ln w="254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9ECF955-A18C-4A57-A954-E43458205C13}"/>
                </a:ext>
              </a:extLst>
            </p:cNvPr>
            <p:cNvCxnSpPr/>
            <p:nvPr/>
          </p:nvCxnSpPr>
          <p:spPr>
            <a:xfrm>
              <a:off x="6660232" y="2283718"/>
              <a:ext cx="0" cy="107066"/>
            </a:xfrm>
            <a:prstGeom prst="line">
              <a:avLst/>
            </a:prstGeom>
            <a:ln w="254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D44B45-0540-4642-93B6-907CD5FAF1A2}"/>
                </a:ext>
              </a:extLst>
            </p:cNvPr>
            <p:cNvCxnSpPr/>
            <p:nvPr/>
          </p:nvCxnSpPr>
          <p:spPr>
            <a:xfrm>
              <a:off x="6012160" y="2283718"/>
              <a:ext cx="0" cy="107066"/>
            </a:xfrm>
            <a:prstGeom prst="line">
              <a:avLst/>
            </a:prstGeom>
            <a:ln w="25400"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B20F5999-5978-4E01-A440-6FC1B30C6A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7108116"/>
                </p:ext>
              </p:extLst>
            </p:nvPr>
          </p:nvGraphicFramePr>
          <p:xfrm>
            <a:off x="4830440" y="2408518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70" name="Equation" r:id="rId22" imgW="203040" imgH="203040" progId="Equation.DSMT4">
                    <p:embed/>
                  </p:oleObj>
                </mc:Choice>
                <mc:Fallback>
                  <p:oleObj name="Equation" r:id="rId22" imgW="203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830440" y="2408518"/>
                          <a:ext cx="203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475E57DF-993A-4901-94E8-F85F37AB0E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8297013"/>
                </p:ext>
              </p:extLst>
            </p:nvPr>
          </p:nvGraphicFramePr>
          <p:xfrm>
            <a:off x="5916910" y="2398895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71" name="Equation" r:id="rId24" imgW="190440" imgH="279360" progId="Equation.DSMT4">
                    <p:embed/>
                  </p:oleObj>
                </mc:Choice>
                <mc:Fallback>
                  <p:oleObj name="Equation" r:id="rId24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5916910" y="2398895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378DD74D-16D4-4A35-BA2B-1A9EACF874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3182523"/>
                </p:ext>
              </p:extLst>
            </p:nvPr>
          </p:nvGraphicFramePr>
          <p:xfrm>
            <a:off x="6588224" y="2445304"/>
            <a:ext cx="177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72" name="Equation" r:id="rId26" imgW="177480" imgH="203040" progId="Equation.DSMT4">
                    <p:embed/>
                  </p:oleObj>
                </mc:Choice>
                <mc:Fallback>
                  <p:oleObj name="Equation" r:id="rId26" imgW="1774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6588224" y="2445304"/>
                          <a:ext cx="1778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5038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7" grpId="0" autoUpdateAnimBg="0"/>
      <p:bldP spid="9" grpId="0" autoUpdateAnimBg="0"/>
      <p:bldP spid="13" grpId="0" autoUpdateAnimBg="0"/>
      <p:bldP spid="15" grpId="0" autoUpdateAnimBg="0"/>
      <p:bldP spid="16" grpId="0"/>
      <p:bldP spid="1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3AF46107-E194-4BBA-AE4D-D8D6BFDFC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484965"/>
            <a:ext cx="1158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性质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B381205-98BE-4E10-9121-DDBFE70EC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79" y="493251"/>
            <a:ext cx="23559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（不等式性质）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A4DB6FD-4263-4D05-B5BF-DFA381FC8EFE}"/>
              </a:ext>
            </a:extLst>
          </p:cNvPr>
          <p:cNvGrpSpPr/>
          <p:nvPr/>
        </p:nvGrpSpPr>
        <p:grpSpPr>
          <a:xfrm>
            <a:off x="1574701" y="1136080"/>
            <a:ext cx="3018674" cy="461665"/>
            <a:chOff x="3772890" y="2070485"/>
            <a:chExt cx="3018674" cy="461665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6F990978-488B-4FA6-9FEC-B995EAE38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2890" y="207048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6" name="Object 24">
              <a:extLst>
                <a:ext uri="{FF2B5EF4-FFF2-40B4-BE49-F238E27FC236}">
                  <a16:creationId xmlns:a16="http://schemas.microsoft.com/office/drawing/2014/main" id="{334478BF-C28C-432D-B146-4B7C5D3061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464730"/>
                </p:ext>
              </p:extLst>
            </p:nvPr>
          </p:nvGraphicFramePr>
          <p:xfrm>
            <a:off x="5648564" y="2173286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938" name="Equation" r:id="rId4" imgW="1143000" imgH="342720" progId="Equation.DSMT4">
                    <p:embed/>
                  </p:oleObj>
                </mc:Choice>
                <mc:Fallback>
                  <p:oleObj name="Equation" r:id="rId4" imgW="1143000" imgH="342720" progId="Equation.DSMT4">
                    <p:embed/>
                    <p:pic>
                      <p:nvPicPr>
                        <p:cNvPr id="11" name="Object 24">
                          <a:extLst>
                            <a:ext uri="{FF2B5EF4-FFF2-40B4-BE49-F238E27FC236}">
                              <a16:creationId xmlns:a16="http://schemas.microsoft.com/office/drawing/2014/main" id="{3BE215E8-D186-4B52-985C-B3633494BD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8564" y="2173286"/>
                          <a:ext cx="11430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24">
              <a:extLst>
                <a:ext uri="{FF2B5EF4-FFF2-40B4-BE49-F238E27FC236}">
                  <a16:creationId xmlns:a16="http://schemas.microsoft.com/office/drawing/2014/main" id="{47351F25-F118-4292-9486-B0670DE54C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7111501"/>
                </p:ext>
              </p:extLst>
            </p:nvPr>
          </p:nvGraphicFramePr>
          <p:xfrm>
            <a:off x="4245151" y="2184857"/>
            <a:ext cx="1371600" cy="3428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939" name="Equation" r:id="rId6" imgW="1371600" imgH="342720" progId="Equation.DSMT4">
                    <p:embed/>
                  </p:oleObj>
                </mc:Choice>
                <mc:Fallback>
                  <p:oleObj name="Equation" r:id="rId6" imgW="1371600" imgH="342720" progId="Equation.DSMT4">
                    <p:embed/>
                    <p:pic>
                      <p:nvPicPr>
                        <p:cNvPr id="14" name="Object 24">
                          <a:extLst>
                            <a:ext uri="{FF2B5EF4-FFF2-40B4-BE49-F238E27FC236}">
                              <a16:creationId xmlns:a16="http://schemas.microsoft.com/office/drawing/2014/main" id="{4D112FA1-AE0C-46F6-89B6-FDDE1A4D62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5151" y="2184857"/>
                          <a:ext cx="1371600" cy="3428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6">
            <a:extLst>
              <a:ext uri="{FF2B5EF4-FFF2-40B4-BE49-F238E27FC236}">
                <a16:creationId xmlns:a16="http://schemas.microsoft.com/office/drawing/2014/main" id="{0C32F363-0B10-4140-9F4D-01EA871E3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102" y="1122462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BC63A22E-7B8A-412C-95B6-2A86DB5D30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084466"/>
              </p:ext>
            </p:extLst>
          </p:nvPr>
        </p:nvGraphicFramePr>
        <p:xfrm>
          <a:off x="5220072" y="1072654"/>
          <a:ext cx="1828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40" name="Equation" r:id="rId8" imgW="1828800" imgH="634680" progId="Equation.DSMT4">
                  <p:embed/>
                </p:oleObj>
              </mc:Choice>
              <mc:Fallback>
                <p:oleObj name="Equation" r:id="rId8" imgW="1828800" imgH="634680" progId="Equation.DSMT4">
                  <p:embed/>
                  <p:pic>
                    <p:nvPicPr>
                      <p:cNvPr id="17" name="Object 24">
                        <a:extLst>
                          <a:ext uri="{FF2B5EF4-FFF2-40B4-BE49-F238E27FC236}">
                            <a16:creationId xmlns:a16="http://schemas.microsoft.com/office/drawing/2014/main" id="{2E168F82-A4C6-431C-8E1E-6635CEC6C6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1072654"/>
                        <a:ext cx="18288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>
            <a:extLst>
              <a:ext uri="{FF2B5EF4-FFF2-40B4-BE49-F238E27FC236}">
                <a16:creationId xmlns:a16="http://schemas.microsoft.com/office/drawing/2014/main" id="{12257E6C-D805-468F-B228-682D0CB57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258" y="1130511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+mn-ea"/>
                <a:ea typeface="+mn-ea"/>
              </a:rPr>
              <a:t>(1)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06CF2706-2D45-4835-AF0D-B1441C299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42033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+mn-ea"/>
                <a:ea typeface="+mn-ea"/>
              </a:rPr>
              <a:t>(2)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ADC8D5D-6C19-41F3-88DB-490877E3AA86}"/>
              </a:ext>
            </a:extLst>
          </p:cNvPr>
          <p:cNvGrpSpPr/>
          <p:nvPr/>
        </p:nvGrpSpPr>
        <p:grpSpPr>
          <a:xfrm>
            <a:off x="1547825" y="1847290"/>
            <a:ext cx="3417034" cy="461665"/>
            <a:chOff x="3828569" y="2070485"/>
            <a:chExt cx="3417034" cy="461665"/>
          </a:xfrm>
        </p:grpSpPr>
        <p:sp>
          <p:nvSpPr>
            <p:cNvPr id="19" name="Text Box 6">
              <a:extLst>
                <a:ext uri="{FF2B5EF4-FFF2-40B4-BE49-F238E27FC236}">
                  <a16:creationId xmlns:a16="http://schemas.microsoft.com/office/drawing/2014/main" id="{568E7BA9-B2BD-4AB9-A888-F01CAAD14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8569" y="207048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89D6379E-7EFE-458A-AF42-A219190909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824414"/>
                </p:ext>
              </p:extLst>
            </p:nvPr>
          </p:nvGraphicFramePr>
          <p:xfrm>
            <a:off x="5683503" y="2156947"/>
            <a:ext cx="156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941" name="Equation" r:id="rId10" imgW="1562040" imgH="342720" progId="Equation.DSMT4">
                    <p:embed/>
                  </p:oleObj>
                </mc:Choice>
                <mc:Fallback>
                  <p:oleObj name="Equation" r:id="rId10" imgW="1562040" imgH="342720" progId="Equation.DSMT4">
                    <p:embed/>
                    <p:pic>
                      <p:nvPicPr>
                        <p:cNvPr id="6" name="Object 24">
                          <a:extLst>
                            <a:ext uri="{FF2B5EF4-FFF2-40B4-BE49-F238E27FC236}">
                              <a16:creationId xmlns:a16="http://schemas.microsoft.com/office/drawing/2014/main" id="{E87D4AB4-F1C6-40C8-BD3A-C19BD92B8D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3503" y="2156947"/>
                          <a:ext cx="1562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7252C6FE-3FCA-41CA-AF2B-B2F363CA2B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7769068"/>
                </p:ext>
              </p:extLst>
            </p:nvPr>
          </p:nvGraphicFramePr>
          <p:xfrm>
            <a:off x="4245151" y="2168528"/>
            <a:ext cx="1371600" cy="3428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942" name="Equation" r:id="rId12" imgW="1371600" imgH="342720" progId="Equation.DSMT4">
                    <p:embed/>
                  </p:oleObj>
                </mc:Choice>
                <mc:Fallback>
                  <p:oleObj name="Equation" r:id="rId12" imgW="1371600" imgH="34272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2B6BC2CD-48F6-4B31-AFCC-1303B1D88E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5151" y="2168528"/>
                          <a:ext cx="1371600" cy="3428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6">
            <a:extLst>
              <a:ext uri="{FF2B5EF4-FFF2-40B4-BE49-F238E27FC236}">
                <a16:creationId xmlns:a16="http://schemas.microsoft.com/office/drawing/2014/main" id="{10F96469-9604-4C5D-B9E7-5CD4C28DA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3186" y="1850001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ED3F90F9-79A8-4648-ACBC-54E6E56A7F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785700"/>
              </p:ext>
            </p:extLst>
          </p:nvPr>
        </p:nvGraphicFramePr>
        <p:xfrm>
          <a:off x="5594722" y="1763333"/>
          <a:ext cx="2908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43" name="Equation" r:id="rId13" imgW="2908080" imgH="634680" progId="Equation.DSMT4">
                  <p:embed/>
                </p:oleObj>
              </mc:Choice>
              <mc:Fallback>
                <p:oleObj name="Equation" r:id="rId13" imgW="2908080" imgH="63468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D78F5BEA-1FBF-4D93-B6F2-2A41C36977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722" y="1763333"/>
                        <a:ext cx="29083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28836674-347F-47AA-AEFF-FBD7669BC3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045643"/>
              </p:ext>
            </p:extLst>
          </p:nvPr>
        </p:nvGraphicFramePr>
        <p:xfrm>
          <a:off x="4233540" y="557213"/>
          <a:ext cx="698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44" name="Equation" r:id="rId15" imgW="698400" imgH="279360" progId="Equation.DSMT4">
                  <p:embed/>
                </p:oleObj>
              </mc:Choice>
              <mc:Fallback>
                <p:oleObj name="Equation" r:id="rId15" imgW="698400" imgH="27936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BC63A22E-7B8A-412C-95B6-2A86DB5D30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540" y="557213"/>
                        <a:ext cx="6985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6">
            <a:extLst>
              <a:ext uri="{FF2B5EF4-FFF2-40B4-BE49-F238E27FC236}">
                <a16:creationId xmlns:a16="http://schemas.microsoft.com/office/drawing/2014/main" id="{946EF005-6CD5-4DCC-A113-435B3B291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605" y="478878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设</a:t>
            </a: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C5981F99-C140-4CDB-9635-D84D720D5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994" y="2652352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+mn-ea"/>
                <a:ea typeface="+mn-ea"/>
              </a:rPr>
              <a:t>(3)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32" name="Object 24">
            <a:extLst>
              <a:ext uri="{FF2B5EF4-FFF2-40B4-BE49-F238E27FC236}">
                <a16:creationId xmlns:a16="http://schemas.microsoft.com/office/drawing/2014/main" id="{50D9A2D5-F03E-4BDF-9BE8-8A58040A2C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710018"/>
              </p:ext>
            </p:extLst>
          </p:nvPr>
        </p:nvGraphicFramePr>
        <p:xfrm>
          <a:off x="1598680" y="2573178"/>
          <a:ext cx="3124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45" name="Equation" r:id="rId17" imgW="3124080" imgH="685800" progId="Equation.DSMT4">
                  <p:embed/>
                </p:oleObj>
              </mc:Choice>
              <mc:Fallback>
                <p:oleObj name="Equation" r:id="rId17" imgW="3124080" imgH="68580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ED3F90F9-79A8-4648-ACBC-54E6E56A7F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80" y="2573178"/>
                        <a:ext cx="31242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3">
            <a:extLst>
              <a:ext uri="{FF2B5EF4-FFF2-40B4-BE49-F238E27FC236}">
                <a16:creationId xmlns:a16="http://schemas.microsoft.com/office/drawing/2014/main" id="{8E7901B4-5665-406F-B51F-D6906A085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21" y="3414395"/>
            <a:ext cx="537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48" name="Object 24">
            <a:extLst>
              <a:ext uri="{FF2B5EF4-FFF2-40B4-BE49-F238E27FC236}">
                <a16:creationId xmlns:a16="http://schemas.microsoft.com/office/drawing/2014/main" id="{4CACFF59-372D-4ECE-A360-3B83F0A572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020809"/>
              </p:ext>
            </p:extLst>
          </p:nvPr>
        </p:nvGraphicFramePr>
        <p:xfrm>
          <a:off x="3443022" y="3478346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46" name="Equation" r:id="rId19" imgW="1143000" imgH="342720" progId="Equation.DSMT4">
                  <p:embed/>
                </p:oleObj>
              </mc:Choice>
              <mc:Fallback>
                <p:oleObj name="Equation" r:id="rId19" imgW="1143000" imgH="3427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5C1FBD6A-0681-403D-A129-362D6778E8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022" y="3478346"/>
                        <a:ext cx="1143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11">
            <a:extLst>
              <a:ext uri="{FF2B5EF4-FFF2-40B4-BE49-F238E27FC236}">
                <a16:creationId xmlns:a16="http://schemas.microsoft.com/office/drawing/2014/main" id="{F1A5FCA3-53DE-4E7C-BDB0-B23CA9BA2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448" y="3398833"/>
            <a:ext cx="832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因为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sp>
        <p:nvSpPr>
          <p:cNvPr id="50" name="Text Box 11">
            <a:extLst>
              <a:ext uri="{FF2B5EF4-FFF2-40B4-BE49-F238E27FC236}">
                <a16:creationId xmlns:a16="http://schemas.microsoft.com/office/drawing/2014/main" id="{9F427004-2C44-4474-98CA-2148AC793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806" y="3373223"/>
            <a:ext cx="832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所以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51" name="Object 3">
            <a:extLst>
              <a:ext uri="{FF2B5EF4-FFF2-40B4-BE49-F238E27FC236}">
                <a16:creationId xmlns:a16="http://schemas.microsoft.com/office/drawing/2014/main" id="{AC4D0024-31B2-4C21-8B4E-14922B8690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99438"/>
              </p:ext>
            </p:extLst>
          </p:nvPr>
        </p:nvGraphicFramePr>
        <p:xfrm>
          <a:off x="5413932" y="3204171"/>
          <a:ext cx="2044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47" name="Equation" r:id="rId21" imgW="2044440" imgH="787320" progId="Equation.DSMT4">
                  <p:embed/>
                </p:oleObj>
              </mc:Choice>
              <mc:Fallback>
                <p:oleObj name="Equation" r:id="rId21" imgW="2044440" imgH="787320" progId="Equation.DSMT4">
                  <p:embed/>
                  <p:pic>
                    <p:nvPicPr>
                      <p:cNvPr id="25" name="Object 3">
                        <a:extLst>
                          <a:ext uri="{FF2B5EF4-FFF2-40B4-BE49-F238E27FC236}">
                            <a16:creationId xmlns:a16="http://schemas.microsoft.com/office/drawing/2014/main" id="{7C945B34-1030-4E2B-8D73-08F92FCCF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932" y="3204171"/>
                        <a:ext cx="2044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1">
            <a:extLst>
              <a:ext uri="{FF2B5EF4-FFF2-40B4-BE49-F238E27FC236}">
                <a16:creationId xmlns:a16="http://schemas.microsoft.com/office/drawing/2014/main" id="{61616AD8-142B-405B-97FA-D3DF4FC61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4357" y="3346881"/>
            <a:ext cx="832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因此         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53" name="Object 24">
            <a:extLst>
              <a:ext uri="{FF2B5EF4-FFF2-40B4-BE49-F238E27FC236}">
                <a16:creationId xmlns:a16="http://schemas.microsoft.com/office/drawing/2014/main" id="{2DE2BDE7-93BE-4099-BBD1-5EB45861B6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791641"/>
              </p:ext>
            </p:extLst>
          </p:nvPr>
        </p:nvGraphicFramePr>
        <p:xfrm>
          <a:off x="2680940" y="4039619"/>
          <a:ext cx="3479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48" name="Equation" r:id="rId23" imgW="3479760" imgH="787320" progId="Equation.DSMT4">
                  <p:embed/>
                </p:oleObj>
              </mc:Choice>
              <mc:Fallback>
                <p:oleObj name="Equation" r:id="rId23" imgW="3479760" imgH="78732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A30EC5CA-F269-4487-A3CB-4C7357FAAF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940" y="4039619"/>
                        <a:ext cx="3479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4">
            <a:extLst>
              <a:ext uri="{FF2B5EF4-FFF2-40B4-BE49-F238E27FC236}">
                <a16:creationId xmlns:a16="http://schemas.microsoft.com/office/drawing/2014/main" id="{FAEB3510-54F3-4187-B05F-9D85EE697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041451"/>
              </p:ext>
            </p:extLst>
          </p:nvPr>
        </p:nvGraphicFramePr>
        <p:xfrm>
          <a:off x="6139447" y="4231830"/>
          <a:ext cx="49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49" name="Equation" r:id="rId25" imgW="495000" imgH="342720" progId="Equation.DSMT4">
                  <p:embed/>
                </p:oleObj>
              </mc:Choice>
              <mc:Fallback>
                <p:oleObj name="Equation" r:id="rId25" imgW="495000" imgH="342720" progId="Equation.DSMT4">
                  <p:embed/>
                  <p:pic>
                    <p:nvPicPr>
                      <p:cNvPr id="23" name="Object 24">
                        <a:extLst>
                          <a:ext uri="{FF2B5EF4-FFF2-40B4-BE49-F238E27FC236}">
                            <a16:creationId xmlns:a16="http://schemas.microsoft.com/office/drawing/2014/main" id="{A30EC5CA-F269-4487-A3CB-4C7357FAAF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9447" y="4231830"/>
                        <a:ext cx="495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11">
            <a:extLst>
              <a:ext uri="{FF2B5EF4-FFF2-40B4-BE49-F238E27FC236}">
                <a16:creationId xmlns:a16="http://schemas.microsoft.com/office/drawing/2014/main" id="{67BD9ECA-12C8-4FDD-81DB-BF7AA5C75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641" y="3418963"/>
            <a:ext cx="12806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仅证</a:t>
            </a:r>
            <a:r>
              <a:rPr kumimoji="1" lang="en-US" altLang="zh-CN" sz="2400" b="1" dirty="0">
                <a:latin typeface="+mn-ea"/>
                <a:ea typeface="+mn-ea"/>
              </a:rPr>
              <a:t>(1).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46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8" grpId="0"/>
      <p:bldP spid="10" grpId="0"/>
      <p:bldP spid="17" grpId="0"/>
      <p:bldP spid="22" grpId="0"/>
      <p:bldP spid="25" grpId="0"/>
      <p:bldP spid="26" grpId="0"/>
      <p:bldP spid="47" grpId="0" autoUpdateAnimBg="0"/>
      <p:bldP spid="49" grpId="0"/>
      <p:bldP spid="50" grpId="0"/>
      <p:bldP spid="52" grpId="0"/>
      <p:bldP spid="5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67FEA811-50C0-4949-8CA0-C4D55545548C}"/>
              </a:ext>
            </a:extLst>
          </p:cNvPr>
          <p:cNvSpPr/>
          <p:nvPr/>
        </p:nvSpPr>
        <p:spPr>
          <a:xfrm>
            <a:off x="5848796" y="2231318"/>
            <a:ext cx="3098800" cy="73400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A7BBA728-0EB7-496C-8789-C376B0E03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95" y="430093"/>
            <a:ext cx="988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结论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D99810B-816E-4F46-9E25-94B4ACAADEDC}"/>
              </a:ext>
            </a:extLst>
          </p:cNvPr>
          <p:cNvGrpSpPr/>
          <p:nvPr/>
        </p:nvGrpSpPr>
        <p:grpSpPr>
          <a:xfrm>
            <a:off x="1458116" y="430434"/>
            <a:ext cx="3005329" cy="465905"/>
            <a:chOff x="3861227" y="2066245"/>
            <a:chExt cx="3005329" cy="465905"/>
          </a:xfrm>
        </p:grpSpPr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E6DB5072-0F33-4653-8872-E12BB2E48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227" y="207048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设</a:t>
              </a:r>
            </a:p>
          </p:txBody>
        </p:sp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CBA4BEB8-8488-4659-BC73-003EB872C0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4964208"/>
                </p:ext>
              </p:extLst>
            </p:nvPr>
          </p:nvGraphicFramePr>
          <p:xfrm>
            <a:off x="4281503" y="21503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516" name="Equation" r:id="rId4" imgW="622080" imgH="342720" progId="Equation.DSMT4">
                    <p:embed/>
                  </p:oleObj>
                </mc:Choice>
                <mc:Fallback>
                  <p:oleObj name="Equation" r:id="rId4" imgW="622080" imgH="342720" progId="Equation.DSMT4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CE750D5B-6166-4E77-B49B-A8FF16D04F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503" y="21503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556F4C9-9597-4561-8082-E4BEBAE6DA6D}"/>
                </a:ext>
              </a:extLst>
            </p:cNvPr>
            <p:cNvGrpSpPr/>
            <p:nvPr/>
          </p:nvGrpSpPr>
          <p:grpSpPr>
            <a:xfrm>
              <a:off x="4877323" y="2066245"/>
              <a:ext cx="1989233" cy="461665"/>
              <a:chOff x="1334443" y="1954923"/>
              <a:chExt cx="1989233" cy="362516"/>
            </a:xfrm>
          </p:grpSpPr>
          <p:sp>
            <p:nvSpPr>
              <p:cNvPr id="12" name="Text Box 11">
                <a:extLst>
                  <a:ext uri="{FF2B5EF4-FFF2-40B4-BE49-F238E27FC236}">
                    <a16:creationId xmlns:a16="http://schemas.microsoft.com/office/drawing/2014/main" id="{2B0AED32-897F-4B6C-A24F-32F5491996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443" y="1954923"/>
                <a:ext cx="1989233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连续</a:t>
                </a:r>
                <a:r>
                  <a:rPr kumimoji="1" lang="en-US" altLang="zh-CN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,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13" name="Object 24">
                <a:extLst>
                  <a:ext uri="{FF2B5EF4-FFF2-40B4-BE49-F238E27FC236}">
                    <a16:creationId xmlns:a16="http://schemas.microsoft.com/office/drawing/2014/main" id="{A0976764-631D-433F-A133-FDEB4A96C0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2802716"/>
                  </p:ext>
                </p:extLst>
              </p:nvPr>
            </p:nvGraphicFramePr>
            <p:xfrm>
              <a:off x="1749918" y="2011713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2517" name="Equation" r:id="rId6" imgW="647640" imgH="342720" progId="Equation.DSMT4">
                      <p:embed/>
                    </p:oleObj>
                  </mc:Choice>
                  <mc:Fallback>
                    <p:oleObj name="Equation" r:id="rId6" imgW="647640" imgH="342720" progId="Equation.DSMT4">
                      <p:embed/>
                      <p:pic>
                        <p:nvPicPr>
                          <p:cNvPr id="37" name="Object 24">
                            <a:extLst>
                              <a:ext uri="{FF2B5EF4-FFF2-40B4-BE49-F238E27FC236}">
                                <a16:creationId xmlns:a16="http://schemas.microsoft.com/office/drawing/2014/main" id="{F14B810C-FEE0-4379-ABAB-34F53F81B3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9918" y="2011713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CC98FC02-6278-40A4-B742-B9D2014D88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28875"/>
              </p:ext>
            </p:extLst>
          </p:nvPr>
        </p:nvGraphicFramePr>
        <p:xfrm>
          <a:off x="6300192" y="490857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18" name="Equation" r:id="rId8" imgW="1143000" imgH="342720" progId="Equation.DSMT4">
                  <p:embed/>
                </p:oleObj>
              </mc:Choice>
              <mc:Fallback>
                <p:oleObj name="Equation" r:id="rId8" imgW="1143000" imgH="34272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25412371-E49F-4C6C-99A1-79B598E6E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490857"/>
                        <a:ext cx="1143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6">
            <a:extLst>
              <a:ext uri="{FF2B5EF4-FFF2-40B4-BE49-F238E27FC236}">
                <a16:creationId xmlns:a16="http://schemas.microsoft.com/office/drawing/2014/main" id="{4368F338-711D-4F14-8EF4-13E373677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6774" y="395749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但</a:t>
            </a:r>
          </a:p>
        </p:txBody>
      </p:sp>
      <p:graphicFrame>
        <p:nvGraphicFramePr>
          <p:cNvPr id="28" name="Object 24">
            <a:extLst>
              <a:ext uri="{FF2B5EF4-FFF2-40B4-BE49-F238E27FC236}">
                <a16:creationId xmlns:a16="http://schemas.microsoft.com/office/drawing/2014/main" id="{2176BA14-D48F-40BD-BD38-F0050CA31F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789063"/>
              </p:ext>
            </p:extLst>
          </p:nvPr>
        </p:nvGraphicFramePr>
        <p:xfrm>
          <a:off x="254149" y="1150406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19" name="Equation" r:id="rId10" imgW="1143000" imgH="342720" progId="Equation.DSMT4">
                  <p:embed/>
                </p:oleObj>
              </mc:Choice>
              <mc:Fallback>
                <p:oleObj name="Equation" r:id="rId10" imgW="1143000" imgH="342720" progId="Equation.DSMT4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A7520D73-B2A3-4198-9723-22DABD32D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49" y="1150406"/>
                        <a:ext cx="1143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23F90A2C-C615-4918-BBA3-B97C95139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892012"/>
              </p:ext>
            </p:extLst>
          </p:nvPr>
        </p:nvGraphicFramePr>
        <p:xfrm>
          <a:off x="5075077" y="489475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0" name="Equation" r:id="rId12" imgW="647640" imgH="342720" progId="Equation.DSMT4">
                  <p:embed/>
                </p:oleObj>
              </mc:Choice>
              <mc:Fallback>
                <p:oleObj name="Equation" r:id="rId12" imgW="647640" imgH="34272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7C82407D-6DD9-4179-B3A4-015BF91F4F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077" y="489475"/>
                        <a:ext cx="6477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6">
            <a:extLst>
              <a:ext uri="{FF2B5EF4-FFF2-40B4-BE49-F238E27FC236}">
                <a16:creationId xmlns:a16="http://schemas.microsoft.com/office/drawing/2014/main" id="{5924DB92-EB24-4049-8EB1-928306E85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439" y="408211"/>
            <a:ext cx="800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若在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2383874A-2F57-4EC9-ABA3-5F27222E8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651" y="417098"/>
            <a:ext cx="800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上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endParaRPr kumimoji="1"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25AE98FB-CF42-4FA2-B486-9FDCFAA741B1}"/>
              </a:ext>
            </a:extLst>
          </p:cNvPr>
          <p:cNvCxnSpPr/>
          <p:nvPr/>
        </p:nvCxnSpPr>
        <p:spPr>
          <a:xfrm flipH="1">
            <a:off x="956552" y="1106190"/>
            <a:ext cx="111653" cy="377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6">
            <a:extLst>
              <a:ext uri="{FF2B5EF4-FFF2-40B4-BE49-F238E27FC236}">
                <a16:creationId xmlns:a16="http://schemas.microsoft.com/office/drawing/2014/main" id="{58005B3D-83BB-40FA-A63A-895FE0B5E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0439" y="1027748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38" name="Object 24">
            <a:extLst>
              <a:ext uri="{FF2B5EF4-FFF2-40B4-BE49-F238E27FC236}">
                <a16:creationId xmlns:a16="http://schemas.microsoft.com/office/drawing/2014/main" id="{A1C0C080-AC4C-4E0E-9F32-4C6E59173E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476008"/>
              </p:ext>
            </p:extLst>
          </p:nvPr>
        </p:nvGraphicFramePr>
        <p:xfrm>
          <a:off x="2099552" y="975376"/>
          <a:ext cx="1841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1" name="Equation" r:id="rId14" imgW="1841400" imgH="634680" progId="Equation.DSMT4">
                  <p:embed/>
                </p:oleObj>
              </mc:Choice>
              <mc:Fallback>
                <p:oleObj name="Equation" r:id="rId14" imgW="1841400" imgH="63468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DEF6B0D4-1417-432B-B116-FA2F45FD98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9552" y="975376"/>
                        <a:ext cx="18415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3">
            <a:extLst>
              <a:ext uri="{FF2B5EF4-FFF2-40B4-BE49-F238E27FC236}">
                <a16:creationId xmlns:a16="http://schemas.microsoft.com/office/drawing/2014/main" id="{18CA5709-D62A-4694-8253-809750329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688662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0" name="Text Box 6">
            <a:extLst>
              <a:ext uri="{FF2B5EF4-FFF2-40B4-BE49-F238E27FC236}">
                <a16:creationId xmlns:a16="http://schemas.microsoft.com/office/drawing/2014/main" id="{90ED8856-ED63-4474-A8F0-B6D4D1824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008" y="1688662"/>
            <a:ext cx="1628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由条件得：</a:t>
            </a:r>
          </a:p>
        </p:txBody>
      </p:sp>
      <p:sp>
        <p:nvSpPr>
          <p:cNvPr id="41" name="Text Box 6">
            <a:extLst>
              <a:ext uri="{FF2B5EF4-FFF2-40B4-BE49-F238E27FC236}">
                <a16:creationId xmlns:a16="http://schemas.microsoft.com/office/drawing/2014/main" id="{0F901947-C4C1-42F7-BE4C-D63F77346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286" y="1669554"/>
            <a:ext cx="11092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必存在</a:t>
            </a:r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93DEBB97-3B9B-4241-AE96-7666E648D4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114605"/>
              </p:ext>
            </p:extLst>
          </p:nvPr>
        </p:nvGraphicFramePr>
        <p:xfrm>
          <a:off x="3530252" y="1720423"/>
          <a:ext cx="1282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2" name="Equation" r:id="rId16" imgW="1282680" imgH="380880" progId="Equation.DSMT4">
                  <p:embed/>
                </p:oleObj>
              </mc:Choice>
              <mc:Fallback>
                <p:oleObj name="Equation" r:id="rId16" imgW="128268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3B0AFE1-F70B-4093-8D28-904E4D995F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252" y="1720423"/>
                        <a:ext cx="1282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6">
            <a:extLst>
              <a:ext uri="{FF2B5EF4-FFF2-40B4-BE49-F238E27FC236}">
                <a16:creationId xmlns:a16="http://schemas.microsoft.com/office/drawing/2014/main" id="{D317AEF0-3E9A-4173-A7C1-6FF75FCCC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3550" y="1656004"/>
            <a:ext cx="1034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使得</a:t>
            </a:r>
          </a:p>
        </p:txBody>
      </p:sp>
      <p:graphicFrame>
        <p:nvGraphicFramePr>
          <p:cNvPr id="44" name="Object 24">
            <a:extLst>
              <a:ext uri="{FF2B5EF4-FFF2-40B4-BE49-F238E27FC236}">
                <a16:creationId xmlns:a16="http://schemas.microsoft.com/office/drawing/2014/main" id="{51E8A3A6-1A1C-4049-9C90-8600B82C41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121136"/>
              </p:ext>
            </p:extLst>
          </p:nvPr>
        </p:nvGraphicFramePr>
        <p:xfrm>
          <a:off x="5635101" y="1702275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3" name="Equation" r:id="rId18" imgW="1244520" imgH="380880" progId="Equation.DSMT4">
                  <p:embed/>
                </p:oleObj>
              </mc:Choice>
              <mc:Fallback>
                <p:oleObj name="Equation" r:id="rId18" imgW="1244520" imgH="3808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CC98FC02-6278-40A4-B742-B9D2014D88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101" y="1702275"/>
                        <a:ext cx="1244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11">
            <a:extLst>
              <a:ext uri="{FF2B5EF4-FFF2-40B4-BE49-F238E27FC236}">
                <a16:creationId xmlns:a16="http://schemas.microsoft.com/office/drawing/2014/main" id="{523D74D2-8A75-44E8-8323-98C888379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2" y="2396073"/>
            <a:ext cx="12895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  <a:cs typeface="Times New Roman" panose="02020603050405020304" pitchFamily="18" charset="0"/>
              </a:rPr>
              <a:t>连续知，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CCE2421-E2F1-4044-829B-067E22423A10}"/>
              </a:ext>
            </a:extLst>
          </p:cNvPr>
          <p:cNvGrpSpPr/>
          <p:nvPr/>
        </p:nvGrpSpPr>
        <p:grpSpPr>
          <a:xfrm>
            <a:off x="6895740" y="1639275"/>
            <a:ext cx="2025044" cy="461665"/>
            <a:chOff x="3861227" y="2070485"/>
            <a:chExt cx="2025044" cy="461665"/>
          </a:xfrm>
        </p:grpSpPr>
        <p:sp>
          <p:nvSpPr>
            <p:cNvPr id="52" name="Text Box 6">
              <a:extLst>
                <a:ext uri="{FF2B5EF4-FFF2-40B4-BE49-F238E27FC236}">
                  <a16:creationId xmlns:a16="http://schemas.microsoft.com/office/drawing/2014/main" id="{05CCEE8C-BDEB-469A-8D08-AAE9949FA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227" y="2070485"/>
              <a:ext cx="20250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由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+mn-ea"/>
                  <a:ea typeface="+mn-ea"/>
                </a:rPr>
                <a:t>在点</a:t>
              </a:r>
            </a:p>
          </p:txBody>
        </p:sp>
        <p:graphicFrame>
          <p:nvGraphicFramePr>
            <p:cNvPr id="53" name="Object 24">
              <a:extLst>
                <a:ext uri="{FF2B5EF4-FFF2-40B4-BE49-F238E27FC236}">
                  <a16:creationId xmlns:a16="http://schemas.microsoft.com/office/drawing/2014/main" id="{A7AF3C87-1BB8-4106-A334-1B1D396E5E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2674092"/>
                </p:ext>
              </p:extLst>
            </p:nvPr>
          </p:nvGraphicFramePr>
          <p:xfrm>
            <a:off x="4297832" y="21503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524" name="Equation" r:id="rId4" imgW="622080" imgH="342720" progId="Equation.DSMT4">
                    <p:embed/>
                  </p:oleObj>
                </mc:Choice>
                <mc:Fallback>
                  <p:oleObj name="Equation" r:id="rId4" imgW="622080" imgH="342720" progId="Equation.DSMT4">
                    <p:embed/>
                    <p:pic>
                      <p:nvPicPr>
                        <p:cNvPr id="47" name="Object 24">
                          <a:extLst>
                            <a:ext uri="{FF2B5EF4-FFF2-40B4-BE49-F238E27FC236}">
                              <a16:creationId xmlns:a16="http://schemas.microsoft.com/office/drawing/2014/main" id="{7AE410E5-3114-4378-9D79-3EF5C7F3FF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7832" y="21503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" name="Text Box 6">
            <a:extLst>
              <a:ext uri="{FF2B5EF4-FFF2-40B4-BE49-F238E27FC236}">
                <a16:creationId xmlns:a16="http://schemas.microsoft.com/office/drawing/2014/main" id="{0864D2E2-1517-4EA6-9D2C-B48A8D308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432" y="2383626"/>
            <a:ext cx="8361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存在</a:t>
            </a:r>
          </a:p>
        </p:txBody>
      </p:sp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E520B27C-F05B-4B1F-9002-75394908F6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250816"/>
              </p:ext>
            </p:extLst>
          </p:nvPr>
        </p:nvGraphicFramePr>
        <p:xfrm>
          <a:off x="2054372" y="2442068"/>
          <a:ext cx="307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5" name="Equation" r:id="rId20" imgW="3073320" imgH="380880" progId="Equation.DSMT4">
                  <p:embed/>
                </p:oleObj>
              </mc:Choice>
              <mc:Fallback>
                <p:oleObj name="Equation" r:id="rId20" imgW="3073320" imgH="3808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93DEBB97-3B9B-4241-AE96-7666E648D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372" y="2442068"/>
                        <a:ext cx="3073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6">
            <a:extLst>
              <a:ext uri="{FF2B5EF4-FFF2-40B4-BE49-F238E27FC236}">
                <a16:creationId xmlns:a16="http://schemas.microsoft.com/office/drawing/2014/main" id="{3366000E-9995-441F-B9F6-E8A881F92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143" y="2360017"/>
            <a:ext cx="9328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使得</a:t>
            </a:r>
          </a:p>
        </p:txBody>
      </p: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28AB383-62C8-47D9-90A0-0D3DE60DB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121925"/>
              </p:ext>
            </p:extLst>
          </p:nvPr>
        </p:nvGraphicFramePr>
        <p:xfrm>
          <a:off x="5875338" y="2224088"/>
          <a:ext cx="3086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6" name="Equation" r:id="rId22" imgW="3085920" imgH="723600" progId="Equation.DSMT4">
                  <p:embed/>
                </p:oleObj>
              </mc:Choice>
              <mc:Fallback>
                <p:oleObj name="Equation" r:id="rId22" imgW="308592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EC087FC-EA9A-4E3F-9B6B-492467FB7C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8" y="2224088"/>
                        <a:ext cx="3086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6">
            <a:extLst>
              <a:ext uri="{FF2B5EF4-FFF2-40B4-BE49-F238E27FC236}">
                <a16:creationId xmlns:a16="http://schemas.microsoft.com/office/drawing/2014/main" id="{B2DA6B7B-997E-487D-B67C-7FE7BB9FB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41" y="3272486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65" name="Object 24">
            <a:extLst>
              <a:ext uri="{FF2B5EF4-FFF2-40B4-BE49-F238E27FC236}">
                <a16:creationId xmlns:a16="http://schemas.microsoft.com/office/drawing/2014/main" id="{E60DBA5C-9403-4F4E-BB5C-574B3AA75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852955"/>
              </p:ext>
            </p:extLst>
          </p:nvPr>
        </p:nvGraphicFramePr>
        <p:xfrm>
          <a:off x="1259632" y="3222961"/>
          <a:ext cx="1282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7" name="Equation" r:id="rId24" imgW="1282680" imgH="634680" progId="Equation.DSMT4">
                  <p:embed/>
                </p:oleObj>
              </mc:Choice>
              <mc:Fallback>
                <p:oleObj name="Equation" r:id="rId24" imgW="1282680" imgH="63468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A1C0C080-AC4C-4E0E-9F32-4C6E59173E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222961"/>
                        <a:ext cx="12827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4">
            <a:extLst>
              <a:ext uri="{FF2B5EF4-FFF2-40B4-BE49-F238E27FC236}">
                <a16:creationId xmlns:a16="http://schemas.microsoft.com/office/drawing/2014/main" id="{98724A40-AE41-4CFA-8625-7F791D2AF4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224377"/>
              </p:ext>
            </p:extLst>
          </p:nvPr>
        </p:nvGraphicFramePr>
        <p:xfrm>
          <a:off x="2597669" y="3235661"/>
          <a:ext cx="151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8" name="Equation" r:id="rId26" imgW="1511280" imgH="634680" progId="Equation.DSMT4">
                  <p:embed/>
                </p:oleObj>
              </mc:Choice>
              <mc:Fallback>
                <p:oleObj name="Equation" r:id="rId26" imgW="1511280" imgH="634680" progId="Equation.DSMT4">
                  <p:embed/>
                  <p:pic>
                    <p:nvPicPr>
                      <p:cNvPr id="65" name="Object 24">
                        <a:extLst>
                          <a:ext uri="{FF2B5EF4-FFF2-40B4-BE49-F238E27FC236}">
                            <a16:creationId xmlns:a16="http://schemas.microsoft.com/office/drawing/2014/main" id="{E60DBA5C-9403-4F4E-BB5C-574B3AA750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669" y="3235661"/>
                        <a:ext cx="15113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4">
            <a:extLst>
              <a:ext uri="{FF2B5EF4-FFF2-40B4-BE49-F238E27FC236}">
                <a16:creationId xmlns:a16="http://schemas.microsoft.com/office/drawing/2014/main" id="{B60CFF32-12D3-422E-A9E9-F2AD4C748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571253"/>
              </p:ext>
            </p:extLst>
          </p:nvPr>
        </p:nvGraphicFramePr>
        <p:xfrm>
          <a:off x="4139952" y="3227270"/>
          <a:ext cx="1485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29" name="Equation" r:id="rId28" imgW="1485720" imgH="634680" progId="Equation.DSMT4">
                  <p:embed/>
                </p:oleObj>
              </mc:Choice>
              <mc:Fallback>
                <p:oleObj name="Equation" r:id="rId28" imgW="1485720" imgH="634680" progId="Equation.DSMT4">
                  <p:embed/>
                  <p:pic>
                    <p:nvPicPr>
                      <p:cNvPr id="66" name="Object 24">
                        <a:extLst>
                          <a:ext uri="{FF2B5EF4-FFF2-40B4-BE49-F238E27FC236}">
                            <a16:creationId xmlns:a16="http://schemas.microsoft.com/office/drawing/2014/main" id="{98724A40-AE41-4CFA-8625-7F791D2AF4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227270"/>
                        <a:ext cx="14859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4">
            <a:extLst>
              <a:ext uri="{FF2B5EF4-FFF2-40B4-BE49-F238E27FC236}">
                <a16:creationId xmlns:a16="http://schemas.microsoft.com/office/drawing/2014/main" id="{8B8DFFB8-FF26-4136-B0B3-2C30BF09A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896684"/>
              </p:ext>
            </p:extLst>
          </p:nvPr>
        </p:nvGraphicFramePr>
        <p:xfrm>
          <a:off x="5722777" y="3216611"/>
          <a:ext cx="1460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30" name="Equation" r:id="rId30" imgW="1460160" imgH="634680" progId="Equation.DSMT4">
                  <p:embed/>
                </p:oleObj>
              </mc:Choice>
              <mc:Fallback>
                <p:oleObj name="Equation" r:id="rId30" imgW="1460160" imgH="634680" progId="Equation.DSMT4">
                  <p:embed/>
                  <p:pic>
                    <p:nvPicPr>
                      <p:cNvPr id="67" name="Object 24">
                        <a:extLst>
                          <a:ext uri="{FF2B5EF4-FFF2-40B4-BE49-F238E27FC236}">
                            <a16:creationId xmlns:a16="http://schemas.microsoft.com/office/drawing/2014/main" id="{B60CFF32-12D3-422E-A9E9-F2AD4C748E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2777" y="3216611"/>
                        <a:ext cx="14605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07807EE8-A042-443E-8047-7448A4C7B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86569"/>
              </p:ext>
            </p:extLst>
          </p:nvPr>
        </p:nvGraphicFramePr>
        <p:xfrm>
          <a:off x="6272661" y="3944094"/>
          <a:ext cx="1651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31" name="Equation" r:id="rId32" imgW="1650960" imgH="723600" progId="Equation.DSMT4">
                  <p:embed/>
                </p:oleObj>
              </mc:Choice>
              <mc:Fallback>
                <p:oleObj name="Equation" r:id="rId32" imgW="1650960" imgH="72360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28AB383-62C8-47D9-90A0-0D3DE60DB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661" y="3944094"/>
                        <a:ext cx="16510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4">
            <a:extLst>
              <a:ext uri="{FF2B5EF4-FFF2-40B4-BE49-F238E27FC236}">
                <a16:creationId xmlns:a16="http://schemas.microsoft.com/office/drawing/2014/main" id="{DBDA6B88-5FCC-4A67-A92E-AC69A9A0D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293536"/>
              </p:ext>
            </p:extLst>
          </p:nvPr>
        </p:nvGraphicFramePr>
        <p:xfrm>
          <a:off x="2942084" y="3917950"/>
          <a:ext cx="1460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32" name="Equation" r:id="rId34" imgW="1460160" imgH="723600" progId="Equation.DSMT4">
                  <p:embed/>
                </p:oleObj>
              </mc:Choice>
              <mc:Fallback>
                <p:oleObj name="Equation" r:id="rId34" imgW="1460160" imgH="723600" progId="Equation.DSMT4">
                  <p:embed/>
                  <p:pic>
                    <p:nvPicPr>
                      <p:cNvPr id="67" name="Object 24">
                        <a:extLst>
                          <a:ext uri="{FF2B5EF4-FFF2-40B4-BE49-F238E27FC236}">
                            <a16:creationId xmlns:a16="http://schemas.microsoft.com/office/drawing/2014/main" id="{B60CFF32-12D3-422E-A9E9-F2AD4C748E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2084" y="3917950"/>
                        <a:ext cx="1460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4">
            <a:extLst>
              <a:ext uri="{FF2B5EF4-FFF2-40B4-BE49-F238E27FC236}">
                <a16:creationId xmlns:a16="http://schemas.microsoft.com/office/drawing/2014/main" id="{0F8BAAE3-381C-44FC-8226-5808D038EC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926578"/>
              </p:ext>
            </p:extLst>
          </p:nvPr>
        </p:nvGraphicFramePr>
        <p:xfrm>
          <a:off x="7977832" y="4190157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33" name="Equation" r:id="rId36" imgW="482400" imgH="279360" progId="Equation.DSMT4">
                  <p:embed/>
                </p:oleObj>
              </mc:Choice>
              <mc:Fallback>
                <p:oleObj name="Equation" r:id="rId36" imgW="482400" imgH="279360" progId="Equation.DSMT4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51E8A3A6-1A1C-4049-9C90-8600B82C4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7832" y="4190157"/>
                        <a:ext cx="482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6">
            <a:extLst>
              <a:ext uri="{FF2B5EF4-FFF2-40B4-BE49-F238E27FC236}">
                <a16:creationId xmlns:a16="http://schemas.microsoft.com/office/drawing/2014/main" id="{F50E49F0-593F-453E-9E5B-58644BABE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906" y="4452441"/>
            <a:ext cx="2198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即结论成立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47" name="Object 24">
            <a:extLst>
              <a:ext uri="{FF2B5EF4-FFF2-40B4-BE49-F238E27FC236}">
                <a16:creationId xmlns:a16="http://schemas.microsoft.com/office/drawing/2014/main" id="{5AB5ECF0-1AB7-4FFA-B2F3-B9BAFB351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407282"/>
              </p:ext>
            </p:extLst>
          </p:nvPr>
        </p:nvGraphicFramePr>
        <p:xfrm>
          <a:off x="8650994" y="1661294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34" name="Equation" r:id="rId38" imgW="279360" imgH="380880" progId="Equation.DSMT4">
                  <p:embed/>
                </p:oleObj>
              </mc:Choice>
              <mc:Fallback>
                <p:oleObj name="Equation" r:id="rId38" imgW="279360" imgH="380880" progId="Equation.DSMT4">
                  <p:embed/>
                  <p:pic>
                    <p:nvPicPr>
                      <p:cNvPr id="50" name="Object 24">
                        <a:extLst>
                          <a:ext uri="{FF2B5EF4-FFF2-40B4-BE49-F238E27FC236}">
                            <a16:creationId xmlns:a16="http://schemas.microsoft.com/office/drawing/2014/main" id="{4C0A881A-FAD5-40B5-AE0B-C089CD912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0994" y="1661294"/>
                        <a:ext cx="279400" cy="381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4">
            <a:extLst>
              <a:ext uri="{FF2B5EF4-FFF2-40B4-BE49-F238E27FC236}">
                <a16:creationId xmlns:a16="http://schemas.microsoft.com/office/drawing/2014/main" id="{78BDF9F6-4DC6-4415-83E2-B9BDBB3F9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704634"/>
              </p:ext>
            </p:extLst>
          </p:nvPr>
        </p:nvGraphicFramePr>
        <p:xfrm>
          <a:off x="2619400" y="4189958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35" name="Equation" r:id="rId40" imgW="203040" imgH="241200" progId="Equation.DSMT4">
                  <p:embed/>
                </p:oleObj>
              </mc:Choice>
              <mc:Fallback>
                <p:oleObj name="Equation" r:id="rId40" imgW="203040" imgH="241200" progId="Equation.DSMT4">
                  <p:embed/>
                  <p:pic>
                    <p:nvPicPr>
                      <p:cNvPr id="70" name="Object 24">
                        <a:extLst>
                          <a:ext uri="{FF2B5EF4-FFF2-40B4-BE49-F238E27FC236}">
                            <a16:creationId xmlns:a16="http://schemas.microsoft.com/office/drawing/2014/main" id="{DBDA6B88-5FCC-4A67-A92E-AC69A9A0D4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400" y="4189958"/>
                        <a:ext cx="203200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4">
            <a:extLst>
              <a:ext uri="{FF2B5EF4-FFF2-40B4-BE49-F238E27FC236}">
                <a16:creationId xmlns:a16="http://schemas.microsoft.com/office/drawing/2014/main" id="{63960B0D-217B-4638-B67A-F5F1CBDB22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703332"/>
              </p:ext>
            </p:extLst>
          </p:nvPr>
        </p:nvGraphicFramePr>
        <p:xfrm>
          <a:off x="4457323" y="3917950"/>
          <a:ext cx="175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536" name="Equation" r:id="rId42" imgW="1752480" imgH="723600" progId="Equation.DSMT4">
                  <p:embed/>
                </p:oleObj>
              </mc:Choice>
              <mc:Fallback>
                <p:oleObj name="Equation" r:id="rId42" imgW="1752480" imgH="723600" progId="Equation.DSMT4">
                  <p:embed/>
                  <p:pic>
                    <p:nvPicPr>
                      <p:cNvPr id="70" name="Object 24">
                        <a:extLst>
                          <a:ext uri="{FF2B5EF4-FFF2-40B4-BE49-F238E27FC236}">
                            <a16:creationId xmlns:a16="http://schemas.microsoft.com/office/drawing/2014/main" id="{DBDA6B88-5FCC-4A67-A92E-AC69A9A0D4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323" y="3917950"/>
                        <a:ext cx="1752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015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9" grpId="0" autoUpdateAnimBg="0"/>
      <p:bldP spid="40" grpId="0"/>
      <p:bldP spid="41" grpId="0"/>
      <p:bldP spid="43" grpId="0"/>
      <p:bldP spid="49" grpId="0"/>
      <p:bldP spid="59" grpId="0"/>
      <p:bldP spid="61" grpId="0"/>
      <p:bldP spid="64" grpId="0"/>
      <p:bldP spid="7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481768A2-5207-46D1-BA9B-F587BAC7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781" y="490209"/>
            <a:ext cx="11016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推论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6BF66304-25EE-4A59-913D-5285CEC68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644" y="494928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但</a:t>
            </a:r>
          </a:p>
        </p:txBody>
      </p:sp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8ECBFBA8-7590-418B-A39D-3A9FF551CF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392567"/>
              </p:ext>
            </p:extLst>
          </p:nvPr>
        </p:nvGraphicFramePr>
        <p:xfrm>
          <a:off x="1757707" y="1090283"/>
          <a:ext cx="3822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27" name="Equation" r:id="rId4" imgW="3822480" imgH="634680" progId="Equation.DSMT4">
                  <p:embed/>
                </p:oleObj>
              </mc:Choice>
              <mc:Fallback>
                <p:oleObj name="Equation" r:id="rId4" imgW="3822480" imgH="63468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DEF6B0D4-1417-432B-B116-FA2F45FD98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707" y="1090283"/>
                        <a:ext cx="38227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>
            <a:extLst>
              <a:ext uri="{FF2B5EF4-FFF2-40B4-BE49-F238E27FC236}">
                <a16:creationId xmlns:a16="http://schemas.microsoft.com/office/drawing/2014/main" id="{CA5930FD-640F-4516-A35A-8EF422413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35" y="1149577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EB920F9-7A52-4052-B65D-8F69EBBBEF78}"/>
              </a:ext>
            </a:extLst>
          </p:cNvPr>
          <p:cNvGrpSpPr/>
          <p:nvPr/>
        </p:nvGrpSpPr>
        <p:grpSpPr>
          <a:xfrm>
            <a:off x="1308619" y="490210"/>
            <a:ext cx="5720915" cy="461666"/>
            <a:chOff x="1308619" y="490210"/>
            <a:chExt cx="5720915" cy="461666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542787E-DE76-4D42-9D1E-50E062E39D92}"/>
                </a:ext>
              </a:extLst>
            </p:cNvPr>
            <p:cNvGrpSpPr/>
            <p:nvPr/>
          </p:nvGrpSpPr>
          <p:grpSpPr>
            <a:xfrm>
              <a:off x="1308619" y="490211"/>
              <a:ext cx="5720915" cy="461665"/>
              <a:chOff x="4135986" y="2070485"/>
              <a:chExt cx="5720915" cy="461665"/>
            </a:xfrm>
          </p:grpSpPr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29221C02-1D86-4D7E-9892-E0006C3CB8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5986" y="2070485"/>
                <a:ext cx="5917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若</a:t>
                </a:r>
              </a:p>
            </p:txBody>
          </p:sp>
          <p:graphicFrame>
            <p:nvGraphicFramePr>
              <p:cNvPr id="6" name="Object 24">
                <a:extLst>
                  <a:ext uri="{FF2B5EF4-FFF2-40B4-BE49-F238E27FC236}">
                    <a16:creationId xmlns:a16="http://schemas.microsoft.com/office/drawing/2014/main" id="{C838EF8B-5814-4615-AB5F-4E35D98098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9700755"/>
                  </p:ext>
                </p:extLst>
              </p:nvPr>
            </p:nvGraphicFramePr>
            <p:xfrm>
              <a:off x="8294801" y="2156677"/>
              <a:ext cx="15621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228" name="Equation" r:id="rId6" imgW="1562040" imgH="342720" progId="Equation.DSMT4">
                      <p:embed/>
                    </p:oleObj>
                  </mc:Choice>
                  <mc:Fallback>
                    <p:oleObj name="Equation" r:id="rId6" imgW="1562040" imgH="342720" progId="Equation.DSMT4">
                      <p:embed/>
                      <p:pic>
                        <p:nvPicPr>
                          <p:cNvPr id="38" name="Object 24">
                            <a:extLst>
                              <a:ext uri="{FF2B5EF4-FFF2-40B4-BE49-F238E27FC236}">
                                <a16:creationId xmlns:a16="http://schemas.microsoft.com/office/drawing/2014/main" id="{25412371-E49F-4C6C-99A1-79B598E6E12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94801" y="2156677"/>
                            <a:ext cx="15621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24">
                <a:extLst>
                  <a:ext uri="{FF2B5EF4-FFF2-40B4-BE49-F238E27FC236}">
                    <a16:creationId xmlns:a16="http://schemas.microsoft.com/office/drawing/2014/main" id="{C286745A-D70E-4D43-9268-9F8DBC93BC9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4596593"/>
                  </p:ext>
                </p:extLst>
              </p:nvPr>
            </p:nvGraphicFramePr>
            <p:xfrm>
              <a:off x="4557704" y="2147606"/>
              <a:ext cx="1295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229" name="Equation" r:id="rId8" imgW="1295280" imgH="342720" progId="Equation.DSMT4">
                      <p:embed/>
                    </p:oleObj>
                  </mc:Choice>
                  <mc:Fallback>
                    <p:oleObj name="Equation" r:id="rId8" imgW="1295280" imgH="342720" progId="Equation.DSMT4">
                      <p:embed/>
                      <p:pic>
                        <p:nvPicPr>
                          <p:cNvPr id="39" name="Object 24">
                            <a:extLst>
                              <a:ext uri="{FF2B5EF4-FFF2-40B4-BE49-F238E27FC236}">
                                <a16:creationId xmlns:a16="http://schemas.microsoft.com/office/drawing/2014/main" id="{00033BAE-8BAE-4D5F-8089-F0BC3266D66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7704" y="2147606"/>
                            <a:ext cx="1295400" cy="3429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3B69EF6E-E892-415B-8A55-C89A34506E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3997697"/>
                </p:ext>
              </p:extLst>
            </p:nvPr>
          </p:nvGraphicFramePr>
          <p:xfrm>
            <a:off x="3398013" y="571381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230" name="Equation" r:id="rId10" imgW="647640" imgH="342720" progId="Equation.DSMT4">
                    <p:embed/>
                  </p:oleObj>
                </mc:Choice>
                <mc:Fallback>
                  <p:oleObj name="Equation" r:id="rId10" imgW="647640" imgH="342720" progId="Equation.DSMT4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7C82407D-6DD9-4179-B3A4-015BF91F4F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8013" y="571381"/>
                          <a:ext cx="6477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5B5E6995-7ABF-4EC3-8CF8-74664FC40D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5924" y="490211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62734C9A-3207-4F1E-BD91-29009E616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880" y="490210"/>
              <a:ext cx="22406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上连续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r>
                <a:rPr kumimoji="1" lang="zh-CN" altLang="en-US" sz="2400" b="1" dirty="0">
                  <a:latin typeface="+mn-ea"/>
                  <a:ea typeface="+mn-ea"/>
                </a:rPr>
                <a:t>且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D7B3165-3BF7-4E07-AB47-DAFA47128E73}"/>
              </a:ext>
            </a:extLst>
          </p:cNvPr>
          <p:cNvGrpSpPr/>
          <p:nvPr/>
        </p:nvGrpSpPr>
        <p:grpSpPr>
          <a:xfrm>
            <a:off x="7418024" y="497474"/>
            <a:ext cx="1562100" cy="421829"/>
            <a:chOff x="7418024" y="497474"/>
            <a:chExt cx="1562100" cy="421829"/>
          </a:xfrm>
        </p:grpSpPr>
        <p:graphicFrame>
          <p:nvGraphicFramePr>
            <p:cNvPr id="10" name="Object 24">
              <a:extLst>
                <a:ext uri="{FF2B5EF4-FFF2-40B4-BE49-F238E27FC236}">
                  <a16:creationId xmlns:a16="http://schemas.microsoft.com/office/drawing/2014/main" id="{146CA92D-1F02-4B5E-8DFE-ACA4368CAB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8233615"/>
                </p:ext>
              </p:extLst>
            </p:nvPr>
          </p:nvGraphicFramePr>
          <p:xfrm>
            <a:off x="7418024" y="550549"/>
            <a:ext cx="156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231" name="Equation" r:id="rId12" imgW="1562040" imgH="342720" progId="Equation.DSMT4">
                    <p:embed/>
                  </p:oleObj>
                </mc:Choice>
                <mc:Fallback>
                  <p:oleObj name="Equation" r:id="rId12" imgW="1562040" imgH="342720" progId="Equation.DSMT4">
                    <p:embed/>
                    <p:pic>
                      <p:nvPicPr>
                        <p:cNvPr id="43" name="Object 24">
                          <a:extLst>
                            <a:ext uri="{FF2B5EF4-FFF2-40B4-BE49-F238E27FC236}">
                              <a16:creationId xmlns:a16="http://schemas.microsoft.com/office/drawing/2014/main" id="{A7520D73-B2A3-4198-9723-22DABD32DE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18024" y="550549"/>
                          <a:ext cx="15621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90B7AAD-CA4C-4D90-9FB2-50A5038F784D}"/>
                </a:ext>
              </a:extLst>
            </p:cNvPr>
            <p:cNvCxnSpPr/>
            <p:nvPr/>
          </p:nvCxnSpPr>
          <p:spPr>
            <a:xfrm flipH="1">
              <a:off x="8128113" y="497474"/>
              <a:ext cx="144016" cy="421829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 Box 3">
            <a:extLst>
              <a:ext uri="{FF2B5EF4-FFF2-40B4-BE49-F238E27FC236}">
                <a16:creationId xmlns:a16="http://schemas.microsoft.com/office/drawing/2014/main" id="{FBFCE179-F3FE-498B-AF4F-2A2838BDE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36" y="1808944"/>
            <a:ext cx="11016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推论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3E2EC87-6218-40D8-BB59-BAB9F6CDEF21}"/>
              </a:ext>
            </a:extLst>
          </p:cNvPr>
          <p:cNvGrpSpPr/>
          <p:nvPr/>
        </p:nvGrpSpPr>
        <p:grpSpPr>
          <a:xfrm>
            <a:off x="1463259" y="1804704"/>
            <a:ext cx="3005329" cy="465905"/>
            <a:chOff x="3861227" y="2066245"/>
            <a:chExt cx="3005329" cy="465905"/>
          </a:xfrm>
        </p:grpSpPr>
        <p:sp>
          <p:nvSpPr>
            <p:cNvPr id="35" name="Text Box 6">
              <a:extLst>
                <a:ext uri="{FF2B5EF4-FFF2-40B4-BE49-F238E27FC236}">
                  <a16:creationId xmlns:a16="http://schemas.microsoft.com/office/drawing/2014/main" id="{85AE27C7-EFCD-4EA1-B136-5CF0EE1B0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227" y="207048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设</a:t>
              </a:r>
            </a:p>
          </p:txBody>
        </p:sp>
        <p:graphicFrame>
          <p:nvGraphicFramePr>
            <p:cNvPr id="36" name="Object 24">
              <a:extLst>
                <a:ext uri="{FF2B5EF4-FFF2-40B4-BE49-F238E27FC236}">
                  <a16:creationId xmlns:a16="http://schemas.microsoft.com/office/drawing/2014/main" id="{FC83C129-C418-42F5-8C26-31921877A4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7358839"/>
                </p:ext>
              </p:extLst>
            </p:nvPr>
          </p:nvGraphicFramePr>
          <p:xfrm>
            <a:off x="4281503" y="21503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232" name="Equation" r:id="rId14" imgW="622080" imgH="342720" progId="Equation.DSMT4">
                    <p:embed/>
                  </p:oleObj>
                </mc:Choice>
                <mc:Fallback>
                  <p:oleObj name="Equation" r:id="rId14" imgW="622080" imgH="342720" progId="Equation.DSMT4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CBA4BEB8-8488-4659-BC73-003EB872C0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1503" y="21503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88B55CB6-4D89-4DEF-B0E5-7A729CE418B6}"/>
                </a:ext>
              </a:extLst>
            </p:cNvPr>
            <p:cNvGrpSpPr/>
            <p:nvPr/>
          </p:nvGrpSpPr>
          <p:grpSpPr>
            <a:xfrm>
              <a:off x="4877323" y="2066245"/>
              <a:ext cx="1989233" cy="461665"/>
              <a:chOff x="1334443" y="1954923"/>
              <a:chExt cx="1989233" cy="362516"/>
            </a:xfrm>
          </p:grpSpPr>
          <p:sp>
            <p:nvSpPr>
              <p:cNvPr id="38" name="Text Box 11">
                <a:extLst>
                  <a:ext uri="{FF2B5EF4-FFF2-40B4-BE49-F238E27FC236}">
                    <a16:creationId xmlns:a16="http://schemas.microsoft.com/office/drawing/2014/main" id="{0C5DFFA6-9428-45BF-BC36-07C1C39E58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4443" y="1954923"/>
                <a:ext cx="1989233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连续</a:t>
                </a:r>
                <a:r>
                  <a:rPr kumimoji="1" lang="en-US" altLang="zh-CN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,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39" name="Object 24">
                <a:extLst>
                  <a:ext uri="{FF2B5EF4-FFF2-40B4-BE49-F238E27FC236}">
                    <a16:creationId xmlns:a16="http://schemas.microsoft.com/office/drawing/2014/main" id="{4695BD4E-FB98-4E4F-835A-65F4852CA9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2859116"/>
                  </p:ext>
                </p:extLst>
              </p:nvPr>
            </p:nvGraphicFramePr>
            <p:xfrm>
              <a:off x="1749918" y="2011713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0233" name="Equation" r:id="rId16" imgW="647640" imgH="342720" progId="Equation.DSMT4">
                      <p:embed/>
                    </p:oleObj>
                  </mc:Choice>
                  <mc:Fallback>
                    <p:oleObj name="Equation" r:id="rId16" imgW="647640" imgH="342720" progId="Equation.DSMT4">
                      <p:embed/>
                      <p:pic>
                        <p:nvPicPr>
                          <p:cNvPr id="13" name="Object 24">
                            <a:extLst>
                              <a:ext uri="{FF2B5EF4-FFF2-40B4-BE49-F238E27FC236}">
                                <a16:creationId xmlns:a16="http://schemas.microsoft.com/office/drawing/2014/main" id="{A0976764-631D-433F-A133-FDEB4A96C05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9918" y="2011713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1" name="Object 24">
            <a:extLst>
              <a:ext uri="{FF2B5EF4-FFF2-40B4-BE49-F238E27FC236}">
                <a16:creationId xmlns:a16="http://schemas.microsoft.com/office/drawing/2014/main" id="{7DA59BB8-E933-4116-95B8-4CC8F527ED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571646"/>
              </p:ext>
            </p:extLst>
          </p:nvPr>
        </p:nvGraphicFramePr>
        <p:xfrm>
          <a:off x="6299866" y="1835779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34" name="Equation" r:id="rId18" imgW="1739880" imgH="342720" progId="Equation.DSMT4">
                  <p:embed/>
                </p:oleObj>
              </mc:Choice>
              <mc:Fallback>
                <p:oleObj name="Equation" r:id="rId18" imgW="1739880" imgH="34272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CC98FC02-6278-40A4-B742-B9D2014D88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866" y="1835779"/>
                        <a:ext cx="1739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4">
            <a:extLst>
              <a:ext uri="{FF2B5EF4-FFF2-40B4-BE49-F238E27FC236}">
                <a16:creationId xmlns:a16="http://schemas.microsoft.com/office/drawing/2014/main" id="{54EAB616-55D5-4610-87C9-D49BF1467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645517"/>
              </p:ext>
            </p:extLst>
          </p:nvPr>
        </p:nvGraphicFramePr>
        <p:xfrm>
          <a:off x="5079549" y="1864086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35" name="Equation" r:id="rId10" imgW="647640" imgH="342720" progId="Equation.DSMT4">
                  <p:embed/>
                </p:oleObj>
              </mc:Choice>
              <mc:Fallback>
                <p:oleObj name="Equation" r:id="rId10" imgW="647640" imgH="34272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23F90A2C-C615-4918-BBA3-B97C95139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9549" y="1864086"/>
                        <a:ext cx="6477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6">
            <a:extLst>
              <a:ext uri="{FF2B5EF4-FFF2-40B4-BE49-F238E27FC236}">
                <a16:creationId xmlns:a16="http://schemas.microsoft.com/office/drawing/2014/main" id="{43DDB8E4-BA7F-4A0A-99C4-F0CD9A686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799" y="1758081"/>
            <a:ext cx="800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若在</a:t>
            </a:r>
          </a:p>
        </p:txBody>
      </p:sp>
      <p:sp>
        <p:nvSpPr>
          <p:cNvPr id="44" name="Text Box 6">
            <a:extLst>
              <a:ext uri="{FF2B5EF4-FFF2-40B4-BE49-F238E27FC236}">
                <a16:creationId xmlns:a16="http://schemas.microsoft.com/office/drawing/2014/main" id="{736B64BD-833F-4D97-A17A-C1CD78DD9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378" y="1798489"/>
            <a:ext cx="8006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上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endParaRPr kumimoji="1"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5" name="Object 24">
            <a:extLst>
              <a:ext uri="{FF2B5EF4-FFF2-40B4-BE49-F238E27FC236}">
                <a16:creationId xmlns:a16="http://schemas.microsoft.com/office/drawing/2014/main" id="{7FDD4FE4-557A-41B4-A3DA-5B8F80B6A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559654"/>
              </p:ext>
            </p:extLst>
          </p:nvPr>
        </p:nvGraphicFramePr>
        <p:xfrm>
          <a:off x="2522898" y="2444504"/>
          <a:ext cx="2374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36" name="Equation" r:id="rId20" imgW="2374560" imgH="634680" progId="Equation.DSMT4">
                  <p:embed/>
                </p:oleObj>
              </mc:Choice>
              <mc:Fallback>
                <p:oleObj name="Equation" r:id="rId20" imgW="2374560" imgH="63468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8ECBFBA8-7590-418B-A39D-3A9FF551CF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898" y="2444504"/>
                        <a:ext cx="23749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6">
            <a:extLst>
              <a:ext uri="{FF2B5EF4-FFF2-40B4-BE49-F238E27FC236}">
                <a16:creationId xmlns:a16="http://schemas.microsoft.com/office/drawing/2014/main" id="{E8E748D5-6F14-45B7-8460-C09E4DFD3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429" y="1717014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sp>
        <p:nvSpPr>
          <p:cNvPr id="47" name="Text Box 3">
            <a:extLst>
              <a:ext uri="{FF2B5EF4-FFF2-40B4-BE49-F238E27FC236}">
                <a16:creationId xmlns:a16="http://schemas.microsoft.com/office/drawing/2014/main" id="{838E2686-4ACF-4719-910D-87CA8611E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36" y="3237141"/>
            <a:ext cx="986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推论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3D25870-422E-4513-9E8A-E4524873D4BD}"/>
              </a:ext>
            </a:extLst>
          </p:cNvPr>
          <p:cNvGrpSpPr/>
          <p:nvPr/>
        </p:nvGrpSpPr>
        <p:grpSpPr>
          <a:xfrm>
            <a:off x="1335005" y="3249095"/>
            <a:ext cx="1717118" cy="461665"/>
            <a:chOff x="4135986" y="2070485"/>
            <a:chExt cx="1717118" cy="461665"/>
          </a:xfrm>
        </p:grpSpPr>
        <p:sp>
          <p:nvSpPr>
            <p:cNvPr id="53" name="Text Box 6">
              <a:extLst>
                <a:ext uri="{FF2B5EF4-FFF2-40B4-BE49-F238E27FC236}">
                  <a16:creationId xmlns:a16="http://schemas.microsoft.com/office/drawing/2014/main" id="{8194ED06-3DEF-40E1-810A-54FE8859F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5986" y="2070485"/>
              <a:ext cx="5917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55" name="Object 24">
              <a:extLst>
                <a:ext uri="{FF2B5EF4-FFF2-40B4-BE49-F238E27FC236}">
                  <a16:creationId xmlns:a16="http://schemas.microsoft.com/office/drawing/2014/main" id="{30B20507-C888-4526-BF68-33442C4AD8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897138"/>
                </p:ext>
              </p:extLst>
            </p:nvPr>
          </p:nvGraphicFramePr>
          <p:xfrm>
            <a:off x="4557704" y="2147606"/>
            <a:ext cx="1295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237" name="Equation" r:id="rId8" imgW="1295280" imgH="342720" progId="Equation.DSMT4">
                    <p:embed/>
                  </p:oleObj>
                </mc:Choice>
                <mc:Fallback>
                  <p:oleObj name="Equation" r:id="rId8" imgW="1295280" imgH="342720" progId="Equation.DSMT4">
                    <p:embed/>
                    <p:pic>
                      <p:nvPicPr>
                        <p:cNvPr id="7" name="Object 24">
                          <a:extLst>
                            <a:ext uri="{FF2B5EF4-FFF2-40B4-BE49-F238E27FC236}">
                              <a16:creationId xmlns:a16="http://schemas.microsoft.com/office/drawing/2014/main" id="{C286745A-D70E-4D43-9268-9F8DBC93BC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7704" y="2147606"/>
                          <a:ext cx="12954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" name="Object 24">
            <a:extLst>
              <a:ext uri="{FF2B5EF4-FFF2-40B4-BE49-F238E27FC236}">
                <a16:creationId xmlns:a16="http://schemas.microsoft.com/office/drawing/2014/main" id="{1B362A92-72B8-4C03-80B1-B22513E85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695959"/>
              </p:ext>
            </p:extLst>
          </p:nvPr>
        </p:nvGraphicFramePr>
        <p:xfrm>
          <a:off x="3424399" y="3330265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38" name="Equation" r:id="rId10" imgW="647640" imgH="342720" progId="Equation.DSMT4">
                  <p:embed/>
                </p:oleObj>
              </mc:Choice>
              <mc:Fallback>
                <p:oleObj name="Equation" r:id="rId10" imgW="647640" imgH="342720" progId="Equation.DSMT4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3B69EF6E-E892-415B-8A55-C89A34506E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399" y="3330265"/>
                        <a:ext cx="6477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6">
            <a:extLst>
              <a:ext uri="{FF2B5EF4-FFF2-40B4-BE49-F238E27FC236}">
                <a16:creationId xmlns:a16="http://schemas.microsoft.com/office/drawing/2014/main" id="{6AE43E72-8010-481C-966E-AB2044858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310" y="3249095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在</a:t>
            </a:r>
          </a:p>
        </p:txBody>
      </p:sp>
      <p:sp>
        <p:nvSpPr>
          <p:cNvPr id="52" name="Text Box 6">
            <a:extLst>
              <a:ext uri="{FF2B5EF4-FFF2-40B4-BE49-F238E27FC236}">
                <a16:creationId xmlns:a16="http://schemas.microsoft.com/office/drawing/2014/main" id="{9DCB2400-B61D-4D6B-B06A-C77A5946A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580" y="3237140"/>
            <a:ext cx="2240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上连续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  <a:r>
              <a:rPr kumimoji="1" lang="zh-CN" altLang="en-US" sz="2400" b="1" dirty="0">
                <a:latin typeface="+mn-ea"/>
                <a:ea typeface="+mn-ea"/>
              </a:rPr>
              <a:t>且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3BE411A-42DF-421E-8E48-7DCE4F87E7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164673"/>
              </p:ext>
            </p:extLst>
          </p:nvPr>
        </p:nvGraphicFramePr>
        <p:xfrm>
          <a:off x="5567443" y="3340576"/>
          <a:ext cx="1562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39" name="Equation" r:id="rId22" imgW="1562040" imgH="342720" progId="Equation.DSMT4">
                  <p:embed/>
                </p:oleObj>
              </mc:Choice>
              <mc:Fallback>
                <p:oleObj name="Equation" r:id="rId22" imgW="1562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567443" y="3340576"/>
                        <a:ext cx="1562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Box 3">
            <a:extLst>
              <a:ext uri="{FF2B5EF4-FFF2-40B4-BE49-F238E27FC236}">
                <a16:creationId xmlns:a16="http://schemas.microsoft.com/office/drawing/2014/main" id="{DE97ECA1-C414-4A20-A5D5-53F777585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5944" y="3237140"/>
            <a:ext cx="986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  <a:endParaRPr kumimoji="1"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BC316167-840C-428E-87F0-19BA63F680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41877"/>
              </p:ext>
            </p:extLst>
          </p:nvPr>
        </p:nvGraphicFramePr>
        <p:xfrm>
          <a:off x="2381671" y="3915828"/>
          <a:ext cx="2971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40" name="Equation" r:id="rId24" imgW="2971800" imgH="634680" progId="Equation.DSMT4">
                  <p:embed/>
                </p:oleObj>
              </mc:Choice>
              <mc:Fallback>
                <p:oleObj name="Equation" r:id="rId24" imgW="29718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381671" y="3915828"/>
                        <a:ext cx="29718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6075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6ACF7401-32AC-42C0-AC76-F837F9C94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590" y="717281"/>
            <a:ext cx="986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推论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FF4B74F0-C189-47F2-970A-0FA917743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240" y="745399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且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374F6C1-62B5-4BDF-B19F-B8CF672E6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7" y="1975739"/>
            <a:ext cx="513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C11DD72-80A5-4007-A17D-1B4338C76933}"/>
              </a:ext>
            </a:extLst>
          </p:cNvPr>
          <p:cNvGrpSpPr/>
          <p:nvPr/>
        </p:nvGrpSpPr>
        <p:grpSpPr>
          <a:xfrm>
            <a:off x="1835696" y="699542"/>
            <a:ext cx="5339705" cy="461666"/>
            <a:chOff x="1308619" y="490210"/>
            <a:chExt cx="5339705" cy="46166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E1CB13A-D973-4306-A94F-0EAD52559313}"/>
                </a:ext>
              </a:extLst>
            </p:cNvPr>
            <p:cNvGrpSpPr/>
            <p:nvPr/>
          </p:nvGrpSpPr>
          <p:grpSpPr>
            <a:xfrm>
              <a:off x="1308619" y="490211"/>
              <a:ext cx="5339705" cy="461665"/>
              <a:chOff x="4135986" y="2070485"/>
              <a:chExt cx="5339705" cy="461665"/>
            </a:xfrm>
          </p:grpSpPr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4A6A4E56-D7C2-4D9E-89AA-0D890DF155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5986" y="2070485"/>
                <a:ext cx="5917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若</a:t>
                </a:r>
              </a:p>
            </p:txBody>
          </p:sp>
          <p:graphicFrame>
            <p:nvGraphicFramePr>
              <p:cNvPr id="13" name="Object 24">
                <a:extLst>
                  <a:ext uri="{FF2B5EF4-FFF2-40B4-BE49-F238E27FC236}">
                    <a16:creationId xmlns:a16="http://schemas.microsoft.com/office/drawing/2014/main" id="{07B56B37-AF12-411A-A789-F07954FA9C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0955212"/>
                  </p:ext>
                </p:extLst>
              </p:nvPr>
            </p:nvGraphicFramePr>
            <p:xfrm>
              <a:off x="7913591" y="2175724"/>
              <a:ext cx="15621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146" name="Equation" r:id="rId3" imgW="1562040" imgH="342720" progId="Equation.DSMT4">
                      <p:embed/>
                    </p:oleObj>
                  </mc:Choice>
                  <mc:Fallback>
                    <p:oleObj name="Equation" r:id="rId3" imgW="1562040" imgH="342720" progId="Equation.DSMT4">
                      <p:embed/>
                      <p:pic>
                        <p:nvPicPr>
                          <p:cNvPr id="6" name="Object 24">
                            <a:extLst>
                              <a:ext uri="{FF2B5EF4-FFF2-40B4-BE49-F238E27FC236}">
                                <a16:creationId xmlns:a16="http://schemas.microsoft.com/office/drawing/2014/main" id="{C838EF8B-5814-4615-AB5F-4E35D980983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13591" y="2175724"/>
                            <a:ext cx="15621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24">
                <a:extLst>
                  <a:ext uri="{FF2B5EF4-FFF2-40B4-BE49-F238E27FC236}">
                    <a16:creationId xmlns:a16="http://schemas.microsoft.com/office/drawing/2014/main" id="{38880225-4E3F-4BA9-84D9-F56B25B359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94731101"/>
                  </p:ext>
                </p:extLst>
              </p:nvPr>
            </p:nvGraphicFramePr>
            <p:xfrm>
              <a:off x="4557704" y="2147606"/>
              <a:ext cx="12954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147" name="Equation" r:id="rId5" imgW="1295280" imgH="342720" progId="Equation.DSMT4">
                      <p:embed/>
                    </p:oleObj>
                  </mc:Choice>
                  <mc:Fallback>
                    <p:oleObj name="Equation" r:id="rId5" imgW="1295280" imgH="342720" progId="Equation.DSMT4">
                      <p:embed/>
                      <p:pic>
                        <p:nvPicPr>
                          <p:cNvPr id="7" name="Object 24">
                            <a:extLst>
                              <a:ext uri="{FF2B5EF4-FFF2-40B4-BE49-F238E27FC236}">
                                <a16:creationId xmlns:a16="http://schemas.microsoft.com/office/drawing/2014/main" id="{C286745A-D70E-4D43-9268-9F8DBC93BC9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7704" y="2147606"/>
                            <a:ext cx="1295400" cy="3429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27EA465F-D142-4231-8477-502E30F34E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1210891"/>
                </p:ext>
              </p:extLst>
            </p:nvPr>
          </p:nvGraphicFramePr>
          <p:xfrm>
            <a:off x="3398013" y="571381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148" name="Equation" r:id="rId7" imgW="647640" imgH="342720" progId="Equation.DSMT4">
                    <p:embed/>
                  </p:oleObj>
                </mc:Choice>
                <mc:Fallback>
                  <p:oleObj name="Equation" r:id="rId7" imgW="647640" imgH="342720" progId="Equation.DSMT4">
                    <p:embed/>
                    <p:pic>
                      <p:nvPicPr>
                        <p:cNvPr id="13" name="Object 24">
                          <a:extLst>
                            <a:ext uri="{FF2B5EF4-FFF2-40B4-BE49-F238E27FC236}">
                              <a16:creationId xmlns:a16="http://schemas.microsoft.com/office/drawing/2014/main" id="{3B69EF6E-E892-415B-8A55-C89A34506E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8013" y="571381"/>
                          <a:ext cx="647700" cy="3429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2B947319-B46E-4FEA-9ACD-36E63A71C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5924" y="490211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FF19BF2F-C086-4521-A207-22A35654E5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880" y="490210"/>
              <a:ext cx="22406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上连续</a:t>
              </a:r>
              <a:r>
                <a:rPr kumimoji="1" lang="en-US" altLang="zh-CN" sz="2400" b="1" dirty="0">
                  <a:latin typeface="+mn-ea"/>
                  <a:ea typeface="+mn-ea"/>
                </a:rPr>
                <a:t>,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</p:grp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C7FEEFF4-1886-44AB-8573-75357B7AD6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654193"/>
              </p:ext>
            </p:extLst>
          </p:nvPr>
        </p:nvGraphicFramePr>
        <p:xfrm>
          <a:off x="916513" y="2068954"/>
          <a:ext cx="1562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49" name="Equation" r:id="rId9" imgW="1562040" imgH="342720" progId="Equation.DSMT4">
                  <p:embed/>
                </p:oleObj>
              </mc:Choice>
              <mc:Fallback>
                <p:oleObj name="Equation" r:id="rId9" imgW="1562040" imgH="3427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146CA92D-1F02-4B5E-8DFE-ACA4368CAB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13" y="2068954"/>
                        <a:ext cx="1562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37FF37AC-2069-4F22-B80D-A31D98C914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811050"/>
              </p:ext>
            </p:extLst>
          </p:nvPr>
        </p:nvGraphicFramePr>
        <p:xfrm>
          <a:off x="2703548" y="1347614"/>
          <a:ext cx="2921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0" name="Equation" r:id="rId11" imgW="2920680" imgH="634680" progId="Equation.DSMT4">
                  <p:embed/>
                </p:oleObj>
              </mc:Choice>
              <mc:Fallback>
                <p:oleObj name="Equation" r:id="rId11" imgW="2920680" imgH="63468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D7AA33C6-0CC4-4027-9F8F-9E3F9851B6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48" y="1347614"/>
                        <a:ext cx="29210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>
            <a:extLst>
              <a:ext uri="{FF2B5EF4-FFF2-40B4-BE49-F238E27FC236}">
                <a16:creationId xmlns:a16="http://schemas.microsoft.com/office/drawing/2014/main" id="{123E13AC-CEC3-4922-9DF2-46AD11BA3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405" y="3446908"/>
            <a:ext cx="19465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若    可积，</a:t>
            </a: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9EDA08FD-AD3D-4A8D-8082-81E49CB64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809" y="2813238"/>
            <a:ext cx="988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结论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ABCD30AD-62A0-4F3A-9F4E-98C1D1503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238" y="2813237"/>
            <a:ext cx="591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3FA53CAD-DD10-4C0D-BFB4-9C5D10C134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086770"/>
              </p:ext>
            </p:extLst>
          </p:nvPr>
        </p:nvGraphicFramePr>
        <p:xfrm>
          <a:off x="3127382" y="353761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1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9" name="Object 24">
                        <a:extLst>
                          <a:ext uri="{FF2B5EF4-FFF2-40B4-BE49-F238E27FC236}">
                            <a16:creationId xmlns:a16="http://schemas.microsoft.com/office/drawing/2014/main" id="{8A5C04B6-A03E-4F09-8CC8-4E0DF4E04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82" y="3537611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43F4D8D5-AE08-4626-9CD6-50BDC7863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731146"/>
              </p:ext>
            </p:extLst>
          </p:nvPr>
        </p:nvGraphicFramePr>
        <p:xfrm>
          <a:off x="2207448" y="2890360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2" name="Equation" r:id="rId5" imgW="1295280" imgH="342720" progId="Equation.DSMT4">
                  <p:embed/>
                </p:oleObj>
              </mc:Choice>
              <mc:Fallback>
                <p:oleObj name="Equation" r:id="rId5" imgW="1295280" imgH="34272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0EF0006F-1F89-417E-84F7-CD0CDEE8E7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448" y="2890360"/>
                        <a:ext cx="12954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6">
            <a:extLst>
              <a:ext uri="{FF2B5EF4-FFF2-40B4-BE49-F238E27FC236}">
                <a16:creationId xmlns:a16="http://schemas.microsoft.com/office/drawing/2014/main" id="{C92F8E55-A4AD-425A-83C8-687D2B288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6082" y="2813237"/>
            <a:ext cx="3497567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为定义在     上的函数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E5097EFD-DC03-4628-BBC7-2C00FCFA3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526656"/>
              </p:ext>
            </p:extLst>
          </p:nvPr>
        </p:nvGraphicFramePr>
        <p:xfrm>
          <a:off x="4881082" y="2890360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3" name="Equation" r:id="rId7" imgW="647640" imgH="342720" progId="Equation.DSMT4">
                  <p:embed/>
                </p:oleObj>
              </mc:Choice>
              <mc:Fallback>
                <p:oleObj name="Equation" r:id="rId7" imgW="647640" imgH="34272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69CAD177-EBFF-45C9-AB6D-FEE2081F14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082" y="2890360"/>
                        <a:ext cx="6477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6">
            <a:extLst>
              <a:ext uri="{FF2B5EF4-FFF2-40B4-BE49-F238E27FC236}">
                <a16:creationId xmlns:a16="http://schemas.microsoft.com/office/drawing/2014/main" id="{AC6CAE8E-7675-44BC-AA4C-B4E333915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207" y="2813237"/>
            <a:ext cx="20853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且仅在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有限个</a:t>
            </a: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54D1E722-1BA2-4065-891B-7E62240AE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3449841"/>
            <a:ext cx="25164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点处函数值不同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28" name="Text Box 6">
            <a:extLst>
              <a:ext uri="{FF2B5EF4-FFF2-40B4-BE49-F238E27FC236}">
                <a16:creationId xmlns:a16="http://schemas.microsoft.com/office/drawing/2014/main" id="{A378DDC5-4365-47F8-9BB9-339E0ED54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3418846"/>
            <a:ext cx="4536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    可积，且</a:t>
            </a: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1D589990-5637-4EEB-8A6E-A992D63F6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907718"/>
              </p:ext>
            </p:extLst>
          </p:nvPr>
        </p:nvGraphicFramePr>
        <p:xfrm>
          <a:off x="4881082" y="3506290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4" name="Equation" r:id="rId15" imgW="596880" imgH="342720" progId="Equation.DSMT4">
                  <p:embed/>
                </p:oleObj>
              </mc:Choice>
              <mc:Fallback>
                <p:oleObj name="Equation" r:id="rId15" imgW="59688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21ACEB6-A953-4923-A7EF-F588773804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81082" y="3506290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0E4A2C9A-46FC-4F85-B12A-5F3C5C0919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3045"/>
              </p:ext>
            </p:extLst>
          </p:nvPr>
        </p:nvGraphicFramePr>
        <p:xfrm>
          <a:off x="3187673" y="3988270"/>
          <a:ext cx="2819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55" name="Equation" r:id="rId17" imgW="2819160" imgH="634680" progId="Equation.DSMT4">
                  <p:embed/>
                </p:oleObj>
              </mc:Choice>
              <mc:Fallback>
                <p:oleObj name="Equation" r:id="rId17" imgW="2819160" imgH="63468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08CD0C0D-FF5E-47E6-907E-ED5125701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673" y="3988270"/>
                        <a:ext cx="28194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1395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DC4111C0-5489-4616-9F54-9B1A16D82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622403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5 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DCB38410-C239-4D20-AFA5-9FA073128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622403"/>
            <a:ext cx="151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比较积分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D0793ADE-09F4-4847-B05A-00175851B0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65906"/>
              </p:ext>
            </p:extLst>
          </p:nvPr>
        </p:nvGraphicFramePr>
        <p:xfrm>
          <a:off x="2843808" y="555526"/>
          <a:ext cx="850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06" name="Equation" r:id="rId3" imgW="850680" imgH="596880" progId="Equation.DSMT4">
                  <p:embed/>
                </p:oleObj>
              </mc:Choice>
              <mc:Fallback>
                <p:oleObj name="Equation" r:id="rId3" imgW="850680" imgH="59688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65B1773F-7DFD-4183-8E26-7492DE15CA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555526"/>
                        <a:ext cx="8509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5">
            <a:extLst>
              <a:ext uri="{FF2B5EF4-FFF2-40B4-BE49-F238E27FC236}">
                <a16:creationId xmlns:a16="http://schemas.microsoft.com/office/drawing/2014/main" id="{DDF8ABE0-97AD-44AE-841D-A6C38CEC5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873" y="603718"/>
            <a:ext cx="4920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与</a:t>
            </a:r>
          </a:p>
        </p:txBody>
      </p:sp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977FF6FE-DC04-455C-A685-ADC351AEB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802208"/>
              </p:ext>
            </p:extLst>
          </p:nvPr>
        </p:nvGraphicFramePr>
        <p:xfrm>
          <a:off x="3989545" y="555526"/>
          <a:ext cx="1651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07" name="Equation" r:id="rId5" imgW="1650960" imgH="596880" progId="Equation.DSMT4">
                  <p:embed/>
                </p:oleObj>
              </mc:Choice>
              <mc:Fallback>
                <p:oleObj name="Equation" r:id="rId5" imgW="1650960" imgH="596880" progId="Equation.DSMT4">
                  <p:embed/>
                  <p:pic>
                    <p:nvPicPr>
                      <p:cNvPr id="22" name="Object 24">
                        <a:extLst>
                          <a:ext uri="{FF2B5EF4-FFF2-40B4-BE49-F238E27FC236}">
                            <a16:creationId xmlns:a16="http://schemas.microsoft.com/office/drawing/2014/main" id="{F1D67758-CCA6-40C0-A237-E94689409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545" y="555526"/>
                        <a:ext cx="16510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5">
            <a:extLst>
              <a:ext uri="{FF2B5EF4-FFF2-40B4-BE49-F238E27FC236}">
                <a16:creationId xmlns:a16="http://schemas.microsoft.com/office/drawing/2014/main" id="{C3009971-0BE8-4E40-9528-FF93F128E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6022" y="629600"/>
            <a:ext cx="9901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大小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E2C7B47E-C611-4783-9288-1EF37D567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598" y="1357603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34539D5F-CC98-44EB-BB4B-74C4D2607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476" y="1357602"/>
            <a:ext cx="5032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C067B6E8-CE18-4F45-A245-D70A80AF5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272313"/>
              </p:ext>
            </p:extLst>
          </p:nvPr>
        </p:nvGraphicFramePr>
        <p:xfrm>
          <a:off x="2010792" y="1459947"/>
          <a:ext cx="248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08" name="Equation" r:id="rId7" imgW="2489040" imgH="342720" progId="Equation.DSMT4">
                  <p:embed/>
                </p:oleObj>
              </mc:Choice>
              <mc:Fallback>
                <p:oleObj name="Equation" r:id="rId7" imgW="2489040" imgH="342720" progId="Equation.DSMT4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2BA02806-1D58-493D-9979-DB6BE7E90F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0792" y="1459947"/>
                        <a:ext cx="2489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001D0C47-8069-4F4E-BBCD-80C3BA722B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794705"/>
              </p:ext>
            </p:extLst>
          </p:nvPr>
        </p:nvGraphicFramePr>
        <p:xfrm>
          <a:off x="4644008" y="1232592"/>
          <a:ext cx="193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09" name="Equation" r:id="rId9" imgW="1930320" imgH="736560" progId="Equation.DSMT4">
                  <p:embed/>
                </p:oleObj>
              </mc:Choice>
              <mc:Fallback>
                <p:oleObj name="Equation" r:id="rId9" imgW="1930320" imgH="73656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F20EDE31-EAA3-4519-A40B-0FD41A3C09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1232592"/>
                        <a:ext cx="1930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0DB96D3A-ABF9-4F42-9E6C-F645218AC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031398"/>
              </p:ext>
            </p:extLst>
          </p:nvPr>
        </p:nvGraphicFramePr>
        <p:xfrm>
          <a:off x="6689725" y="1429145"/>
          <a:ext cx="160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0" name="Equation" r:id="rId11" imgW="1600200" imgH="342720" progId="Equation.DSMT4">
                  <p:embed/>
                </p:oleObj>
              </mc:Choice>
              <mc:Fallback>
                <p:oleObj name="Equation" r:id="rId11" imgW="1600200" imgH="342720" progId="Equation.DSMT4">
                  <p:embed/>
                  <p:pic>
                    <p:nvPicPr>
                      <p:cNvPr id="28" name="Object 24">
                        <a:extLst>
                          <a:ext uri="{FF2B5EF4-FFF2-40B4-BE49-F238E27FC236}">
                            <a16:creationId xmlns:a16="http://schemas.microsoft.com/office/drawing/2014/main" id="{EC02BB1B-436D-43FB-B79C-B86FD05350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725" y="1429145"/>
                        <a:ext cx="1600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5">
            <a:extLst>
              <a:ext uri="{FF2B5EF4-FFF2-40B4-BE49-F238E27FC236}">
                <a16:creationId xmlns:a16="http://schemas.microsoft.com/office/drawing/2014/main" id="{40899589-13CB-4318-8943-8DFCC7490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991268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所以</a:t>
            </a:r>
          </a:p>
        </p:txBody>
      </p:sp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A658042C-F172-4C32-988B-453817AB5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55101"/>
              </p:ext>
            </p:extLst>
          </p:nvPr>
        </p:nvGraphicFramePr>
        <p:xfrm>
          <a:off x="994232" y="2108937"/>
          <a:ext cx="5143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1" name="Equation" r:id="rId13" imgW="5143320" imgH="342720" progId="Equation.DSMT4">
                  <p:embed/>
                </p:oleObj>
              </mc:Choice>
              <mc:Fallback>
                <p:oleObj name="Equation" r:id="rId13" imgW="5143320" imgH="34272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19AFFCA0-844C-4D94-B151-352F150478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232" y="2108937"/>
                        <a:ext cx="5143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>
            <a:extLst>
              <a:ext uri="{FF2B5EF4-FFF2-40B4-BE49-F238E27FC236}">
                <a16:creationId xmlns:a16="http://schemas.microsoft.com/office/drawing/2014/main" id="{EE52BA39-A3EE-43A9-8CA9-647D09C3E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5784" y="2018779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即</a:t>
            </a: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E1CE99E3-C199-45AD-99F1-794DD49EC0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486211"/>
              </p:ext>
            </p:extLst>
          </p:nvPr>
        </p:nvGraphicFramePr>
        <p:xfrm>
          <a:off x="2688952" y="2667395"/>
          <a:ext cx="3251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2" name="Equation" r:id="rId15" imgW="3251160" imgH="342720" progId="Equation.DSMT4">
                  <p:embed/>
                </p:oleObj>
              </mc:Choice>
              <mc:Fallback>
                <p:oleObj name="Equation" r:id="rId15" imgW="3251160" imgH="342720" progId="Equation.DSMT4">
                  <p:embed/>
                  <p:pic>
                    <p:nvPicPr>
                      <p:cNvPr id="32" name="Object 24">
                        <a:extLst>
                          <a:ext uri="{FF2B5EF4-FFF2-40B4-BE49-F238E27FC236}">
                            <a16:creationId xmlns:a16="http://schemas.microsoft.com/office/drawing/2014/main" id="{CA3090AD-9BBC-4929-9279-C73D555F9D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952" y="2667395"/>
                        <a:ext cx="3251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5">
            <a:extLst>
              <a:ext uri="{FF2B5EF4-FFF2-40B4-BE49-F238E27FC236}">
                <a16:creationId xmlns:a16="http://schemas.microsoft.com/office/drawing/2014/main" id="{20AEFB24-9A39-4139-96BD-11A3688DE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181755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故</a:t>
            </a:r>
          </a:p>
        </p:txBody>
      </p:sp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29B7BF9B-C1E3-4637-9C2F-E608CA994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613775"/>
              </p:ext>
            </p:extLst>
          </p:nvPr>
        </p:nvGraphicFramePr>
        <p:xfrm>
          <a:off x="1878298" y="3114137"/>
          <a:ext cx="850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3" name="Equation" r:id="rId17" imgW="850680" imgH="596880" progId="Equation.DSMT4">
                  <p:embed/>
                </p:oleObj>
              </mc:Choice>
              <mc:Fallback>
                <p:oleObj name="Equation" r:id="rId17" imgW="850680" imgH="596880" progId="Equation.DSMT4">
                  <p:embed/>
                  <p:pic>
                    <p:nvPicPr>
                      <p:cNvPr id="34" name="Object 24">
                        <a:extLst>
                          <a:ext uri="{FF2B5EF4-FFF2-40B4-BE49-F238E27FC236}">
                            <a16:creationId xmlns:a16="http://schemas.microsoft.com/office/drawing/2014/main" id="{A9EB9B8F-C745-44C9-BFBF-1B99A5CD3A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298" y="3114137"/>
                        <a:ext cx="8509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4F0B894F-FDD1-4B46-B304-1CA65123D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309382"/>
              </p:ext>
            </p:extLst>
          </p:nvPr>
        </p:nvGraphicFramePr>
        <p:xfrm>
          <a:off x="3046413" y="3120021"/>
          <a:ext cx="167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4" name="Equation" r:id="rId18" imgW="1676160" imgH="596880" progId="Equation.DSMT4">
                  <p:embed/>
                </p:oleObj>
              </mc:Choice>
              <mc:Fallback>
                <p:oleObj name="Equation" r:id="rId18" imgW="1676160" imgH="59688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62D30866-6A91-4443-B654-DC6B2B6B07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13" y="3120021"/>
                        <a:ext cx="16764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91A4F087-B548-4FFD-BB6C-645AED22C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176675"/>
              </p:ext>
            </p:extLst>
          </p:nvPr>
        </p:nvGraphicFramePr>
        <p:xfrm>
          <a:off x="2759075" y="3330970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5" name="Equation" r:id="rId20" imgW="203040" imgH="203040" progId="Equation.DSMT4">
                  <p:embed/>
                </p:oleObj>
              </mc:Choice>
              <mc:Fallback>
                <p:oleObj name="Equation" r:id="rId20" imgW="203040" imgH="20304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2C471643-F824-4440-BEBF-0016335504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075" y="3330970"/>
                        <a:ext cx="2032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795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3" grpId="0" autoUpdateAnimBg="0"/>
      <p:bldP spid="15" grpId="0" autoUpdateAnimBg="0"/>
      <p:bldP spid="1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6D303D7F-1DFC-486E-88A6-FAD0DA3FF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93527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性质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5 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DACBECA4-CE51-48E3-B59B-E1A3423F56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28851"/>
              </p:ext>
            </p:extLst>
          </p:nvPr>
        </p:nvGraphicFramePr>
        <p:xfrm>
          <a:off x="3868910" y="658763"/>
          <a:ext cx="38306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11" name="Equation" r:id="rId4" imgW="3835080" imgH="520560" progId="Equation.DSMT4">
                  <p:embed/>
                </p:oleObj>
              </mc:Choice>
              <mc:Fallback>
                <p:oleObj name="Equation" r:id="rId4" imgW="3835080" imgH="520560" progId="Equation.DSMT4">
                  <p:embed/>
                  <p:pic>
                    <p:nvPicPr>
                      <p:cNvPr id="5" name="Object 14">
                        <a:extLst>
                          <a:ext uri="{FF2B5EF4-FFF2-40B4-BE49-F238E27FC236}">
                            <a16:creationId xmlns:a16="http://schemas.microsoft.com/office/drawing/2014/main" id="{B85B0A72-C93A-410D-B0E8-7D95B065BD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910" y="658763"/>
                        <a:ext cx="38306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5">
            <a:extLst>
              <a:ext uri="{FF2B5EF4-FFF2-40B4-BE49-F238E27FC236}">
                <a16:creationId xmlns:a16="http://schemas.microsoft.com/office/drawing/2014/main" id="{47E1A93C-0793-4547-ADDD-EE33B3E5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6904" y="586755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n-ea"/>
              </a:rPr>
              <a:t>则</a:t>
            </a:r>
          </a:p>
        </p:txBody>
      </p:sp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C3700AC9-C714-46E0-AEB8-54D3F3E1C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678930"/>
              </p:ext>
            </p:extLst>
          </p:nvPr>
        </p:nvGraphicFramePr>
        <p:xfrm>
          <a:off x="2051720" y="1347614"/>
          <a:ext cx="39973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12" name="Equation" r:id="rId6" imgW="4000320" imgH="634680" progId="Equation.DSMT4">
                  <p:embed/>
                </p:oleObj>
              </mc:Choice>
              <mc:Fallback>
                <p:oleObj name="Equation" r:id="rId6" imgW="4000320" imgH="634680" progId="Equation.DSMT4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5E6A3480-4FB0-4088-89A8-0B7B271F35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347614"/>
                        <a:ext cx="39973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19D7004D-CAA3-47A3-9DC5-45626DEA1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601699"/>
              </p:ext>
            </p:extLst>
          </p:nvPr>
        </p:nvGraphicFramePr>
        <p:xfrm>
          <a:off x="6247482" y="1522239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13" name="Equation" r:id="rId8" imgW="914400" imgH="342720" progId="Equation.DSMT4">
                  <p:embed/>
                </p:oleObj>
              </mc:Choice>
              <mc:Fallback>
                <p:oleObj name="Equation" r:id="rId8" imgW="914400" imgH="342720" progId="Equation.DSMT4">
                  <p:embed/>
                  <p:pic>
                    <p:nvPicPr>
                      <p:cNvPr id="8" name="Object 17">
                        <a:extLst>
                          <a:ext uri="{FF2B5EF4-FFF2-40B4-BE49-F238E27FC236}">
                            <a16:creationId xmlns:a16="http://schemas.microsoft.com/office/drawing/2014/main" id="{22D36045-C5DC-4AEC-9020-236BFE1FE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7482" y="1522239"/>
                        <a:ext cx="914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">
            <a:extLst>
              <a:ext uri="{FF2B5EF4-FFF2-40B4-BE49-F238E27FC236}">
                <a16:creationId xmlns:a16="http://schemas.microsoft.com/office/drawing/2014/main" id="{6AB4BFE6-6D46-4935-AA2C-2E2640D26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691" y="1995686"/>
            <a:ext cx="537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5207BC9D-1646-474D-AB90-D87DB02BD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831175"/>
              </p:ext>
            </p:extLst>
          </p:nvPr>
        </p:nvGraphicFramePr>
        <p:xfrm>
          <a:off x="2285817" y="2126779"/>
          <a:ext cx="31829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14" name="Equation" r:id="rId10" imgW="3187440" imgH="342720" progId="Equation.DSMT4">
                  <p:embed/>
                </p:oleObj>
              </mc:Choice>
              <mc:Fallback>
                <p:oleObj name="Equation" r:id="rId10" imgW="3187440" imgH="342720" progId="Equation.DSMT4">
                  <p:embed/>
                  <p:pic>
                    <p:nvPicPr>
                      <p:cNvPr id="3" name="Object 14">
                        <a:extLst>
                          <a:ext uri="{FF2B5EF4-FFF2-40B4-BE49-F238E27FC236}">
                            <a16:creationId xmlns:a16="http://schemas.microsoft.com/office/drawing/2014/main" id="{DACBECA4-CE51-48E3-B59B-E1A3423F56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817" y="2126779"/>
                        <a:ext cx="318293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7040E0C5-D37D-4194-8EBB-7008033AB9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130963"/>
              </p:ext>
            </p:extLst>
          </p:nvPr>
        </p:nvGraphicFramePr>
        <p:xfrm>
          <a:off x="2915816" y="2715767"/>
          <a:ext cx="36258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15" name="Equation" r:id="rId12" imgW="3632040" imgH="596880" progId="Equation.DSMT4">
                  <p:embed/>
                </p:oleObj>
              </mc:Choice>
              <mc:Fallback>
                <p:oleObj name="Equation" r:id="rId12" imgW="3632040" imgH="596880" progId="Equation.DSMT4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5207BC9D-1646-474D-AB90-D87DB02BD2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715767"/>
                        <a:ext cx="36258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>
            <a:extLst>
              <a:ext uri="{FF2B5EF4-FFF2-40B4-BE49-F238E27FC236}">
                <a16:creationId xmlns:a16="http://schemas.microsoft.com/office/drawing/2014/main" id="{560ABDAE-D55B-41EA-8414-BFBD95B153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065342"/>
              </p:ext>
            </p:extLst>
          </p:nvPr>
        </p:nvGraphicFramePr>
        <p:xfrm>
          <a:off x="6629596" y="2859782"/>
          <a:ext cx="14335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16" name="Equation" r:id="rId14" imgW="1434960" imgH="342720" progId="Equation.DSMT4">
                  <p:embed/>
                </p:oleObj>
              </mc:Choice>
              <mc:Fallback>
                <p:oleObj name="Equation" r:id="rId14" imgW="1434960" imgH="342720" progId="Equation.DSMT4">
                  <p:embed/>
                  <p:pic>
                    <p:nvPicPr>
                      <p:cNvPr id="5" name="Object 16">
                        <a:extLst>
                          <a:ext uri="{FF2B5EF4-FFF2-40B4-BE49-F238E27FC236}">
                            <a16:creationId xmlns:a16="http://schemas.microsoft.com/office/drawing/2014/main" id="{C3700AC9-C714-46E0-AEB8-54D3F3E1C0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596" y="2859782"/>
                        <a:ext cx="14335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6">
            <a:extLst>
              <a:ext uri="{FF2B5EF4-FFF2-40B4-BE49-F238E27FC236}">
                <a16:creationId xmlns:a16="http://schemas.microsoft.com/office/drawing/2014/main" id="{BB71E04A-B70B-42D7-B185-34B7201FF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271202"/>
              </p:ext>
            </p:extLst>
          </p:nvPr>
        </p:nvGraphicFramePr>
        <p:xfrm>
          <a:off x="1575445" y="2890392"/>
          <a:ext cx="12938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17" name="Equation" r:id="rId16" imgW="1295280" imgH="342720" progId="Equation.DSMT4">
                  <p:embed/>
                </p:oleObj>
              </mc:Choice>
              <mc:Fallback>
                <p:oleObj name="Equation" r:id="rId16" imgW="1295280" imgH="342720" progId="Equation.DSMT4">
                  <p:embed/>
                  <p:pic>
                    <p:nvPicPr>
                      <p:cNvPr id="10" name="Object 16">
                        <a:extLst>
                          <a:ext uri="{FF2B5EF4-FFF2-40B4-BE49-F238E27FC236}">
                            <a16:creationId xmlns:a16="http://schemas.microsoft.com/office/drawing/2014/main" id="{560ABDAE-D55B-41EA-8414-BFBD95B153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445" y="2890392"/>
                        <a:ext cx="12938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5">
            <a:extLst>
              <a:ext uri="{FF2B5EF4-FFF2-40B4-BE49-F238E27FC236}">
                <a16:creationId xmlns:a16="http://schemas.microsoft.com/office/drawing/2014/main" id="{4334BD58-11E2-46CE-B925-09BEB7C15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521" y="2017228"/>
            <a:ext cx="8872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因为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898BB5A0-4206-4B6A-A120-9165DD6AC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961" y="2031164"/>
            <a:ext cx="8872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所以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11211E65-8D09-4809-872C-92BBE9E53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622253"/>
            <a:ext cx="7992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此性质表明求出被积函数在积分区间上的最大值和最小值，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836FA32F-CDB3-44D0-92E8-4E6D56051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20" y="4248820"/>
            <a:ext cx="4078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可以估计积分值的大致范围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CBCFBAE0-1C8A-43F1-9408-C9057B99F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30" y="567683"/>
            <a:ext cx="1923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(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估值定理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)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8E4AF0BA-32F2-4B7F-9417-E125323E3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812" y="575708"/>
            <a:ext cx="590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设</a:t>
            </a:r>
          </a:p>
        </p:txBody>
      </p:sp>
    </p:spTree>
    <p:extLst>
      <p:ext uri="{BB962C8B-B14F-4D97-AF65-F5344CB8AC3E}">
        <p14:creationId xmlns:p14="http://schemas.microsoft.com/office/powerpoint/2010/main" val="311556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7" grpId="0" autoUpdateAnimBg="0"/>
      <p:bldP spid="12" grpId="0" autoUpdateAnimBg="0"/>
      <p:bldP spid="13" grpId="0" autoUpdateAnimBg="0"/>
      <p:bldP spid="15" grpId="0" autoUpdateAnimBg="0"/>
      <p:bldP spid="16" grpId="0" autoUpdateAnimBg="0"/>
      <p:bldP spid="17" grpId="0" autoUpdateAnimBg="0"/>
      <p:bldP spid="1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7287A5DF-7ECB-45E8-ABD8-CB0EBB4FD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24077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6 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6A2042E6-8055-41C5-98BE-617111ABE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524077"/>
            <a:ext cx="151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估计积分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D7302D9C-5037-4C0F-B305-F84E6F8A43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186196"/>
              </p:ext>
            </p:extLst>
          </p:nvPr>
        </p:nvGraphicFramePr>
        <p:xfrm>
          <a:off x="2843808" y="456459"/>
          <a:ext cx="1308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49" name="Equation" r:id="rId4" imgW="1307880" imgH="596880" progId="Equation.DSMT4">
                  <p:embed/>
                </p:oleObj>
              </mc:Choice>
              <mc:Fallback>
                <p:oleObj name="Equation" r:id="rId4" imgW="1307880" imgH="59688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DEF6B0D4-1417-432B-B116-FA2F45FD98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56459"/>
                        <a:ext cx="13081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5">
            <a:extLst>
              <a:ext uri="{FF2B5EF4-FFF2-40B4-BE49-F238E27FC236}">
                <a16:creationId xmlns:a16="http://schemas.microsoft.com/office/drawing/2014/main" id="{75CF10E5-65A7-4570-A64F-C79C2F16D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765" y="487587"/>
            <a:ext cx="15833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值的范围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F7D985-0114-44BA-95C3-AEDB00C51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598" y="1275606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4C7376D8-38CB-43D4-8DC8-E50E205AE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476" y="1275605"/>
            <a:ext cx="5032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FF4B4458-368F-4104-8C05-436906A1F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962255"/>
              </p:ext>
            </p:extLst>
          </p:nvPr>
        </p:nvGraphicFramePr>
        <p:xfrm>
          <a:off x="1852613" y="1292225"/>
          <a:ext cx="156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50" name="Equation" r:id="rId6" imgW="1562040" imgH="444240" progId="Equation.DSMT4">
                  <p:embed/>
                </p:oleObj>
              </mc:Choice>
              <mc:Fallback>
                <p:oleObj name="Equation" r:id="rId6" imgW="1562040" imgH="44424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D7302D9C-5037-4C0F-B305-F84E6F8A43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3" y="1292225"/>
                        <a:ext cx="15621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5">
            <a:extLst>
              <a:ext uri="{FF2B5EF4-FFF2-40B4-BE49-F238E27FC236}">
                <a16:creationId xmlns:a16="http://schemas.microsoft.com/office/drawing/2014/main" id="{2487DD17-0FFA-4A61-8478-48B5955C7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9" y="1234350"/>
            <a:ext cx="5032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由</a:t>
            </a: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968CB4A7-BC14-47FF-B6A1-6AD9D5E9D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755426"/>
              </p:ext>
            </p:extLst>
          </p:nvPr>
        </p:nvGraphicFramePr>
        <p:xfrm>
          <a:off x="4005000" y="1249363"/>
          <a:ext cx="2895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51" name="Equation" r:id="rId8" imgW="2895480" imgH="444240" progId="Equation.DSMT4">
                  <p:embed/>
                </p:oleObj>
              </mc:Choice>
              <mc:Fallback>
                <p:oleObj name="Equation" r:id="rId8" imgW="2895480" imgH="44424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FF4B4458-368F-4104-8C05-436906A1F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000" y="1249363"/>
                        <a:ext cx="28956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5">
            <a:extLst>
              <a:ext uri="{FF2B5EF4-FFF2-40B4-BE49-F238E27FC236}">
                <a16:creationId xmlns:a16="http://schemas.microsoft.com/office/drawing/2014/main" id="{10553E66-7B87-4E0F-A7FE-D26666340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600" y="1232198"/>
            <a:ext cx="5032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得：</a:t>
            </a:r>
          </a:p>
        </p:txBody>
      </p:sp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FCDCD4A9-081E-441F-A43A-685BD661B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480391"/>
              </p:ext>
            </p:extLst>
          </p:nvPr>
        </p:nvGraphicFramePr>
        <p:xfrm>
          <a:off x="7667524" y="1109663"/>
          <a:ext cx="787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52" name="Equation" r:id="rId10" imgW="787320" imgH="723600" progId="Equation.DSMT4">
                  <p:embed/>
                </p:oleObj>
              </mc:Choice>
              <mc:Fallback>
                <p:oleObj name="Equation" r:id="rId10" imgW="787320" imgH="723600" progId="Equation.DSMT4">
                  <p:embed/>
                  <p:pic>
                    <p:nvPicPr>
                      <p:cNvPr id="10" name="Object 24">
                        <a:extLst>
                          <a:ext uri="{FF2B5EF4-FFF2-40B4-BE49-F238E27FC236}">
                            <a16:creationId xmlns:a16="http://schemas.microsoft.com/office/drawing/2014/main" id="{968CB4A7-BC14-47FF-B6A1-6AD9D5E9D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524" y="1109663"/>
                        <a:ext cx="787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505A1F1B-A553-4896-BF3F-F0C47C6903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801169"/>
              </p:ext>
            </p:extLst>
          </p:nvPr>
        </p:nvGraphicFramePr>
        <p:xfrm>
          <a:off x="2262188" y="1797050"/>
          <a:ext cx="4191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53" name="Equation" r:id="rId12" imgW="4190760" imgH="774360" progId="Equation.DSMT4">
                  <p:embed/>
                </p:oleObj>
              </mc:Choice>
              <mc:Fallback>
                <p:oleObj name="Equation" r:id="rId12" imgW="4190760" imgH="77436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FF4B4458-368F-4104-8C05-436906A1F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8" y="1797050"/>
                        <a:ext cx="41910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>
            <a:extLst>
              <a:ext uri="{FF2B5EF4-FFF2-40B4-BE49-F238E27FC236}">
                <a16:creationId xmlns:a16="http://schemas.microsoft.com/office/drawing/2014/main" id="{DFF39362-D71D-4518-9631-4CF901EAD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979" y="2790787"/>
            <a:ext cx="86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所以</a:t>
            </a:r>
          </a:p>
        </p:txBody>
      </p:sp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D5F41D2A-E32A-4D7C-A8D3-688D300F1A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993679"/>
              </p:ext>
            </p:extLst>
          </p:nvPr>
        </p:nvGraphicFramePr>
        <p:xfrm>
          <a:off x="2335213" y="2641600"/>
          <a:ext cx="3340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54" name="Equation" r:id="rId14" imgW="3340080" imgH="609480" progId="Equation.DSMT4">
                  <p:embed/>
                </p:oleObj>
              </mc:Choice>
              <mc:Fallback>
                <p:oleObj name="Equation" r:id="rId14" imgW="3340080" imgH="609480" progId="Equation.DSMT4">
                  <p:embed/>
                  <p:pic>
                    <p:nvPicPr>
                      <p:cNvPr id="8" name="Object 24">
                        <a:extLst>
                          <a:ext uri="{FF2B5EF4-FFF2-40B4-BE49-F238E27FC236}">
                            <a16:creationId xmlns:a16="http://schemas.microsoft.com/office/drawing/2014/main" id="{FF4B4458-368F-4104-8C05-436906A1F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2641600"/>
                        <a:ext cx="33401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5">
            <a:extLst>
              <a:ext uri="{FF2B5EF4-FFF2-40B4-BE49-F238E27FC236}">
                <a16:creationId xmlns:a16="http://schemas.microsoft.com/office/drawing/2014/main" id="{422DF8EB-2A10-491F-B6A2-4BB17C107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619536"/>
            <a:ext cx="16383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由性质</a:t>
            </a:r>
            <a:r>
              <a:rPr kumimoji="1" lang="en-US" altLang="zh-CN" sz="2400" b="1" dirty="0">
                <a:latin typeface="+mn-ea"/>
              </a:rPr>
              <a:t>5</a:t>
            </a:r>
            <a:r>
              <a:rPr kumimoji="1" lang="zh-CN" altLang="en-US" sz="2400" b="1" dirty="0">
                <a:latin typeface="+mn-ea"/>
              </a:rPr>
              <a:t>有</a:t>
            </a:r>
          </a:p>
        </p:txBody>
      </p:sp>
      <p:graphicFrame>
        <p:nvGraphicFramePr>
          <p:cNvPr id="19" name="Object 24">
            <a:extLst>
              <a:ext uri="{FF2B5EF4-FFF2-40B4-BE49-F238E27FC236}">
                <a16:creationId xmlns:a16="http://schemas.microsoft.com/office/drawing/2014/main" id="{DEAFB72C-031B-4540-97FF-CE3006CCE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056137"/>
              </p:ext>
            </p:extLst>
          </p:nvPr>
        </p:nvGraphicFramePr>
        <p:xfrm>
          <a:off x="4005000" y="3512486"/>
          <a:ext cx="1308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55" name="Equation" r:id="rId16" imgW="1307880" imgH="596880" progId="Equation.DSMT4">
                  <p:embed/>
                </p:oleObj>
              </mc:Choice>
              <mc:Fallback>
                <p:oleObj name="Equation" r:id="rId16" imgW="1307880" imgH="59688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D7302D9C-5037-4C0F-B305-F84E6F8A43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000" y="3512486"/>
                        <a:ext cx="13081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E7321D3C-1026-41FB-B416-558BA86B56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064200"/>
              </p:ext>
            </p:extLst>
          </p:nvPr>
        </p:nvGraphicFramePr>
        <p:xfrm>
          <a:off x="5340539" y="3602665"/>
          <a:ext cx="73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56" name="Equation" r:id="rId17" imgW="736560" imgH="342720" progId="Equation.DSMT4">
                  <p:embed/>
                </p:oleObj>
              </mc:Choice>
              <mc:Fallback>
                <p:oleObj name="Equation" r:id="rId17" imgW="736560" imgH="342720" progId="Equation.DSMT4">
                  <p:embed/>
                  <p:pic>
                    <p:nvPicPr>
                      <p:cNvPr id="16" name="Object 24">
                        <a:extLst>
                          <a:ext uri="{FF2B5EF4-FFF2-40B4-BE49-F238E27FC236}">
                            <a16:creationId xmlns:a16="http://schemas.microsoft.com/office/drawing/2014/main" id="{D5F41D2A-E32A-4D7C-A8D3-688D300F1A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539" y="3602665"/>
                        <a:ext cx="736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4">
            <a:extLst>
              <a:ext uri="{FF2B5EF4-FFF2-40B4-BE49-F238E27FC236}">
                <a16:creationId xmlns:a16="http://schemas.microsoft.com/office/drawing/2014/main" id="{E8DA0022-4734-41F4-90F5-AF720990E4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43957"/>
              </p:ext>
            </p:extLst>
          </p:nvPr>
        </p:nvGraphicFramePr>
        <p:xfrm>
          <a:off x="3070227" y="3428031"/>
          <a:ext cx="838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57" name="Equation" r:id="rId19" imgW="838080" imgH="545760" progId="Equation.DSMT4">
                  <p:embed/>
                </p:oleObj>
              </mc:Choice>
              <mc:Fallback>
                <p:oleObj name="Equation" r:id="rId19" imgW="838080" imgH="54576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E7321D3C-1026-41FB-B416-558BA86B5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7" y="3428031"/>
                        <a:ext cx="8382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77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9" grpId="0" autoUpdateAnimBg="0"/>
      <p:bldP spid="11" grpId="0" autoUpdateAnimBg="0"/>
      <p:bldP spid="15" grpId="0" autoUpdateAnimBg="0"/>
      <p:bldP spid="1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7903D069-AF69-46F6-BCF0-49B9D0357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950" y="446082"/>
            <a:ext cx="1080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性质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6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E07810A1-830B-4809-B4D6-3609629D9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002" y="973506"/>
            <a:ext cx="522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使    </a:t>
            </a:r>
          </a:p>
        </p:txBody>
      </p:sp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6049AA95-B10A-4F11-88E7-919C0EA55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285358"/>
              </p:ext>
            </p:extLst>
          </p:nvPr>
        </p:nvGraphicFramePr>
        <p:xfrm>
          <a:off x="2403044" y="1313349"/>
          <a:ext cx="29702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4" name="Equation" r:id="rId4" imgW="2971800" imgH="634680" progId="Equation.DSMT4">
                  <p:embed/>
                </p:oleObj>
              </mc:Choice>
              <mc:Fallback>
                <p:oleObj name="Equation" r:id="rId4" imgW="2971800" imgH="634680" progId="Equation.DSMT4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5E6A3480-4FB0-4088-89A8-0B7B271F35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044" y="1313349"/>
                        <a:ext cx="29702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854F9B54-B2C3-45D9-B2DA-77FFD44866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715923"/>
              </p:ext>
            </p:extLst>
          </p:nvPr>
        </p:nvGraphicFramePr>
        <p:xfrm>
          <a:off x="5978919" y="1479377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5" name="Equation" r:id="rId6" imgW="1384200" imgH="342720" progId="Equation.DSMT4">
                  <p:embed/>
                </p:oleObj>
              </mc:Choice>
              <mc:Fallback>
                <p:oleObj name="Equation" r:id="rId6" imgW="1384200" imgH="342720" progId="Equation.DSMT4">
                  <p:embed/>
                  <p:pic>
                    <p:nvPicPr>
                      <p:cNvPr id="8" name="Object 17">
                        <a:extLst>
                          <a:ext uri="{FF2B5EF4-FFF2-40B4-BE49-F238E27FC236}">
                            <a16:creationId xmlns:a16="http://schemas.microsoft.com/office/drawing/2014/main" id="{22D36045-C5DC-4AEC-9020-236BFE1FE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919" y="1479377"/>
                        <a:ext cx="1384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2F36644-A58D-4292-ABEE-9FE79D6E65B0}"/>
              </a:ext>
            </a:extLst>
          </p:cNvPr>
          <p:cNvGrpSpPr/>
          <p:nvPr/>
        </p:nvGrpSpPr>
        <p:grpSpPr>
          <a:xfrm>
            <a:off x="4169665" y="413178"/>
            <a:ext cx="2279654" cy="461665"/>
            <a:chOff x="3861227" y="2070485"/>
            <a:chExt cx="2279654" cy="461665"/>
          </a:xfrm>
        </p:grpSpPr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67137891-61FC-4229-8534-45ACBD62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227" y="2070485"/>
              <a:ext cx="513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若</a:t>
              </a:r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F62C4F59-6069-4D45-B007-73701922FB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2489000"/>
                </p:ext>
              </p:extLst>
            </p:nvPr>
          </p:nvGraphicFramePr>
          <p:xfrm>
            <a:off x="4286681" y="2145967"/>
            <a:ext cx="1854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76" name="Equation" r:id="rId8" imgW="1854000" imgH="342720" progId="Equation.DSMT4">
                    <p:embed/>
                  </p:oleObj>
                </mc:Choice>
                <mc:Fallback>
                  <p:oleObj name="Equation" r:id="rId8" imgW="1854000" imgH="342720" progId="Equation.DSMT4">
                    <p:embed/>
                    <p:pic>
                      <p:nvPicPr>
                        <p:cNvPr id="34" name="Object 24">
                          <a:extLst>
                            <a:ext uri="{FF2B5EF4-FFF2-40B4-BE49-F238E27FC236}">
                              <a16:creationId xmlns:a16="http://schemas.microsoft.com/office/drawing/2014/main" id="{CE750D5B-6166-4E77-B49B-A8FF16D04F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681" y="2145967"/>
                          <a:ext cx="18542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70AF7E79-4D29-4FE5-A22F-31B14712F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729421"/>
              </p:ext>
            </p:extLst>
          </p:nvPr>
        </p:nvGraphicFramePr>
        <p:xfrm>
          <a:off x="397753" y="1050256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7" name="Equation" r:id="rId10" imgW="1206360" imgH="342720" progId="Equation.DSMT4">
                  <p:embed/>
                </p:oleObj>
              </mc:Choice>
              <mc:Fallback>
                <p:oleObj name="Equation" r:id="rId10" imgW="1206360" imgH="342720" progId="Equation.DSMT4">
                  <p:embed/>
                  <p:pic>
                    <p:nvPicPr>
                      <p:cNvPr id="12" name="Object 24">
                        <a:extLst>
                          <a:ext uri="{FF2B5EF4-FFF2-40B4-BE49-F238E27FC236}">
                            <a16:creationId xmlns:a16="http://schemas.microsoft.com/office/drawing/2014/main" id="{4585CE84-6C6A-4831-AB41-BF68C8602C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753" y="1050256"/>
                        <a:ext cx="12065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5">
            <a:extLst>
              <a:ext uri="{FF2B5EF4-FFF2-40B4-BE49-F238E27FC236}">
                <a16:creationId xmlns:a16="http://schemas.microsoft.com/office/drawing/2014/main" id="{5E23D5A3-0FF6-4201-8C68-20D0AA8A8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996" y="370974"/>
            <a:ext cx="256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则至少存在一点    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DA7D972B-4BE2-4999-9D21-C97EF877C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373" y="1977841"/>
            <a:ext cx="537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2F36644-A58D-4292-ABEE-9FE79D6E65B0}"/>
              </a:ext>
            </a:extLst>
          </p:cNvPr>
          <p:cNvGrpSpPr/>
          <p:nvPr/>
        </p:nvGrpSpPr>
        <p:grpSpPr>
          <a:xfrm>
            <a:off x="1428377" y="1945955"/>
            <a:ext cx="7471847" cy="468855"/>
            <a:chOff x="2758742" y="2070485"/>
            <a:chExt cx="7723367" cy="468856"/>
          </a:xfrm>
        </p:grpSpPr>
        <p:sp>
          <p:nvSpPr>
            <p:cNvPr id="23" name="Text Box 6">
              <a:extLst>
                <a:ext uri="{FF2B5EF4-FFF2-40B4-BE49-F238E27FC236}">
                  <a16:creationId xmlns:a16="http://schemas.microsoft.com/office/drawing/2014/main" id="{67137891-61FC-4229-8534-45ACBD62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8742" y="2070485"/>
              <a:ext cx="1501545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由条件知，</a:t>
              </a:r>
            </a:p>
          </p:txBody>
        </p:sp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F62C4F59-6069-4D45-B007-73701922FB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886721"/>
                </p:ext>
              </p:extLst>
            </p:nvPr>
          </p:nvGraphicFramePr>
          <p:xfrm>
            <a:off x="4276604" y="216175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78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18" name="Object 24">
                          <a:extLst>
                            <a:ext uri="{FF2B5EF4-FFF2-40B4-BE49-F238E27FC236}">
                              <a16:creationId xmlns:a16="http://schemas.microsoft.com/office/drawing/2014/main" id="{F62C4F59-6069-4D45-B007-73701922FB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6604" y="216175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8CA0FE61-DAF6-453F-B9BA-B073DD9872A5}"/>
                </a:ext>
              </a:extLst>
            </p:cNvPr>
            <p:cNvGrpSpPr/>
            <p:nvPr/>
          </p:nvGrpSpPr>
          <p:grpSpPr>
            <a:xfrm>
              <a:off x="4854463" y="2077676"/>
              <a:ext cx="5627646" cy="461665"/>
              <a:chOff x="1311583" y="1963899"/>
              <a:chExt cx="5627646" cy="362516"/>
            </a:xfrm>
          </p:grpSpPr>
          <p:sp>
            <p:nvSpPr>
              <p:cNvPr id="26" name="Text Box 11">
                <a:extLst>
                  <a:ext uri="{FF2B5EF4-FFF2-40B4-BE49-F238E27FC236}">
                    <a16:creationId xmlns:a16="http://schemas.microsoft.com/office/drawing/2014/main" id="{D32D025E-A212-485F-BB51-1BE4DCDAA1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1583" y="1963899"/>
                <a:ext cx="5627646" cy="3625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在</a:t>
                </a:r>
                <a:r>
                  <a:rPr kumimoji="1" lang="zh-CN" altLang="en-US" sz="2400" b="1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    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上的最大值与</a:t>
                </a:r>
                <a:r>
                  <a:rPr kumimoji="1"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最小值存在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400" b="1" dirty="0">
                    <a:latin typeface="+mn-ea"/>
                    <a:cs typeface="Times New Roman" panose="02020603050405020304" pitchFamily="18" charset="0"/>
                  </a:rPr>
                  <a:t>记为</a:t>
                </a:r>
                <a:endParaRPr kumimoji="1" lang="en-US" altLang="zh-CN" sz="2400" b="1" dirty="0">
                  <a:latin typeface="+mn-ea"/>
                  <a:ea typeface="+mn-ea"/>
                </a:endParaRPr>
              </a:p>
            </p:txBody>
          </p:sp>
          <p:graphicFrame>
            <p:nvGraphicFramePr>
              <p:cNvPr id="27" name="Object 24">
                <a:extLst>
                  <a:ext uri="{FF2B5EF4-FFF2-40B4-BE49-F238E27FC236}">
                    <a16:creationId xmlns:a16="http://schemas.microsoft.com/office/drawing/2014/main" id="{4585CE84-6C6A-4831-AB41-BF68C8602C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4797527"/>
                  </p:ext>
                </p:extLst>
              </p:nvPr>
            </p:nvGraphicFramePr>
            <p:xfrm>
              <a:off x="1766441" y="2020688"/>
              <a:ext cx="647640" cy="2691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5979" name="Equation" r:id="rId14" imgW="647640" imgH="342720" progId="Equation.DSMT4">
                      <p:embed/>
                    </p:oleObj>
                  </mc:Choice>
                  <mc:Fallback>
                    <p:oleObj name="Equation" r:id="rId14" imgW="647640" imgH="342720" progId="Equation.DSMT4">
                      <p:embed/>
                      <p:pic>
                        <p:nvPicPr>
                          <p:cNvPr id="21" name="Object 24">
                            <a:extLst>
                              <a:ext uri="{FF2B5EF4-FFF2-40B4-BE49-F238E27FC236}">
                                <a16:creationId xmlns:a16="http://schemas.microsoft.com/office/drawing/2014/main" id="{4585CE84-6C6A-4831-AB41-BF68C8602C6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6441" y="2020688"/>
                            <a:ext cx="647640" cy="26911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0" name="Object 24">
            <a:extLst>
              <a:ext uri="{FF2B5EF4-FFF2-40B4-BE49-F238E27FC236}">
                <a16:creationId xmlns:a16="http://schemas.microsoft.com/office/drawing/2014/main" id="{4585CE84-6C6A-4831-AB41-BF68C8602C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947647"/>
              </p:ext>
            </p:extLst>
          </p:nvPr>
        </p:nvGraphicFramePr>
        <p:xfrm>
          <a:off x="315567" y="2628872"/>
          <a:ext cx="7747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0" name="Equation" r:id="rId16" imgW="774360" imgH="342720" progId="Equation.DSMT4">
                  <p:embed/>
                </p:oleObj>
              </mc:Choice>
              <mc:Fallback>
                <p:oleObj name="Equation" r:id="rId16" imgW="774360" imgH="342720" progId="Equation.DSMT4">
                  <p:embed/>
                  <p:pic>
                    <p:nvPicPr>
                      <p:cNvPr id="27" name="Object 24">
                        <a:extLst>
                          <a:ext uri="{FF2B5EF4-FFF2-40B4-BE49-F238E27FC236}">
                            <a16:creationId xmlns:a16="http://schemas.microsoft.com/office/drawing/2014/main" id="{4585CE84-6C6A-4831-AB41-BF68C8602C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67" y="2628872"/>
                        <a:ext cx="774700" cy="341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5">
            <a:extLst>
              <a:ext uri="{FF2B5EF4-FFF2-40B4-BE49-F238E27FC236}">
                <a16:creationId xmlns:a16="http://schemas.microsoft.com/office/drawing/2014/main" id="{E07810A1-830B-4809-B4D6-3609629D9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659" y="2562526"/>
            <a:ext cx="7747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   </a:t>
            </a:r>
          </a:p>
        </p:txBody>
      </p:sp>
      <p:sp>
        <p:nvSpPr>
          <p:cNvPr id="37" name="Text Box 13">
            <a:extLst>
              <a:ext uri="{FF2B5EF4-FFF2-40B4-BE49-F238E27FC236}">
                <a16:creationId xmlns:a16="http://schemas.microsoft.com/office/drawing/2014/main" id="{8545F81E-B3E7-478C-BD78-D8F34DC77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3329" y="415944"/>
            <a:ext cx="24535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n-ea"/>
              </a:rPr>
              <a:t>(</a:t>
            </a:r>
            <a:r>
              <a:rPr kumimoji="1" lang="zh-CN" altLang="en-US" sz="2400" b="1" dirty="0">
                <a:latin typeface="+mn-ea"/>
              </a:rPr>
              <a:t>积分中值定理</a:t>
            </a:r>
            <a:r>
              <a:rPr kumimoji="1" lang="en-US" altLang="zh-CN" sz="2400" b="1" dirty="0">
                <a:latin typeface="+mn-ea"/>
              </a:rPr>
              <a:t>)</a:t>
            </a:r>
            <a:endParaRPr kumimoji="1" lang="zh-CN" altLang="en-US" sz="2400" b="1" dirty="0"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14CF7C8-1B2E-4E86-BACD-19F196574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435104"/>
              </p:ext>
            </p:extLst>
          </p:nvPr>
        </p:nvGraphicFramePr>
        <p:xfrm>
          <a:off x="1630952" y="3355956"/>
          <a:ext cx="405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1" name="Equation" r:id="rId18" imgW="4051080" imgH="634680" progId="Equation.DSMT4">
                  <p:embed/>
                </p:oleObj>
              </mc:Choice>
              <mc:Fallback>
                <p:oleObj name="Equation" r:id="rId18" imgW="40510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30952" y="3355956"/>
                        <a:ext cx="40513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C94BDEC5-F353-42A0-9347-27662709D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705"/>
              </p:ext>
            </p:extLst>
          </p:nvPr>
        </p:nvGraphicFramePr>
        <p:xfrm>
          <a:off x="1777002" y="2494719"/>
          <a:ext cx="3759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2" name="Equation" r:id="rId20" imgW="3759120" imgH="634680" progId="Equation.DSMT4">
                  <p:embed/>
                </p:oleObj>
              </mc:Choice>
              <mc:Fallback>
                <p:oleObj name="Equation" r:id="rId20" imgW="3759120" imgH="634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14CF7C8-1B2E-4E86-BACD-19F1965748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77002" y="2494719"/>
                        <a:ext cx="3759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5">
            <a:extLst>
              <a:ext uri="{FF2B5EF4-FFF2-40B4-BE49-F238E27FC236}">
                <a16:creationId xmlns:a16="http://schemas.microsoft.com/office/drawing/2014/main" id="{4762527B-01B6-4237-A9D5-A536A88B3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373" y="3386336"/>
            <a:ext cx="7747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即   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71ACD29-AFB5-4584-A782-5D0D4161D9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767008"/>
              </p:ext>
            </p:extLst>
          </p:nvPr>
        </p:nvGraphicFramePr>
        <p:xfrm>
          <a:off x="2412368" y="4070865"/>
          <a:ext cx="313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3" name="Equation" r:id="rId22" imgW="3136680" imgH="736560" progId="Equation.DSMT4">
                  <p:embed/>
                </p:oleObj>
              </mc:Choice>
              <mc:Fallback>
                <p:oleObj name="Equation" r:id="rId22" imgW="3136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412368" y="4070865"/>
                        <a:ext cx="3136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937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14" grpId="0" autoUpdateAnimBg="0"/>
      <p:bldP spid="15" grpId="0" autoUpdateAnimBg="0"/>
      <p:bldP spid="31" grpId="0" autoUpdateAnimBg="0"/>
      <p:bldP spid="37" grpId="0" autoUpdateAnimBg="0"/>
      <p:bldP spid="3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>
            <a:extLst>
              <a:ext uri="{FF2B5EF4-FFF2-40B4-BE49-F238E27FC236}">
                <a16:creationId xmlns:a16="http://schemas.microsoft.com/office/drawing/2014/main" id="{A40DEE13-68BD-4F86-9287-62765D143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701" y="1582486"/>
            <a:ext cx="51468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根据闭区间上连续函数的介值定理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sp>
        <p:nvSpPr>
          <p:cNvPr id="4" name="Text Box 15">
            <a:extLst>
              <a:ext uri="{FF2B5EF4-FFF2-40B4-BE49-F238E27FC236}">
                <a16:creationId xmlns:a16="http://schemas.microsoft.com/office/drawing/2014/main" id="{587454DE-7514-4DDB-85E7-3378F7207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408" y="1645226"/>
            <a:ext cx="522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使    </a:t>
            </a:r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34ABDD34-7320-4EF7-819D-47E477825D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767991"/>
              </p:ext>
            </p:extLst>
          </p:nvPr>
        </p:nvGraphicFramePr>
        <p:xfrm>
          <a:off x="6948264" y="1704609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21" name="Equation" r:id="rId3" imgW="1206360" imgH="342720" progId="Equation.DSMT4">
                  <p:embed/>
                </p:oleObj>
              </mc:Choice>
              <mc:Fallback>
                <p:oleObj name="Equation" r:id="rId3" imgW="1206360" imgH="342720" progId="Equation.DSMT4">
                  <p:embed/>
                  <p:pic>
                    <p:nvPicPr>
                      <p:cNvPr id="40" name="Object 24">
                        <a:extLst>
                          <a:ext uri="{FF2B5EF4-FFF2-40B4-BE49-F238E27FC236}">
                            <a16:creationId xmlns:a16="http://schemas.microsoft.com/office/drawing/2014/main" id="{70AF7E79-4D29-4FE5-A22F-31B14712F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1704609"/>
                        <a:ext cx="1206500" cy="34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8205774C-00D3-4BF8-B7BA-18167F2C6D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226697"/>
              </p:ext>
            </p:extLst>
          </p:nvPr>
        </p:nvGraphicFramePr>
        <p:xfrm>
          <a:off x="2651790" y="3579861"/>
          <a:ext cx="30194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22" name="Equation" r:id="rId5" imgW="3022560" imgH="634680" progId="Equation.DSMT4">
                  <p:embed/>
                </p:oleObj>
              </mc:Choice>
              <mc:Fallback>
                <p:oleObj name="Equation" r:id="rId5" imgW="3022560" imgH="634680" progId="Equation.DSMT4">
                  <p:embed/>
                  <p:pic>
                    <p:nvPicPr>
                      <p:cNvPr id="42" name="Object 16">
                        <a:extLst>
                          <a:ext uri="{FF2B5EF4-FFF2-40B4-BE49-F238E27FC236}">
                            <a16:creationId xmlns:a16="http://schemas.microsoft.com/office/drawing/2014/main" id="{5E6A3480-4FB0-4088-89A8-0B7B271F35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790" y="3579861"/>
                        <a:ext cx="30194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5">
            <a:extLst>
              <a:ext uri="{FF2B5EF4-FFF2-40B4-BE49-F238E27FC236}">
                <a16:creationId xmlns:a16="http://schemas.microsoft.com/office/drawing/2014/main" id="{5638C8D9-B1AF-4D06-8AE1-2506F2EB8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1585982"/>
            <a:ext cx="2562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至少存在一点   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EBC76B1-BECA-41BE-9685-37067C7E5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449205"/>
              </p:ext>
            </p:extLst>
          </p:nvPr>
        </p:nvGraphicFramePr>
        <p:xfrm>
          <a:off x="2706376" y="627534"/>
          <a:ext cx="313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23" name="Equation" r:id="rId7" imgW="3136680" imgH="736560" progId="Equation.DSMT4">
                  <p:embed/>
                </p:oleObj>
              </mc:Choice>
              <mc:Fallback>
                <p:oleObj name="Equation" r:id="rId7" imgW="313668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71ACD29-AFB5-4584-A782-5D0D4161D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06376" y="627534"/>
                        <a:ext cx="3136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7BCA079-40B2-456A-B22B-818535EF7B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860076"/>
              </p:ext>
            </p:extLst>
          </p:nvPr>
        </p:nvGraphicFramePr>
        <p:xfrm>
          <a:off x="2651790" y="2359144"/>
          <a:ext cx="2882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824" name="Equation" r:id="rId9" imgW="2882880" imgH="736560" progId="Equation.DSMT4">
                  <p:embed/>
                </p:oleObj>
              </mc:Choice>
              <mc:Fallback>
                <p:oleObj name="Equation" r:id="rId9" imgW="2882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51790" y="2359144"/>
                        <a:ext cx="2882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5">
            <a:extLst>
              <a:ext uri="{FF2B5EF4-FFF2-40B4-BE49-F238E27FC236}">
                <a16:creationId xmlns:a16="http://schemas.microsoft.com/office/drawing/2014/main" id="{7536F1D0-B900-4877-842B-4A51572D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666529"/>
            <a:ext cx="7747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即   </a:t>
            </a:r>
          </a:p>
        </p:txBody>
      </p:sp>
    </p:spTree>
    <p:extLst>
      <p:ext uri="{BB962C8B-B14F-4D97-AF65-F5344CB8AC3E}">
        <p14:creationId xmlns:p14="http://schemas.microsoft.com/office/powerpoint/2010/main" val="330661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7" grpId="0" autoUpdateAnimBg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7903D069-AF69-46F6-BCF0-49B9D0357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81893"/>
            <a:ext cx="1080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</a:p>
        </p:txBody>
      </p:sp>
      <p:sp>
        <p:nvSpPr>
          <p:cNvPr id="3" name="Text Box 30"/>
          <p:cNvSpPr txBox="1">
            <a:spLocks noChangeArrowheads="1"/>
          </p:cNvSpPr>
          <p:nvPr/>
        </p:nvSpPr>
        <p:spPr bwMode="auto">
          <a:xfrm>
            <a:off x="395288" y="878607"/>
            <a:ext cx="6499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积分中值定理对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或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kumimoji="1"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都成立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kumimoji="1"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" name="Text Box 30"/>
          <p:cNvSpPr txBox="1">
            <a:spLocks noChangeArrowheads="1"/>
          </p:cNvSpPr>
          <p:nvPr/>
        </p:nvSpPr>
        <p:spPr bwMode="auto">
          <a:xfrm>
            <a:off x="371475" y="1483269"/>
            <a:ext cx="21129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几何解释</a:t>
            </a:r>
            <a:r>
              <a:rPr kumimoji="1" lang="en-US" altLang="zh-CN" sz="2400" b="1" dirty="0">
                <a:latin typeface="+mn-ea"/>
                <a:ea typeface="+mn-ea"/>
              </a:rPr>
              <a:t>: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6049AA95-B10A-4F11-88E7-919C0EA55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443486"/>
              </p:ext>
            </p:extLst>
          </p:nvPr>
        </p:nvGraphicFramePr>
        <p:xfrm>
          <a:off x="2339752" y="1396601"/>
          <a:ext cx="29702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54" name="Equation" r:id="rId4" imgW="2971800" imgH="634680" progId="Equation.DSMT4">
                  <p:embed/>
                </p:oleObj>
              </mc:Choice>
              <mc:Fallback>
                <p:oleObj name="Equation" r:id="rId4" imgW="2971800" imgH="634680" progId="Equation.DSMT4">
                  <p:embed/>
                  <p:pic>
                    <p:nvPicPr>
                      <p:cNvPr id="5" name="Object 16">
                        <a:extLst>
                          <a:ext uri="{FF2B5EF4-FFF2-40B4-BE49-F238E27FC236}">
                            <a16:creationId xmlns:a16="http://schemas.microsoft.com/office/drawing/2014/main" id="{6049AA95-B10A-4F11-88E7-919C0EA55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396601"/>
                        <a:ext cx="29702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/>
          <p:cNvGrpSpPr/>
          <p:nvPr/>
        </p:nvGrpSpPr>
        <p:grpSpPr>
          <a:xfrm>
            <a:off x="6300192" y="441103"/>
            <a:ext cx="2657406" cy="1733723"/>
            <a:chOff x="6235420" y="729135"/>
            <a:chExt cx="2657406" cy="1733723"/>
          </a:xfrm>
        </p:grpSpPr>
        <p:sp>
          <p:nvSpPr>
            <p:cNvPr id="51" name="任意多边形 50"/>
            <p:cNvSpPr/>
            <p:nvPr/>
          </p:nvSpPr>
          <p:spPr>
            <a:xfrm>
              <a:off x="6770451" y="1021404"/>
              <a:ext cx="1595336" cy="1152728"/>
            </a:xfrm>
            <a:custGeom>
              <a:avLst/>
              <a:gdLst>
                <a:gd name="connsiteX0" fmla="*/ 4864 w 1595336"/>
                <a:gd name="connsiteY0" fmla="*/ 607979 h 1152728"/>
                <a:gd name="connsiteX1" fmla="*/ 131323 w 1595336"/>
                <a:gd name="connsiteY1" fmla="*/ 481519 h 1152728"/>
                <a:gd name="connsiteX2" fmla="*/ 233464 w 1595336"/>
                <a:gd name="connsiteY2" fmla="*/ 389107 h 1152728"/>
                <a:gd name="connsiteX3" fmla="*/ 355060 w 1595336"/>
                <a:gd name="connsiteY3" fmla="*/ 306422 h 1152728"/>
                <a:gd name="connsiteX4" fmla="*/ 578796 w 1595336"/>
                <a:gd name="connsiteY4" fmla="*/ 218873 h 1152728"/>
                <a:gd name="connsiteX5" fmla="*/ 821987 w 1595336"/>
                <a:gd name="connsiteY5" fmla="*/ 141051 h 1152728"/>
                <a:gd name="connsiteX6" fmla="*/ 1055451 w 1595336"/>
                <a:gd name="connsiteY6" fmla="*/ 102141 h 1152728"/>
                <a:gd name="connsiteX7" fmla="*/ 1259732 w 1595336"/>
                <a:gd name="connsiteY7" fmla="*/ 53502 h 1152728"/>
                <a:gd name="connsiteX8" fmla="*/ 1595336 w 1595336"/>
                <a:gd name="connsiteY8" fmla="*/ 0 h 1152728"/>
                <a:gd name="connsiteX9" fmla="*/ 1590472 w 1595336"/>
                <a:gd name="connsiteY9" fmla="*/ 1152728 h 1152728"/>
                <a:gd name="connsiteX10" fmla="*/ 0 w 1595336"/>
                <a:gd name="connsiteY10" fmla="*/ 1138136 h 1152728"/>
                <a:gd name="connsiteX11" fmla="*/ 4864 w 1595336"/>
                <a:gd name="connsiteY11" fmla="*/ 607979 h 115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95336" h="1152728">
                  <a:moveTo>
                    <a:pt x="4864" y="607979"/>
                  </a:moveTo>
                  <a:lnTo>
                    <a:pt x="131323" y="481519"/>
                  </a:lnTo>
                  <a:lnTo>
                    <a:pt x="233464" y="389107"/>
                  </a:lnTo>
                  <a:lnTo>
                    <a:pt x="355060" y="306422"/>
                  </a:lnTo>
                  <a:lnTo>
                    <a:pt x="578796" y="218873"/>
                  </a:lnTo>
                  <a:lnTo>
                    <a:pt x="821987" y="141051"/>
                  </a:lnTo>
                  <a:lnTo>
                    <a:pt x="1055451" y="102141"/>
                  </a:lnTo>
                  <a:lnTo>
                    <a:pt x="1259732" y="53502"/>
                  </a:lnTo>
                  <a:lnTo>
                    <a:pt x="1595336" y="0"/>
                  </a:lnTo>
                  <a:cubicBezTo>
                    <a:pt x="1593715" y="384243"/>
                    <a:pt x="1592093" y="768485"/>
                    <a:pt x="1590472" y="1152728"/>
                  </a:cubicBezTo>
                  <a:lnTo>
                    <a:pt x="0" y="1138136"/>
                  </a:lnTo>
                  <a:cubicBezTo>
                    <a:pt x="1621" y="961417"/>
                    <a:pt x="3243" y="784698"/>
                    <a:pt x="4864" y="607979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9" name="Object 24">
              <a:extLst>
                <a:ext uri="{FF2B5EF4-FFF2-40B4-BE49-F238E27FC236}">
                  <a16:creationId xmlns:a16="http://schemas.microsoft.com/office/drawing/2014/main" id="{9EFD4A8B-631D-45F8-A4C5-1E23E39276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0818583"/>
                </p:ext>
              </p:extLst>
            </p:nvPr>
          </p:nvGraphicFramePr>
          <p:xfrm>
            <a:off x="6664321" y="2253338"/>
            <a:ext cx="177480" cy="190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55" name="Equation" r:id="rId6" imgW="177480" imgH="190440" progId="Equation.DSMT4">
                    <p:embed/>
                  </p:oleObj>
                </mc:Choice>
                <mc:Fallback>
                  <p:oleObj name="Equation" r:id="rId6" imgW="177480" imgH="190440" progId="Equation.DSMT4">
                    <p:embed/>
                    <p:pic>
                      <p:nvPicPr>
                        <p:cNvPr id="65" name="Object 24">
                          <a:extLst>
                            <a:ext uri="{FF2B5EF4-FFF2-40B4-BE49-F238E27FC236}">
                              <a16:creationId xmlns:a16="http://schemas.microsoft.com/office/drawing/2014/main" id="{9EFD4A8B-631D-45F8-A4C5-1E23E39276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4321" y="2253338"/>
                          <a:ext cx="177480" cy="190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9E07708-15D1-489A-94D5-8274E51E87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5420" y="822934"/>
              <a:ext cx="2657406" cy="1607895"/>
              <a:chOff x="5756111" y="3674588"/>
              <a:chExt cx="3019090" cy="1916299"/>
            </a:xfrm>
          </p:grpSpPr>
          <p:graphicFrame>
            <p:nvGraphicFramePr>
              <p:cNvPr id="12" name="Object 21">
                <a:extLst>
                  <a:ext uri="{FF2B5EF4-FFF2-40B4-BE49-F238E27FC236}">
                    <a16:creationId xmlns:a16="http://schemas.microsoft.com/office/drawing/2014/main" id="{060A9A97-7E58-41BD-97A5-A22316D19F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94873743"/>
                  </p:ext>
                </p:extLst>
              </p:nvPr>
            </p:nvGraphicFramePr>
            <p:xfrm>
              <a:off x="8573565" y="5363919"/>
              <a:ext cx="201636" cy="2269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356" name="Equation" r:id="rId8" imgW="177480" imgH="190440" progId="Equation.DSMT4">
                      <p:embed/>
                    </p:oleObj>
                  </mc:Choice>
                  <mc:Fallback>
                    <p:oleObj name="Equation" r:id="rId8" imgW="177480" imgH="190440" progId="Equation.DSMT4">
                      <p:embed/>
                      <p:pic>
                        <p:nvPicPr>
                          <p:cNvPr id="68" name="Object 21">
                            <a:extLst>
                              <a:ext uri="{FF2B5EF4-FFF2-40B4-BE49-F238E27FC236}">
                                <a16:creationId xmlns:a16="http://schemas.microsoft.com/office/drawing/2014/main" id="{060A9A97-7E58-41BD-97A5-A22316D19FA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73565" y="5363919"/>
                            <a:ext cx="201636" cy="2269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Line 22">
                <a:extLst>
                  <a:ext uri="{FF2B5EF4-FFF2-40B4-BE49-F238E27FC236}">
                    <a16:creationId xmlns:a16="http://schemas.microsoft.com/office/drawing/2014/main" id="{048E2934-5EED-4750-BC47-248EEAA86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70633" y="5294313"/>
                <a:ext cx="297820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23">
                <a:extLst>
                  <a:ext uri="{FF2B5EF4-FFF2-40B4-BE49-F238E27FC236}">
                    <a16:creationId xmlns:a16="http://schemas.microsoft.com/office/drawing/2014/main" id="{E8E42667-1FCC-4C28-AC0C-D1F2383FC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12532" y="3674588"/>
                <a:ext cx="0" cy="18703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" name="Object 26">
                <a:extLst>
                  <a:ext uri="{FF2B5EF4-FFF2-40B4-BE49-F238E27FC236}">
                    <a16:creationId xmlns:a16="http://schemas.microsoft.com/office/drawing/2014/main" id="{1E25010A-8D19-40AB-8089-066693C752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9738036"/>
                  </p:ext>
                </p:extLst>
              </p:nvPr>
            </p:nvGraphicFramePr>
            <p:xfrm>
              <a:off x="5756111" y="3687900"/>
              <a:ext cx="216360" cy="287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357" name="Equation" r:id="rId10" imgW="190440" imgH="241200" progId="Equation.DSMT4">
                      <p:embed/>
                    </p:oleObj>
                  </mc:Choice>
                  <mc:Fallback>
                    <p:oleObj name="Equation" r:id="rId10" imgW="190440" imgH="241200" progId="Equation.DSMT4">
                      <p:embed/>
                      <p:pic>
                        <p:nvPicPr>
                          <p:cNvPr id="71" name="Object 26">
                            <a:extLst>
                              <a:ext uri="{FF2B5EF4-FFF2-40B4-BE49-F238E27FC236}">
                                <a16:creationId xmlns:a16="http://schemas.microsoft.com/office/drawing/2014/main" id="{1E25010A-8D19-40AB-8089-066693C752B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56111" y="3687900"/>
                            <a:ext cx="216360" cy="287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27">
                <a:extLst>
                  <a:ext uri="{FF2B5EF4-FFF2-40B4-BE49-F238E27FC236}">
                    <a16:creationId xmlns:a16="http://schemas.microsoft.com/office/drawing/2014/main" id="{790CD502-0EF6-4202-BA02-0475EB420DD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6169605"/>
                  </p:ext>
                </p:extLst>
              </p:nvPr>
            </p:nvGraphicFramePr>
            <p:xfrm>
              <a:off x="5776266" y="5296825"/>
              <a:ext cx="259713" cy="287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358" name="Equation" r:id="rId12" imgW="228600" imgH="241200" progId="Equation.DSMT4">
                      <p:embed/>
                    </p:oleObj>
                  </mc:Choice>
                  <mc:Fallback>
                    <p:oleObj name="Equation" r:id="rId12" imgW="228600" imgH="241200" progId="Equation.DSMT4">
                      <p:embed/>
                      <p:pic>
                        <p:nvPicPr>
                          <p:cNvPr id="72" name="Object 27">
                            <a:extLst>
                              <a:ext uri="{FF2B5EF4-FFF2-40B4-BE49-F238E27FC236}">
                                <a16:creationId xmlns:a16="http://schemas.microsoft.com/office/drawing/2014/main" id="{790CD502-0EF6-4202-BA02-0475EB420DD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76266" y="5296825"/>
                            <a:ext cx="259713" cy="2874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E0C2300A-8859-494C-8942-5B6D0E5E7D4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361253" y="1017484"/>
              <a:ext cx="0" cy="115920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5C85CEB-2BA4-47B5-B2B8-9F83551DD60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770518" y="1632373"/>
              <a:ext cx="0" cy="54000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57CEF8C-3A52-4806-B4AD-F88469E7DC5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759558" y="2165673"/>
              <a:ext cx="1602000" cy="0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C8A10449-E712-4B1D-94FC-BFF1A0CB33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000092"/>
                </p:ext>
              </p:extLst>
            </p:nvPr>
          </p:nvGraphicFramePr>
          <p:xfrm>
            <a:off x="6948264" y="729135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59" name="Equation" r:id="rId14" imgW="1104840" imgH="342720" progId="Equation.DSMT4">
                    <p:embed/>
                  </p:oleObj>
                </mc:Choice>
                <mc:Fallback>
                  <p:oleObj name="Equation" r:id="rId14" imgW="1104840" imgH="342720" progId="Equation.DSMT4">
                    <p:embed/>
                    <p:pic>
                      <p:nvPicPr>
                        <p:cNvPr id="76" name="Object 24">
                          <a:extLst>
                            <a:ext uri="{FF2B5EF4-FFF2-40B4-BE49-F238E27FC236}">
                              <a16:creationId xmlns:a16="http://schemas.microsoft.com/office/drawing/2014/main" id="{C8A10449-E712-4B1D-94FC-BFF1A0CB33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8264" y="729135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4">
              <a:extLst>
                <a:ext uri="{FF2B5EF4-FFF2-40B4-BE49-F238E27FC236}">
                  <a16:creationId xmlns:a16="http://schemas.microsoft.com/office/drawing/2014/main" id="{9EFD4A8B-631D-45F8-A4C5-1E23E39276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1795077"/>
                </p:ext>
              </p:extLst>
            </p:nvPr>
          </p:nvGraphicFramePr>
          <p:xfrm>
            <a:off x="8239125" y="2208858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60" name="Equation" r:id="rId16" imgW="164880" imgH="253800" progId="Equation.DSMT4">
                    <p:embed/>
                  </p:oleObj>
                </mc:Choice>
                <mc:Fallback>
                  <p:oleObj name="Equation" r:id="rId16" imgW="164880" imgH="25380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9EFD4A8B-631D-45F8-A4C5-1E23E39276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39125" y="2208858"/>
                          <a:ext cx="1651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任意多边形 31"/>
            <p:cNvSpPr/>
            <p:nvPr/>
          </p:nvSpPr>
          <p:spPr>
            <a:xfrm>
              <a:off x="6772072" y="1025519"/>
              <a:ext cx="1579454" cy="608765"/>
            </a:xfrm>
            <a:custGeom>
              <a:avLst/>
              <a:gdLst>
                <a:gd name="connsiteX0" fmla="*/ 0 w 1549400"/>
                <a:gd name="connsiteY0" fmla="*/ 571500 h 571500"/>
                <a:gd name="connsiteX1" fmla="*/ 495300 w 1549400"/>
                <a:gd name="connsiteY1" fmla="*/ 228600 h 571500"/>
                <a:gd name="connsiteX2" fmla="*/ 1549400 w 1549400"/>
                <a:gd name="connsiteY2" fmla="*/ 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9400" h="571500">
                  <a:moveTo>
                    <a:pt x="0" y="571500"/>
                  </a:moveTo>
                  <a:cubicBezTo>
                    <a:pt x="118533" y="447675"/>
                    <a:pt x="237067" y="323850"/>
                    <a:pt x="495300" y="228600"/>
                  </a:cubicBezTo>
                  <a:cubicBezTo>
                    <a:pt x="753533" y="133350"/>
                    <a:pt x="1151466" y="66675"/>
                    <a:pt x="1549400" y="0"/>
                  </a:cubicBezTo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6832311" y="915763"/>
            <a:ext cx="1587600" cy="981564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076619" y="2845714"/>
            <a:ext cx="5780088" cy="461665"/>
            <a:chOff x="-74432" y="2069056"/>
            <a:chExt cx="5780088" cy="461665"/>
          </a:xfrm>
        </p:grpSpPr>
        <p:sp>
          <p:nvSpPr>
            <p:cNvPr id="34" name="矩形 33"/>
            <p:cNvSpPr>
              <a:spLocks noChangeArrowheads="1"/>
            </p:cNvSpPr>
            <p:nvPr/>
          </p:nvSpPr>
          <p:spPr bwMode="auto">
            <a:xfrm>
              <a:off x="-74432" y="2069056"/>
              <a:ext cx="5780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几何上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:</a:t>
              </a: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    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可看作曲边梯形的平均高度</a:t>
              </a:r>
              <a:endParaRPr lang="zh-CN" altLang="en-US" sz="24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16">
              <a:extLst>
                <a:ext uri="{FF2B5EF4-FFF2-40B4-BE49-F238E27FC236}">
                  <a16:creationId xmlns:a16="http://schemas.microsoft.com/office/drawing/2014/main" id="{6049AA95-B10A-4F11-88E7-919C0EA552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5443523"/>
                </p:ext>
              </p:extLst>
            </p:nvPr>
          </p:nvGraphicFramePr>
          <p:xfrm>
            <a:off x="1138592" y="2148915"/>
            <a:ext cx="635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61" name="Equation" r:id="rId18" imgW="634680" imgH="342720" progId="Equation.DSMT4">
                    <p:embed/>
                  </p:oleObj>
                </mc:Choice>
                <mc:Fallback>
                  <p:oleObj name="Equation" r:id="rId18" imgW="634680" imgH="342720" progId="Equation.DSMT4">
                    <p:embed/>
                    <p:pic>
                      <p:nvPicPr>
                        <p:cNvPr id="5" name="Object 16">
                          <a:extLst>
                            <a:ext uri="{FF2B5EF4-FFF2-40B4-BE49-F238E27FC236}">
                              <a16:creationId xmlns:a16="http://schemas.microsoft.com/office/drawing/2014/main" id="{6049AA95-B10A-4F11-88E7-919C0EA552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8592" y="2148915"/>
                          <a:ext cx="635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C8FE62C-F375-4CFD-ABFC-7DD61DCFE1D9}"/>
              </a:ext>
            </a:extLst>
          </p:cNvPr>
          <p:cNvGrpSpPr/>
          <p:nvPr/>
        </p:nvGrpSpPr>
        <p:grpSpPr>
          <a:xfrm>
            <a:off x="4397725" y="2239248"/>
            <a:ext cx="3493598" cy="461665"/>
            <a:chOff x="4397725" y="2239248"/>
            <a:chExt cx="3493598" cy="461665"/>
          </a:xfrm>
        </p:grpSpPr>
        <p:graphicFrame>
          <p:nvGraphicFramePr>
            <p:cNvPr id="39" name="Object 24">
              <a:extLst>
                <a:ext uri="{FF2B5EF4-FFF2-40B4-BE49-F238E27FC236}">
                  <a16:creationId xmlns:a16="http://schemas.microsoft.com/office/drawing/2014/main" id="{F62C4F59-6069-4D45-B007-73701922FB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5014629"/>
                </p:ext>
              </p:extLst>
            </p:nvPr>
          </p:nvGraphicFramePr>
          <p:xfrm>
            <a:off x="4397725" y="231677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62" name="Equation" r:id="rId20" imgW="622080" imgH="342720" progId="Equation.DSMT4">
                    <p:embed/>
                  </p:oleObj>
                </mc:Choice>
                <mc:Fallback>
                  <p:oleObj name="Equation" r:id="rId20" imgW="622080" imgH="342720" progId="Equation.DSMT4">
                    <p:embed/>
                    <p:pic>
                      <p:nvPicPr>
                        <p:cNvPr id="9" name="Object 24">
                          <a:extLst>
                            <a:ext uri="{FF2B5EF4-FFF2-40B4-BE49-F238E27FC236}">
                              <a16:creationId xmlns:a16="http://schemas.microsoft.com/office/drawing/2014/main" id="{F62C4F59-6069-4D45-B007-73701922FB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7725" y="2316777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11">
              <a:extLst>
                <a:ext uri="{FF2B5EF4-FFF2-40B4-BE49-F238E27FC236}">
                  <a16:creationId xmlns:a16="http://schemas.microsoft.com/office/drawing/2014/main" id="{D32D025E-A212-485F-BB51-1BE4DCDAA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111" y="2239248"/>
              <a:ext cx="29702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上的平均值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2" name="Object 24">
              <a:extLst>
                <a:ext uri="{FF2B5EF4-FFF2-40B4-BE49-F238E27FC236}">
                  <a16:creationId xmlns:a16="http://schemas.microsoft.com/office/drawing/2014/main" id="{4585CE84-6C6A-4831-AB41-BF68C8602C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808284"/>
                </p:ext>
              </p:extLst>
            </p:nvPr>
          </p:nvGraphicFramePr>
          <p:xfrm>
            <a:off x="5318963" y="2311962"/>
            <a:ext cx="647700" cy="3428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63" name="Equation" r:id="rId22" imgW="647640" imgH="342720" progId="Equation.DSMT4">
                    <p:embed/>
                  </p:oleObj>
                </mc:Choice>
                <mc:Fallback>
                  <p:oleObj name="Equation" r:id="rId22" imgW="647640" imgH="342720" progId="Equation.DSMT4">
                    <p:embed/>
                    <p:pic>
                      <p:nvPicPr>
                        <p:cNvPr id="12" name="Object 24">
                          <a:extLst>
                            <a:ext uri="{FF2B5EF4-FFF2-40B4-BE49-F238E27FC236}">
                              <a16:creationId xmlns:a16="http://schemas.microsoft.com/office/drawing/2014/main" id="{4585CE84-6C6A-4831-AB41-BF68C8602C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8963" y="2311962"/>
                          <a:ext cx="647700" cy="34289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/>
          <p:cNvGrpSpPr/>
          <p:nvPr/>
        </p:nvGrpSpPr>
        <p:grpSpPr>
          <a:xfrm>
            <a:off x="404898" y="2097113"/>
            <a:ext cx="3262992" cy="736600"/>
            <a:chOff x="446088" y="2580258"/>
            <a:chExt cx="3262992" cy="736600"/>
          </a:xfrm>
        </p:grpSpPr>
        <p:graphicFrame>
          <p:nvGraphicFramePr>
            <p:cNvPr id="36" name="Object 16">
              <a:extLst>
                <a:ext uri="{FF2B5EF4-FFF2-40B4-BE49-F238E27FC236}">
                  <a16:creationId xmlns:a16="http://schemas.microsoft.com/office/drawing/2014/main" id="{6049AA95-B10A-4F11-88E7-919C0EA552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2098325"/>
                </p:ext>
              </p:extLst>
            </p:nvPr>
          </p:nvGraphicFramePr>
          <p:xfrm>
            <a:off x="864280" y="2580258"/>
            <a:ext cx="2844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64" name="Equation" r:id="rId24" imgW="2844720" imgH="736560" progId="Equation.DSMT4">
                    <p:embed/>
                  </p:oleObj>
                </mc:Choice>
                <mc:Fallback>
                  <p:oleObj name="Equation" r:id="rId24" imgW="2844720" imgH="736560" progId="Equation.DSMT4">
                    <p:embed/>
                    <p:pic>
                      <p:nvPicPr>
                        <p:cNvPr id="5" name="Object 16">
                          <a:extLst>
                            <a:ext uri="{FF2B5EF4-FFF2-40B4-BE49-F238E27FC236}">
                              <a16:creationId xmlns:a16="http://schemas.microsoft.com/office/drawing/2014/main" id="{6049AA95-B10A-4F11-88E7-919C0EA552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280" y="2580258"/>
                          <a:ext cx="28448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446088" y="2724075"/>
              <a:ext cx="431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kumimoji="1" lang="zh-CN" altLang="en-US" sz="24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49" name="Object 16">
            <a:extLst>
              <a:ext uri="{FF2B5EF4-FFF2-40B4-BE49-F238E27FC236}">
                <a16:creationId xmlns:a16="http://schemas.microsoft.com/office/drawing/2014/main" id="{6049AA95-B10A-4F11-88E7-919C0EA552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574278"/>
              </p:ext>
            </p:extLst>
          </p:nvPr>
        </p:nvGraphicFramePr>
        <p:xfrm>
          <a:off x="1263228" y="3292475"/>
          <a:ext cx="62611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65" name="Equation" r:id="rId26" imgW="6260760" imgH="1041120" progId="Equation.DSMT4">
                  <p:embed/>
                </p:oleObj>
              </mc:Choice>
              <mc:Fallback>
                <p:oleObj name="Equation" r:id="rId26" imgW="6260760" imgH="1041120" progId="Equation.DSMT4">
                  <p:embed/>
                  <p:pic>
                    <p:nvPicPr>
                      <p:cNvPr id="36" name="Object 16">
                        <a:extLst>
                          <a:ext uri="{FF2B5EF4-FFF2-40B4-BE49-F238E27FC236}">
                            <a16:creationId xmlns:a16="http://schemas.microsoft.com/office/drawing/2014/main" id="{6049AA95-B10A-4F11-88E7-919C0EA55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228" y="3292475"/>
                        <a:ext cx="62611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395288" y="4406468"/>
            <a:ext cx="53288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+mn-ea"/>
                <a:ea typeface="+mn-ea"/>
              </a:rPr>
              <a:t>故它是有限个数的平均值概念的推广</a:t>
            </a:r>
            <a:r>
              <a:rPr kumimoji="1" lang="en-US" altLang="zh-CN" sz="2400" b="1">
                <a:latin typeface="+mn-ea"/>
                <a:ea typeface="+mn-ea"/>
              </a:rPr>
              <a:t>.</a:t>
            </a:r>
          </a:p>
        </p:txBody>
      </p:sp>
      <p:grpSp>
        <p:nvGrpSpPr>
          <p:cNvPr id="24" name="Group 20"/>
          <p:cNvGrpSpPr>
            <a:grpSpLocks/>
          </p:cNvGrpSpPr>
          <p:nvPr/>
        </p:nvGrpSpPr>
        <p:grpSpPr bwMode="auto">
          <a:xfrm>
            <a:off x="7423050" y="915763"/>
            <a:ext cx="203201" cy="1384303"/>
            <a:chOff x="4389" y="1542"/>
            <a:chExt cx="128" cy="872"/>
          </a:xfrm>
        </p:grpSpPr>
        <p:sp>
          <p:nvSpPr>
            <p:cNvPr id="25" name="Line 21"/>
            <p:cNvSpPr>
              <a:spLocks noChangeShapeType="1"/>
            </p:cNvSpPr>
            <p:nvPr/>
          </p:nvSpPr>
          <p:spPr bwMode="auto">
            <a:xfrm flipH="1">
              <a:off x="4461" y="1542"/>
              <a:ext cx="0" cy="60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6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298534"/>
                </p:ext>
              </p:extLst>
            </p:nvPr>
          </p:nvGraphicFramePr>
          <p:xfrm>
            <a:off x="4389" y="2206"/>
            <a:ext cx="12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366" name="公式" r:id="rId28" imgW="203040" imgH="330120" progId="Equation.3">
                    <p:embed/>
                  </p:oleObj>
                </mc:Choice>
                <mc:Fallback>
                  <p:oleObj name="公式" r:id="rId28" imgW="203040" imgH="330120" progId="Equation.3">
                    <p:embed/>
                    <p:pic>
                      <p:nvPicPr>
                        <p:cNvPr id="3177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9" y="2206"/>
                          <a:ext cx="12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BE4325C-C6A3-4903-958E-3C2EC03EED5E}"/>
              </a:ext>
            </a:extLst>
          </p:cNvPr>
          <p:cNvCxnSpPr/>
          <p:nvPr/>
        </p:nvCxnSpPr>
        <p:spPr>
          <a:xfrm>
            <a:off x="3644900" y="2483411"/>
            <a:ext cx="80872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27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build="p" autoUpdateAnimBg="0"/>
      <p:bldP spid="4" grpId="0" build="p" autoUpdateAnimBg="0"/>
      <p:bldP spid="5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51A6376-7E27-4327-80AF-CD809DAEC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543" y="854463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 Box 13">
            <a:extLst>
              <a:ext uri="{FF2B5EF4-FFF2-40B4-BE49-F238E27FC236}">
                <a16:creationId xmlns:a16="http://schemas.microsoft.com/office/drawing/2014/main" id="{2BCDCE91-3ED7-4CD2-B177-7C1DB54C7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27" y="181989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7 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E43C3AED-498E-4931-A3AF-62828856A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110900"/>
              </p:ext>
            </p:extLst>
          </p:nvPr>
        </p:nvGraphicFramePr>
        <p:xfrm>
          <a:off x="1829439" y="257987"/>
          <a:ext cx="6223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7" name="Equation" r:id="rId4" imgW="622080" imgH="342720" progId="Equation.DSMT4">
                  <p:embed/>
                </p:oleObj>
              </mc:Choice>
              <mc:Fallback>
                <p:oleObj name="Equation" r:id="rId4" imgW="622080" imgH="34272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439" y="257987"/>
                        <a:ext cx="622300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F120EBD-1503-4933-BBE9-1FFB532E2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79611"/>
              </p:ext>
            </p:extLst>
          </p:nvPr>
        </p:nvGraphicFramePr>
        <p:xfrm>
          <a:off x="4519135" y="276938"/>
          <a:ext cx="5715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8" name="Equation" r:id="rId6" imgW="571320" imgH="342720" progId="Equation.DSMT4">
                  <p:embed/>
                </p:oleObj>
              </mc:Choice>
              <mc:Fallback>
                <p:oleObj name="Equation" r:id="rId6" imgW="571320" imgH="34272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135" y="276938"/>
                        <a:ext cx="5715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E7BA711E-0052-4D17-A11F-8D8CCA185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943836"/>
              </p:ext>
            </p:extLst>
          </p:nvPr>
        </p:nvGraphicFramePr>
        <p:xfrm>
          <a:off x="6487635" y="123050"/>
          <a:ext cx="2260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9" name="Equation" r:id="rId8" imgW="2273040" imgH="736560" progId="Equation.DSMT4">
                  <p:embed/>
                </p:oleObj>
              </mc:Choice>
              <mc:Fallback>
                <p:oleObj name="Equation" r:id="rId8" imgW="2273040" imgH="73656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7635" y="123050"/>
                        <a:ext cx="2260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E1269939-2D96-4779-A405-F2A91F3A1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624811"/>
              </p:ext>
            </p:extLst>
          </p:nvPr>
        </p:nvGraphicFramePr>
        <p:xfrm>
          <a:off x="1559672" y="955382"/>
          <a:ext cx="5715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0" name="Equation" r:id="rId10" imgW="571320" imgH="342720" progId="Equation.DSMT4">
                  <p:embed/>
                </p:oleObj>
              </mc:Choice>
              <mc:Fallback>
                <p:oleObj name="Equation" r:id="rId10" imgW="571320" imgH="34272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672" y="955382"/>
                        <a:ext cx="5715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76A1B08F-D2EE-4B3B-B009-98117DDF70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55526"/>
              </p:ext>
            </p:extLst>
          </p:nvPr>
        </p:nvGraphicFramePr>
        <p:xfrm>
          <a:off x="4340147" y="1001162"/>
          <a:ext cx="254000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1" name="Equation" r:id="rId12" imgW="253800" imgH="253800" progId="Equation.DSMT4">
                  <p:embed/>
                </p:oleObj>
              </mc:Choice>
              <mc:Fallback>
                <p:oleObj name="Equation" r:id="rId12" imgW="253800" imgH="253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147" y="1001162"/>
                        <a:ext cx="254000" cy="24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7B007369-E9EB-4535-A968-57B33D5276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768914"/>
              </p:ext>
            </p:extLst>
          </p:nvPr>
        </p:nvGraphicFramePr>
        <p:xfrm>
          <a:off x="5365479" y="920701"/>
          <a:ext cx="11303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2" name="Equation" r:id="rId14" imgW="1130040" imgH="355320" progId="Equation.DSMT4">
                  <p:embed/>
                </p:oleObj>
              </mc:Choice>
              <mc:Fallback>
                <p:oleObj name="Equation" r:id="rId14" imgW="1130040" imgH="3553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479" y="920701"/>
                        <a:ext cx="1130300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1">
            <a:extLst>
              <a:ext uri="{FF2B5EF4-FFF2-40B4-BE49-F238E27FC236}">
                <a16:creationId xmlns:a16="http://schemas.microsoft.com/office/drawing/2014/main" id="{4ED5E09D-9B5E-43C4-8F8C-EC8390D34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195486"/>
            <a:ext cx="48157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        上连续，      内可导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3266151B-EDC4-4C45-94AC-41AC82D14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703" y="179413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35">
            <a:extLst>
              <a:ext uri="{FF2B5EF4-FFF2-40B4-BE49-F238E27FC236}">
                <a16:creationId xmlns:a16="http://schemas.microsoft.com/office/drawing/2014/main" id="{E1B27F17-B635-40A9-93B0-287C9B876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58" y="877613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证明：在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28C0477F-FF29-46C8-A1FF-5F3488CE9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7380" y="866071"/>
            <a:ext cx="23503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内至少存在一点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E153BDD1-DE2A-4F7C-B79A-226D3B9F0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998" y="843710"/>
            <a:ext cx="261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Text Box 3">
            <a:extLst>
              <a:ext uri="{FF2B5EF4-FFF2-40B4-BE49-F238E27FC236}">
                <a16:creationId xmlns:a16="http://schemas.microsoft.com/office/drawing/2014/main" id="{E432417C-E561-4E45-A63E-2085D1F4B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27" y="1580479"/>
            <a:ext cx="5379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9F01927F-3E46-4F94-A747-009EDAA90B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052878"/>
              </p:ext>
            </p:extLst>
          </p:nvPr>
        </p:nvGraphicFramePr>
        <p:xfrm>
          <a:off x="7204683" y="2141161"/>
          <a:ext cx="1128712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3" name="Equation" r:id="rId16" imgW="1104840" imgH="736560" progId="Equation.DSMT4">
                  <p:embed/>
                </p:oleObj>
              </mc:Choice>
              <mc:Fallback>
                <p:oleObj name="Equation" r:id="rId16" imgW="1104840" imgH="73656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C28AACEA-DCD1-4C89-AFD8-506481081F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4683" y="2141161"/>
                        <a:ext cx="1128712" cy="760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Rectangle 37">
            <a:extLst>
              <a:ext uri="{FF2B5EF4-FFF2-40B4-BE49-F238E27FC236}">
                <a16:creationId xmlns:a16="http://schemas.microsoft.com/office/drawing/2014/main" id="{48C85233-FA4B-4939-B922-495E4646F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703" y="1568620"/>
            <a:ext cx="35878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所以根据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积分中值定理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2A73864-BCA6-41D8-A5ED-3A25A3E8DC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512408"/>
              </p:ext>
            </p:extLst>
          </p:nvPr>
        </p:nvGraphicFramePr>
        <p:xfrm>
          <a:off x="2164123" y="2236679"/>
          <a:ext cx="133191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4" name="Equation" r:id="rId18" imgW="1333440" imgH="736560" progId="Equation.DSMT4">
                  <p:embed/>
                </p:oleObj>
              </mc:Choice>
              <mc:Fallback>
                <p:oleObj name="Equation" r:id="rId18" imgW="133344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98A98E8-7922-4C60-A0E3-153CEF4FD8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123" y="2236679"/>
                        <a:ext cx="1331913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578BF839-07E0-4F25-A71A-C11188A2BFD6}"/>
              </a:ext>
            </a:extLst>
          </p:cNvPr>
          <p:cNvGrpSpPr/>
          <p:nvPr/>
        </p:nvGrpSpPr>
        <p:grpSpPr>
          <a:xfrm>
            <a:off x="3649436" y="3076635"/>
            <a:ext cx="3195771" cy="495832"/>
            <a:chOff x="3644238" y="3618379"/>
            <a:chExt cx="3195771" cy="495832"/>
          </a:xfrm>
        </p:grpSpPr>
        <p:sp>
          <p:nvSpPr>
            <p:cNvPr id="54" name="Rectangle 19">
              <a:extLst>
                <a:ext uri="{FF2B5EF4-FFF2-40B4-BE49-F238E27FC236}">
                  <a16:creationId xmlns:a16="http://schemas.microsoft.com/office/drawing/2014/main" id="{51766C14-36FB-4045-942C-7180CF8A7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4238" y="3652546"/>
              <a:ext cx="4940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20">
              <a:extLst>
                <a:ext uri="{FF2B5EF4-FFF2-40B4-BE49-F238E27FC236}">
                  <a16:creationId xmlns:a16="http://schemas.microsoft.com/office/drawing/2014/main" id="{5046B9AF-EBFB-442A-8BEA-F0A066E3C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066" y="3618379"/>
              <a:ext cx="20409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内可导，并且</a:t>
              </a: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58" name="对象 57">
              <a:extLst>
                <a:ext uri="{FF2B5EF4-FFF2-40B4-BE49-F238E27FC236}">
                  <a16:creationId xmlns:a16="http://schemas.microsoft.com/office/drawing/2014/main" id="{FB8FC7C9-B502-49C6-AA4D-621ECD0F12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1057977"/>
                </p:ext>
              </p:extLst>
            </p:nvPr>
          </p:nvGraphicFramePr>
          <p:xfrm>
            <a:off x="4137078" y="3710904"/>
            <a:ext cx="661988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25" name="Equation" r:id="rId20" imgW="672840" imgH="342720" progId="Equation.DSMT4">
                    <p:embed/>
                  </p:oleObj>
                </mc:Choice>
                <mc:Fallback>
                  <p:oleObj name="Equation" r:id="rId20" imgW="67284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B4D644FD-E619-45D3-8923-8A5A567A8D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7078" y="3710904"/>
                          <a:ext cx="661988" cy="3540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CEA2ED-2F41-4A51-A459-A63199F55F38}"/>
              </a:ext>
            </a:extLst>
          </p:cNvPr>
          <p:cNvGrpSpPr/>
          <p:nvPr/>
        </p:nvGrpSpPr>
        <p:grpSpPr>
          <a:xfrm>
            <a:off x="232821" y="3085779"/>
            <a:ext cx="3595856" cy="461665"/>
            <a:chOff x="227623" y="3627523"/>
            <a:chExt cx="3595856" cy="461665"/>
          </a:xfrm>
        </p:grpSpPr>
        <p:graphicFrame>
          <p:nvGraphicFramePr>
            <p:cNvPr id="56" name="对象 55">
              <a:extLst>
                <a:ext uri="{FF2B5EF4-FFF2-40B4-BE49-F238E27FC236}">
                  <a16:creationId xmlns:a16="http://schemas.microsoft.com/office/drawing/2014/main" id="{D37BC9D8-1030-42B1-91C2-5E76815209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5706109"/>
                </p:ext>
              </p:extLst>
            </p:nvPr>
          </p:nvGraphicFramePr>
          <p:xfrm>
            <a:off x="701973" y="3702446"/>
            <a:ext cx="6223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26" name="Equation" r:id="rId22" imgW="622080" imgH="342720" progId="Equation.DSMT4">
                    <p:embed/>
                  </p:oleObj>
                </mc:Choice>
                <mc:Fallback>
                  <p:oleObj name="Equation" r:id="rId22" imgW="622080" imgH="3427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1E734085-24B2-4B70-AC14-83E7A22356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973" y="3702446"/>
                          <a:ext cx="622300" cy="352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对象 56">
              <a:extLst>
                <a:ext uri="{FF2B5EF4-FFF2-40B4-BE49-F238E27FC236}">
                  <a16:creationId xmlns:a16="http://schemas.microsoft.com/office/drawing/2014/main" id="{7A56AA4E-EB09-4B79-9E14-0D6B5D6314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4782643"/>
                </p:ext>
              </p:extLst>
            </p:nvPr>
          </p:nvGraphicFramePr>
          <p:xfrm>
            <a:off x="1794807" y="3689014"/>
            <a:ext cx="614363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27" name="Equation" r:id="rId24" imgW="609480" imgH="342720" progId="Equation.DSMT4">
                    <p:embed/>
                  </p:oleObj>
                </mc:Choice>
                <mc:Fallback>
                  <p:oleObj name="Equation" r:id="rId24" imgW="60948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8257819F-E0A9-4FDE-AF68-A101B48F70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4807" y="3689014"/>
                          <a:ext cx="614363" cy="354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Rectangle 17">
              <a:extLst>
                <a:ext uri="{FF2B5EF4-FFF2-40B4-BE49-F238E27FC236}">
                  <a16:creationId xmlns:a16="http://schemas.microsoft.com/office/drawing/2014/main" id="{259564CA-BCFB-4970-BD52-888701DC2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23" y="3627523"/>
              <a:ext cx="359585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又</a:t>
              </a: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    在     上连续，</a:t>
              </a: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B163A99A-646E-4D45-BB7C-B9AC16E250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822750"/>
              </p:ext>
            </p:extLst>
          </p:nvPr>
        </p:nvGraphicFramePr>
        <p:xfrm>
          <a:off x="6765190" y="3136885"/>
          <a:ext cx="15748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8" name="Equation" r:id="rId26" imgW="1574640" imgH="342720" progId="Equation.DSMT4">
                  <p:embed/>
                </p:oleObj>
              </mc:Choice>
              <mc:Fallback>
                <p:oleObj name="Equation" r:id="rId26" imgW="157464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D634172-6706-4F43-9A14-F86A6496BB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5190" y="3136885"/>
                        <a:ext cx="1574800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21">
            <a:extLst>
              <a:ext uri="{FF2B5EF4-FFF2-40B4-BE49-F238E27FC236}">
                <a16:creationId xmlns:a16="http://schemas.microsoft.com/office/drawing/2014/main" id="{5C2A36AC-D8EA-489B-8FD1-502829C30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64" y="3833349"/>
            <a:ext cx="23503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由罗尔定理知，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21">
            <a:extLst>
              <a:ext uri="{FF2B5EF4-FFF2-40B4-BE49-F238E27FC236}">
                <a16:creationId xmlns:a16="http://schemas.microsoft.com/office/drawing/2014/main" id="{505A7102-00FE-4516-B58B-F3237701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2942" y="3825669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至少存在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一点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26EEE2E8-3265-48A9-9D70-E6FADB16BA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037331"/>
              </p:ext>
            </p:extLst>
          </p:nvPr>
        </p:nvGraphicFramePr>
        <p:xfrm>
          <a:off x="4251890" y="3880048"/>
          <a:ext cx="20447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9" name="Equation" r:id="rId28" imgW="2057400" imgH="342720" progId="Equation.DSMT4">
                  <p:embed/>
                </p:oleObj>
              </mc:Choice>
              <mc:Fallback>
                <p:oleObj name="Equation" r:id="rId28" imgW="205740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9491B5B-73F1-414B-B8A3-8296855DB4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890" y="3880048"/>
                        <a:ext cx="20447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22">
            <a:extLst>
              <a:ext uri="{FF2B5EF4-FFF2-40B4-BE49-F238E27FC236}">
                <a16:creationId xmlns:a16="http://schemas.microsoft.com/office/drawing/2014/main" id="{AE5D8B8D-456D-4D55-A704-8559B3A08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344" y="3794473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F473D9B1-1040-4D00-80EE-F8D4AB963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911357"/>
              </p:ext>
            </p:extLst>
          </p:nvPr>
        </p:nvGraphicFramePr>
        <p:xfrm>
          <a:off x="7160190" y="3859411"/>
          <a:ext cx="11811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0" name="Equation" r:id="rId30" imgW="1180800" imgH="355320" progId="Equation.DSMT4">
                  <p:embed/>
                </p:oleObj>
              </mc:Choice>
              <mc:Fallback>
                <p:oleObj name="Equation" r:id="rId30" imgW="1180800" imgH="3553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7B007369-E9EB-4535-A968-57B33D5276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0190" y="3859411"/>
                        <a:ext cx="1181100" cy="366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6B1F1855-C98E-4EAC-8ADD-BA13F7B67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567232"/>
              </p:ext>
            </p:extLst>
          </p:nvPr>
        </p:nvGraphicFramePr>
        <p:xfrm>
          <a:off x="2778243" y="251538"/>
          <a:ext cx="6223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1" name="Equation" r:id="rId32" imgW="622080" imgH="342720" progId="Equation.DSMT4">
                  <p:embed/>
                </p:oleObj>
              </mc:Choice>
              <mc:Fallback>
                <p:oleObj name="Equation" r:id="rId32" imgW="622080" imgH="3427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E43C3AED-498E-4931-A3AF-62828856A6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243" y="251538"/>
                        <a:ext cx="622300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9B51412C-AA19-47C1-B4CF-9104DF042749}"/>
              </a:ext>
            </a:extLst>
          </p:cNvPr>
          <p:cNvGrpSpPr/>
          <p:nvPr/>
        </p:nvGrpSpPr>
        <p:grpSpPr>
          <a:xfrm>
            <a:off x="1272478" y="1590421"/>
            <a:ext cx="3348994" cy="461665"/>
            <a:chOff x="1325343" y="1932509"/>
            <a:chExt cx="3348994" cy="461665"/>
          </a:xfrm>
        </p:grpSpPr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112A93A4-01D4-4015-B887-9D9281BF2D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0499801"/>
                </p:ext>
              </p:extLst>
            </p:nvPr>
          </p:nvGraphicFramePr>
          <p:xfrm>
            <a:off x="1751134" y="2010250"/>
            <a:ext cx="6223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32" name="Equation" r:id="rId34" imgW="622080" imgH="342720" progId="Equation.DSMT4">
                    <p:embed/>
                  </p:oleObj>
                </mc:Choice>
                <mc:Fallback>
                  <p:oleObj name="Equation" r:id="rId34" imgW="622080" imgH="3427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E43C3AED-498E-4931-A3AF-62828856A6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134" y="2010250"/>
                          <a:ext cx="6223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Rectangle 31">
              <a:extLst>
                <a:ext uri="{FF2B5EF4-FFF2-40B4-BE49-F238E27FC236}">
                  <a16:creationId xmlns:a16="http://schemas.microsoft.com/office/drawing/2014/main" id="{809875CD-98F0-403D-A7D0-489F958FE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5343" y="1932509"/>
              <a:ext cx="334899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因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        上连续，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8FE41AC1-0F59-469F-BFD8-C42623AAE5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5509636"/>
                </p:ext>
              </p:extLst>
            </p:nvPr>
          </p:nvGraphicFramePr>
          <p:xfrm>
            <a:off x="2699938" y="2001261"/>
            <a:ext cx="6223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33" name="Equation" r:id="rId35" imgW="622080" imgH="342720" progId="Equation.DSMT4">
                    <p:embed/>
                  </p:oleObj>
                </mc:Choice>
                <mc:Fallback>
                  <p:oleObj name="Equation" r:id="rId35" imgW="622080" imgH="34272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6B1F1855-C98E-4EAC-8ADD-BA13F7B679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938" y="2001261"/>
                          <a:ext cx="622300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6290E258-A21A-4B1D-A030-DB7EEB1BA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381056"/>
              </p:ext>
            </p:extLst>
          </p:nvPr>
        </p:nvGraphicFramePr>
        <p:xfrm>
          <a:off x="3568044" y="2171323"/>
          <a:ext cx="14843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4" name="Equation" r:id="rId36" imgW="1485720" imgH="736560" progId="Equation.DSMT4">
                  <p:embed/>
                </p:oleObj>
              </mc:Choice>
              <mc:Fallback>
                <p:oleObj name="Equation" r:id="rId36" imgW="1485720" imgH="73656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2A73864-BCA6-41D8-A5ED-3A25A3E8DC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044" y="2171323"/>
                        <a:ext cx="1484312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E62373B0-64AD-45CA-B786-7D7249128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761853"/>
              </p:ext>
            </p:extLst>
          </p:nvPr>
        </p:nvGraphicFramePr>
        <p:xfrm>
          <a:off x="5119528" y="2376546"/>
          <a:ext cx="182721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5" name="Equation" r:id="rId38" imgW="1828800" imgH="342720" progId="Equation.DSMT4">
                  <p:embed/>
                </p:oleObj>
              </mc:Choice>
              <mc:Fallback>
                <p:oleObj name="Equation" r:id="rId38" imgW="1828800" imgH="342720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6290E258-A21A-4B1D-A030-DB7EEB1BA6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528" y="2376546"/>
                        <a:ext cx="1827212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297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utoUpdateAnimBg="0"/>
      <p:bldP spid="52" grpId="0"/>
      <p:bldP spid="62" grpId="0"/>
      <p:bldP spid="63" grpId="0"/>
      <p:bldP spid="6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463621C4-5CC1-4847-837C-38A2308C2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96" y="242746"/>
            <a:ext cx="812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8 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5E61DF2-95EC-4478-947A-C664A8646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872198"/>
              </p:ext>
            </p:extLst>
          </p:nvPr>
        </p:nvGraphicFramePr>
        <p:xfrm>
          <a:off x="1832124" y="321321"/>
          <a:ext cx="6223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95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E43C3AED-498E-4931-A3AF-62828856A6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124" y="321321"/>
                        <a:ext cx="622300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5">
            <a:extLst>
              <a:ext uri="{FF2B5EF4-FFF2-40B4-BE49-F238E27FC236}">
                <a16:creationId xmlns:a16="http://schemas.microsoft.com/office/drawing/2014/main" id="{6BC58196-46DE-4862-AC51-9CDE947B7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820" y="258819"/>
            <a:ext cx="8129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B054616-6428-4C14-8CD5-4415709B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10781"/>
              </p:ext>
            </p:extLst>
          </p:nvPr>
        </p:nvGraphicFramePr>
        <p:xfrm>
          <a:off x="2780928" y="314872"/>
          <a:ext cx="6223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96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6B1F1855-C98E-4EAC-8ADD-BA13F7B679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928" y="314872"/>
                        <a:ext cx="622300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3DA6E28-43E3-40B4-AF46-BD1718B6B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022268"/>
              </p:ext>
            </p:extLst>
          </p:nvPr>
        </p:nvGraphicFramePr>
        <p:xfrm>
          <a:off x="5255148" y="115001"/>
          <a:ext cx="3200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97" name="Equation" r:id="rId7" imgW="3200400" imgH="749160" progId="Equation.DSMT4">
                  <p:embed/>
                </p:oleObj>
              </mc:Choice>
              <mc:Fallback>
                <p:oleObj name="Equation" r:id="rId7" imgW="320040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5148" y="115001"/>
                        <a:ext cx="32004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3">
            <a:extLst>
              <a:ext uri="{FF2B5EF4-FFF2-40B4-BE49-F238E27FC236}">
                <a16:creationId xmlns:a16="http://schemas.microsoft.com/office/drawing/2014/main" id="{60FE79E1-E895-4AA4-B9CD-AD6713BED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91" y="924844"/>
            <a:ext cx="812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sp>
        <p:nvSpPr>
          <p:cNvPr id="18" name="Rectangle 31">
            <a:extLst>
              <a:ext uri="{FF2B5EF4-FFF2-40B4-BE49-F238E27FC236}">
                <a16:creationId xmlns:a16="http://schemas.microsoft.com/office/drawing/2014/main" id="{ED0A5116-04DB-46AF-9F0E-D533334B4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441" y="267494"/>
            <a:ext cx="31165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        上连续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4D1E5AA-6F83-41C9-930F-CBD8BB3F0097}"/>
              </a:ext>
            </a:extLst>
          </p:cNvPr>
          <p:cNvGrpSpPr/>
          <p:nvPr/>
        </p:nvGrpSpPr>
        <p:grpSpPr>
          <a:xfrm>
            <a:off x="1405260" y="924844"/>
            <a:ext cx="3332583" cy="596900"/>
            <a:chOff x="1455440" y="1203598"/>
            <a:chExt cx="3332583" cy="596900"/>
          </a:xfrm>
        </p:grpSpPr>
        <p:sp>
          <p:nvSpPr>
            <p:cNvPr id="10" name="Rectangle 31">
              <a:extLst>
                <a:ext uri="{FF2B5EF4-FFF2-40B4-BE49-F238E27FC236}">
                  <a16:creationId xmlns:a16="http://schemas.microsoft.com/office/drawing/2014/main" id="{843F4A75-A4AF-41DF-B1C8-EDA9087C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440" y="1241538"/>
              <a:ext cx="33325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令                         则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3500DD1B-D26B-4D6F-A34E-E38CB638AA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3489103"/>
                </p:ext>
              </p:extLst>
            </p:nvPr>
          </p:nvGraphicFramePr>
          <p:xfrm>
            <a:off x="1949487" y="1203598"/>
            <a:ext cx="17526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98" name="Equation" r:id="rId9" imgW="1752480" imgH="596880" progId="Equation.DSMT4">
                    <p:embed/>
                  </p:oleObj>
                </mc:Choice>
                <mc:Fallback>
                  <p:oleObj name="Equation" r:id="rId9" imgW="1752480" imgH="596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49487" y="1203598"/>
                          <a:ext cx="17526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BFFA95D-31D5-412B-8948-B424BF94CF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281198"/>
              </p:ext>
            </p:extLst>
          </p:nvPr>
        </p:nvGraphicFramePr>
        <p:xfrm>
          <a:off x="4449812" y="889049"/>
          <a:ext cx="2514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99" name="Equation" r:id="rId11" imgW="2514600" imgH="596880" progId="Equation.DSMT4">
                  <p:embed/>
                </p:oleObj>
              </mc:Choice>
              <mc:Fallback>
                <p:oleObj name="Equation" r:id="rId11" imgW="2514600" imgH="596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500DD1B-D26B-4D6F-A34E-E38CB638AA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49812" y="889049"/>
                        <a:ext cx="2514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1">
            <a:extLst>
              <a:ext uri="{FF2B5EF4-FFF2-40B4-BE49-F238E27FC236}">
                <a16:creationId xmlns:a16="http://schemas.microsoft.com/office/drawing/2014/main" id="{A3D7764D-912C-420D-97DA-CCE3BD273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96" y="1831331"/>
            <a:ext cx="33325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C9CDEB7A-2D0B-4385-B9C3-3B690E1EE1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446882"/>
              </p:ext>
            </p:extLst>
          </p:nvPr>
        </p:nvGraphicFramePr>
        <p:xfrm>
          <a:off x="1612900" y="1739887"/>
          <a:ext cx="5918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00" name="Equation" r:id="rId13" imgW="5918040" imgH="596880" progId="Equation.DSMT4">
                  <p:embed/>
                </p:oleObj>
              </mc:Choice>
              <mc:Fallback>
                <p:oleObj name="Equation" r:id="rId13" imgW="5918040" imgH="596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BFFA95D-31D5-412B-8948-B424BF94CF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12900" y="1739887"/>
                        <a:ext cx="59182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C8099FAA-525C-47D1-BDA6-ED00948AF0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670589"/>
              </p:ext>
            </p:extLst>
          </p:nvPr>
        </p:nvGraphicFramePr>
        <p:xfrm>
          <a:off x="3608801" y="2443534"/>
          <a:ext cx="2882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01" name="Equation" r:id="rId15" imgW="2882880" imgH="596880" progId="Equation.DSMT4">
                  <p:embed/>
                </p:oleObj>
              </mc:Choice>
              <mc:Fallback>
                <p:oleObj name="Equation" r:id="rId15" imgW="28828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08801" y="2443534"/>
                        <a:ext cx="2882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EB82F74-7E38-40D5-B64E-2D2DDFB29F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485232"/>
              </p:ext>
            </p:extLst>
          </p:nvPr>
        </p:nvGraphicFramePr>
        <p:xfrm>
          <a:off x="3651907" y="3212373"/>
          <a:ext cx="38608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02" name="Equation" r:id="rId17" imgW="3860640" imgH="749160" progId="Equation.DSMT4">
                  <p:embed/>
                </p:oleObj>
              </mc:Choice>
              <mc:Fallback>
                <p:oleObj name="Equation" r:id="rId17" imgW="3860640" imgH="7491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C8099FAA-525C-47D1-BDA6-ED00948AF0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51907" y="3212373"/>
                        <a:ext cx="38608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680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38EEE4D7-3672-4F8B-8385-FC09E93D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911" y="242746"/>
            <a:ext cx="812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9 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3" name="Rectangle 31">
            <a:extLst>
              <a:ext uri="{FF2B5EF4-FFF2-40B4-BE49-F238E27FC236}">
                <a16:creationId xmlns:a16="http://schemas.microsoft.com/office/drawing/2014/main" id="{4A7DC9EC-7A1F-4305-8429-08350E8C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267494"/>
            <a:ext cx="75830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64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64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积分第一中值定理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64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设函数         在区间           上连续，        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64605AE-90D7-470F-AD8D-7D611CBBD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06343"/>
              </p:ext>
            </p:extLst>
          </p:nvPr>
        </p:nvGraphicFramePr>
        <p:xfrm>
          <a:off x="5262115" y="32687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0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62115" y="32687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5ACBACA-DF39-435A-918C-56A2ACF83F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382309"/>
              </p:ext>
            </p:extLst>
          </p:nvPr>
        </p:nvGraphicFramePr>
        <p:xfrm>
          <a:off x="6947953" y="326876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03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47953" y="326876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1">
            <a:extLst>
              <a:ext uri="{FF2B5EF4-FFF2-40B4-BE49-F238E27FC236}">
                <a16:creationId xmlns:a16="http://schemas.microsoft.com/office/drawing/2014/main" id="{92C17ABE-AB58-438A-BF7C-7E0109337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7" y="852836"/>
            <a:ext cx="8712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        在区间         上连续且不变号，   证明：至少存在一点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9C2934E-DA40-4A43-A5EF-802DF10B0F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984428"/>
              </p:ext>
            </p:extLst>
          </p:nvPr>
        </p:nvGraphicFramePr>
        <p:xfrm>
          <a:off x="878756" y="912218"/>
          <a:ext cx="59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04" name="Equation" r:id="rId7" imgW="596880" imgH="342720" progId="Equation.DSMT4">
                  <p:embed/>
                </p:oleObj>
              </mc:Choice>
              <mc:Fallback>
                <p:oleObj name="Equation" r:id="rId7" imgW="596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8756" y="912218"/>
                        <a:ext cx="59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9BC8208-EFD1-4154-B2BA-70BE8672B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986507"/>
              </p:ext>
            </p:extLst>
          </p:nvPr>
        </p:nvGraphicFramePr>
        <p:xfrm>
          <a:off x="2381795" y="924918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05" name="Equation" r:id="rId9" imgW="634680" imgH="330120" progId="Equation.DSMT4">
                  <p:embed/>
                </p:oleObj>
              </mc:Choice>
              <mc:Fallback>
                <p:oleObj name="Equation" r:id="rId9" imgW="634680" imgH="330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5ACBACA-DF39-435A-918C-56A2ACF83F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81795" y="924918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9EC69A1-2441-43CD-A031-4AEF9706B7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350658"/>
              </p:ext>
            </p:extLst>
          </p:nvPr>
        </p:nvGraphicFramePr>
        <p:xfrm>
          <a:off x="93860" y="1581796"/>
          <a:ext cx="1181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06" name="Equation" r:id="rId10" imgW="1180800" imgH="330120" progId="Equation.DSMT4">
                  <p:embed/>
                </p:oleObj>
              </mc:Choice>
              <mc:Fallback>
                <p:oleObj name="Equation" r:id="rId10" imgW="11808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3860" y="1581796"/>
                        <a:ext cx="1181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1">
            <a:extLst>
              <a:ext uri="{FF2B5EF4-FFF2-40B4-BE49-F238E27FC236}">
                <a16:creationId xmlns:a16="http://schemas.microsoft.com/office/drawing/2014/main" id="{24E09373-2558-48D9-B05C-00CDB1C60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960" y="1516063"/>
            <a:ext cx="53553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F3B0CFA-B9E8-4FFF-BA60-B53D67BF9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766793"/>
              </p:ext>
            </p:extLst>
          </p:nvPr>
        </p:nvGraphicFramePr>
        <p:xfrm>
          <a:off x="2237779" y="1448445"/>
          <a:ext cx="3797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07" name="Equation" r:id="rId12" imgW="3797280" imgH="596880" progId="Equation.DSMT4">
                  <p:embed/>
                </p:oleObj>
              </mc:Choice>
              <mc:Fallback>
                <p:oleObj name="Equation" r:id="rId12" imgW="3797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37779" y="1448445"/>
                        <a:ext cx="3797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>
            <a:extLst>
              <a:ext uri="{FF2B5EF4-FFF2-40B4-BE49-F238E27FC236}">
                <a16:creationId xmlns:a16="http://schemas.microsoft.com/office/drawing/2014/main" id="{F3B91101-A856-4DD2-85F9-58B69C9A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833" y="2146600"/>
            <a:ext cx="8129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sp>
        <p:nvSpPr>
          <p:cNvPr id="13" name="Rectangle 31">
            <a:extLst>
              <a:ext uri="{FF2B5EF4-FFF2-40B4-BE49-F238E27FC236}">
                <a16:creationId xmlns:a16="http://schemas.microsoft.com/office/drawing/2014/main" id="{943366BD-F7BC-4392-8320-EEBEEE340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960" y="1516063"/>
            <a:ext cx="9628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3AF68B9-FDC7-48F9-B509-AAF55FA0F528}"/>
              </a:ext>
            </a:extLst>
          </p:cNvPr>
          <p:cNvGrpSpPr/>
          <p:nvPr/>
        </p:nvGrpSpPr>
        <p:grpSpPr>
          <a:xfrm>
            <a:off x="1173770" y="2179289"/>
            <a:ext cx="2288146" cy="461665"/>
            <a:chOff x="1203735" y="2458043"/>
            <a:chExt cx="2288146" cy="461665"/>
          </a:xfrm>
        </p:grpSpPr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07A0C1C0-EDA4-4E4C-971A-04A22F204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3735" y="2458043"/>
              <a:ext cx="22881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不妨设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E2B4C2B-44FA-4080-9E6B-0362BAA4D0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5034729"/>
                </p:ext>
              </p:extLst>
            </p:nvPr>
          </p:nvGraphicFramePr>
          <p:xfrm>
            <a:off x="2267744" y="2512453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908" name="Equation" r:id="rId14" imgW="1104840" imgH="342720" progId="Equation.DSMT4">
                    <p:embed/>
                  </p:oleObj>
                </mc:Choice>
                <mc:Fallback>
                  <p:oleObj name="Equation" r:id="rId14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267744" y="2512453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547AC43-657D-4BB5-A222-709570EB869B}"/>
              </a:ext>
            </a:extLst>
          </p:cNvPr>
          <p:cNvGrpSpPr/>
          <p:nvPr/>
        </p:nvGrpSpPr>
        <p:grpSpPr>
          <a:xfrm>
            <a:off x="3342679" y="2128142"/>
            <a:ext cx="5716074" cy="461665"/>
            <a:chOff x="3372644" y="2406896"/>
            <a:chExt cx="5716074" cy="461665"/>
          </a:xfrm>
        </p:grpSpPr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0098E2B5-00BF-459C-8559-797162126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644" y="2406896"/>
              <a:ext cx="571607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记         在          上的最大值和最小值分别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F5DA8512-50BD-498E-B4F7-B3DF77850B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4899599"/>
                </p:ext>
              </p:extLst>
            </p:nvPr>
          </p:nvGraphicFramePr>
          <p:xfrm>
            <a:off x="3855244" y="248473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909" name="Equation" r:id="rId16" imgW="622080" imgH="342720" progId="Equation.DSMT4">
                    <p:embed/>
                  </p:oleObj>
                </mc:Choice>
                <mc:Fallback>
                  <p:oleObj name="Equation" r:id="rId16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855244" y="248473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00214702-B608-4A91-BF21-CFBC79915E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2907542"/>
                </p:ext>
              </p:extLst>
            </p:nvPr>
          </p:nvGraphicFramePr>
          <p:xfrm>
            <a:off x="4844968" y="2497171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910" name="Equation" r:id="rId18" imgW="634680" imgH="330120" progId="Equation.DSMT4">
                    <p:embed/>
                  </p:oleObj>
                </mc:Choice>
                <mc:Fallback>
                  <p:oleObj name="Equation" r:id="rId18" imgW="63468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5ACBACA-DF39-435A-918C-56A2ACF83F0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44968" y="2497171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04B08C7-A62B-4BBE-8B81-E01EB7B4E955}"/>
              </a:ext>
            </a:extLst>
          </p:cNvPr>
          <p:cNvGrpSpPr/>
          <p:nvPr/>
        </p:nvGrpSpPr>
        <p:grpSpPr>
          <a:xfrm>
            <a:off x="170572" y="2772147"/>
            <a:ext cx="2169180" cy="461665"/>
            <a:chOff x="200537" y="3050901"/>
            <a:chExt cx="2169180" cy="461665"/>
          </a:xfrm>
        </p:grpSpPr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BA2D91F8-CDF6-4868-91FE-95910B87E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7" y="3050901"/>
              <a:ext cx="216918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为           从而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866F28A3-2500-45DF-8600-2401B93A24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731579"/>
                </p:ext>
              </p:extLst>
            </p:nvPr>
          </p:nvGraphicFramePr>
          <p:xfrm>
            <a:off x="669007" y="3139082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911" name="Equation" r:id="rId19" imgW="723600" imgH="330120" progId="Equation.DSMT4">
                    <p:embed/>
                  </p:oleObj>
                </mc:Choice>
                <mc:Fallback>
                  <p:oleObj name="Equation" r:id="rId19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69007" y="3139082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9F446704-FD19-4D57-AD2F-312A3821C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928945"/>
              </p:ext>
            </p:extLst>
          </p:nvPr>
        </p:nvGraphicFramePr>
        <p:xfrm>
          <a:off x="2026908" y="3648334"/>
          <a:ext cx="5207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12" name="Equation" r:id="rId21" imgW="5206680" imgH="596880" progId="Equation.DSMT4">
                  <p:embed/>
                </p:oleObj>
              </mc:Choice>
              <mc:Fallback>
                <p:oleObj name="Equation" r:id="rId21" imgW="52066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026908" y="3648334"/>
                        <a:ext cx="5207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302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25789A7-3076-4CA3-B9BA-44762B45B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160349"/>
              </p:ext>
            </p:extLst>
          </p:nvPr>
        </p:nvGraphicFramePr>
        <p:xfrm>
          <a:off x="1835696" y="627534"/>
          <a:ext cx="5207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00" name="Equation" r:id="rId3" imgW="5206680" imgH="596880" progId="Equation.DSMT4">
                  <p:embed/>
                </p:oleObj>
              </mc:Choice>
              <mc:Fallback>
                <p:oleObj name="Equation" r:id="rId3" imgW="5206680" imgH="5968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9F446704-FD19-4D57-AD2F-312A3821CE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627534"/>
                        <a:ext cx="5207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534B165E-D5EA-45A7-84BA-2DE37D020A59}"/>
              </a:ext>
            </a:extLst>
          </p:cNvPr>
          <p:cNvGrpSpPr/>
          <p:nvPr/>
        </p:nvGrpSpPr>
        <p:grpSpPr>
          <a:xfrm>
            <a:off x="234526" y="1411202"/>
            <a:ext cx="3768293" cy="596900"/>
            <a:chOff x="234526" y="1411202"/>
            <a:chExt cx="3768293" cy="596900"/>
          </a:xfrm>
        </p:grpSpPr>
        <p:sp>
          <p:nvSpPr>
            <p:cNvPr id="3" name="Rectangle 31">
              <a:extLst>
                <a:ext uri="{FF2B5EF4-FFF2-40B4-BE49-F238E27FC236}">
                  <a16:creationId xmlns:a16="http://schemas.microsoft.com/office/drawing/2014/main" id="{D75C8029-C3B4-44B3-A9F8-802B9AA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26" y="1491630"/>
              <a:ext cx="32023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又                 故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2DBFB67E-5D0F-46F0-8207-35E9C1EA03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7154555"/>
                </p:ext>
              </p:extLst>
            </p:nvPr>
          </p:nvGraphicFramePr>
          <p:xfrm>
            <a:off x="718096" y="1551012"/>
            <a:ext cx="1117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701" name="Equation" r:id="rId5" imgW="1117440" imgH="342720" progId="Equation.DSMT4">
                    <p:embed/>
                  </p:oleObj>
                </mc:Choice>
                <mc:Fallback>
                  <p:oleObj name="Equation" r:id="rId5" imgW="11174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18096" y="1551012"/>
                          <a:ext cx="1117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768A810-7F98-4890-9BDB-CBE6642B0D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6222332"/>
                </p:ext>
              </p:extLst>
            </p:nvPr>
          </p:nvGraphicFramePr>
          <p:xfrm>
            <a:off x="2339119" y="1411202"/>
            <a:ext cx="16637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702" name="Equation" r:id="rId7" imgW="1663560" imgH="596880" progId="Equation.DSMT4">
                    <p:embed/>
                  </p:oleObj>
                </mc:Choice>
                <mc:Fallback>
                  <p:oleObj name="Equation" r:id="rId7" imgW="1663560" imgH="596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39119" y="1411202"/>
                          <a:ext cx="16637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Rectangle 31">
            <a:extLst>
              <a:ext uri="{FF2B5EF4-FFF2-40B4-BE49-F238E27FC236}">
                <a16:creationId xmlns:a16="http://schemas.microsoft.com/office/drawing/2014/main" id="{F66B461F-9369-4A23-847F-07C98E22E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336" y="762769"/>
            <a:ext cx="10081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（*）                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ECC48C7-FE54-4FE4-BB02-162005A177A9}"/>
              </a:ext>
            </a:extLst>
          </p:cNvPr>
          <p:cNvGrpSpPr/>
          <p:nvPr/>
        </p:nvGrpSpPr>
        <p:grpSpPr>
          <a:xfrm>
            <a:off x="899592" y="2062509"/>
            <a:ext cx="3202340" cy="596900"/>
            <a:chOff x="899592" y="2062509"/>
            <a:chExt cx="3202340" cy="596900"/>
          </a:xfrm>
        </p:grpSpPr>
        <p:sp>
          <p:nvSpPr>
            <p:cNvPr id="7" name="Rectangle 31">
              <a:extLst>
                <a:ext uri="{FF2B5EF4-FFF2-40B4-BE49-F238E27FC236}">
                  <a16:creationId xmlns:a16="http://schemas.microsoft.com/office/drawing/2014/main" id="{709F1F13-9CE6-4714-BC3B-350624459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2" y="2158540"/>
              <a:ext cx="320234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若                          则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C623898-8704-4201-82AC-FDA1C40040D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8059492"/>
                </p:ext>
              </p:extLst>
            </p:nvPr>
          </p:nvGraphicFramePr>
          <p:xfrm>
            <a:off x="1481869" y="2062509"/>
            <a:ext cx="16891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703" name="Equation" r:id="rId9" imgW="1688760" imgH="596880" progId="Equation.DSMT4">
                    <p:embed/>
                  </p:oleObj>
                </mc:Choice>
                <mc:Fallback>
                  <p:oleObj name="Equation" r:id="rId9" imgW="1688760" imgH="596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768A810-7F98-4890-9BDB-CBE6642B0D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81869" y="2062509"/>
                          <a:ext cx="16891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D1C594E-8011-477E-8191-50CA9A2C6D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144620"/>
              </p:ext>
            </p:extLst>
          </p:nvPr>
        </p:nvGraphicFramePr>
        <p:xfrm>
          <a:off x="3947766" y="1779772"/>
          <a:ext cx="2870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04" name="Equation" r:id="rId11" imgW="2869920" imgH="1218960" progId="Equation.DSMT4">
                  <p:embed/>
                </p:oleObj>
              </mc:Choice>
              <mc:Fallback>
                <p:oleObj name="Equation" r:id="rId11" imgW="2869920" imgH="1218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E25789A7-3076-4CA3-B9BA-44762B45B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47766" y="1779772"/>
                        <a:ext cx="28702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1">
            <a:extLst>
              <a:ext uri="{FF2B5EF4-FFF2-40B4-BE49-F238E27FC236}">
                <a16:creationId xmlns:a16="http://schemas.microsoft.com/office/drawing/2014/main" id="{4EFDCD4A-599E-4CC9-9E6E-02B8B9FDD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966" y="2130126"/>
            <a:ext cx="22185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由介值定理，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4B3C4C0-944D-4909-8E2A-A1C572F9DFFF}"/>
              </a:ext>
            </a:extLst>
          </p:cNvPr>
          <p:cNvGrpSpPr/>
          <p:nvPr/>
        </p:nvGrpSpPr>
        <p:grpSpPr>
          <a:xfrm>
            <a:off x="296314" y="3147814"/>
            <a:ext cx="4491710" cy="461665"/>
            <a:chOff x="296314" y="3147814"/>
            <a:chExt cx="4491710" cy="461665"/>
          </a:xfrm>
        </p:grpSpPr>
        <p:sp>
          <p:nvSpPr>
            <p:cNvPr id="11" name="Rectangle 31">
              <a:extLst>
                <a:ext uri="{FF2B5EF4-FFF2-40B4-BE49-F238E27FC236}">
                  <a16:creationId xmlns:a16="http://schemas.microsoft.com/office/drawing/2014/main" id="{23545EC5-07B6-40C7-BE22-F213C52B4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314" y="3147814"/>
              <a:ext cx="449171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至少存在一点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147C0F8-CC18-4523-8FF1-49928A2A7C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2290435"/>
                </p:ext>
              </p:extLst>
            </p:nvPr>
          </p:nvGraphicFramePr>
          <p:xfrm>
            <a:off x="2304276" y="3171528"/>
            <a:ext cx="1181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705" name="Equation" r:id="rId13" imgW="1180800" imgH="330120" progId="Equation.DSMT4">
                    <p:embed/>
                  </p:oleObj>
                </mc:Choice>
                <mc:Fallback>
                  <p:oleObj name="Equation" r:id="rId13" imgW="1180800" imgH="3301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9EC69A1-2441-43CD-A031-4AEF9706B77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304276" y="3171528"/>
                          <a:ext cx="1181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31">
            <a:extLst>
              <a:ext uri="{FF2B5EF4-FFF2-40B4-BE49-F238E27FC236}">
                <a16:creationId xmlns:a16="http://schemas.microsoft.com/office/drawing/2014/main" id="{C05C8B5F-F18C-480E-9D3D-A355FCEE8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5376" y="3105795"/>
            <a:ext cx="11811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8DF61F9-28A5-4ED7-9EF4-3312273F60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922167"/>
              </p:ext>
            </p:extLst>
          </p:nvPr>
        </p:nvGraphicFramePr>
        <p:xfrm>
          <a:off x="2989263" y="3590925"/>
          <a:ext cx="27813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06" name="Equation" r:id="rId15" imgW="2781000" imgH="1218960" progId="Equation.DSMT4">
                  <p:embed/>
                </p:oleObj>
              </mc:Choice>
              <mc:Fallback>
                <p:oleObj name="Equation" r:id="rId15" imgW="2781000" imgH="12189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D1C594E-8011-477E-8191-50CA9A2C6D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89263" y="3590925"/>
                        <a:ext cx="27813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89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">
            <a:extLst>
              <a:ext uri="{FF2B5EF4-FFF2-40B4-BE49-F238E27FC236}">
                <a16:creationId xmlns:a16="http://schemas.microsoft.com/office/drawing/2014/main" id="{E79B8B9F-8250-4859-A3BD-CBC444D2C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71550"/>
            <a:ext cx="10146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177B00F-6B6B-43F4-8611-8A6D5716E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280459"/>
              </p:ext>
            </p:extLst>
          </p:nvPr>
        </p:nvGraphicFramePr>
        <p:xfrm>
          <a:off x="2123728" y="636315"/>
          <a:ext cx="3797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674" name="Equation" r:id="rId3" imgW="3797280" imgH="596880" progId="Equation.DSMT4">
                  <p:embed/>
                </p:oleObj>
              </mc:Choice>
              <mc:Fallback>
                <p:oleObj name="Equation" r:id="rId3" imgW="3797280" imgH="596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F3B0CFA-B9E8-4FFF-BA60-B53D67BF9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636315"/>
                        <a:ext cx="3797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8887B248-FD10-4F5A-B092-7FC00E2B2030}"/>
              </a:ext>
            </a:extLst>
          </p:cNvPr>
          <p:cNvGrpSpPr/>
          <p:nvPr/>
        </p:nvGrpSpPr>
        <p:grpSpPr>
          <a:xfrm>
            <a:off x="971600" y="1424012"/>
            <a:ext cx="3312368" cy="596900"/>
            <a:chOff x="971600" y="1424012"/>
            <a:chExt cx="3312368" cy="596900"/>
          </a:xfrm>
        </p:grpSpPr>
        <p:sp>
          <p:nvSpPr>
            <p:cNvPr id="4" name="Rectangle 31">
              <a:extLst>
                <a:ext uri="{FF2B5EF4-FFF2-40B4-BE49-F238E27FC236}">
                  <a16:creationId xmlns:a16="http://schemas.microsoft.com/office/drawing/2014/main" id="{8F3D016A-9DDF-4FD3-87B4-446B61E7C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0" y="1491630"/>
              <a:ext cx="331236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若                          由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EFA10CF-D6BE-4F77-869A-BA17BFDBFF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591467"/>
                </p:ext>
              </p:extLst>
            </p:nvPr>
          </p:nvGraphicFramePr>
          <p:xfrm>
            <a:off x="1619672" y="1424012"/>
            <a:ext cx="16891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675" name="Equation" r:id="rId5" imgW="1688760" imgH="596880" progId="Equation.DSMT4">
                    <p:embed/>
                  </p:oleObj>
                </mc:Choice>
                <mc:Fallback>
                  <p:oleObj name="Equation" r:id="rId5" imgW="1688760" imgH="5968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5C623898-8704-4201-82AC-FDA1C40040D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19672" y="1424012"/>
                          <a:ext cx="16891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1194124-2EC7-4602-B7B1-A6E463EF8D0F}"/>
              </a:ext>
            </a:extLst>
          </p:cNvPr>
          <p:cNvGrpSpPr/>
          <p:nvPr/>
        </p:nvGrpSpPr>
        <p:grpSpPr>
          <a:xfrm>
            <a:off x="1711859" y="2193165"/>
            <a:ext cx="6611656" cy="596900"/>
            <a:chOff x="1711859" y="2193165"/>
            <a:chExt cx="6611656" cy="596900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5F785F49-06F4-446B-9C79-E1468F1821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2721897"/>
                </p:ext>
              </p:extLst>
            </p:nvPr>
          </p:nvGraphicFramePr>
          <p:xfrm>
            <a:off x="1711859" y="2193165"/>
            <a:ext cx="52070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676" name="Equation" r:id="rId7" imgW="5206680" imgH="596880" progId="Equation.DSMT4">
                    <p:embed/>
                  </p:oleObj>
                </mc:Choice>
                <mc:Fallback>
                  <p:oleObj name="Equation" r:id="rId7" imgW="5206680" imgH="59688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E25789A7-3076-4CA3-B9BA-44762B45B55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11859" y="2193165"/>
                          <a:ext cx="52070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31">
              <a:extLst>
                <a:ext uri="{FF2B5EF4-FFF2-40B4-BE49-F238E27FC236}">
                  <a16:creationId xmlns:a16="http://schemas.microsoft.com/office/drawing/2014/main" id="{1D066EFD-E009-46B2-8E5D-29E9135E0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403" y="2260782"/>
              <a:ext cx="100811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（*）                 </a:t>
              </a:r>
              <a:endPara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ectangle 31">
            <a:extLst>
              <a:ext uri="{FF2B5EF4-FFF2-40B4-BE49-F238E27FC236}">
                <a16:creationId xmlns:a16="http://schemas.microsoft.com/office/drawing/2014/main" id="{6D3E2C2D-1496-4859-B76F-F4A1DCB74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45" y="2759364"/>
            <a:ext cx="32338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9D746A1-508A-4405-905D-40F755DFFF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11428"/>
              </p:ext>
            </p:extLst>
          </p:nvPr>
        </p:nvGraphicFramePr>
        <p:xfrm>
          <a:off x="2723178" y="2995064"/>
          <a:ext cx="2222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677" name="Equation" r:id="rId9" imgW="2222280" imgH="596880" progId="Equation.DSMT4">
                  <p:embed/>
                </p:oleObj>
              </mc:Choice>
              <mc:Fallback>
                <p:oleObj name="Equation" r:id="rId9" imgW="2222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23178" y="2995064"/>
                        <a:ext cx="2222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C8E02A23-7A32-4E5A-8F6F-F11C505D79D7}"/>
              </a:ext>
            </a:extLst>
          </p:cNvPr>
          <p:cNvGrpSpPr/>
          <p:nvPr/>
        </p:nvGrpSpPr>
        <p:grpSpPr>
          <a:xfrm>
            <a:off x="199222" y="3959359"/>
            <a:ext cx="4530000" cy="461665"/>
            <a:chOff x="2217373" y="3882968"/>
            <a:chExt cx="4530000" cy="461665"/>
          </a:xfrm>
        </p:grpSpPr>
        <p:sp>
          <p:nvSpPr>
            <p:cNvPr id="12" name="Rectangle 31">
              <a:extLst>
                <a:ext uri="{FF2B5EF4-FFF2-40B4-BE49-F238E27FC236}">
                  <a16:creationId xmlns:a16="http://schemas.microsoft.com/office/drawing/2014/main" id="{A293BBBD-5F20-45C2-9AA3-8B2B7F22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373" y="3882968"/>
              <a:ext cx="4530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   </a:t>
              </a: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可取为      上任一点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.</a:t>
              </a:r>
              <a:endPara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5D4EC4BA-0819-4F69-B7CD-E98F13E536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5757023"/>
                </p:ext>
              </p:extLst>
            </p:nvPr>
          </p:nvGraphicFramePr>
          <p:xfrm>
            <a:off x="2476284" y="4004453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678" name="Equation" r:id="rId11" imgW="203040" imgH="330120" progId="Equation.DSMT4">
                    <p:embed/>
                  </p:oleObj>
                </mc:Choice>
                <mc:Fallback>
                  <p:oleObj name="Equation" r:id="rId11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76284" y="4004453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A6112ED-71D2-411A-85B1-B16CB5E5CC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9169600"/>
                </p:ext>
              </p:extLst>
            </p:nvPr>
          </p:nvGraphicFramePr>
          <p:xfrm>
            <a:off x="3730010" y="4004453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679" name="Equation" r:id="rId13" imgW="634680" imgH="330120" progId="Equation.DSMT4">
                    <p:embed/>
                  </p:oleObj>
                </mc:Choice>
                <mc:Fallback>
                  <p:oleObj name="Equation" r:id="rId13" imgW="63468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5ACBACA-DF39-435A-918C-56A2ACF83F0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30010" y="4004453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1725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C159DDDC-5767-475B-BCDB-DAD07EE5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39502"/>
            <a:ext cx="49812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10 </a:t>
            </a:r>
            <a:r>
              <a:rPr kumimoji="1" lang="zh-CN" altLang="en-US" sz="2400" b="1" dirty="0">
                <a:latin typeface="+mn-ea"/>
              </a:rPr>
              <a:t>利用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积分第一中值定理</a:t>
            </a:r>
            <a:r>
              <a:rPr kumimoji="1" lang="zh-CN" altLang="en-US" sz="2400" b="1" dirty="0">
                <a:latin typeface="+mn-ea"/>
              </a:rPr>
              <a:t>求极限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endParaRPr kumimoji="1"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C089271-2606-450D-951F-3F016A1F6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489766"/>
              </p:ext>
            </p:extLst>
          </p:nvPr>
        </p:nvGraphicFramePr>
        <p:xfrm>
          <a:off x="5736828" y="182984"/>
          <a:ext cx="1511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69" name="Equation" r:id="rId4" imgW="1511280" imgH="774360" progId="Equation.DSMT4">
                  <p:embed/>
                </p:oleObj>
              </mc:Choice>
              <mc:Fallback>
                <p:oleObj name="Equation" r:id="rId4" imgW="15112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36828" y="182984"/>
                        <a:ext cx="1511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3">
            <a:extLst>
              <a:ext uri="{FF2B5EF4-FFF2-40B4-BE49-F238E27FC236}">
                <a16:creationId xmlns:a16="http://schemas.microsoft.com/office/drawing/2014/main" id="{BA7D1145-C431-460C-8AE3-790391CF4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70" y="938527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469973A-5626-4758-A996-94B0ADEB7C79}"/>
              </a:ext>
            </a:extLst>
          </p:cNvPr>
          <p:cNvGrpSpPr/>
          <p:nvPr/>
        </p:nvGrpSpPr>
        <p:grpSpPr>
          <a:xfrm>
            <a:off x="1272332" y="844722"/>
            <a:ext cx="4176464" cy="736600"/>
            <a:chOff x="1259632" y="1282153"/>
            <a:chExt cx="4176464" cy="736600"/>
          </a:xfrm>
        </p:grpSpPr>
        <p:sp>
          <p:nvSpPr>
            <p:cNvPr id="5" name="Text Box 13">
              <a:extLst>
                <a:ext uri="{FF2B5EF4-FFF2-40B4-BE49-F238E27FC236}">
                  <a16:creationId xmlns:a16="http://schemas.microsoft.com/office/drawing/2014/main" id="{1BED212D-A7AB-4A2C-917B-AA4D923BF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632" y="1419621"/>
              <a:ext cx="41764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令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8DD335A2-A157-450C-81E8-3D31943D6F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3551024"/>
                </p:ext>
              </p:extLst>
            </p:nvPr>
          </p:nvGraphicFramePr>
          <p:xfrm>
            <a:off x="1747664" y="1282153"/>
            <a:ext cx="1600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70" name="Equation" r:id="rId6" imgW="1600200" imgH="736560" progId="Equation.DSMT4">
                    <p:embed/>
                  </p:oleObj>
                </mc:Choice>
                <mc:Fallback>
                  <p:oleObj name="Equation" r:id="rId6" imgW="16002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747664" y="1282153"/>
                          <a:ext cx="1600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DE0E3D2-F61D-46C6-8154-6D3552423B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2674544"/>
                </p:ext>
              </p:extLst>
            </p:nvPr>
          </p:nvGraphicFramePr>
          <p:xfrm>
            <a:off x="3756980" y="1447253"/>
            <a:ext cx="1270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71" name="Equation" r:id="rId8" imgW="1269720" imgH="406080" progId="Equation.DSMT4">
                    <p:embed/>
                  </p:oleObj>
                </mc:Choice>
                <mc:Fallback>
                  <p:oleObj name="Equation" r:id="rId8" imgW="1269720" imgH="4060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8DD335A2-A157-450C-81E8-3D31943D6F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756980" y="1447253"/>
                          <a:ext cx="12700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C64DF66-4797-4B3C-965D-A67676C742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622091"/>
              </p:ext>
            </p:extLst>
          </p:nvPr>
        </p:nvGraphicFramePr>
        <p:xfrm>
          <a:off x="1272332" y="2154677"/>
          <a:ext cx="1460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72" name="Equation" r:id="rId10" imgW="1460160" imgH="774360" progId="Equation.DSMT4">
                  <p:embed/>
                </p:oleObj>
              </mc:Choice>
              <mc:Fallback>
                <p:oleObj name="Equation" r:id="rId10" imgW="146016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C089271-2606-450D-951F-3F016A1F61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72332" y="2154677"/>
                        <a:ext cx="1460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AE1BCA4-B65A-4258-B68B-730060F94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588268"/>
              </p:ext>
            </p:extLst>
          </p:nvPr>
        </p:nvGraphicFramePr>
        <p:xfrm>
          <a:off x="2801659" y="2195069"/>
          <a:ext cx="2298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73" name="Equation" r:id="rId12" imgW="2298600" imgH="787320" progId="Equation.DSMT4">
                  <p:embed/>
                </p:oleObj>
              </mc:Choice>
              <mc:Fallback>
                <p:oleObj name="Equation" r:id="rId12" imgW="229860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C64DF66-4797-4B3C-965D-A67676C742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01659" y="2195069"/>
                        <a:ext cx="2298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183268A-B4DB-491F-9472-5486B5D972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333309"/>
              </p:ext>
            </p:extLst>
          </p:nvPr>
        </p:nvGraphicFramePr>
        <p:xfrm>
          <a:off x="7681044" y="2415152"/>
          <a:ext cx="109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74" name="Equation" r:id="rId14" imgW="1091880" imgH="330120" progId="Equation.DSMT4">
                  <p:embed/>
                </p:oleObj>
              </mc:Choice>
              <mc:Fallback>
                <p:oleObj name="Equation" r:id="rId14" imgW="1091880" imgH="3301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AE1BCA4-B65A-4258-B68B-730060F940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681044" y="2415152"/>
                        <a:ext cx="1092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14B07F9-D601-43F4-A960-6D3A36DD5D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539442"/>
              </p:ext>
            </p:extLst>
          </p:nvPr>
        </p:nvGraphicFramePr>
        <p:xfrm>
          <a:off x="5176838" y="2186552"/>
          <a:ext cx="226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75" name="Equation" r:id="rId16" imgW="2260440" imgH="787320" progId="Equation.DSMT4">
                  <p:embed/>
                </p:oleObj>
              </mc:Choice>
              <mc:Fallback>
                <p:oleObj name="Equation" r:id="rId16" imgW="226044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AE1BCA4-B65A-4258-B68B-730060F940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176838" y="2186552"/>
                        <a:ext cx="2260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3">
            <a:extLst>
              <a:ext uri="{FF2B5EF4-FFF2-40B4-BE49-F238E27FC236}">
                <a16:creationId xmlns:a16="http://schemas.microsoft.com/office/drawing/2014/main" id="{D616D166-AE5C-4553-A327-D4CA50EBF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976" y="1725302"/>
            <a:ext cx="41764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由积分第一中值定理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7D7B01F-97A3-445D-9BB5-489CCB34FF42}"/>
              </a:ext>
            </a:extLst>
          </p:cNvPr>
          <p:cNvGrpSpPr/>
          <p:nvPr/>
        </p:nvGrpSpPr>
        <p:grpSpPr>
          <a:xfrm>
            <a:off x="907976" y="3098967"/>
            <a:ext cx="4324796" cy="787400"/>
            <a:chOff x="895276" y="3280965"/>
            <a:chExt cx="4324796" cy="787400"/>
          </a:xfrm>
        </p:grpSpPr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67762959-D71B-45F6-8977-E594410B2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276" y="3429992"/>
              <a:ext cx="43247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又                 故             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F29D6E1F-7208-449E-8752-A0778D2143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2789598"/>
                </p:ext>
              </p:extLst>
            </p:nvPr>
          </p:nvGraphicFramePr>
          <p:xfrm>
            <a:off x="1343980" y="3280965"/>
            <a:ext cx="24130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1876" name="Equation" r:id="rId18" imgW="2412720" imgH="787320" progId="Equation.DSMT4">
                    <p:embed/>
                  </p:oleObj>
                </mc:Choice>
                <mc:Fallback>
                  <p:oleObj name="Equation" r:id="rId18" imgW="241272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343980" y="3280965"/>
                          <a:ext cx="24130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D38B5AF-50FD-4158-860D-D0B2AFCFC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33324"/>
              </p:ext>
            </p:extLst>
          </p:nvPr>
        </p:nvGraphicFramePr>
        <p:xfrm>
          <a:off x="2280444" y="3753214"/>
          <a:ext cx="4025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877" name="Equation" r:id="rId20" imgW="4025880" imgH="825480" progId="Equation.DSMT4">
                  <p:embed/>
                </p:oleObj>
              </mc:Choice>
              <mc:Fallback>
                <p:oleObj name="Equation" r:id="rId20" imgW="4025880" imgH="825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C089271-2606-450D-951F-3F016A1F61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280444" y="3753214"/>
                        <a:ext cx="4025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574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">
            <a:extLst>
              <a:ext uri="{FF2B5EF4-FFF2-40B4-BE49-F238E27FC236}">
                <a16:creationId xmlns:a16="http://schemas.microsoft.com/office/drawing/2014/main" id="{09E91306-2D31-4436-9E6B-A874DE2AD529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604541"/>
            <a:ext cx="2362200" cy="7620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2800" b="1" dirty="0">
                <a:solidFill>
                  <a:srgbClr val="0064FF"/>
                </a:solidFill>
                <a:latin typeface="+mn-ea"/>
                <a:ea typeface="+mn-ea"/>
              </a:rPr>
              <a:t>内容小结</a:t>
            </a:r>
            <a:endParaRPr lang="zh-CN" altLang="en-US" sz="28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49" name="Text Box 3">
            <a:extLst>
              <a:ext uri="{FF2B5EF4-FFF2-40B4-BE49-F238E27FC236}">
                <a16:creationId xmlns:a16="http://schemas.microsoft.com/office/drawing/2014/main" id="{45870921-EA0D-4BCB-BC72-FBE54E0CB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20" y="1299133"/>
            <a:ext cx="28162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定积分的定义</a:t>
            </a:r>
            <a:endParaRPr kumimoji="1" lang="zh-CN" altLang="en-US" sz="2400" b="1" dirty="0">
              <a:latin typeface="Times New Roman" panose="02020603050405020304" pitchFamily="18" charset="0"/>
              <a:ea typeface="仿宋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Text Box 4">
            <a:extLst>
              <a:ext uri="{FF2B5EF4-FFF2-40B4-BE49-F238E27FC236}">
                <a16:creationId xmlns:a16="http://schemas.microsoft.com/office/drawing/2014/main" id="{37CBE9CF-96E7-48BA-BCB8-A46879BD8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1299132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kumimoji="1" lang="en-US" altLang="zh-CN" sz="2400" b="1" dirty="0"/>
              <a:t> </a:t>
            </a:r>
            <a:r>
              <a:rPr kumimoji="1" lang="zh-CN" altLang="en-US" sz="2400" b="1" dirty="0"/>
              <a:t>乘积和式的极限</a:t>
            </a:r>
          </a:p>
        </p:txBody>
      </p:sp>
      <p:sp>
        <p:nvSpPr>
          <p:cNvPr id="51" name="Text Box 5">
            <a:extLst>
              <a:ext uri="{FF2B5EF4-FFF2-40B4-BE49-F238E27FC236}">
                <a16:creationId xmlns:a16="http://schemas.microsoft.com/office/drawing/2014/main" id="{7E8F295E-C2EA-4AAB-BA48-BC31575AF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714" y="2612276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定积分的性质</a:t>
            </a:r>
          </a:p>
        </p:txBody>
      </p:sp>
      <p:sp>
        <p:nvSpPr>
          <p:cNvPr id="52" name="Text Box 6">
            <a:extLst>
              <a:ext uri="{FF2B5EF4-FFF2-40B4-BE49-F238E27FC236}">
                <a16:creationId xmlns:a16="http://schemas.microsoft.com/office/drawing/2014/main" id="{15B82613-B7B0-4831-B13D-3A56E97C7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62" y="3420278"/>
            <a:ext cx="30130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积分中值定理</a:t>
            </a:r>
          </a:p>
        </p:txBody>
      </p:sp>
      <p:sp>
        <p:nvSpPr>
          <p:cNvPr id="53" name="AutoShape 18">
            <a:extLst>
              <a:ext uri="{FF2B5EF4-FFF2-40B4-BE49-F238E27FC236}">
                <a16:creationId xmlns:a16="http://schemas.microsoft.com/office/drawing/2014/main" id="{156217DA-B3EA-4E76-A707-AC5E90BA2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7864" y="3554084"/>
            <a:ext cx="990600" cy="228600"/>
          </a:xfrm>
          <a:prstGeom prst="rightArrow">
            <a:avLst>
              <a:gd name="adj1" fmla="val 50000"/>
              <a:gd name="adj2" fmla="val 108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54" name="Text Box 19">
            <a:extLst>
              <a:ext uri="{FF2B5EF4-FFF2-40B4-BE49-F238E27FC236}">
                <a16:creationId xmlns:a16="http://schemas.microsoft.com/office/drawing/2014/main" id="{84B35611-D3F4-40A5-822A-8B042FD24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658" y="3382704"/>
            <a:ext cx="4515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/>
              <a:t>连续函数在区间上的平均值公式</a:t>
            </a:r>
          </a:p>
        </p:txBody>
      </p:sp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B4828CB7-89DB-48BF-AF2C-9D33AE9580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200040"/>
              </p:ext>
            </p:extLst>
          </p:nvPr>
        </p:nvGraphicFramePr>
        <p:xfrm>
          <a:off x="2254139" y="1743825"/>
          <a:ext cx="3543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988" name="Equation" r:id="rId3" imgW="3543120" imgH="787320" progId="Equation.DSMT4">
                  <p:embed/>
                </p:oleObj>
              </mc:Choice>
              <mc:Fallback>
                <p:oleObj name="Equation" r:id="rId3" imgW="35431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4139" y="1743825"/>
                        <a:ext cx="3543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73117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C19A500-F033-418B-A2A9-CE2DF52CE292}"/>
              </a:ext>
            </a:extLst>
          </p:cNvPr>
          <p:cNvSpPr txBox="1">
            <a:spLocks noChangeArrowheads="1"/>
          </p:cNvSpPr>
          <p:nvPr/>
        </p:nvSpPr>
        <p:spPr>
          <a:xfrm>
            <a:off x="3275856" y="2190750"/>
            <a:ext cx="2362200" cy="7620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64FF"/>
                </a:solidFill>
                <a:latin typeface="+mn-ea"/>
                <a:ea typeface="+mn-ea"/>
              </a:rPr>
              <a:t>练习题</a:t>
            </a:r>
          </a:p>
        </p:txBody>
      </p:sp>
    </p:spTree>
    <p:extLst>
      <p:ext uri="{BB962C8B-B14F-4D97-AF65-F5344CB8AC3E}">
        <p14:creationId xmlns:p14="http://schemas.microsoft.com/office/powerpoint/2010/main" val="1054163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73CE636-55C8-47BD-9F9B-107709F201BD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728762"/>
            <a:ext cx="1224136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FB0F93A-22D5-40B3-9EDE-C3EB0C9C4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844078"/>
              </p:ext>
            </p:extLst>
          </p:nvPr>
        </p:nvGraphicFramePr>
        <p:xfrm>
          <a:off x="1877662" y="547775"/>
          <a:ext cx="2070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099" name="Equation" r:id="rId3" imgW="2070000" imgH="749160" progId="Equation.DSMT4">
                  <p:embed/>
                </p:oleObj>
              </mc:Choice>
              <mc:Fallback>
                <p:oleObj name="Equation" r:id="rId3" imgW="207000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7662" y="547775"/>
                        <a:ext cx="20701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B91577A-9321-40D6-9C28-37AB091D68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8687"/>
              </p:ext>
            </p:extLst>
          </p:nvPr>
        </p:nvGraphicFramePr>
        <p:xfrm>
          <a:off x="3981384" y="555526"/>
          <a:ext cx="2120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00" name="Equation" r:id="rId5" imgW="2120760" imgH="749160" progId="Equation.DSMT4">
                  <p:embed/>
                </p:oleObj>
              </mc:Choice>
              <mc:Fallback>
                <p:oleObj name="Equation" r:id="rId5" imgW="21207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81384" y="555526"/>
                        <a:ext cx="21209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2A42372-FAE9-4B36-B2FD-3C9765BC0C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865995"/>
              </p:ext>
            </p:extLst>
          </p:nvPr>
        </p:nvGraphicFramePr>
        <p:xfrm>
          <a:off x="6267524" y="555526"/>
          <a:ext cx="22098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01" name="Equation" r:id="rId7" imgW="2209680" imgH="749160" progId="Equation.DSMT4">
                  <p:embed/>
                </p:oleObj>
              </mc:Choice>
              <mc:Fallback>
                <p:oleObj name="Equation" r:id="rId7" imgW="2209680" imgH="7491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B91577A-9321-40D6-9C28-37AB091D68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67524" y="555526"/>
                        <a:ext cx="22098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A1D876C6-4557-45BC-9EAA-2BA4EFA5B5EF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1304826"/>
            <a:ext cx="3024336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比较       的大小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2184D72-440D-4E6E-8A73-205C86C789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094336"/>
              </p:ext>
            </p:extLst>
          </p:nvPr>
        </p:nvGraphicFramePr>
        <p:xfrm>
          <a:off x="1144786" y="1445291"/>
          <a:ext cx="939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02" name="Equation" r:id="rId9" imgW="939600" imgH="330120" progId="Equation.DSMT4">
                  <p:embed/>
                </p:oleObj>
              </mc:Choice>
              <mc:Fallback>
                <p:oleObj name="Equation" r:id="rId9" imgW="939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44786" y="1445291"/>
                        <a:ext cx="939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3">
            <a:extLst>
              <a:ext uri="{FF2B5EF4-FFF2-40B4-BE49-F238E27FC236}">
                <a16:creationId xmlns:a16="http://schemas.microsoft.com/office/drawing/2014/main" id="{7BF49872-4C0E-4061-9021-B463151A4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415" y="1949347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39E02DF-9841-4295-BF19-99D3AD472EF3}"/>
              </a:ext>
            </a:extLst>
          </p:cNvPr>
          <p:cNvGrpSpPr/>
          <p:nvPr/>
        </p:nvGrpSpPr>
        <p:grpSpPr>
          <a:xfrm>
            <a:off x="1401763" y="1828800"/>
            <a:ext cx="1929584" cy="723900"/>
            <a:chOff x="1401763" y="1828800"/>
            <a:chExt cx="1929584" cy="723900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A1AD105C-0DBB-46CB-AF68-BA67BA5631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6210581"/>
                </p:ext>
              </p:extLst>
            </p:nvPr>
          </p:nvGraphicFramePr>
          <p:xfrm>
            <a:off x="1401763" y="1828800"/>
            <a:ext cx="1155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103" name="Equation" r:id="rId11" imgW="1155600" imgH="723600" progId="Equation.DSMT4">
                    <p:embed/>
                  </p:oleObj>
                </mc:Choice>
                <mc:Fallback>
                  <p:oleObj name="Equation" r:id="rId11" imgW="11556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01763" y="1828800"/>
                          <a:ext cx="11557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A6274CE1-7BA8-490E-B15B-1F5B37BA2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4076" y="1924630"/>
              <a:ext cx="83727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时，</a:t>
              </a:r>
            </a:p>
          </p:txBody>
        </p: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0411D0C-2955-4749-850E-B82784F014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215768"/>
              </p:ext>
            </p:extLst>
          </p:nvPr>
        </p:nvGraphicFramePr>
        <p:xfrm>
          <a:off x="3181811" y="2025650"/>
          <a:ext cx="327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04" name="Equation" r:id="rId13" imgW="3276360" imgH="330120" progId="Equation.DSMT4">
                  <p:embed/>
                </p:oleObj>
              </mc:Choice>
              <mc:Fallback>
                <p:oleObj name="Equation" r:id="rId13" imgW="3276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81811" y="2025650"/>
                        <a:ext cx="3276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3099D041-21F4-4C65-88D4-B3959BEB3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8921" y="1924630"/>
            <a:ext cx="10674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从而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FB3762D-2C94-4A46-9754-62AD45F6B2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732553"/>
              </p:ext>
            </p:extLst>
          </p:nvPr>
        </p:nvGraphicFramePr>
        <p:xfrm>
          <a:off x="2270513" y="2911574"/>
          <a:ext cx="4152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05" name="Equation" r:id="rId15" imgW="4152600" imgH="330120" progId="Equation.DSMT4">
                  <p:embed/>
                </p:oleObj>
              </mc:Choice>
              <mc:Fallback>
                <p:oleObj name="Equation" r:id="rId15" imgW="4152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70513" y="2911574"/>
                        <a:ext cx="4152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3">
            <a:extLst>
              <a:ext uri="{FF2B5EF4-FFF2-40B4-BE49-F238E27FC236}">
                <a16:creationId xmlns:a16="http://schemas.microsoft.com/office/drawing/2014/main" id="{18F3DC13-81DF-4AEE-A806-4AF958879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498" y="3566665"/>
            <a:ext cx="10674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所以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DF67950-30C8-4E25-939A-438AE8DD60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905079"/>
              </p:ext>
            </p:extLst>
          </p:nvPr>
        </p:nvGraphicFramePr>
        <p:xfrm>
          <a:off x="1642711" y="3657798"/>
          <a:ext cx="1270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06" name="Equation" r:id="rId17" imgW="1269720" imgH="279360" progId="Equation.DSMT4">
                  <p:embed/>
                </p:oleObj>
              </mc:Choice>
              <mc:Fallback>
                <p:oleObj name="Equation" r:id="rId17" imgW="1269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42711" y="3657798"/>
                        <a:ext cx="1270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427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3F584BB-BA4F-4E66-99F5-FB1FD3C0EBFC}"/>
              </a:ext>
            </a:extLst>
          </p:cNvPr>
          <p:cNvSpPr txBox="1">
            <a:spLocks noChangeArrowheads="1"/>
          </p:cNvSpPr>
          <p:nvPr/>
        </p:nvSpPr>
        <p:spPr>
          <a:xfrm>
            <a:off x="863461" y="236701"/>
            <a:ext cx="2664296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 </a:t>
            </a:r>
            <a:r>
              <a:rPr lang="zh-CN" altLang="en-US" sz="2400" b="1" dirty="0">
                <a:latin typeface="+mn-ea"/>
                <a:ea typeface="+mn-ea"/>
              </a:rPr>
              <a:t>若在    上有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83C71E6-E1FD-490A-877A-57CEDD38E2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493328"/>
              </p:ext>
            </p:extLst>
          </p:nvPr>
        </p:nvGraphicFramePr>
        <p:xfrm>
          <a:off x="2231613" y="323629"/>
          <a:ext cx="558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0" name="Equation" r:id="rId3" imgW="558720" imgH="330120" progId="Equation.DSMT4">
                  <p:embed/>
                </p:oleObj>
              </mc:Choice>
              <mc:Fallback>
                <p:oleObj name="Equation" r:id="rId3" imgW="5587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1613" y="323629"/>
                        <a:ext cx="558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85AEF55-1EB4-4815-A939-564CD1954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75172"/>
              </p:ext>
            </p:extLst>
          </p:nvPr>
        </p:nvGraphicFramePr>
        <p:xfrm>
          <a:off x="3624735" y="323629"/>
          <a:ext cx="199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1" name="Equation" r:id="rId5" imgW="1993680" imgH="342720" progId="Equation.DSMT4">
                  <p:embed/>
                </p:oleObj>
              </mc:Choice>
              <mc:Fallback>
                <p:oleObj name="Equation" r:id="rId5" imgW="1993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4735" y="323629"/>
                        <a:ext cx="1993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1005FB4-3F29-4A6B-9258-74AF89B1E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573647"/>
              </p:ext>
            </p:extLst>
          </p:nvPr>
        </p:nvGraphicFramePr>
        <p:xfrm>
          <a:off x="5832013" y="317279"/>
          <a:ext cx="236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2" name="Equation" r:id="rId7" imgW="2361960" imgH="342720" progId="Equation.DSMT4">
                  <p:embed/>
                </p:oleObj>
              </mc:Choice>
              <mc:Fallback>
                <p:oleObj name="Equation" r:id="rId7" imgW="23619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32013" y="317279"/>
                        <a:ext cx="236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559AC0D-31E4-4B8C-9174-1B62F78F55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907152"/>
              </p:ext>
            </p:extLst>
          </p:nvPr>
        </p:nvGraphicFramePr>
        <p:xfrm>
          <a:off x="307975" y="950913"/>
          <a:ext cx="247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3" name="Equation" r:id="rId9" imgW="2476440" imgH="355320" progId="Equation.DSMT4">
                  <p:embed/>
                </p:oleObj>
              </mc:Choice>
              <mc:Fallback>
                <p:oleObj name="Equation" r:id="rId9" imgW="2476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975" y="950913"/>
                        <a:ext cx="2476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FFAA07EB-F39E-405C-9F7F-8FE67B645CBE}"/>
              </a:ext>
            </a:extLst>
          </p:cNvPr>
          <p:cNvSpPr txBox="1">
            <a:spLocks noChangeArrowheads="1"/>
          </p:cNvSpPr>
          <p:nvPr/>
        </p:nvSpPr>
        <p:spPr>
          <a:xfrm>
            <a:off x="2879685" y="852031"/>
            <a:ext cx="576064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且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BE22F1C-E1DB-436F-BC22-CDB9C6452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320238"/>
              </p:ext>
            </p:extLst>
          </p:nvPr>
        </p:nvGraphicFramePr>
        <p:xfrm>
          <a:off x="3311733" y="805609"/>
          <a:ext cx="1765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4" name="Equation" r:id="rId11" imgW="1765080" imgH="596880" progId="Equation.DSMT4">
                  <p:embed/>
                </p:oleObj>
              </mc:Choice>
              <mc:Fallback>
                <p:oleObj name="Equation" r:id="rId11" imgW="17650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11733" y="805609"/>
                        <a:ext cx="1765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AF44212-6486-4B19-9D66-A60BD24D4E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289205"/>
              </p:ext>
            </p:extLst>
          </p:nvPr>
        </p:nvGraphicFramePr>
        <p:xfrm>
          <a:off x="5110363" y="805609"/>
          <a:ext cx="1778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5" name="Equation" r:id="rId13" imgW="1777680" imgH="596880" progId="Equation.DSMT4">
                  <p:embed/>
                </p:oleObj>
              </mc:Choice>
              <mc:Fallback>
                <p:oleObj name="Equation" r:id="rId13" imgW="17776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10363" y="805609"/>
                        <a:ext cx="1778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A878CEF-EFB6-465B-B961-CCE72E470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974725"/>
              </p:ext>
            </p:extLst>
          </p:nvPr>
        </p:nvGraphicFramePr>
        <p:xfrm>
          <a:off x="6977764" y="762578"/>
          <a:ext cx="1498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6" name="Equation" r:id="rId15" imgW="1498320" imgH="596880" progId="Equation.DSMT4">
                  <p:embed/>
                </p:oleObj>
              </mc:Choice>
              <mc:Fallback>
                <p:oleObj name="Equation" r:id="rId15" imgW="14983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77764" y="762578"/>
                        <a:ext cx="1498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CCF2A565-0294-46BE-B10F-3858D255A019}"/>
              </a:ext>
            </a:extLst>
          </p:cNvPr>
          <p:cNvSpPr txBox="1">
            <a:spLocks noChangeArrowheads="1"/>
          </p:cNvSpPr>
          <p:nvPr/>
        </p:nvSpPr>
        <p:spPr>
          <a:xfrm>
            <a:off x="215389" y="1463089"/>
            <a:ext cx="3312368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试比较       的大小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85CC9F7-3F9F-4DDF-A76F-63ED9B8081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643035"/>
              </p:ext>
            </p:extLst>
          </p:nvPr>
        </p:nvGraphicFramePr>
        <p:xfrm>
          <a:off x="1304513" y="1524617"/>
          <a:ext cx="927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7" name="Equation" r:id="rId17" imgW="927000" imgH="380880" progId="Equation.DSMT4">
                  <p:embed/>
                </p:oleObj>
              </mc:Choice>
              <mc:Fallback>
                <p:oleObj name="Equation" r:id="rId17" imgW="927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04513" y="1524617"/>
                        <a:ext cx="927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>
            <a:extLst>
              <a:ext uri="{FF2B5EF4-FFF2-40B4-BE49-F238E27FC236}">
                <a16:creationId xmlns:a16="http://schemas.microsoft.com/office/drawing/2014/main" id="{342873BF-66FB-4CD8-B602-6F6F59372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15" y="2063245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344756A-7FD3-484F-A2BF-74DE24E442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077308"/>
              </p:ext>
            </p:extLst>
          </p:nvPr>
        </p:nvGraphicFramePr>
        <p:xfrm>
          <a:off x="1511300" y="2159000"/>
          <a:ext cx="1257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8" name="Equation" r:id="rId19" imgW="1257120" imgH="355320" progId="Equation.DSMT4">
                  <p:embed/>
                </p:oleObj>
              </mc:Choice>
              <mc:Fallback>
                <p:oleObj name="Equation" r:id="rId19" imgW="12571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11300" y="2159000"/>
                        <a:ext cx="1257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组合 58">
            <a:extLst>
              <a:ext uri="{FF2B5EF4-FFF2-40B4-BE49-F238E27FC236}">
                <a16:creationId xmlns:a16="http://schemas.microsoft.com/office/drawing/2014/main" id="{CD9BEF60-C412-4EF0-8D6B-15D55E190605}"/>
              </a:ext>
            </a:extLst>
          </p:cNvPr>
          <p:cNvGrpSpPr/>
          <p:nvPr/>
        </p:nvGrpSpPr>
        <p:grpSpPr>
          <a:xfrm>
            <a:off x="2921603" y="2069958"/>
            <a:ext cx="3600400" cy="461665"/>
            <a:chOff x="2987825" y="2398245"/>
            <a:chExt cx="3600400" cy="461665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2876F48B-CEE1-4D86-B816-715821298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825" y="2398245"/>
              <a:ext cx="3600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故曲线        为凹的；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2BA0EEC3-B266-4628-9FF9-92A4CFADCC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7021327"/>
                </p:ext>
              </p:extLst>
            </p:nvPr>
          </p:nvGraphicFramePr>
          <p:xfrm>
            <a:off x="4080272" y="2494360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609" name="Equation" r:id="rId21" imgW="1104840" imgH="342720" progId="Equation.DSMT4">
                    <p:embed/>
                  </p:oleObj>
                </mc:Choice>
                <mc:Fallback>
                  <p:oleObj name="Equation" r:id="rId21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080272" y="2494360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ECB6ECF-6A48-490C-BC70-92B420B2A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937121"/>
              </p:ext>
            </p:extLst>
          </p:nvPr>
        </p:nvGraphicFramePr>
        <p:xfrm>
          <a:off x="1517650" y="2674938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10" name="Equation" r:id="rId23" imgW="1218960" imgH="355320" progId="Equation.DSMT4">
                  <p:embed/>
                </p:oleObj>
              </mc:Choice>
              <mc:Fallback>
                <p:oleObj name="Equation" r:id="rId23" imgW="12189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17650" y="2674938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组合 59">
            <a:extLst>
              <a:ext uri="{FF2B5EF4-FFF2-40B4-BE49-F238E27FC236}">
                <a16:creationId xmlns:a16="http://schemas.microsoft.com/office/drawing/2014/main" id="{732FC77B-AA6B-46F1-8EB9-871BD063DF5B}"/>
              </a:ext>
            </a:extLst>
          </p:cNvPr>
          <p:cNvGrpSpPr/>
          <p:nvPr/>
        </p:nvGrpSpPr>
        <p:grpSpPr>
          <a:xfrm>
            <a:off x="2921603" y="2629283"/>
            <a:ext cx="3600400" cy="461665"/>
            <a:chOff x="2987825" y="2957570"/>
            <a:chExt cx="3600400" cy="461665"/>
          </a:xfrm>
        </p:grpSpPr>
        <p:sp>
          <p:nvSpPr>
            <p:cNvPr id="19" name="Text Box 13">
              <a:extLst>
                <a:ext uri="{FF2B5EF4-FFF2-40B4-BE49-F238E27FC236}">
                  <a16:creationId xmlns:a16="http://schemas.microsoft.com/office/drawing/2014/main" id="{ABE51F04-20F9-43CC-8FFF-16EDC7C8D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825" y="2957570"/>
              <a:ext cx="3600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故曲线        为凸的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kumimoji="1" lang="zh-CN" altLang="en-US" sz="2400" b="1" dirty="0">
                <a:latin typeface="+mn-ea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977A083-FC46-4CA5-B190-B8CDD605CC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8322992"/>
                </p:ext>
              </p:extLst>
            </p:nvPr>
          </p:nvGraphicFramePr>
          <p:xfrm>
            <a:off x="4103688" y="3016250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611" name="Equation" r:id="rId25" imgW="1079280" imgH="342720" progId="Equation.DSMT4">
                    <p:embed/>
                  </p:oleObj>
                </mc:Choice>
                <mc:Fallback>
                  <p:oleObj name="Equation" r:id="rId25" imgW="107928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2BA0EEC3-B266-4628-9FF9-92A4CFADCCB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103688" y="3016250"/>
                          <a:ext cx="1079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4BDC67B-CB5E-4559-9C58-3788E0D39D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719377"/>
              </p:ext>
            </p:extLst>
          </p:nvPr>
        </p:nvGraphicFramePr>
        <p:xfrm>
          <a:off x="2250614" y="3318233"/>
          <a:ext cx="215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12" name="Equation" r:id="rId27" imgW="2158920" imgH="342720" progId="Equation.DSMT4">
                  <p:embed/>
                </p:oleObj>
              </mc:Choice>
              <mc:Fallback>
                <p:oleObj name="Equation" r:id="rId27" imgW="2158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250614" y="3318233"/>
                        <a:ext cx="215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组合 54">
            <a:extLst>
              <a:ext uri="{FF2B5EF4-FFF2-40B4-BE49-F238E27FC236}">
                <a16:creationId xmlns:a16="http://schemas.microsoft.com/office/drawing/2014/main" id="{5AFFB6D2-BB90-4E79-92D6-35EC87C13976}"/>
              </a:ext>
            </a:extLst>
          </p:cNvPr>
          <p:cNvGrpSpPr/>
          <p:nvPr/>
        </p:nvGrpSpPr>
        <p:grpSpPr>
          <a:xfrm>
            <a:off x="6456211" y="1484886"/>
            <a:ext cx="2364261" cy="2361848"/>
            <a:chOff x="6734912" y="1445847"/>
            <a:chExt cx="2364261" cy="2361848"/>
          </a:xfrm>
        </p:grpSpPr>
        <p:sp>
          <p:nvSpPr>
            <p:cNvPr id="35" name="弧形 34">
              <a:extLst>
                <a:ext uri="{FF2B5EF4-FFF2-40B4-BE49-F238E27FC236}">
                  <a16:creationId xmlns:a16="http://schemas.microsoft.com/office/drawing/2014/main" id="{87706410-4DF3-4644-8B31-9924E2F64B39}"/>
                </a:ext>
              </a:extLst>
            </p:cNvPr>
            <p:cNvSpPr/>
            <p:nvPr/>
          </p:nvSpPr>
          <p:spPr>
            <a:xfrm rot="6462711">
              <a:off x="6670721" y="1729280"/>
              <a:ext cx="2010002" cy="1443135"/>
            </a:xfrm>
            <a:prstGeom prst="arc">
              <a:avLst>
                <a:gd name="adj1" fmla="val 15990656"/>
                <a:gd name="adj2" fmla="val 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弧形 35">
              <a:extLst>
                <a:ext uri="{FF2B5EF4-FFF2-40B4-BE49-F238E27FC236}">
                  <a16:creationId xmlns:a16="http://schemas.microsoft.com/office/drawing/2014/main" id="{5FD09F8A-2A74-4E23-9A1F-0E26D792CA36}"/>
                </a:ext>
              </a:extLst>
            </p:cNvPr>
            <p:cNvSpPr/>
            <p:nvPr/>
          </p:nvSpPr>
          <p:spPr>
            <a:xfrm rot="18955843">
              <a:off x="6734912" y="3030774"/>
              <a:ext cx="2364261" cy="776921"/>
            </a:xfrm>
            <a:prstGeom prst="arc">
              <a:avLst>
                <a:gd name="adj1" fmla="val 13304697"/>
                <a:gd name="adj2" fmla="val 20624770"/>
              </a:avLst>
            </a:prstGeom>
            <a:ln>
              <a:solidFill>
                <a:srgbClr val="0064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B49EBE28-2463-47C6-9C58-D5261C554845}"/>
                </a:ext>
              </a:extLst>
            </p:cNvPr>
            <p:cNvGrpSpPr/>
            <p:nvPr/>
          </p:nvGrpSpPr>
          <p:grpSpPr>
            <a:xfrm>
              <a:off x="6813591" y="2234588"/>
              <a:ext cx="2269811" cy="1449515"/>
              <a:chOff x="6813591" y="2234588"/>
              <a:chExt cx="2269811" cy="1449515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3FD3CC0A-730A-4CC8-9456-E797A4B108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1252" y="3430492"/>
                <a:ext cx="169043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17BDF28C-B803-475B-AF40-A0124ABBB0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64273" y="2234588"/>
                <a:ext cx="8383" cy="144596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F3662296-377C-4EB7-B6DA-C1991FD948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6135954"/>
                  </p:ext>
                </p:extLst>
              </p:nvPr>
            </p:nvGraphicFramePr>
            <p:xfrm>
              <a:off x="8619852" y="3490052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613" name="Equation" r:id="rId29" imgW="177480" imgH="190440" progId="Equation.DSMT4">
                      <p:embed/>
                    </p:oleObj>
                  </mc:Choice>
                  <mc:Fallback>
                    <p:oleObj name="Equation" r:id="rId29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8619852" y="3490052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27">
                <a:extLst>
                  <a:ext uri="{FF2B5EF4-FFF2-40B4-BE49-F238E27FC236}">
                    <a16:creationId xmlns:a16="http://schemas.microsoft.com/office/drawing/2014/main" id="{150544BF-6300-4E4D-8734-9747B8B7B0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11828036"/>
                  </p:ext>
                </p:extLst>
              </p:nvPr>
            </p:nvGraphicFramePr>
            <p:xfrm>
              <a:off x="7099251" y="2305036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614" name="Equation" r:id="rId31" imgW="190440" imgH="241200" progId="Equation.DSMT4">
                      <p:embed/>
                    </p:oleObj>
                  </mc:Choice>
                  <mc:Fallback>
                    <p:oleObj name="Equation" r:id="rId31" imgW="190440" imgH="241200" progId="Equation.DSMT4">
                      <p:embed/>
                      <p:pic>
                        <p:nvPicPr>
                          <p:cNvPr id="26" name="对象 25">
                            <a:extLst>
                              <a:ext uri="{FF2B5EF4-FFF2-40B4-BE49-F238E27FC236}">
                                <a16:creationId xmlns:a16="http://schemas.microsoft.com/office/drawing/2014/main" id="{F3662296-377C-4EB7-B6DA-C1991FD9483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7099251" y="2305036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87D4CBFF-7244-4990-AB73-95A45B9A33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88867237"/>
                  </p:ext>
                </p:extLst>
              </p:nvPr>
            </p:nvGraphicFramePr>
            <p:xfrm>
              <a:off x="7132407" y="3442803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615" name="Equation" r:id="rId33" imgW="228600" imgH="241200" progId="Equation.DSMT4">
                      <p:embed/>
                    </p:oleObj>
                  </mc:Choice>
                  <mc:Fallback>
                    <p:oleObj name="Equation" r:id="rId33" imgW="22860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7132407" y="3442803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对象 31">
                <a:extLst>
                  <a:ext uri="{FF2B5EF4-FFF2-40B4-BE49-F238E27FC236}">
                    <a16:creationId xmlns:a16="http://schemas.microsoft.com/office/drawing/2014/main" id="{70E2F9D0-2384-4DF5-B2F0-9E248DDAAB8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5954717"/>
                  </p:ext>
                </p:extLst>
              </p:nvPr>
            </p:nvGraphicFramePr>
            <p:xfrm>
              <a:off x="8312892" y="3419234"/>
              <a:ext cx="1143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616" name="Equation" r:id="rId35" imgW="114120" imgH="228600" progId="Equation.DSMT4">
                      <p:embed/>
                    </p:oleObj>
                  </mc:Choice>
                  <mc:Fallback>
                    <p:oleObj name="Equation" r:id="rId35" imgW="1141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8312892" y="3419234"/>
                            <a:ext cx="1143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DB369EC4-1F46-4B6A-A682-91735C0DF258}"/>
                  </a:ext>
                </a:extLst>
              </p:cNvPr>
              <p:cNvCxnSpPr>
                <a:cxnSpLocks/>
                <a:stCxn id="35" idx="0"/>
              </p:cNvCxnSpPr>
              <p:nvPr/>
            </p:nvCxnSpPr>
            <p:spPr>
              <a:xfrm flipH="1">
                <a:off x="8357623" y="2628291"/>
                <a:ext cx="18178" cy="80220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3FFF19A-2852-4D4F-AACA-B09FCDD8F0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75922" y="2622364"/>
                <a:ext cx="1051270" cy="671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6" name="对象 45">
                <a:extLst>
                  <a:ext uri="{FF2B5EF4-FFF2-40B4-BE49-F238E27FC236}">
                    <a16:creationId xmlns:a16="http://schemas.microsoft.com/office/drawing/2014/main" id="{D93ACBF5-51AC-4BB8-A9EB-5B9B467CF7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1346474"/>
                  </p:ext>
                </p:extLst>
              </p:nvPr>
            </p:nvGraphicFramePr>
            <p:xfrm>
              <a:off x="7168454" y="2585666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617" name="Equation" r:id="rId37" imgW="177480" imgH="190440" progId="Equation.DSMT4">
                      <p:embed/>
                    </p:oleObj>
                  </mc:Choice>
                  <mc:Fallback>
                    <p:oleObj name="Equation" r:id="rId37" imgW="1774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7168454" y="2585666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对象 46">
                <a:extLst>
                  <a:ext uri="{FF2B5EF4-FFF2-40B4-BE49-F238E27FC236}">
                    <a16:creationId xmlns:a16="http://schemas.microsoft.com/office/drawing/2014/main" id="{9A244498-430B-4CDF-983D-C0A2DC36453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0895488"/>
                  </p:ext>
                </p:extLst>
              </p:nvPr>
            </p:nvGraphicFramePr>
            <p:xfrm>
              <a:off x="8156302" y="3016250"/>
              <a:ext cx="9271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618" name="Equation" r:id="rId39" imgW="927000" imgH="304560" progId="Equation.DSMT4">
                      <p:embed/>
                    </p:oleObj>
                  </mc:Choice>
                  <mc:Fallback>
                    <p:oleObj name="Equation" r:id="rId39" imgW="927000" imgH="3045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8156302" y="3016250"/>
                            <a:ext cx="9271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对象 47">
                <a:extLst>
                  <a:ext uri="{FF2B5EF4-FFF2-40B4-BE49-F238E27FC236}">
                    <a16:creationId xmlns:a16="http://schemas.microsoft.com/office/drawing/2014/main" id="{DE74D71D-FF8C-48F0-8531-E1CC539D71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69747991"/>
                  </p:ext>
                </p:extLst>
              </p:nvPr>
            </p:nvGraphicFramePr>
            <p:xfrm>
              <a:off x="6813591" y="2724984"/>
              <a:ext cx="9144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619" name="Equation" r:id="rId41" imgW="914400" imgH="304560" progId="Equation.DSMT4">
                      <p:embed/>
                    </p:oleObj>
                  </mc:Choice>
                  <mc:Fallback>
                    <p:oleObj name="Equation" r:id="rId41" imgW="914400" imgH="3045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6813591" y="2724984"/>
                            <a:ext cx="9144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1F3C7B4A-20C9-4BAE-BC68-6D7BD2067422}"/>
                  </a:ext>
                </a:extLst>
              </p:cNvPr>
              <p:cNvCxnSpPr>
                <a:cxnSpLocks/>
                <a:stCxn id="36" idx="2"/>
                <a:endCxn id="36" idx="0"/>
              </p:cNvCxnSpPr>
              <p:nvPr/>
            </p:nvCxnSpPr>
            <p:spPr>
              <a:xfrm flipH="1">
                <a:off x="7369998" y="2618965"/>
                <a:ext cx="1003082" cy="8224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3" name="对象 52">
                <a:extLst>
                  <a:ext uri="{FF2B5EF4-FFF2-40B4-BE49-F238E27FC236}">
                    <a16:creationId xmlns:a16="http://schemas.microsoft.com/office/drawing/2014/main" id="{D3B17347-1852-41D7-87C7-2CBB77E752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96731832"/>
                  </p:ext>
                </p:extLst>
              </p:nvPr>
            </p:nvGraphicFramePr>
            <p:xfrm>
              <a:off x="8086507" y="2788091"/>
              <a:ext cx="6858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620" name="Equation" r:id="rId43" imgW="685800" imgH="241200" progId="Equation.DSMT4">
                      <p:embed/>
                    </p:oleObj>
                  </mc:Choice>
                  <mc:Fallback>
                    <p:oleObj name="Equation" r:id="rId43" imgW="68580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8086507" y="2788091"/>
                            <a:ext cx="6858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6" name="Text Box 13">
            <a:extLst>
              <a:ext uri="{FF2B5EF4-FFF2-40B4-BE49-F238E27FC236}">
                <a16:creationId xmlns:a16="http://schemas.microsoft.com/office/drawing/2014/main" id="{2D79E1D8-05AE-41F9-BE88-1454A2558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39" y="3258850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从而</a:t>
            </a:r>
          </a:p>
        </p:txBody>
      </p:sp>
      <p:sp>
        <p:nvSpPr>
          <p:cNvPr id="57" name="Text Box 13">
            <a:extLst>
              <a:ext uri="{FF2B5EF4-FFF2-40B4-BE49-F238E27FC236}">
                <a16:creationId xmlns:a16="http://schemas.microsoft.com/office/drawing/2014/main" id="{D6C61628-8697-4AF2-A40D-796988B58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39" y="3859342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所以</a:t>
            </a:r>
          </a:p>
        </p:txBody>
      </p: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33795DF4-066A-414A-BF6F-3BABA1263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918211"/>
              </p:ext>
            </p:extLst>
          </p:nvPr>
        </p:nvGraphicFramePr>
        <p:xfrm>
          <a:off x="2281967" y="3940007"/>
          <a:ext cx="139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21" name="Equation" r:id="rId45" imgW="1396800" imgH="380880" progId="Equation.DSMT4">
                  <p:embed/>
                </p:oleObj>
              </mc:Choice>
              <mc:Fallback>
                <p:oleObj name="Equation" r:id="rId45" imgW="1396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281967" y="3940007"/>
                        <a:ext cx="1397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682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6" grpId="0"/>
      <p:bldP spid="5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334897-275F-4DB9-B5FA-F0201E9A3617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555526"/>
            <a:ext cx="5472608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3 </a:t>
            </a:r>
            <a:r>
              <a:rPr lang="zh-CN" altLang="en-US" sz="2400" b="1" dirty="0">
                <a:latin typeface="+mn-ea"/>
                <a:ea typeface="+mn-ea"/>
              </a:rPr>
              <a:t>利用定积分的几何意义和性质计算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B1533F7-B8A1-44B2-8F8B-EA7895B115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499888"/>
              </p:ext>
            </p:extLst>
          </p:nvPr>
        </p:nvGraphicFramePr>
        <p:xfrm>
          <a:off x="6156176" y="458304"/>
          <a:ext cx="2413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20" name="Equation" r:id="rId3" imgW="2412720" imgH="698400" progId="Equation.DSMT4">
                  <p:embed/>
                </p:oleObj>
              </mc:Choice>
              <mc:Fallback>
                <p:oleObj name="Equation" r:id="rId3" imgW="241272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6176" y="458304"/>
                        <a:ext cx="24130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>
            <a:extLst>
              <a:ext uri="{FF2B5EF4-FFF2-40B4-BE49-F238E27FC236}">
                <a16:creationId xmlns:a16="http://schemas.microsoft.com/office/drawing/2014/main" id="{10D7A90A-261C-4780-A193-09A24CA8F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419622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44C159E-44FE-4AB0-8D33-8E97E6EEFD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442428"/>
              </p:ext>
            </p:extLst>
          </p:nvPr>
        </p:nvGraphicFramePr>
        <p:xfrm>
          <a:off x="1475656" y="1301204"/>
          <a:ext cx="2362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21" name="Equation" r:id="rId5" imgW="2361960" imgH="698400" progId="Equation.DSMT4">
                  <p:embed/>
                </p:oleObj>
              </mc:Choice>
              <mc:Fallback>
                <p:oleObj name="Equation" r:id="rId5" imgW="23619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5656" y="1301204"/>
                        <a:ext cx="23622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05230D5-A334-48A8-99B6-041C04315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164337"/>
              </p:ext>
            </p:extLst>
          </p:nvPr>
        </p:nvGraphicFramePr>
        <p:xfrm>
          <a:off x="1246219" y="2359744"/>
          <a:ext cx="2730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22" name="Equation" r:id="rId7" imgW="2730240" imgH="634680" progId="Equation.DSMT4">
                  <p:embed/>
                </p:oleObj>
              </mc:Choice>
              <mc:Fallback>
                <p:oleObj name="Equation" r:id="rId7" imgW="273024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46219" y="2359744"/>
                        <a:ext cx="27305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ABA15F3-80B1-4CB9-ABB2-3DD732027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934302"/>
              </p:ext>
            </p:extLst>
          </p:nvPr>
        </p:nvGraphicFramePr>
        <p:xfrm>
          <a:off x="1223780" y="3466947"/>
          <a:ext cx="435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23" name="Equation" r:id="rId9" imgW="4356000" imgH="596880" progId="Equation.DSMT4">
                  <p:embed/>
                </p:oleObj>
              </mc:Choice>
              <mc:Fallback>
                <p:oleObj name="Equation" r:id="rId9" imgW="43560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3780" y="3466947"/>
                        <a:ext cx="4356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D369995E-D53A-48CC-BAC1-70D617415B8C}"/>
              </a:ext>
            </a:extLst>
          </p:cNvPr>
          <p:cNvGrpSpPr/>
          <p:nvPr/>
        </p:nvGrpSpPr>
        <p:grpSpPr>
          <a:xfrm>
            <a:off x="2267744" y="2838128"/>
            <a:ext cx="1354740" cy="461665"/>
            <a:chOff x="2267744" y="2838128"/>
            <a:chExt cx="1354740" cy="461665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40FADC96-F73A-498B-8679-54F5296E2C14}"/>
                </a:ext>
              </a:extLst>
            </p:cNvPr>
            <p:cNvCxnSpPr/>
            <p:nvPr/>
          </p:nvCxnSpPr>
          <p:spPr>
            <a:xfrm>
              <a:off x="2339752" y="2859782"/>
              <a:ext cx="100811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D9C54AE5-9097-48CE-9D4D-0C9B2D5B8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7744" y="2838128"/>
              <a:ext cx="13547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奇函数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33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C08B7AC-0451-4C1A-82C7-89670950E6B9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555526"/>
            <a:ext cx="6408712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 </a:t>
            </a:r>
            <a:r>
              <a:rPr lang="zh-CN" altLang="en-US" sz="2400" b="1" dirty="0">
                <a:latin typeface="+mn-ea"/>
                <a:ea typeface="+mn-ea"/>
              </a:rPr>
              <a:t>计算函数          在     上的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平均值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r>
              <a:rPr lang="zh-CN" altLang="en-US" sz="2400" b="1" dirty="0">
                <a:latin typeface="+mn-ea"/>
                <a:ea typeface="+mn-ea"/>
              </a:rPr>
              <a:t>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6EC1F82-2E7B-48D1-AAAF-EE6CF66600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264913"/>
              </p:ext>
            </p:extLst>
          </p:nvPr>
        </p:nvGraphicFramePr>
        <p:xfrm>
          <a:off x="2820938" y="636104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47" name="Equation" r:id="rId3" imgW="1485720" imgH="342720" progId="Equation.DSMT4">
                  <p:embed/>
                </p:oleObj>
              </mc:Choice>
              <mc:Fallback>
                <p:oleObj name="Equation" r:id="rId3" imgW="14857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20938" y="636104"/>
                        <a:ext cx="1485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247C117-D484-439E-9AB5-D8DB280B3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34953"/>
              </p:ext>
            </p:extLst>
          </p:nvPr>
        </p:nvGraphicFramePr>
        <p:xfrm>
          <a:off x="4695362" y="648804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48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95362" y="648804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>
            <a:extLst>
              <a:ext uri="{FF2B5EF4-FFF2-40B4-BE49-F238E27FC236}">
                <a16:creationId xmlns:a16="http://schemas.microsoft.com/office/drawing/2014/main" id="{7F40C496-7EA2-431A-B739-C848C647F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347614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3696FC5-5676-442B-847A-20D5A0680F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326869"/>
              </p:ext>
            </p:extLst>
          </p:nvPr>
        </p:nvGraphicFramePr>
        <p:xfrm>
          <a:off x="1543844" y="1995686"/>
          <a:ext cx="144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49" name="Equation" r:id="rId7" imgW="1447560" imgH="736560" progId="Equation.DSMT4">
                  <p:embed/>
                </p:oleObj>
              </mc:Choice>
              <mc:Fallback>
                <p:oleObj name="Equation" r:id="rId7" imgW="1447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3844" y="1995686"/>
                        <a:ext cx="1447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2D144AF-EE2E-4214-AB76-6DB8EA177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838069"/>
              </p:ext>
            </p:extLst>
          </p:nvPr>
        </p:nvGraphicFramePr>
        <p:xfrm>
          <a:off x="1308129" y="3075806"/>
          <a:ext cx="224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50" name="Equation" r:id="rId9" imgW="2247840" imgH="736560" progId="Equation.DSMT4">
                  <p:embed/>
                </p:oleObj>
              </mc:Choice>
              <mc:Fallback>
                <p:oleObj name="Equation" r:id="rId9" imgW="2247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08129" y="3075806"/>
                        <a:ext cx="2247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3">
            <a:extLst>
              <a:ext uri="{FF2B5EF4-FFF2-40B4-BE49-F238E27FC236}">
                <a16:creationId xmlns:a16="http://schemas.microsoft.com/office/drawing/2014/main" id="{E92F3545-DF6B-4A9C-9D81-81299678C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1347614"/>
            <a:ext cx="17281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平均值为</a:t>
            </a:r>
          </a:p>
        </p:txBody>
      </p:sp>
    </p:spTree>
    <p:extLst>
      <p:ext uri="{BB962C8B-B14F-4D97-AF65-F5344CB8AC3E}">
        <p14:creationId xmlns:p14="http://schemas.microsoft.com/office/powerpoint/2010/main" val="338613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C2D9F4B-AA9F-4BDE-8DA8-DB4DA94DF1D4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267494"/>
            <a:ext cx="4032448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5 </a:t>
            </a:r>
            <a:r>
              <a:rPr lang="zh-CN" altLang="en-US" sz="2400" b="1" dirty="0">
                <a:latin typeface="+mn-ea"/>
                <a:ea typeface="+mn-ea"/>
              </a:rPr>
              <a:t>设函数             且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541B1E2-083C-4762-B481-EFBE83AE0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891443"/>
              </p:ext>
            </p:extLst>
          </p:nvPr>
        </p:nvGraphicFramePr>
        <p:xfrm>
          <a:off x="2411760" y="348072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26" name="Equation" r:id="rId3" imgW="1803240" imgH="342720" progId="Equation.DSMT4">
                  <p:embed/>
                </p:oleObj>
              </mc:Choice>
              <mc:Fallback>
                <p:oleObj name="Equation" r:id="rId3" imgW="1803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348072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749D3E6-5413-4152-A1F1-3370201304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904348"/>
              </p:ext>
            </p:extLst>
          </p:nvPr>
        </p:nvGraphicFramePr>
        <p:xfrm>
          <a:off x="4724118" y="215167"/>
          <a:ext cx="1841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27" name="Equation" r:id="rId5" imgW="1841400" imgH="596880" progId="Equation.DSMT4">
                  <p:embed/>
                </p:oleObj>
              </mc:Choice>
              <mc:Fallback>
                <p:oleObj name="Equation" r:id="rId5" imgW="18414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4118" y="215167"/>
                        <a:ext cx="1841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>
            <a:extLst>
              <a:ext uri="{FF2B5EF4-FFF2-40B4-BE49-F238E27FC236}">
                <a16:creationId xmlns:a16="http://schemas.microsoft.com/office/drawing/2014/main" id="{5F9A3AF5-F4D7-40A2-B389-F91A1824E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604" y="267494"/>
            <a:ext cx="19998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证明：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8AB74BE-9328-4370-8E5B-F7AB905EAC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442368"/>
              </p:ext>
            </p:extLst>
          </p:nvPr>
        </p:nvGraphicFramePr>
        <p:xfrm>
          <a:off x="7461448" y="34447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28" name="Equation" r:id="rId7" imgW="1143000" imgH="342720" progId="Equation.DSMT4">
                  <p:embed/>
                </p:oleObj>
              </mc:Choice>
              <mc:Fallback>
                <p:oleObj name="Equation" r:id="rId7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61448" y="344475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3">
            <a:extLst>
              <a:ext uri="{FF2B5EF4-FFF2-40B4-BE49-F238E27FC236}">
                <a16:creationId xmlns:a16="http://schemas.microsoft.com/office/drawing/2014/main" id="{7742677F-2456-4653-AC67-F7035BE07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7" y="915566"/>
            <a:ext cx="431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F15904E-DA1D-490F-BFAF-E5345BD51854}"/>
              </a:ext>
            </a:extLst>
          </p:cNvPr>
          <p:cNvGrpSpPr/>
          <p:nvPr/>
        </p:nvGrpSpPr>
        <p:grpSpPr>
          <a:xfrm>
            <a:off x="1381532" y="915566"/>
            <a:ext cx="7377095" cy="461665"/>
            <a:chOff x="1453540" y="1203598"/>
            <a:chExt cx="7377095" cy="461665"/>
          </a:xfrm>
        </p:grpSpPr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FCFBE5A2-B293-4E56-B59A-EB1CD1969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3540" y="1203598"/>
              <a:ext cx="7200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反设存在一点         使得        不妨设  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4FFE293-7635-497C-9A5E-B7BE4FF8A5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4767399"/>
                </p:ext>
              </p:extLst>
            </p:nvPr>
          </p:nvGraphicFramePr>
          <p:xfrm>
            <a:off x="7573335" y="1269636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29" name="Equation" r:id="rId9" imgW="1257120" imgH="380880" progId="Equation.DSMT4">
                    <p:embed/>
                  </p:oleObj>
                </mc:Choice>
                <mc:Fallback>
                  <p:oleObj name="Equation" r:id="rId9" imgW="1257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573335" y="1269636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930AC11-84EE-48A6-8896-83DA21E8A6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243182"/>
                </p:ext>
              </p:extLst>
            </p:nvPr>
          </p:nvGraphicFramePr>
          <p:xfrm>
            <a:off x="5367737" y="1269636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0" name="Equation" r:id="rId11" imgW="1257120" imgH="380880" progId="Equation.DSMT4">
                    <p:embed/>
                  </p:oleObj>
                </mc:Choice>
                <mc:Fallback>
                  <p:oleObj name="Equation" r:id="rId11" imgW="1257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367737" y="1269636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4A51B1A-3255-499C-A20A-6193C836DC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805407"/>
                </p:ext>
              </p:extLst>
            </p:nvPr>
          </p:nvGraphicFramePr>
          <p:xfrm>
            <a:off x="3502492" y="1274781"/>
            <a:ext cx="1181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1" name="Equation" r:id="rId13" imgW="1180800" imgH="380880" progId="Equation.DSMT4">
                    <p:embed/>
                  </p:oleObj>
                </mc:Choice>
                <mc:Fallback>
                  <p:oleObj name="Equation" r:id="rId13" imgW="11808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502492" y="1274781"/>
                          <a:ext cx="1181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737C5E3-1FC9-457E-BBD4-6F9D88A32A93}"/>
              </a:ext>
            </a:extLst>
          </p:cNvPr>
          <p:cNvGrpSpPr/>
          <p:nvPr/>
        </p:nvGrpSpPr>
        <p:grpSpPr>
          <a:xfrm>
            <a:off x="237482" y="1513160"/>
            <a:ext cx="6756572" cy="529713"/>
            <a:chOff x="309490" y="1801192"/>
            <a:chExt cx="6756572" cy="52971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0FB2D2D-E120-4EB3-B902-970BDF2DB6CE}"/>
                </a:ext>
              </a:extLst>
            </p:cNvPr>
            <p:cNvGrpSpPr/>
            <p:nvPr/>
          </p:nvGrpSpPr>
          <p:grpSpPr>
            <a:xfrm>
              <a:off x="309490" y="1868304"/>
              <a:ext cx="1143000" cy="461665"/>
              <a:chOff x="3861227" y="2070485"/>
              <a:chExt cx="1143000" cy="461665"/>
            </a:xfrm>
          </p:grpSpPr>
          <p:sp>
            <p:nvSpPr>
              <p:cNvPr id="14" name="Text Box 6">
                <a:extLst>
                  <a:ext uri="{FF2B5EF4-FFF2-40B4-BE49-F238E27FC236}">
                    <a16:creationId xmlns:a16="http://schemas.microsoft.com/office/drawing/2014/main" id="{B8562DFD-C63D-4831-B249-EC8785D179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227" y="2070485"/>
                <a:ext cx="1143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由</a:t>
                </a:r>
              </a:p>
            </p:txBody>
          </p:sp>
          <p:graphicFrame>
            <p:nvGraphicFramePr>
              <p:cNvPr id="15" name="Object 24">
                <a:extLst>
                  <a:ext uri="{FF2B5EF4-FFF2-40B4-BE49-F238E27FC236}">
                    <a16:creationId xmlns:a16="http://schemas.microsoft.com/office/drawing/2014/main" id="{D0C5C22E-BD53-4A50-AD76-A142A6716D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904382"/>
                  </p:ext>
                </p:extLst>
              </p:nvPr>
            </p:nvGraphicFramePr>
            <p:xfrm>
              <a:off x="4297832" y="2150325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432" name="Equation" r:id="rId15" imgW="622080" imgH="342720" progId="Equation.DSMT4">
                      <p:embed/>
                    </p:oleObj>
                  </mc:Choice>
                  <mc:Fallback>
                    <p:oleObj name="Equation" r:id="rId15" imgW="622080" imgH="342720" progId="Equation.DSMT4">
                      <p:embed/>
                      <p:pic>
                        <p:nvPicPr>
                          <p:cNvPr id="53" name="Object 24">
                            <a:extLst>
                              <a:ext uri="{FF2B5EF4-FFF2-40B4-BE49-F238E27FC236}">
                                <a16:creationId xmlns:a16="http://schemas.microsoft.com/office/drawing/2014/main" id="{A7AF3C87-1BB8-4106-A334-1B1D396E5E3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7832" y="2150325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B6D6005-8662-4FC5-AFDF-980547DDCEC8}"/>
                </a:ext>
              </a:extLst>
            </p:cNvPr>
            <p:cNvSpPr/>
            <p:nvPr/>
          </p:nvSpPr>
          <p:spPr>
            <a:xfrm>
              <a:off x="1368395" y="1869240"/>
              <a:ext cx="26652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在点  的连续性，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2C781F4F-DC38-46A1-8950-E03E831C0B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2959378"/>
                </p:ext>
              </p:extLst>
            </p:nvPr>
          </p:nvGraphicFramePr>
          <p:xfrm>
            <a:off x="2110080" y="188775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3" name="Equation" r:id="rId17" imgW="279360" imgH="380880" progId="Equation.DSMT4">
                    <p:embed/>
                  </p:oleObj>
                </mc:Choice>
                <mc:Fallback>
                  <p:oleObj name="Equation" r:id="rId17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110080" y="1887759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6">
              <a:extLst>
                <a:ext uri="{FF2B5EF4-FFF2-40B4-BE49-F238E27FC236}">
                  <a16:creationId xmlns:a16="http://schemas.microsoft.com/office/drawing/2014/main" id="{ACFD020B-E868-41DE-977A-BE8D954BF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5868" y="1818592"/>
              <a:ext cx="8361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存在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D5D36578-DD9C-4E87-BD94-0B52CFF866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5065255"/>
                </p:ext>
              </p:extLst>
            </p:nvPr>
          </p:nvGraphicFramePr>
          <p:xfrm>
            <a:off x="4456540" y="1908499"/>
            <a:ext cx="1676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34" name="Equation" r:id="rId19" imgW="1676160" imgH="330120" progId="Equation.DSMT4">
                    <p:embed/>
                  </p:oleObj>
                </mc:Choice>
                <mc:Fallback>
                  <p:oleObj name="Equation" r:id="rId19" imgW="1676160" imgH="330120" progId="Equation.DSMT4">
                    <p:embed/>
                    <p:pic>
                      <p:nvPicPr>
                        <p:cNvPr id="60" name="对象 59">
                          <a:extLst>
                            <a:ext uri="{FF2B5EF4-FFF2-40B4-BE49-F238E27FC236}">
                              <a16:creationId xmlns:a16="http://schemas.microsoft.com/office/drawing/2014/main" id="{E520B27C-F05B-4B1F-9002-75394908F6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6540" y="1908499"/>
                          <a:ext cx="16764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6">
              <a:extLst>
                <a:ext uri="{FF2B5EF4-FFF2-40B4-BE49-F238E27FC236}">
                  <a16:creationId xmlns:a16="http://schemas.microsoft.com/office/drawing/2014/main" id="{3771F7AB-26AC-40A4-8F2B-0FA00911B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3245" y="1801192"/>
              <a:ext cx="9328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使得</a:t>
              </a:r>
            </a:p>
          </p:txBody>
        </p:sp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B146818-3857-4022-A85A-1C3673E37C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072916"/>
              </p:ext>
            </p:extLst>
          </p:nvPr>
        </p:nvGraphicFramePr>
        <p:xfrm>
          <a:off x="2411760" y="2057974"/>
          <a:ext cx="3086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35" name="Equation" r:id="rId21" imgW="3085920" imgH="723600" progId="Equation.DSMT4">
                  <p:embed/>
                </p:oleObj>
              </mc:Choice>
              <mc:Fallback>
                <p:oleObj name="Equation" r:id="rId21" imgW="3085920" imgH="72360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28AB383-62C8-47D9-90A0-0D3DE60DB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057974"/>
                        <a:ext cx="3086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A8885D73-8949-4473-84D8-1329B5F661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46368"/>
              </p:ext>
            </p:extLst>
          </p:nvPr>
        </p:nvGraphicFramePr>
        <p:xfrm>
          <a:off x="1304538" y="2900491"/>
          <a:ext cx="6451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36" name="Equation" r:id="rId23" imgW="6451560" imgH="596880" progId="Equation.DSMT4">
                  <p:embed/>
                </p:oleObj>
              </mc:Choice>
              <mc:Fallback>
                <p:oleObj name="Equation" r:id="rId23" imgW="64515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04538" y="2900491"/>
                        <a:ext cx="6451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3">
            <a:extLst>
              <a:ext uri="{FF2B5EF4-FFF2-40B4-BE49-F238E27FC236}">
                <a16:creationId xmlns:a16="http://schemas.microsoft.com/office/drawing/2014/main" id="{C07D4519-A529-4675-81B8-7A92A4F1C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271" y="2959373"/>
            <a:ext cx="9721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于是</a:t>
            </a:r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B3874A2D-64F1-4CD1-A2B7-E926D0110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346297"/>
              </p:ext>
            </p:extLst>
          </p:nvPr>
        </p:nvGraphicFramePr>
        <p:xfrm>
          <a:off x="1450832" y="3681296"/>
          <a:ext cx="5867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37" name="Equation" r:id="rId25" imgW="5867280" imgH="761760" progId="Equation.DSMT4">
                  <p:embed/>
                </p:oleObj>
              </mc:Choice>
              <mc:Fallback>
                <p:oleObj name="Equation" r:id="rId25" imgW="586728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50832" y="3681296"/>
                        <a:ext cx="58674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3">
            <a:extLst>
              <a:ext uri="{FF2B5EF4-FFF2-40B4-BE49-F238E27FC236}">
                <a16:creationId xmlns:a16="http://schemas.microsoft.com/office/drawing/2014/main" id="{7A168AFF-5FDF-4D9F-BB3B-8C5171BD0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232" y="3816364"/>
            <a:ext cx="9721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矛盾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668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5" grpId="0"/>
      <p:bldP spid="3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B9F4203-15BB-4E6C-999D-54022D0F4974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555526"/>
            <a:ext cx="4032448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6 </a:t>
            </a:r>
            <a:r>
              <a:rPr lang="zh-CN" altLang="en-US" sz="2400" b="1" dirty="0"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B703C71-FAF3-45C8-9A27-6FB7E1E742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477889"/>
              </p:ext>
            </p:extLst>
          </p:nvPr>
        </p:nvGraphicFramePr>
        <p:xfrm>
          <a:off x="2195736" y="420204"/>
          <a:ext cx="1752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31" name="Equation" r:id="rId3" imgW="1752480" imgH="774360" progId="Equation.DSMT4">
                  <p:embed/>
                </p:oleObj>
              </mc:Choice>
              <mc:Fallback>
                <p:oleObj name="Equation" r:id="rId3" imgW="17524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420204"/>
                        <a:ext cx="1752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3">
            <a:extLst>
              <a:ext uri="{FF2B5EF4-FFF2-40B4-BE49-F238E27FC236}">
                <a16:creationId xmlns:a16="http://schemas.microsoft.com/office/drawing/2014/main" id="{B1A3067D-A67E-493C-A136-A6FBA9042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252" y="1466670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3B3A399-42CC-4222-9CF0-4437937511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923057"/>
              </p:ext>
            </p:extLst>
          </p:nvPr>
        </p:nvGraphicFramePr>
        <p:xfrm>
          <a:off x="3415624" y="1326970"/>
          <a:ext cx="1854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32" name="Equation" r:id="rId5" imgW="1854000" imgH="774360" progId="Equation.DSMT4">
                  <p:embed/>
                </p:oleObj>
              </mc:Choice>
              <mc:Fallback>
                <p:oleObj name="Equation" r:id="rId5" imgW="18540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5624" y="1326970"/>
                        <a:ext cx="1854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64BA16B9-AC39-4ACA-8F24-3DA5882FB814}"/>
              </a:ext>
            </a:extLst>
          </p:cNvPr>
          <p:cNvGrpSpPr/>
          <p:nvPr/>
        </p:nvGrpSpPr>
        <p:grpSpPr>
          <a:xfrm>
            <a:off x="1549028" y="1466669"/>
            <a:ext cx="1861952" cy="461665"/>
            <a:chOff x="1549028" y="1466669"/>
            <a:chExt cx="1861952" cy="461665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D35E90A2-1E50-4BE9-8665-4A9B6AECD0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6614619"/>
                </p:ext>
              </p:extLst>
            </p:nvPr>
          </p:nvGraphicFramePr>
          <p:xfrm>
            <a:off x="1549028" y="1574620"/>
            <a:ext cx="1041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233" name="Equation" r:id="rId7" imgW="1041120" imgH="279360" progId="Equation.DSMT4">
                    <p:embed/>
                  </p:oleObj>
                </mc:Choice>
                <mc:Fallback>
                  <p:oleObj name="Equation" r:id="rId7" imgW="10411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49028" y="1574620"/>
                          <a:ext cx="10414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3">
              <a:extLst>
                <a:ext uri="{FF2B5EF4-FFF2-40B4-BE49-F238E27FC236}">
                  <a16:creationId xmlns:a16="http://schemas.microsoft.com/office/drawing/2014/main" id="{9A0E702F-0E6F-48E8-8A97-C5B947F6F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3709" y="1466669"/>
              <a:ext cx="83727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时，</a:t>
              </a:r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645C468-60D2-4343-9CBB-8F4E739D15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63896"/>
              </p:ext>
            </p:extLst>
          </p:nvPr>
        </p:nvGraphicFramePr>
        <p:xfrm>
          <a:off x="2043336" y="2256173"/>
          <a:ext cx="3810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34" name="Equation" r:id="rId9" imgW="3809880" imgH="774360" progId="Equation.DSMT4">
                  <p:embed/>
                </p:oleObj>
              </mc:Choice>
              <mc:Fallback>
                <p:oleObj name="Equation" r:id="rId9" imgW="38098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43336" y="2256173"/>
                        <a:ext cx="3810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3">
            <a:extLst>
              <a:ext uri="{FF2B5EF4-FFF2-40B4-BE49-F238E27FC236}">
                <a16:creationId xmlns:a16="http://schemas.microsoft.com/office/drawing/2014/main" id="{1F346AD1-000B-401A-84D8-11FDA8BCC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0092" y="1480605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于是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D3EFDB7-A50C-4222-A4A3-03C6FB7BF3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88337"/>
              </p:ext>
            </p:extLst>
          </p:nvPr>
        </p:nvGraphicFramePr>
        <p:xfrm>
          <a:off x="1238233" y="3185376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35" name="Equation" r:id="rId11" imgW="1574640" imgH="736560" progId="Equation.DSMT4">
                  <p:embed/>
                </p:oleObj>
              </mc:Choice>
              <mc:Fallback>
                <p:oleObj name="Equation" r:id="rId11" imgW="1574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38233" y="3185376"/>
                        <a:ext cx="1574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>
            <a:extLst>
              <a:ext uri="{FF2B5EF4-FFF2-40B4-BE49-F238E27FC236}">
                <a16:creationId xmlns:a16="http://schemas.microsoft.com/office/drawing/2014/main" id="{513EBF2A-10E7-4A2F-88B3-88A6728E4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57" y="3322843"/>
            <a:ext cx="837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又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AF53DA3D-CB77-42C2-8DDE-2BADCAE92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158" y="3326427"/>
            <a:ext cx="24976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由夹逼准则得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CF1A2F5-0A62-4060-B434-507253DF0D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27757"/>
              </p:ext>
            </p:extLst>
          </p:nvPr>
        </p:nvGraphicFramePr>
        <p:xfrm>
          <a:off x="4860032" y="3168471"/>
          <a:ext cx="2222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36" name="Equation" r:id="rId13" imgW="2222280" imgH="774360" progId="Equation.DSMT4">
                  <p:embed/>
                </p:oleObj>
              </mc:Choice>
              <mc:Fallback>
                <p:oleObj name="Equation" r:id="rId13" imgW="22222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60032" y="3168471"/>
                        <a:ext cx="2222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987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CDBDA61-04CB-4D7E-8F2B-70FFAD43A0ED}"/>
              </a:ext>
            </a:extLst>
          </p:cNvPr>
          <p:cNvSpPr txBox="1">
            <a:spLocks noChangeArrowheads="1"/>
          </p:cNvSpPr>
          <p:nvPr/>
        </p:nvSpPr>
        <p:spPr>
          <a:xfrm>
            <a:off x="871465" y="339502"/>
            <a:ext cx="7632848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7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BB29EC8-59A6-4527-AC8A-9C6BF2925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797158"/>
              </p:ext>
            </p:extLst>
          </p:nvPr>
        </p:nvGraphicFramePr>
        <p:xfrm>
          <a:off x="1879577" y="420080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33" name="Equation" r:id="rId3" imgW="1739880" imgH="342720" progId="Equation.DSMT4">
                  <p:embed/>
                </p:oleObj>
              </mc:Choice>
              <mc:Fallback>
                <p:oleObj name="Equation" r:id="rId3" imgW="1739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79577" y="420080"/>
                        <a:ext cx="173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97654A0-F7DF-4D69-8DB8-C50F4A1A0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946409"/>
              </p:ext>
            </p:extLst>
          </p:nvPr>
        </p:nvGraphicFramePr>
        <p:xfrm>
          <a:off x="3720531" y="420080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34" name="Equation" r:id="rId5" imgW="1790640" imgH="342720" progId="Equation.DSMT4">
                  <p:embed/>
                </p:oleObj>
              </mc:Choice>
              <mc:Fallback>
                <p:oleObj name="Equation" r:id="rId5" imgW="179064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BB29EC8-59A6-4527-AC8A-9C6BF2925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20531" y="420080"/>
                        <a:ext cx="179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8FBE97D-23D2-4F42-95E8-BF2622FF6C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813463"/>
              </p:ext>
            </p:extLst>
          </p:nvPr>
        </p:nvGraphicFramePr>
        <p:xfrm>
          <a:off x="6558981" y="3143126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35" name="Equation" r:id="rId7" imgW="177480" imgH="291960" progId="Equation.DSMT4">
                  <p:embed/>
                </p:oleObj>
              </mc:Choice>
              <mc:Fallback>
                <p:oleObj name="Equation" r:id="rId7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58981" y="3143126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A7A85B5-969B-4662-98FA-1A9D3F4EB3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537136"/>
              </p:ext>
            </p:extLst>
          </p:nvPr>
        </p:nvGraphicFramePr>
        <p:xfrm>
          <a:off x="5631748" y="140596"/>
          <a:ext cx="2755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36" name="Equation" r:id="rId9" imgW="2755800" imgH="711000" progId="Equation.DSMT4">
                  <p:embed/>
                </p:oleObj>
              </mc:Choice>
              <mc:Fallback>
                <p:oleObj name="Equation" r:id="rId9" imgW="2755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31748" y="140596"/>
                        <a:ext cx="2755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E8D09FB-C0A0-4D35-B3B2-21482B37CCE0}"/>
              </a:ext>
            </a:extLst>
          </p:cNvPr>
          <p:cNvSpPr txBox="1">
            <a:spLocks noChangeArrowheads="1"/>
          </p:cNvSpPr>
          <p:nvPr/>
        </p:nvSpPr>
        <p:spPr>
          <a:xfrm>
            <a:off x="295401" y="952616"/>
            <a:ext cx="7632848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证明：至少存在一点        使得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60FB6F2-26E7-4302-B4A4-0F8A97E4D4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806465"/>
              </p:ext>
            </p:extLst>
          </p:nvPr>
        </p:nvGraphicFramePr>
        <p:xfrm>
          <a:off x="3155381" y="1033194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37" name="Equation" r:id="rId11" imgW="1130040" imgH="342720" progId="Equation.DSMT4">
                  <p:embed/>
                </p:oleObj>
              </mc:Choice>
              <mc:Fallback>
                <p:oleObj name="Equation" r:id="rId11" imgW="1130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55381" y="1033194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57722DB-516F-417C-9CCC-B9DED75E4B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181689"/>
              </p:ext>
            </p:extLst>
          </p:nvPr>
        </p:nvGraphicFramePr>
        <p:xfrm>
          <a:off x="4976696" y="1038345"/>
          <a:ext cx="199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38" name="Equation" r:id="rId13" imgW="1993680" imgH="355320" progId="Equation.DSMT4">
                  <p:embed/>
                </p:oleObj>
              </mc:Choice>
              <mc:Fallback>
                <p:oleObj name="Equation" r:id="rId13" imgW="19936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76696" y="1038345"/>
                        <a:ext cx="1993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3">
            <a:extLst>
              <a:ext uri="{FF2B5EF4-FFF2-40B4-BE49-F238E27FC236}">
                <a16:creationId xmlns:a16="http://schemas.microsoft.com/office/drawing/2014/main" id="{B833C158-D50F-40C7-8484-6299A6094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603" y="1539883"/>
            <a:ext cx="431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C0766CD-8064-41E3-BDF1-0E051D46A8CE}"/>
              </a:ext>
            </a:extLst>
          </p:cNvPr>
          <p:cNvGrpSpPr/>
          <p:nvPr/>
        </p:nvGrpSpPr>
        <p:grpSpPr>
          <a:xfrm>
            <a:off x="1303267" y="1539883"/>
            <a:ext cx="2460226" cy="461665"/>
            <a:chOff x="1259386" y="1755907"/>
            <a:chExt cx="2460226" cy="461665"/>
          </a:xfrm>
        </p:grpSpPr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5E5846F2-28BF-4FF6-B802-78739994F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386" y="1755907"/>
              <a:ext cx="8643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因为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4F331EC-DF24-494F-9891-DFAE561DC8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0453876"/>
                </p:ext>
              </p:extLst>
            </p:nvPr>
          </p:nvGraphicFramePr>
          <p:xfrm>
            <a:off x="1979712" y="1815289"/>
            <a:ext cx="1739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439" name="Equation" r:id="rId15" imgW="1739880" imgH="342720" progId="Equation.DSMT4">
                    <p:embed/>
                  </p:oleObj>
                </mc:Choice>
                <mc:Fallback>
                  <p:oleObj name="Equation" r:id="rId15" imgW="17398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8BB29EC8-59A6-4527-AC8A-9C6BF29250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79712" y="1815289"/>
                          <a:ext cx="1739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13">
            <a:extLst>
              <a:ext uri="{FF2B5EF4-FFF2-40B4-BE49-F238E27FC236}">
                <a16:creationId xmlns:a16="http://schemas.microsoft.com/office/drawing/2014/main" id="{986D93AF-D134-42C2-9CE2-CFD2D680C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9331" y="1480500"/>
            <a:ext cx="44169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由积分中值定理知，存在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54F75D4-1D2A-4495-95AB-56C63BB210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130078"/>
              </p:ext>
            </p:extLst>
          </p:nvPr>
        </p:nvGraphicFramePr>
        <p:xfrm>
          <a:off x="7341030" y="1367767"/>
          <a:ext cx="116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40" name="Equation" r:id="rId16" imgW="1168200" imgH="736560" progId="Equation.DSMT4">
                  <p:embed/>
                </p:oleObj>
              </mc:Choice>
              <mc:Fallback>
                <p:oleObj name="Equation" r:id="rId16" imgW="1168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341030" y="1367767"/>
                        <a:ext cx="1168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3">
            <a:extLst>
              <a:ext uri="{FF2B5EF4-FFF2-40B4-BE49-F238E27FC236}">
                <a16:creationId xmlns:a16="http://schemas.microsoft.com/office/drawing/2014/main" id="{248645BF-E0AF-45D6-B1AF-097A3ED59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01" y="2144141"/>
            <a:ext cx="10005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使得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FD6FC1F-9E78-4893-BA29-8CF801775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098828"/>
              </p:ext>
            </p:extLst>
          </p:nvPr>
        </p:nvGraphicFramePr>
        <p:xfrm>
          <a:off x="1285306" y="2376364"/>
          <a:ext cx="6032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41" name="Equation" r:id="rId18" imgW="6032160" imgH="787320" progId="Equation.DSMT4">
                  <p:embed/>
                </p:oleObj>
              </mc:Choice>
              <mc:Fallback>
                <p:oleObj name="Equation" r:id="rId18" imgW="60321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85306" y="2376364"/>
                        <a:ext cx="6032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3">
            <a:extLst>
              <a:ext uri="{FF2B5EF4-FFF2-40B4-BE49-F238E27FC236}">
                <a16:creationId xmlns:a16="http://schemas.microsoft.com/office/drawing/2014/main" id="{10F516F3-7B50-4047-8841-526D369B8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53" y="3242906"/>
            <a:ext cx="5904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7C7A330-7937-4774-ABDE-E0675FE68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179131"/>
              </p:ext>
            </p:extLst>
          </p:nvPr>
        </p:nvGraphicFramePr>
        <p:xfrm>
          <a:off x="1285306" y="3260071"/>
          <a:ext cx="209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42" name="Equation" r:id="rId20" imgW="2095200" imgH="444240" progId="Equation.DSMT4">
                  <p:embed/>
                </p:oleObj>
              </mc:Choice>
              <mc:Fallback>
                <p:oleObj name="Equation" r:id="rId20" imgW="2095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85306" y="3260071"/>
                        <a:ext cx="2095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3">
            <a:extLst>
              <a:ext uri="{FF2B5EF4-FFF2-40B4-BE49-F238E27FC236}">
                <a16:creationId xmlns:a16="http://schemas.microsoft.com/office/drawing/2014/main" id="{A1AEAE4A-5430-45C0-852F-4023CA9EA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783" y="3242905"/>
            <a:ext cx="5042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7FCD99B-5147-47A7-BE1C-B252C9EE5C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988383"/>
              </p:ext>
            </p:extLst>
          </p:nvPr>
        </p:nvGraphicFramePr>
        <p:xfrm>
          <a:off x="3881059" y="3361671"/>
          <a:ext cx="175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43" name="Equation" r:id="rId22" imgW="1752480" imgH="342720" progId="Equation.DSMT4">
                  <p:embed/>
                </p:oleObj>
              </mc:Choice>
              <mc:Fallback>
                <p:oleObj name="Equation" r:id="rId22" imgW="1752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881059" y="3361671"/>
                        <a:ext cx="1752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263940F-DA53-4A7C-B39F-97E052F538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577759"/>
              </p:ext>
            </p:extLst>
          </p:nvPr>
        </p:nvGraphicFramePr>
        <p:xfrm>
          <a:off x="5752531" y="3361670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44" name="Equation" r:id="rId24" imgW="1790640" imgH="342720" progId="Equation.DSMT4">
                  <p:embed/>
                </p:oleObj>
              </mc:Choice>
              <mc:Fallback>
                <p:oleObj name="Equation" r:id="rId24" imgW="1790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52531" y="3361670"/>
                        <a:ext cx="179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2EC6A7C-2A90-485E-BE6D-D43FFD03F5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322351"/>
              </p:ext>
            </p:extLst>
          </p:nvPr>
        </p:nvGraphicFramePr>
        <p:xfrm>
          <a:off x="7581331" y="3361670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445" name="Equation" r:id="rId26" imgW="1536480" imgH="342720" progId="Equation.DSMT4">
                  <p:embed/>
                </p:oleObj>
              </mc:Choice>
              <mc:Fallback>
                <p:oleObj name="Equation" r:id="rId26" imgW="1536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581331" y="3361670"/>
                        <a:ext cx="1536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D4A3293C-C3B8-48AA-BFE0-A70D82920921}"/>
              </a:ext>
            </a:extLst>
          </p:cNvPr>
          <p:cNvGrpSpPr/>
          <p:nvPr/>
        </p:nvGrpSpPr>
        <p:grpSpPr>
          <a:xfrm>
            <a:off x="353525" y="4011910"/>
            <a:ext cx="7070668" cy="461665"/>
            <a:chOff x="309644" y="4227934"/>
            <a:chExt cx="7070668" cy="461665"/>
          </a:xfrm>
        </p:grpSpPr>
        <p:sp>
          <p:nvSpPr>
            <p:cNvPr id="24" name="Text Box 13">
              <a:extLst>
                <a:ext uri="{FF2B5EF4-FFF2-40B4-BE49-F238E27FC236}">
                  <a16:creationId xmlns:a16="http://schemas.microsoft.com/office/drawing/2014/main" id="{5E2064F1-98E2-4368-B666-8932E2EB0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644" y="4227934"/>
              <a:ext cx="70706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由罗尔定理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至少存在一点               使得</a:t>
              </a: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579AEFF7-727C-4A29-810F-5CB3F3D191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2359368"/>
                </p:ext>
              </p:extLst>
            </p:nvPr>
          </p:nvGraphicFramePr>
          <p:xfrm>
            <a:off x="4067944" y="4317942"/>
            <a:ext cx="2032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446" name="Equation" r:id="rId28" imgW="2031840" imgH="342720" progId="Equation.DSMT4">
                    <p:embed/>
                  </p:oleObj>
                </mc:Choice>
                <mc:Fallback>
                  <p:oleObj name="Equation" r:id="rId28" imgW="2031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067944" y="4317942"/>
                          <a:ext cx="2032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7499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18" grpId="0"/>
      <p:bldP spid="2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FF4C820-7531-48EE-8A2F-886F7D3F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E9E28D7-5884-4057-8F91-729B6B6B4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510721"/>
              </p:ext>
            </p:extLst>
          </p:nvPr>
        </p:nvGraphicFramePr>
        <p:xfrm>
          <a:off x="3563888" y="627534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52" name="Equation" r:id="rId3" imgW="1244520" imgH="355320" progId="Equation.DSMT4">
                  <p:embed/>
                </p:oleObj>
              </mc:Choice>
              <mc:Fallback>
                <p:oleObj name="Equation" r:id="rId3" imgW="12445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3888" y="627534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>
            <a:extLst>
              <a:ext uri="{FF2B5EF4-FFF2-40B4-BE49-F238E27FC236}">
                <a16:creationId xmlns:a16="http://schemas.microsoft.com/office/drawing/2014/main" id="{E8D27785-D6A9-4352-BF2D-ED2C2A8CF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75606"/>
            <a:ext cx="5904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即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8FC83BD-D3CA-4782-BE4A-D27EBBF8A3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505512"/>
              </p:ext>
            </p:extLst>
          </p:nvPr>
        </p:nvGraphicFramePr>
        <p:xfrm>
          <a:off x="1671546" y="1282758"/>
          <a:ext cx="4292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53" name="Equation" r:id="rId5" imgW="4292280" imgH="444240" progId="Equation.DSMT4">
                  <p:embed/>
                </p:oleObj>
              </mc:Choice>
              <mc:Fallback>
                <p:oleObj name="Equation" r:id="rId5" imgW="42922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1546" y="1282758"/>
                        <a:ext cx="42926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3">
            <a:extLst>
              <a:ext uri="{FF2B5EF4-FFF2-40B4-BE49-F238E27FC236}">
                <a16:creationId xmlns:a16="http://schemas.microsoft.com/office/drawing/2014/main" id="{9A21F1CA-32FF-4ECA-9E31-0AF5FAFCA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110085"/>
            <a:ext cx="5904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又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B6865BC-9B89-46D6-805F-568584F892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449911"/>
              </p:ext>
            </p:extLst>
          </p:nvPr>
        </p:nvGraphicFramePr>
        <p:xfrm>
          <a:off x="1649636" y="2139950"/>
          <a:ext cx="1092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54" name="Equation" r:id="rId7" imgW="1091880" imgH="431640" progId="Equation.DSMT4">
                  <p:embed/>
                </p:oleObj>
              </mc:Choice>
              <mc:Fallback>
                <p:oleObj name="Equation" r:id="rId7" imgW="1091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49636" y="2139950"/>
                        <a:ext cx="1092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B441257-DD50-4BA3-BC6A-66DEE26206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758586"/>
              </p:ext>
            </p:extLst>
          </p:nvPr>
        </p:nvGraphicFramePr>
        <p:xfrm>
          <a:off x="4139952" y="2178050"/>
          <a:ext cx="199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55" name="Equation" r:id="rId9" imgW="1993680" imgH="355320" progId="Equation.DSMT4">
                  <p:embed/>
                </p:oleObj>
              </mc:Choice>
              <mc:Fallback>
                <p:oleObj name="Equation" r:id="rId9" imgW="19936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39952" y="2178050"/>
                        <a:ext cx="1993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3">
            <a:extLst>
              <a:ext uri="{FF2B5EF4-FFF2-40B4-BE49-F238E27FC236}">
                <a16:creationId xmlns:a16="http://schemas.microsoft.com/office/drawing/2014/main" id="{C8A009D2-AA6B-45CC-A0EF-621837A9E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0206" y="2110085"/>
            <a:ext cx="12777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从而</a:t>
            </a:r>
          </a:p>
        </p:txBody>
      </p:sp>
    </p:spTree>
    <p:extLst>
      <p:ext uri="{BB962C8B-B14F-4D97-AF65-F5344CB8AC3E}">
        <p14:creationId xmlns:p14="http://schemas.microsoft.com/office/powerpoint/2010/main" val="35530093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EADEAD0-797E-4F2B-A0CD-A55F1313DC86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555526"/>
            <a:ext cx="7632848" cy="504056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8 </a:t>
            </a:r>
            <a:r>
              <a:rPr lang="zh-CN" altLang="en-US" sz="2400" b="1" dirty="0">
                <a:latin typeface="+mn-ea"/>
                <a:ea typeface="+mn-ea"/>
              </a:rPr>
              <a:t>设             且                证明：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840D987-D263-4075-8291-6310834E9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565670"/>
              </p:ext>
            </p:extLst>
          </p:nvPr>
        </p:nvGraphicFramePr>
        <p:xfrm>
          <a:off x="1907704" y="636104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42" name="Equation" r:id="rId3" imgW="1815840" imgH="342720" progId="Equation.DSMT4">
                  <p:embed/>
                </p:oleObj>
              </mc:Choice>
              <mc:Fallback>
                <p:oleObj name="Equation" r:id="rId3" imgW="1815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636104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B5FBC73-D215-4877-AF25-E81622EF2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501222"/>
              </p:ext>
            </p:extLst>
          </p:nvPr>
        </p:nvGraphicFramePr>
        <p:xfrm>
          <a:off x="4211960" y="636104"/>
          <a:ext cx="227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43" name="Equation" r:id="rId5" imgW="2273040" imgH="342720" progId="Equation.DSMT4">
                  <p:embed/>
                </p:oleObj>
              </mc:Choice>
              <mc:Fallback>
                <p:oleObj name="Equation" r:id="rId5" imgW="2273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11960" y="636104"/>
                        <a:ext cx="2273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0AF12A2-5C25-4CA0-AAB3-62CD10483F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280746"/>
              </p:ext>
            </p:extLst>
          </p:nvPr>
        </p:nvGraphicFramePr>
        <p:xfrm>
          <a:off x="1979712" y="1146933"/>
          <a:ext cx="501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44" name="Equation" r:id="rId7" imgW="5016240" imgH="825480" progId="Equation.DSMT4">
                  <p:embed/>
                </p:oleObj>
              </mc:Choice>
              <mc:Fallback>
                <p:oleObj name="Equation" r:id="rId7" imgW="50162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9712" y="1146933"/>
                        <a:ext cx="5016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>
            <a:extLst>
              <a:ext uri="{FF2B5EF4-FFF2-40B4-BE49-F238E27FC236}">
                <a16:creationId xmlns:a16="http://schemas.microsoft.com/office/drawing/2014/main" id="{4BAAF78E-F049-4D42-AD45-A186B5F5C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272813"/>
            <a:ext cx="431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8E851D8-CECB-4E07-B2B1-9656EE9227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508242"/>
              </p:ext>
            </p:extLst>
          </p:nvPr>
        </p:nvGraphicFramePr>
        <p:xfrm>
          <a:off x="1516162" y="2217875"/>
          <a:ext cx="2971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45" name="Equation" r:id="rId9" imgW="2971800" imgH="787320" progId="Equation.DSMT4">
                  <p:embed/>
                </p:oleObj>
              </mc:Choice>
              <mc:Fallback>
                <p:oleObj name="Equation" r:id="rId9" imgW="29718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16162" y="2217875"/>
                        <a:ext cx="2971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62954E2-4075-4AEA-9160-D8CF15D67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054104"/>
              </p:ext>
            </p:extLst>
          </p:nvPr>
        </p:nvGraphicFramePr>
        <p:xfrm>
          <a:off x="4545825" y="2235895"/>
          <a:ext cx="3200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46" name="Equation" r:id="rId11" imgW="3200400" imgH="787320" progId="Equation.DSMT4">
                  <p:embed/>
                </p:oleObj>
              </mc:Choice>
              <mc:Fallback>
                <p:oleObj name="Equation" r:id="rId11" imgW="32004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45825" y="2235895"/>
                        <a:ext cx="3200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40C8B45-A294-40BE-BE6D-9FD3CF4884D6}"/>
              </a:ext>
            </a:extLst>
          </p:cNvPr>
          <p:cNvSpPr/>
          <p:nvPr/>
        </p:nvSpPr>
        <p:spPr>
          <a:xfrm>
            <a:off x="372550" y="354244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cs typeface="Times New Roman" panose="02020603050405020304" pitchFamily="18" charset="0"/>
              </a:rPr>
              <a:t>两边积分得</a:t>
            </a:r>
            <a:endParaRPr lang="zh-CN" altLang="en-US" sz="2400" b="1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C3BAF08-55E8-46EF-B0B4-2A17403C7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417509"/>
              </p:ext>
            </p:extLst>
          </p:nvPr>
        </p:nvGraphicFramePr>
        <p:xfrm>
          <a:off x="2386825" y="3453686"/>
          <a:ext cx="535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47" name="Equation" r:id="rId13" imgW="5359320" imgH="787320" progId="Equation.DSMT4">
                  <p:embed/>
                </p:oleObj>
              </mc:Choice>
              <mc:Fallback>
                <p:oleObj name="Equation" r:id="rId13" imgW="53593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86825" y="3453686"/>
                        <a:ext cx="5359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824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3E90FDC-E310-44F8-9846-E77C514582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259084"/>
              </p:ext>
            </p:extLst>
          </p:nvPr>
        </p:nvGraphicFramePr>
        <p:xfrm>
          <a:off x="679450" y="1335311"/>
          <a:ext cx="7721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31" name="Equation" r:id="rId3" imgW="7721280" imgH="876240" progId="Equation.DSMT4">
                  <p:embed/>
                </p:oleObj>
              </mc:Choice>
              <mc:Fallback>
                <p:oleObj name="Equation" r:id="rId3" imgW="772128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9450" y="1335311"/>
                        <a:ext cx="7721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2CCB88C-E264-4850-9110-88F155B1A2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688518"/>
              </p:ext>
            </p:extLst>
          </p:nvPr>
        </p:nvGraphicFramePr>
        <p:xfrm>
          <a:off x="1258888" y="195486"/>
          <a:ext cx="5295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32" name="Equation" r:id="rId5" imgW="5295600" imgH="787320" progId="Equation.DSMT4">
                  <p:embed/>
                </p:oleObj>
              </mc:Choice>
              <mc:Fallback>
                <p:oleObj name="Equation" r:id="rId5" imgW="529560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C3BAF08-55E8-46EF-B0B4-2A17403C7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195486"/>
                        <a:ext cx="5295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0FC1C3D-AD6C-41CB-A794-75D207D7A1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285946"/>
              </p:ext>
            </p:extLst>
          </p:nvPr>
        </p:nvGraphicFramePr>
        <p:xfrm>
          <a:off x="1555750" y="2564036"/>
          <a:ext cx="5867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33" name="Equation" r:id="rId7" imgW="5867280" imgH="876240" progId="Equation.DSMT4">
                  <p:embed/>
                </p:oleObj>
              </mc:Choice>
              <mc:Fallback>
                <p:oleObj name="Equation" r:id="rId7" imgW="586728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55750" y="2564036"/>
                        <a:ext cx="58674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8D948FF-2B5E-486D-A546-41152D0BC7E8}"/>
              </a:ext>
            </a:extLst>
          </p:cNvPr>
          <p:cNvSpPr/>
          <p:nvPr/>
        </p:nvSpPr>
        <p:spPr>
          <a:xfrm>
            <a:off x="466650" y="285968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cs typeface="Times New Roman" panose="02020603050405020304" pitchFamily="18" charset="0"/>
              </a:rPr>
              <a:t>所以</a:t>
            </a:r>
            <a:endParaRPr lang="zh-CN" altLang="en-US" sz="2400" b="1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C4433C9-9B06-4895-BDFF-48275B5468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808925"/>
              </p:ext>
            </p:extLst>
          </p:nvPr>
        </p:nvGraphicFramePr>
        <p:xfrm>
          <a:off x="1731938" y="3627313"/>
          <a:ext cx="506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34" name="Equation" r:id="rId9" imgW="5067000" imgH="825480" progId="Equation.DSMT4">
                  <p:embed/>
                </p:oleObj>
              </mc:Choice>
              <mc:Fallback>
                <p:oleObj name="Equation" r:id="rId9" imgW="50670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31938" y="3627313"/>
                        <a:ext cx="5067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BEE069F-A34A-4D32-B692-1338727ED7D8}"/>
              </a:ext>
            </a:extLst>
          </p:cNvPr>
          <p:cNvSpPr/>
          <p:nvPr/>
        </p:nvSpPr>
        <p:spPr>
          <a:xfrm>
            <a:off x="477077" y="380923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cs typeface="Times New Roman" panose="02020603050405020304" pitchFamily="18" charset="0"/>
              </a:rPr>
              <a:t>即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1263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D886A1AF-4A6B-4242-AB5E-263ADFCC1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771550"/>
            <a:ext cx="1296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作业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26D637C3-6993-4B9F-A472-9F0CFD999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662" y="1491630"/>
            <a:ext cx="77808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1.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练习册 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第五章 第一节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endParaRPr kumimoji="1"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70B821AC-7F8A-467B-846E-E703C9C20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662" y="2325985"/>
            <a:ext cx="1804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2.</a:t>
            </a: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课后习题</a:t>
            </a:r>
            <a:endParaRPr kumimoji="1"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9ED23-0048-4F26-92DA-494A1578C839}"/>
              </a:ext>
            </a:extLst>
          </p:cNvPr>
          <p:cNvSpPr/>
          <p:nvPr/>
        </p:nvSpPr>
        <p:spPr>
          <a:xfrm>
            <a:off x="2732084" y="2340917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第五章 第一节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75521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2">
              <a:lumMod val="60000"/>
              <a:lumOff val="4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9584</TotalTime>
  <Words>1579</Words>
  <Application>Microsoft Office PowerPoint</Application>
  <PresentationFormat>全屏显示(16:9)</PresentationFormat>
  <Paragraphs>452</Paragraphs>
  <Slides>62</Slides>
  <Notes>31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62</vt:i4>
      </vt:variant>
    </vt:vector>
  </HeadingPairs>
  <TitlesOfParts>
    <vt:vector size="76" baseType="lpstr">
      <vt:lpstr>等线</vt:lpstr>
      <vt:lpstr>仿宋_GB2312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公式</vt:lpstr>
      <vt:lpstr>MathType 7.0 Equation</vt:lpstr>
      <vt:lpstr>第五章  定积分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870</cp:revision>
  <dcterms:created xsi:type="dcterms:W3CDTF">2018-09-27T06:48:00Z</dcterms:created>
  <dcterms:modified xsi:type="dcterms:W3CDTF">2023-11-26T14:03:57Z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