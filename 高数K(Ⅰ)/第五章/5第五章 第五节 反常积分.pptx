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1"/>
  </p:notesMasterIdLst>
  <p:sldIdLst>
    <p:sldId id="355" r:id="rId2"/>
    <p:sldId id="349" r:id="rId3"/>
    <p:sldId id="688" r:id="rId4"/>
    <p:sldId id="289" r:id="rId5"/>
    <p:sldId id="262" r:id="rId6"/>
    <p:sldId id="296" r:id="rId7"/>
    <p:sldId id="318" r:id="rId8"/>
    <p:sldId id="286" r:id="rId9"/>
    <p:sldId id="298" r:id="rId10"/>
    <p:sldId id="293" r:id="rId11"/>
    <p:sldId id="294" r:id="rId12"/>
    <p:sldId id="353" r:id="rId13"/>
    <p:sldId id="687" r:id="rId14"/>
    <p:sldId id="304" r:id="rId15"/>
    <p:sldId id="305" r:id="rId16"/>
    <p:sldId id="307" r:id="rId17"/>
    <p:sldId id="308" r:id="rId18"/>
    <p:sldId id="309" r:id="rId19"/>
    <p:sldId id="310" r:id="rId20"/>
    <p:sldId id="311" r:id="rId21"/>
    <p:sldId id="312" r:id="rId22"/>
    <p:sldId id="321" r:id="rId23"/>
    <p:sldId id="686" r:id="rId24"/>
    <p:sldId id="350" r:id="rId25"/>
    <p:sldId id="351" r:id="rId26"/>
    <p:sldId id="689" r:id="rId27"/>
    <p:sldId id="690" r:id="rId28"/>
    <p:sldId id="691" r:id="rId29"/>
    <p:sldId id="692" r:id="rId30"/>
    <p:sldId id="693" r:id="rId31"/>
    <p:sldId id="694" r:id="rId32"/>
    <p:sldId id="695" r:id="rId33"/>
    <p:sldId id="696" r:id="rId34"/>
    <p:sldId id="697" r:id="rId35"/>
    <p:sldId id="698" r:id="rId36"/>
    <p:sldId id="699" r:id="rId37"/>
    <p:sldId id="700" r:id="rId38"/>
    <p:sldId id="685" r:id="rId39"/>
    <p:sldId id="354" r:id="rId40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86" userDrawn="1">
          <p15:clr>
            <a:srgbClr val="A4A3A4"/>
          </p15:clr>
        </p15:guide>
        <p15:guide id="2" pos="188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赵海琴" initials="赵海琴" lastIdx="2" clrIdx="0"/>
  <p:cmAuthor id="2" name="zhao" initials="z" lastIdx="1" clrIdx="1">
    <p:extLst>
      <p:ext uri="{19B8F6BF-5375-455C-9EA6-DF929625EA0E}">
        <p15:presenceInfo xmlns:p15="http://schemas.microsoft.com/office/powerpoint/2012/main" userId="022711cb6a5fa1b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00FFFF"/>
    <a:srgbClr val="FF7C80"/>
    <a:srgbClr val="CC66FF"/>
    <a:srgbClr val="FF0066"/>
    <a:srgbClr val="FF66CC"/>
    <a:srgbClr val="0064FF"/>
    <a:srgbClr val="CCF8F6"/>
    <a:srgbClr val="B9F5F2"/>
    <a:srgbClr val="97F1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88" autoAdjust="0"/>
    <p:restoredTop sz="94660"/>
  </p:normalViewPr>
  <p:slideViewPr>
    <p:cSldViewPr>
      <p:cViewPr varScale="1">
        <p:scale>
          <a:sx n="138" d="100"/>
          <a:sy n="138" d="100"/>
        </p:scale>
        <p:origin x="1068" y="108"/>
      </p:cViewPr>
      <p:guideLst>
        <p:guide orient="horz" pos="486"/>
        <p:guide pos="1882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>
      <p:cViewPr varScale="1">
        <p:scale>
          <a:sx n="51" d="100"/>
          <a:sy n="51" d="100"/>
        </p:scale>
        <p:origin x="2692" y="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image" Target="../media/image13.wmf"/><Relationship Id="rId18" Type="http://schemas.openxmlformats.org/officeDocument/2006/relationships/image" Target="../media/image18.wmf"/><Relationship Id="rId3" Type="http://schemas.openxmlformats.org/officeDocument/2006/relationships/image" Target="../media/image3.wmf"/><Relationship Id="rId21" Type="http://schemas.openxmlformats.org/officeDocument/2006/relationships/image" Target="../media/image21.wmf"/><Relationship Id="rId7" Type="http://schemas.openxmlformats.org/officeDocument/2006/relationships/image" Target="../media/image7.wmf"/><Relationship Id="rId12" Type="http://schemas.openxmlformats.org/officeDocument/2006/relationships/image" Target="../media/image12.wmf"/><Relationship Id="rId17" Type="http://schemas.openxmlformats.org/officeDocument/2006/relationships/image" Target="../media/image17.wmf"/><Relationship Id="rId2" Type="http://schemas.openxmlformats.org/officeDocument/2006/relationships/image" Target="../media/image2.wmf"/><Relationship Id="rId16" Type="http://schemas.openxmlformats.org/officeDocument/2006/relationships/image" Target="../media/image16.wmf"/><Relationship Id="rId20" Type="http://schemas.openxmlformats.org/officeDocument/2006/relationships/image" Target="../media/image20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11" Type="http://schemas.openxmlformats.org/officeDocument/2006/relationships/image" Target="../media/image11.wmf"/><Relationship Id="rId5" Type="http://schemas.openxmlformats.org/officeDocument/2006/relationships/image" Target="../media/image5.wmf"/><Relationship Id="rId15" Type="http://schemas.openxmlformats.org/officeDocument/2006/relationships/image" Target="../media/image15.wmf"/><Relationship Id="rId10" Type="http://schemas.openxmlformats.org/officeDocument/2006/relationships/image" Target="../media/image10.wmf"/><Relationship Id="rId19" Type="http://schemas.openxmlformats.org/officeDocument/2006/relationships/image" Target="../media/image19.wmf"/><Relationship Id="rId4" Type="http://schemas.openxmlformats.org/officeDocument/2006/relationships/image" Target="../media/image4.wmf"/><Relationship Id="rId9" Type="http://schemas.openxmlformats.org/officeDocument/2006/relationships/image" Target="../media/image9.wmf"/><Relationship Id="rId14" Type="http://schemas.openxmlformats.org/officeDocument/2006/relationships/image" Target="../media/image14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3" Type="http://schemas.openxmlformats.org/officeDocument/2006/relationships/image" Target="../media/image24.wmf"/><Relationship Id="rId7" Type="http://schemas.openxmlformats.org/officeDocument/2006/relationships/image" Target="../media/image28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6" Type="http://schemas.openxmlformats.org/officeDocument/2006/relationships/image" Target="../media/image27.wmf"/><Relationship Id="rId5" Type="http://schemas.openxmlformats.org/officeDocument/2006/relationships/image" Target="../media/image26.wmf"/><Relationship Id="rId10" Type="http://schemas.openxmlformats.org/officeDocument/2006/relationships/image" Target="../media/image31.wmf"/><Relationship Id="rId4" Type="http://schemas.openxmlformats.org/officeDocument/2006/relationships/image" Target="../media/image25.wmf"/><Relationship Id="rId9" Type="http://schemas.openxmlformats.org/officeDocument/2006/relationships/image" Target="../media/image30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7" Type="http://schemas.openxmlformats.org/officeDocument/2006/relationships/image" Target="../media/image38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Relationship Id="rId6" Type="http://schemas.openxmlformats.org/officeDocument/2006/relationships/image" Target="../media/image37.wmf"/><Relationship Id="rId5" Type="http://schemas.openxmlformats.org/officeDocument/2006/relationships/image" Target="../media/image36.wmf"/><Relationship Id="rId4" Type="http://schemas.openxmlformats.org/officeDocument/2006/relationships/image" Target="../media/image35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46.wmf"/><Relationship Id="rId3" Type="http://schemas.openxmlformats.org/officeDocument/2006/relationships/image" Target="../media/image41.wmf"/><Relationship Id="rId7" Type="http://schemas.openxmlformats.org/officeDocument/2006/relationships/image" Target="../media/image45.wmf"/><Relationship Id="rId2" Type="http://schemas.openxmlformats.org/officeDocument/2006/relationships/image" Target="../media/image40.wmf"/><Relationship Id="rId1" Type="http://schemas.openxmlformats.org/officeDocument/2006/relationships/image" Target="../media/image39.wmf"/><Relationship Id="rId6" Type="http://schemas.openxmlformats.org/officeDocument/2006/relationships/image" Target="../media/image44.wmf"/><Relationship Id="rId5" Type="http://schemas.openxmlformats.org/officeDocument/2006/relationships/image" Target="../media/image43.wmf"/><Relationship Id="rId4" Type="http://schemas.openxmlformats.org/officeDocument/2006/relationships/image" Target="../media/image42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3" Type="http://schemas.openxmlformats.org/officeDocument/2006/relationships/image" Target="../media/image49.wmf"/><Relationship Id="rId7" Type="http://schemas.openxmlformats.org/officeDocument/2006/relationships/image" Target="../media/image14.wmf"/><Relationship Id="rId2" Type="http://schemas.openxmlformats.org/officeDocument/2006/relationships/image" Target="../media/image48.wmf"/><Relationship Id="rId1" Type="http://schemas.openxmlformats.org/officeDocument/2006/relationships/image" Target="../media/image47.wmf"/><Relationship Id="rId6" Type="http://schemas.openxmlformats.org/officeDocument/2006/relationships/image" Target="../media/image13.wmf"/><Relationship Id="rId5" Type="http://schemas.openxmlformats.org/officeDocument/2006/relationships/image" Target="../media/image51.wmf"/><Relationship Id="rId4" Type="http://schemas.openxmlformats.org/officeDocument/2006/relationships/image" Target="../media/image50.wmf"/><Relationship Id="rId9" Type="http://schemas.openxmlformats.org/officeDocument/2006/relationships/image" Target="../media/image53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56.wmf"/><Relationship Id="rId7" Type="http://schemas.openxmlformats.org/officeDocument/2006/relationships/image" Target="../media/image60.wmf"/><Relationship Id="rId2" Type="http://schemas.openxmlformats.org/officeDocument/2006/relationships/image" Target="../media/image55.wmf"/><Relationship Id="rId1" Type="http://schemas.openxmlformats.org/officeDocument/2006/relationships/image" Target="../media/image54.wmf"/><Relationship Id="rId6" Type="http://schemas.openxmlformats.org/officeDocument/2006/relationships/image" Target="../media/image59.wmf"/><Relationship Id="rId5" Type="http://schemas.openxmlformats.org/officeDocument/2006/relationships/image" Target="../media/image58.wmf"/><Relationship Id="rId4" Type="http://schemas.openxmlformats.org/officeDocument/2006/relationships/image" Target="../media/image57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7" Type="http://schemas.openxmlformats.org/officeDocument/2006/relationships/image" Target="../media/image67.wmf"/><Relationship Id="rId2" Type="http://schemas.openxmlformats.org/officeDocument/2006/relationships/image" Target="../media/image62.wmf"/><Relationship Id="rId1" Type="http://schemas.openxmlformats.org/officeDocument/2006/relationships/image" Target="../media/image61.wmf"/><Relationship Id="rId6" Type="http://schemas.openxmlformats.org/officeDocument/2006/relationships/image" Target="../media/image66.wmf"/><Relationship Id="rId5" Type="http://schemas.openxmlformats.org/officeDocument/2006/relationships/image" Target="../media/image65.wmf"/><Relationship Id="rId4" Type="http://schemas.openxmlformats.org/officeDocument/2006/relationships/image" Target="../media/image64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75.wmf"/><Relationship Id="rId13" Type="http://schemas.openxmlformats.org/officeDocument/2006/relationships/image" Target="../media/image80.wmf"/><Relationship Id="rId3" Type="http://schemas.openxmlformats.org/officeDocument/2006/relationships/image" Target="../media/image70.wmf"/><Relationship Id="rId7" Type="http://schemas.openxmlformats.org/officeDocument/2006/relationships/image" Target="../media/image74.wmf"/><Relationship Id="rId12" Type="http://schemas.openxmlformats.org/officeDocument/2006/relationships/image" Target="../media/image79.wmf"/><Relationship Id="rId2" Type="http://schemas.openxmlformats.org/officeDocument/2006/relationships/image" Target="../media/image69.wmf"/><Relationship Id="rId1" Type="http://schemas.openxmlformats.org/officeDocument/2006/relationships/image" Target="../media/image68.wmf"/><Relationship Id="rId6" Type="http://schemas.openxmlformats.org/officeDocument/2006/relationships/image" Target="../media/image73.wmf"/><Relationship Id="rId11" Type="http://schemas.openxmlformats.org/officeDocument/2006/relationships/image" Target="../media/image78.wmf"/><Relationship Id="rId5" Type="http://schemas.openxmlformats.org/officeDocument/2006/relationships/image" Target="../media/image72.wmf"/><Relationship Id="rId15" Type="http://schemas.openxmlformats.org/officeDocument/2006/relationships/image" Target="../media/image82.wmf"/><Relationship Id="rId10" Type="http://schemas.openxmlformats.org/officeDocument/2006/relationships/image" Target="../media/image77.wmf"/><Relationship Id="rId4" Type="http://schemas.openxmlformats.org/officeDocument/2006/relationships/image" Target="../media/image71.wmf"/><Relationship Id="rId9" Type="http://schemas.openxmlformats.org/officeDocument/2006/relationships/image" Target="../media/image76.wmf"/><Relationship Id="rId14" Type="http://schemas.openxmlformats.org/officeDocument/2006/relationships/image" Target="../media/image81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85.wmf"/><Relationship Id="rId2" Type="http://schemas.openxmlformats.org/officeDocument/2006/relationships/image" Target="../media/image84.wmf"/><Relationship Id="rId1" Type="http://schemas.openxmlformats.org/officeDocument/2006/relationships/image" Target="../media/image83.wmf"/><Relationship Id="rId6" Type="http://schemas.openxmlformats.org/officeDocument/2006/relationships/image" Target="../media/image88.wmf"/><Relationship Id="rId5" Type="http://schemas.openxmlformats.org/officeDocument/2006/relationships/image" Target="../media/image87.wmf"/><Relationship Id="rId4" Type="http://schemas.openxmlformats.org/officeDocument/2006/relationships/image" Target="../media/image86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96.wmf"/><Relationship Id="rId13" Type="http://schemas.openxmlformats.org/officeDocument/2006/relationships/image" Target="../media/image13.wmf"/><Relationship Id="rId18" Type="http://schemas.openxmlformats.org/officeDocument/2006/relationships/image" Target="../media/image102.wmf"/><Relationship Id="rId3" Type="http://schemas.openxmlformats.org/officeDocument/2006/relationships/image" Target="../media/image91.wmf"/><Relationship Id="rId21" Type="http://schemas.openxmlformats.org/officeDocument/2006/relationships/image" Target="../media/image105.wmf"/><Relationship Id="rId7" Type="http://schemas.openxmlformats.org/officeDocument/2006/relationships/image" Target="../media/image95.wmf"/><Relationship Id="rId12" Type="http://schemas.openxmlformats.org/officeDocument/2006/relationships/image" Target="../media/image100.wmf"/><Relationship Id="rId17" Type="http://schemas.openxmlformats.org/officeDocument/2006/relationships/image" Target="../media/image17.wmf"/><Relationship Id="rId2" Type="http://schemas.openxmlformats.org/officeDocument/2006/relationships/image" Target="../media/image90.wmf"/><Relationship Id="rId16" Type="http://schemas.openxmlformats.org/officeDocument/2006/relationships/image" Target="../media/image101.wmf"/><Relationship Id="rId20" Type="http://schemas.openxmlformats.org/officeDocument/2006/relationships/image" Target="../media/image104.wmf"/><Relationship Id="rId1" Type="http://schemas.openxmlformats.org/officeDocument/2006/relationships/image" Target="../media/image89.wmf"/><Relationship Id="rId6" Type="http://schemas.openxmlformats.org/officeDocument/2006/relationships/image" Target="../media/image94.wmf"/><Relationship Id="rId11" Type="http://schemas.openxmlformats.org/officeDocument/2006/relationships/image" Target="../media/image99.wmf"/><Relationship Id="rId5" Type="http://schemas.openxmlformats.org/officeDocument/2006/relationships/image" Target="../media/image93.wmf"/><Relationship Id="rId15" Type="http://schemas.openxmlformats.org/officeDocument/2006/relationships/image" Target="../media/image15.wmf"/><Relationship Id="rId10" Type="http://schemas.openxmlformats.org/officeDocument/2006/relationships/image" Target="../media/image98.wmf"/><Relationship Id="rId19" Type="http://schemas.openxmlformats.org/officeDocument/2006/relationships/image" Target="../media/image103.wmf"/><Relationship Id="rId4" Type="http://schemas.openxmlformats.org/officeDocument/2006/relationships/image" Target="../media/image92.wmf"/><Relationship Id="rId9" Type="http://schemas.openxmlformats.org/officeDocument/2006/relationships/image" Target="../media/image97.wmf"/><Relationship Id="rId14" Type="http://schemas.openxmlformats.org/officeDocument/2006/relationships/image" Target="../media/image14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wmf"/><Relationship Id="rId3" Type="http://schemas.openxmlformats.org/officeDocument/2006/relationships/image" Target="../media/image25.wmf"/><Relationship Id="rId7" Type="http://schemas.openxmlformats.org/officeDocument/2006/relationships/image" Target="../media/image111.wmf"/><Relationship Id="rId2" Type="http://schemas.openxmlformats.org/officeDocument/2006/relationships/image" Target="../media/image107.wmf"/><Relationship Id="rId1" Type="http://schemas.openxmlformats.org/officeDocument/2006/relationships/image" Target="../media/image106.wmf"/><Relationship Id="rId6" Type="http://schemas.openxmlformats.org/officeDocument/2006/relationships/image" Target="../media/image110.wmf"/><Relationship Id="rId5" Type="http://schemas.openxmlformats.org/officeDocument/2006/relationships/image" Target="../media/image109.wmf"/><Relationship Id="rId10" Type="http://schemas.openxmlformats.org/officeDocument/2006/relationships/image" Target="../media/image114.wmf"/><Relationship Id="rId4" Type="http://schemas.openxmlformats.org/officeDocument/2006/relationships/image" Target="../media/image108.wmf"/><Relationship Id="rId9" Type="http://schemas.openxmlformats.org/officeDocument/2006/relationships/image" Target="../media/image113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wmf"/><Relationship Id="rId13" Type="http://schemas.openxmlformats.org/officeDocument/2006/relationships/image" Target="../media/image126.wmf"/><Relationship Id="rId3" Type="http://schemas.openxmlformats.org/officeDocument/2006/relationships/image" Target="../media/image112.wmf"/><Relationship Id="rId7" Type="http://schemas.openxmlformats.org/officeDocument/2006/relationships/image" Target="../media/image120.wmf"/><Relationship Id="rId12" Type="http://schemas.openxmlformats.org/officeDocument/2006/relationships/image" Target="../media/image125.wmf"/><Relationship Id="rId2" Type="http://schemas.openxmlformats.org/officeDocument/2006/relationships/image" Target="../media/image116.wmf"/><Relationship Id="rId1" Type="http://schemas.openxmlformats.org/officeDocument/2006/relationships/image" Target="../media/image115.wmf"/><Relationship Id="rId6" Type="http://schemas.openxmlformats.org/officeDocument/2006/relationships/image" Target="../media/image119.wmf"/><Relationship Id="rId11" Type="http://schemas.openxmlformats.org/officeDocument/2006/relationships/image" Target="../media/image124.wmf"/><Relationship Id="rId5" Type="http://schemas.openxmlformats.org/officeDocument/2006/relationships/image" Target="../media/image118.wmf"/><Relationship Id="rId10" Type="http://schemas.openxmlformats.org/officeDocument/2006/relationships/image" Target="../media/image123.wmf"/><Relationship Id="rId4" Type="http://schemas.openxmlformats.org/officeDocument/2006/relationships/image" Target="../media/image117.wmf"/><Relationship Id="rId9" Type="http://schemas.openxmlformats.org/officeDocument/2006/relationships/image" Target="../media/image122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wmf"/><Relationship Id="rId1" Type="http://schemas.openxmlformats.org/officeDocument/2006/relationships/image" Target="../media/image127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wmf"/><Relationship Id="rId3" Type="http://schemas.openxmlformats.org/officeDocument/2006/relationships/image" Target="../media/image131.wmf"/><Relationship Id="rId7" Type="http://schemas.openxmlformats.org/officeDocument/2006/relationships/image" Target="../media/image135.wmf"/><Relationship Id="rId2" Type="http://schemas.openxmlformats.org/officeDocument/2006/relationships/image" Target="../media/image130.wmf"/><Relationship Id="rId1" Type="http://schemas.openxmlformats.org/officeDocument/2006/relationships/image" Target="../media/image129.wmf"/><Relationship Id="rId6" Type="http://schemas.openxmlformats.org/officeDocument/2006/relationships/image" Target="../media/image134.wmf"/><Relationship Id="rId5" Type="http://schemas.openxmlformats.org/officeDocument/2006/relationships/image" Target="../media/image133.wmf"/><Relationship Id="rId10" Type="http://schemas.openxmlformats.org/officeDocument/2006/relationships/image" Target="../media/image138.wmf"/><Relationship Id="rId4" Type="http://schemas.openxmlformats.org/officeDocument/2006/relationships/image" Target="../media/image132.wmf"/><Relationship Id="rId9" Type="http://schemas.openxmlformats.org/officeDocument/2006/relationships/image" Target="../media/image137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wmf"/><Relationship Id="rId3" Type="http://schemas.openxmlformats.org/officeDocument/2006/relationships/image" Target="../media/image141.wmf"/><Relationship Id="rId7" Type="http://schemas.openxmlformats.org/officeDocument/2006/relationships/image" Target="../media/image145.wmf"/><Relationship Id="rId2" Type="http://schemas.openxmlformats.org/officeDocument/2006/relationships/image" Target="../media/image140.wmf"/><Relationship Id="rId1" Type="http://schemas.openxmlformats.org/officeDocument/2006/relationships/image" Target="../media/image139.wmf"/><Relationship Id="rId6" Type="http://schemas.openxmlformats.org/officeDocument/2006/relationships/image" Target="../media/image144.wmf"/><Relationship Id="rId5" Type="http://schemas.openxmlformats.org/officeDocument/2006/relationships/image" Target="../media/image143.wmf"/><Relationship Id="rId4" Type="http://schemas.openxmlformats.org/officeDocument/2006/relationships/image" Target="../media/image142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4.wmf"/><Relationship Id="rId3" Type="http://schemas.openxmlformats.org/officeDocument/2006/relationships/image" Target="../media/image149.wmf"/><Relationship Id="rId7" Type="http://schemas.openxmlformats.org/officeDocument/2006/relationships/image" Target="../media/image153.wmf"/><Relationship Id="rId12" Type="http://schemas.openxmlformats.org/officeDocument/2006/relationships/image" Target="../media/image158.wmf"/><Relationship Id="rId2" Type="http://schemas.openxmlformats.org/officeDocument/2006/relationships/image" Target="../media/image148.wmf"/><Relationship Id="rId1" Type="http://schemas.openxmlformats.org/officeDocument/2006/relationships/image" Target="../media/image147.wmf"/><Relationship Id="rId6" Type="http://schemas.openxmlformats.org/officeDocument/2006/relationships/image" Target="../media/image152.wmf"/><Relationship Id="rId11" Type="http://schemas.openxmlformats.org/officeDocument/2006/relationships/image" Target="../media/image157.wmf"/><Relationship Id="rId5" Type="http://schemas.openxmlformats.org/officeDocument/2006/relationships/image" Target="../media/image151.wmf"/><Relationship Id="rId10" Type="http://schemas.openxmlformats.org/officeDocument/2006/relationships/image" Target="../media/image156.wmf"/><Relationship Id="rId4" Type="http://schemas.openxmlformats.org/officeDocument/2006/relationships/image" Target="../media/image150.wmf"/><Relationship Id="rId9" Type="http://schemas.openxmlformats.org/officeDocument/2006/relationships/image" Target="../media/image155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wmf"/><Relationship Id="rId13" Type="http://schemas.openxmlformats.org/officeDocument/2006/relationships/image" Target="../media/image169.wmf"/><Relationship Id="rId18" Type="http://schemas.openxmlformats.org/officeDocument/2006/relationships/image" Target="../media/image174.wmf"/><Relationship Id="rId3" Type="http://schemas.openxmlformats.org/officeDocument/2006/relationships/image" Target="../media/image161.wmf"/><Relationship Id="rId7" Type="http://schemas.openxmlformats.org/officeDocument/2006/relationships/image" Target="../media/image77.wmf"/><Relationship Id="rId12" Type="http://schemas.openxmlformats.org/officeDocument/2006/relationships/image" Target="../media/image168.wmf"/><Relationship Id="rId17" Type="http://schemas.openxmlformats.org/officeDocument/2006/relationships/image" Target="../media/image173.wmf"/><Relationship Id="rId2" Type="http://schemas.openxmlformats.org/officeDocument/2006/relationships/image" Target="../media/image160.wmf"/><Relationship Id="rId16" Type="http://schemas.openxmlformats.org/officeDocument/2006/relationships/image" Target="../media/image172.wmf"/><Relationship Id="rId1" Type="http://schemas.openxmlformats.org/officeDocument/2006/relationships/image" Target="../media/image159.wmf"/><Relationship Id="rId6" Type="http://schemas.openxmlformats.org/officeDocument/2006/relationships/image" Target="../media/image76.wmf"/><Relationship Id="rId11" Type="http://schemas.openxmlformats.org/officeDocument/2006/relationships/image" Target="../media/image167.wmf"/><Relationship Id="rId5" Type="http://schemas.openxmlformats.org/officeDocument/2006/relationships/image" Target="../media/image163.wmf"/><Relationship Id="rId15" Type="http://schemas.openxmlformats.org/officeDocument/2006/relationships/image" Target="../media/image171.wmf"/><Relationship Id="rId10" Type="http://schemas.openxmlformats.org/officeDocument/2006/relationships/image" Target="../media/image166.wmf"/><Relationship Id="rId4" Type="http://schemas.openxmlformats.org/officeDocument/2006/relationships/image" Target="../media/image162.wmf"/><Relationship Id="rId9" Type="http://schemas.openxmlformats.org/officeDocument/2006/relationships/image" Target="../media/image165.wmf"/><Relationship Id="rId14" Type="http://schemas.openxmlformats.org/officeDocument/2006/relationships/image" Target="../media/image170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2.wmf"/><Relationship Id="rId3" Type="http://schemas.openxmlformats.org/officeDocument/2006/relationships/image" Target="../media/image177.wmf"/><Relationship Id="rId7" Type="http://schemas.openxmlformats.org/officeDocument/2006/relationships/image" Target="../media/image181.wmf"/><Relationship Id="rId2" Type="http://schemas.openxmlformats.org/officeDocument/2006/relationships/image" Target="../media/image176.wmf"/><Relationship Id="rId1" Type="http://schemas.openxmlformats.org/officeDocument/2006/relationships/image" Target="../media/image175.wmf"/><Relationship Id="rId6" Type="http://schemas.openxmlformats.org/officeDocument/2006/relationships/image" Target="../media/image180.wmf"/><Relationship Id="rId5" Type="http://schemas.openxmlformats.org/officeDocument/2006/relationships/image" Target="../media/image179.wmf"/><Relationship Id="rId4" Type="http://schemas.openxmlformats.org/officeDocument/2006/relationships/image" Target="../media/image178.wmf"/><Relationship Id="rId9" Type="http://schemas.openxmlformats.org/officeDocument/2006/relationships/image" Target="../media/image183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5.wmf"/><Relationship Id="rId2" Type="http://schemas.openxmlformats.org/officeDocument/2006/relationships/image" Target="../media/image184.wmf"/><Relationship Id="rId1" Type="http://schemas.openxmlformats.org/officeDocument/2006/relationships/image" Target="../media/image178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3.wmf"/><Relationship Id="rId3" Type="http://schemas.openxmlformats.org/officeDocument/2006/relationships/image" Target="../media/image188.wmf"/><Relationship Id="rId7" Type="http://schemas.openxmlformats.org/officeDocument/2006/relationships/image" Target="../media/image192.wmf"/><Relationship Id="rId2" Type="http://schemas.openxmlformats.org/officeDocument/2006/relationships/image" Target="../media/image187.wmf"/><Relationship Id="rId1" Type="http://schemas.openxmlformats.org/officeDocument/2006/relationships/image" Target="../media/image186.wmf"/><Relationship Id="rId6" Type="http://schemas.openxmlformats.org/officeDocument/2006/relationships/image" Target="../media/image191.wmf"/><Relationship Id="rId5" Type="http://schemas.openxmlformats.org/officeDocument/2006/relationships/image" Target="../media/image190.wmf"/><Relationship Id="rId10" Type="http://schemas.openxmlformats.org/officeDocument/2006/relationships/image" Target="../media/image195.wmf"/><Relationship Id="rId4" Type="http://schemas.openxmlformats.org/officeDocument/2006/relationships/image" Target="../media/image189.wmf"/><Relationship Id="rId9" Type="http://schemas.openxmlformats.org/officeDocument/2006/relationships/image" Target="../media/image194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2.wmf"/><Relationship Id="rId3" Type="http://schemas.openxmlformats.org/officeDocument/2006/relationships/image" Target="../media/image197.wmf"/><Relationship Id="rId7" Type="http://schemas.openxmlformats.org/officeDocument/2006/relationships/image" Target="../media/image201.wmf"/><Relationship Id="rId2" Type="http://schemas.openxmlformats.org/officeDocument/2006/relationships/image" Target="../media/image196.wmf"/><Relationship Id="rId1" Type="http://schemas.openxmlformats.org/officeDocument/2006/relationships/image" Target="../media/image193.wmf"/><Relationship Id="rId6" Type="http://schemas.openxmlformats.org/officeDocument/2006/relationships/image" Target="../media/image200.wmf"/><Relationship Id="rId5" Type="http://schemas.openxmlformats.org/officeDocument/2006/relationships/image" Target="../media/image199.wmf"/><Relationship Id="rId4" Type="http://schemas.openxmlformats.org/officeDocument/2006/relationships/image" Target="../media/image198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3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6.wmf"/><Relationship Id="rId2" Type="http://schemas.openxmlformats.org/officeDocument/2006/relationships/image" Target="../media/image205.wmf"/><Relationship Id="rId1" Type="http://schemas.openxmlformats.org/officeDocument/2006/relationships/image" Target="../media/image204.wmf"/><Relationship Id="rId5" Type="http://schemas.openxmlformats.org/officeDocument/2006/relationships/image" Target="../media/image208.wmf"/><Relationship Id="rId4" Type="http://schemas.openxmlformats.org/officeDocument/2006/relationships/image" Target="../media/image207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wmf"/><Relationship Id="rId2" Type="http://schemas.openxmlformats.org/officeDocument/2006/relationships/image" Target="../media/image210.wmf"/><Relationship Id="rId1" Type="http://schemas.openxmlformats.org/officeDocument/2006/relationships/image" Target="../media/image209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4.wmf"/><Relationship Id="rId2" Type="http://schemas.openxmlformats.org/officeDocument/2006/relationships/image" Target="../media/image213.wmf"/><Relationship Id="rId1" Type="http://schemas.openxmlformats.org/officeDocument/2006/relationships/image" Target="../media/image212.wmf"/><Relationship Id="rId4" Type="http://schemas.openxmlformats.org/officeDocument/2006/relationships/image" Target="../media/image215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7.wmf"/><Relationship Id="rId2" Type="http://schemas.openxmlformats.org/officeDocument/2006/relationships/image" Target="../media/image216.wmf"/><Relationship Id="rId1" Type="http://schemas.openxmlformats.org/officeDocument/2006/relationships/image" Target="../media/image213.wmf"/><Relationship Id="rId5" Type="http://schemas.openxmlformats.org/officeDocument/2006/relationships/image" Target="../media/image219.wmf"/><Relationship Id="rId4" Type="http://schemas.openxmlformats.org/officeDocument/2006/relationships/image" Target="../media/image218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7.wmf"/><Relationship Id="rId3" Type="http://schemas.openxmlformats.org/officeDocument/2006/relationships/image" Target="../media/image222.wmf"/><Relationship Id="rId7" Type="http://schemas.openxmlformats.org/officeDocument/2006/relationships/image" Target="../media/image226.wmf"/><Relationship Id="rId2" Type="http://schemas.openxmlformats.org/officeDocument/2006/relationships/image" Target="../media/image221.wmf"/><Relationship Id="rId1" Type="http://schemas.openxmlformats.org/officeDocument/2006/relationships/image" Target="../media/image220.wmf"/><Relationship Id="rId6" Type="http://schemas.openxmlformats.org/officeDocument/2006/relationships/image" Target="../media/image225.wmf"/><Relationship Id="rId5" Type="http://schemas.openxmlformats.org/officeDocument/2006/relationships/image" Target="../media/image224.wmf"/><Relationship Id="rId4" Type="http://schemas.openxmlformats.org/officeDocument/2006/relationships/image" Target="../media/image223.wmf"/><Relationship Id="rId9" Type="http://schemas.openxmlformats.org/officeDocument/2006/relationships/image" Target="../media/image228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1.wmf"/><Relationship Id="rId7" Type="http://schemas.openxmlformats.org/officeDocument/2006/relationships/image" Target="../media/image235.wmf"/><Relationship Id="rId2" Type="http://schemas.openxmlformats.org/officeDocument/2006/relationships/image" Target="../media/image230.wmf"/><Relationship Id="rId1" Type="http://schemas.openxmlformats.org/officeDocument/2006/relationships/image" Target="../media/image229.wmf"/><Relationship Id="rId6" Type="http://schemas.openxmlformats.org/officeDocument/2006/relationships/image" Target="../media/image234.wmf"/><Relationship Id="rId5" Type="http://schemas.openxmlformats.org/officeDocument/2006/relationships/image" Target="../media/image233.wmf"/><Relationship Id="rId4" Type="http://schemas.openxmlformats.org/officeDocument/2006/relationships/image" Target="../media/image232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7.wmf"/><Relationship Id="rId2" Type="http://schemas.openxmlformats.org/officeDocument/2006/relationships/image" Target="../media/image236.wmf"/><Relationship Id="rId1" Type="http://schemas.openxmlformats.org/officeDocument/2006/relationships/image" Target="../media/image235.wmf"/><Relationship Id="rId4" Type="http://schemas.openxmlformats.org/officeDocument/2006/relationships/image" Target="../media/image238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wmf"/><Relationship Id="rId2" Type="http://schemas.openxmlformats.org/officeDocument/2006/relationships/image" Target="../media/image239.wmf"/><Relationship Id="rId1" Type="http://schemas.openxmlformats.org/officeDocument/2006/relationships/image" Target="../media/image232.wmf"/><Relationship Id="rId6" Type="http://schemas.openxmlformats.org/officeDocument/2006/relationships/image" Target="../media/image243.wmf"/><Relationship Id="rId5" Type="http://schemas.openxmlformats.org/officeDocument/2006/relationships/image" Target="../media/image242.wmf"/><Relationship Id="rId4" Type="http://schemas.openxmlformats.org/officeDocument/2006/relationships/image" Target="../media/image241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6.wmf"/><Relationship Id="rId7" Type="http://schemas.openxmlformats.org/officeDocument/2006/relationships/image" Target="../media/image250.wmf"/><Relationship Id="rId2" Type="http://schemas.openxmlformats.org/officeDocument/2006/relationships/image" Target="../media/image245.wmf"/><Relationship Id="rId1" Type="http://schemas.openxmlformats.org/officeDocument/2006/relationships/image" Target="../media/image244.wmf"/><Relationship Id="rId6" Type="http://schemas.openxmlformats.org/officeDocument/2006/relationships/image" Target="../media/image249.wmf"/><Relationship Id="rId5" Type="http://schemas.openxmlformats.org/officeDocument/2006/relationships/image" Target="../media/image248.wmf"/><Relationship Id="rId4" Type="http://schemas.openxmlformats.org/officeDocument/2006/relationships/image" Target="../media/image247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3.wmf"/><Relationship Id="rId7" Type="http://schemas.openxmlformats.org/officeDocument/2006/relationships/image" Target="../media/image256.wmf"/><Relationship Id="rId2" Type="http://schemas.openxmlformats.org/officeDocument/2006/relationships/image" Target="../media/image252.wmf"/><Relationship Id="rId1" Type="http://schemas.openxmlformats.org/officeDocument/2006/relationships/image" Target="../media/image251.wmf"/><Relationship Id="rId6" Type="http://schemas.openxmlformats.org/officeDocument/2006/relationships/image" Target="../media/image255.wmf"/><Relationship Id="rId5" Type="http://schemas.openxmlformats.org/officeDocument/2006/relationships/image" Target="../media/image248.wmf"/><Relationship Id="rId4" Type="http://schemas.openxmlformats.org/officeDocument/2006/relationships/image" Target="../media/image254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8.wmf"/><Relationship Id="rId2" Type="http://schemas.openxmlformats.org/officeDocument/2006/relationships/image" Target="../media/image256.wmf"/><Relationship Id="rId1" Type="http://schemas.openxmlformats.org/officeDocument/2006/relationships/image" Target="../media/image257.wmf"/><Relationship Id="rId5" Type="http://schemas.openxmlformats.org/officeDocument/2006/relationships/image" Target="../media/image254.wmf"/><Relationship Id="rId4" Type="http://schemas.openxmlformats.org/officeDocument/2006/relationships/image" Target="../media/image25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B8A403-59A5-4F2E-9015-C3DD0425EC43}" type="datetimeFigureOut">
              <a:rPr lang="zh-CN" altLang="en-US" smtClean="0"/>
              <a:t>2023/12/7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E60E94-33A7-4BDF-9F4E-588597920D2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5293060" y="0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数学与统计学院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2023/12/7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627534"/>
            <a:ext cx="8229600" cy="8572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2023/12/7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29"/>
          <p:cNvSpPr txBox="1"/>
          <p:nvPr userDrawn="1"/>
        </p:nvSpPr>
        <p:spPr>
          <a:xfrm>
            <a:off x="2915816" y="20782"/>
            <a:ext cx="5891546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1800" b="1" kern="12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j-cs"/>
              </a:defRPr>
            </a:lvl1pPr>
          </a:lstStyle>
          <a:p>
            <a:r>
              <a:rPr lang="zh-CN" altLang="en-US" sz="1800" dirty="0"/>
              <a:t>第一讲微分方程的基本概念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2023/12/7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2023/12/7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.wmf"/><Relationship Id="rId18" Type="http://schemas.openxmlformats.org/officeDocument/2006/relationships/oleObject" Target="../embeddings/oleObject8.bin"/><Relationship Id="rId26" Type="http://schemas.openxmlformats.org/officeDocument/2006/relationships/oleObject" Target="../embeddings/oleObject12.bin"/><Relationship Id="rId39" Type="http://schemas.openxmlformats.org/officeDocument/2006/relationships/image" Target="../media/image18.wmf"/><Relationship Id="rId21" Type="http://schemas.openxmlformats.org/officeDocument/2006/relationships/image" Target="../media/image9.wmf"/><Relationship Id="rId34" Type="http://schemas.openxmlformats.org/officeDocument/2006/relationships/oleObject" Target="../embeddings/oleObject16.bin"/><Relationship Id="rId42" Type="http://schemas.openxmlformats.org/officeDocument/2006/relationships/oleObject" Target="../embeddings/oleObject20.bin"/><Relationship Id="rId7" Type="http://schemas.openxmlformats.org/officeDocument/2006/relationships/image" Target="../media/image2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7.bin"/><Relationship Id="rId29" Type="http://schemas.openxmlformats.org/officeDocument/2006/relationships/image" Target="../media/image13.wmf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4.wmf"/><Relationship Id="rId24" Type="http://schemas.openxmlformats.org/officeDocument/2006/relationships/oleObject" Target="../embeddings/oleObject11.bin"/><Relationship Id="rId32" Type="http://schemas.openxmlformats.org/officeDocument/2006/relationships/oleObject" Target="../embeddings/oleObject15.bin"/><Relationship Id="rId37" Type="http://schemas.openxmlformats.org/officeDocument/2006/relationships/image" Target="../media/image17.wmf"/><Relationship Id="rId40" Type="http://schemas.openxmlformats.org/officeDocument/2006/relationships/oleObject" Target="../embeddings/oleObject19.bin"/><Relationship Id="rId45" Type="http://schemas.openxmlformats.org/officeDocument/2006/relationships/image" Target="../media/image21.wmf"/><Relationship Id="rId5" Type="http://schemas.openxmlformats.org/officeDocument/2006/relationships/image" Target="../media/image1.wmf"/><Relationship Id="rId15" Type="http://schemas.openxmlformats.org/officeDocument/2006/relationships/image" Target="../media/image6.wmf"/><Relationship Id="rId23" Type="http://schemas.openxmlformats.org/officeDocument/2006/relationships/image" Target="../media/image10.wmf"/><Relationship Id="rId28" Type="http://schemas.openxmlformats.org/officeDocument/2006/relationships/oleObject" Target="../embeddings/oleObject13.bin"/><Relationship Id="rId36" Type="http://schemas.openxmlformats.org/officeDocument/2006/relationships/oleObject" Target="../embeddings/oleObject17.bin"/><Relationship Id="rId10" Type="http://schemas.openxmlformats.org/officeDocument/2006/relationships/oleObject" Target="../embeddings/oleObject4.bin"/><Relationship Id="rId19" Type="http://schemas.openxmlformats.org/officeDocument/2006/relationships/image" Target="../media/image8.wmf"/><Relationship Id="rId31" Type="http://schemas.openxmlformats.org/officeDocument/2006/relationships/image" Target="../media/image14.wmf"/><Relationship Id="rId44" Type="http://schemas.openxmlformats.org/officeDocument/2006/relationships/oleObject" Target="../embeddings/oleObject21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3.wmf"/><Relationship Id="rId14" Type="http://schemas.openxmlformats.org/officeDocument/2006/relationships/oleObject" Target="../embeddings/oleObject6.bin"/><Relationship Id="rId22" Type="http://schemas.openxmlformats.org/officeDocument/2006/relationships/oleObject" Target="../embeddings/oleObject10.bin"/><Relationship Id="rId27" Type="http://schemas.openxmlformats.org/officeDocument/2006/relationships/image" Target="../media/image12.wmf"/><Relationship Id="rId30" Type="http://schemas.openxmlformats.org/officeDocument/2006/relationships/oleObject" Target="../embeddings/oleObject14.bin"/><Relationship Id="rId35" Type="http://schemas.openxmlformats.org/officeDocument/2006/relationships/image" Target="../media/image16.wmf"/><Relationship Id="rId43" Type="http://schemas.openxmlformats.org/officeDocument/2006/relationships/image" Target="../media/image20.wmf"/><Relationship Id="rId8" Type="http://schemas.openxmlformats.org/officeDocument/2006/relationships/oleObject" Target="../embeddings/oleObject3.bin"/><Relationship Id="rId3" Type="http://schemas.openxmlformats.org/officeDocument/2006/relationships/audio" Target="../media/audio1.wav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7.wmf"/><Relationship Id="rId25" Type="http://schemas.openxmlformats.org/officeDocument/2006/relationships/image" Target="../media/image11.wmf"/><Relationship Id="rId33" Type="http://schemas.openxmlformats.org/officeDocument/2006/relationships/image" Target="../media/image15.wmf"/><Relationship Id="rId38" Type="http://schemas.openxmlformats.org/officeDocument/2006/relationships/oleObject" Target="../embeddings/oleObject18.bin"/><Relationship Id="rId20" Type="http://schemas.openxmlformats.org/officeDocument/2006/relationships/oleObject" Target="../embeddings/oleObject9.bin"/><Relationship Id="rId41" Type="http://schemas.openxmlformats.org/officeDocument/2006/relationships/image" Target="../media/image19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13" Type="http://schemas.openxmlformats.org/officeDocument/2006/relationships/oleObject" Target="../embeddings/oleObject27.bin"/><Relationship Id="rId18" Type="http://schemas.openxmlformats.org/officeDocument/2006/relationships/image" Target="../media/image29.wmf"/><Relationship Id="rId3" Type="http://schemas.openxmlformats.org/officeDocument/2006/relationships/oleObject" Target="../embeddings/oleObject22.bin"/><Relationship Id="rId21" Type="http://schemas.openxmlformats.org/officeDocument/2006/relationships/oleObject" Target="../embeddings/oleObject31.bin"/><Relationship Id="rId7" Type="http://schemas.openxmlformats.org/officeDocument/2006/relationships/oleObject" Target="../embeddings/oleObject24.bin"/><Relationship Id="rId12" Type="http://schemas.openxmlformats.org/officeDocument/2006/relationships/image" Target="../media/image26.wmf"/><Relationship Id="rId17" Type="http://schemas.openxmlformats.org/officeDocument/2006/relationships/oleObject" Target="../embeddings/oleObject2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8.wmf"/><Relationship Id="rId20" Type="http://schemas.openxmlformats.org/officeDocument/2006/relationships/image" Target="../media/image30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23.wmf"/><Relationship Id="rId11" Type="http://schemas.openxmlformats.org/officeDocument/2006/relationships/oleObject" Target="../embeddings/oleObject26.bin"/><Relationship Id="rId5" Type="http://schemas.openxmlformats.org/officeDocument/2006/relationships/oleObject" Target="../embeddings/oleObject23.bin"/><Relationship Id="rId15" Type="http://schemas.openxmlformats.org/officeDocument/2006/relationships/oleObject" Target="../embeddings/oleObject28.bin"/><Relationship Id="rId10" Type="http://schemas.openxmlformats.org/officeDocument/2006/relationships/image" Target="../media/image25.wmf"/><Relationship Id="rId19" Type="http://schemas.openxmlformats.org/officeDocument/2006/relationships/oleObject" Target="../embeddings/oleObject30.bin"/><Relationship Id="rId4" Type="http://schemas.openxmlformats.org/officeDocument/2006/relationships/image" Target="../media/image22.wmf"/><Relationship Id="rId9" Type="http://schemas.openxmlformats.org/officeDocument/2006/relationships/oleObject" Target="../embeddings/oleObject25.bin"/><Relationship Id="rId14" Type="http://schemas.openxmlformats.org/officeDocument/2006/relationships/image" Target="../media/image27.wmf"/><Relationship Id="rId22" Type="http://schemas.openxmlformats.org/officeDocument/2006/relationships/image" Target="../media/image31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13" Type="http://schemas.openxmlformats.org/officeDocument/2006/relationships/oleObject" Target="../embeddings/oleObject37.bin"/><Relationship Id="rId18" Type="http://schemas.openxmlformats.org/officeDocument/2006/relationships/oleObject" Target="../embeddings/oleObject41.bin"/><Relationship Id="rId3" Type="http://schemas.openxmlformats.org/officeDocument/2006/relationships/oleObject" Target="../embeddings/oleObject32.bin"/><Relationship Id="rId7" Type="http://schemas.openxmlformats.org/officeDocument/2006/relationships/oleObject" Target="../embeddings/oleObject34.bin"/><Relationship Id="rId12" Type="http://schemas.openxmlformats.org/officeDocument/2006/relationships/image" Target="../media/image36.wmf"/><Relationship Id="rId17" Type="http://schemas.openxmlformats.org/officeDocument/2006/relationships/image" Target="../media/image37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40.bin"/><Relationship Id="rId1" Type="http://schemas.openxmlformats.org/officeDocument/2006/relationships/vmlDrawing" Target="../drawings/vmlDrawing3.vml"/><Relationship Id="rId6" Type="http://schemas.openxmlformats.org/officeDocument/2006/relationships/image" Target="../media/image33.wmf"/><Relationship Id="rId11" Type="http://schemas.openxmlformats.org/officeDocument/2006/relationships/oleObject" Target="../embeddings/oleObject36.bin"/><Relationship Id="rId5" Type="http://schemas.openxmlformats.org/officeDocument/2006/relationships/oleObject" Target="../embeddings/oleObject33.bin"/><Relationship Id="rId15" Type="http://schemas.openxmlformats.org/officeDocument/2006/relationships/oleObject" Target="../embeddings/oleObject39.bin"/><Relationship Id="rId10" Type="http://schemas.openxmlformats.org/officeDocument/2006/relationships/image" Target="../media/image35.wmf"/><Relationship Id="rId19" Type="http://schemas.openxmlformats.org/officeDocument/2006/relationships/image" Target="../media/image38.wmf"/><Relationship Id="rId4" Type="http://schemas.openxmlformats.org/officeDocument/2006/relationships/image" Target="../media/image32.wmf"/><Relationship Id="rId9" Type="http://schemas.openxmlformats.org/officeDocument/2006/relationships/oleObject" Target="../embeddings/oleObject35.bin"/><Relationship Id="rId14" Type="http://schemas.openxmlformats.org/officeDocument/2006/relationships/oleObject" Target="../embeddings/oleObject38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13" Type="http://schemas.openxmlformats.org/officeDocument/2006/relationships/oleObject" Target="../embeddings/oleObject47.bin"/><Relationship Id="rId18" Type="http://schemas.openxmlformats.org/officeDocument/2006/relationships/image" Target="../media/image46.wmf"/><Relationship Id="rId3" Type="http://schemas.openxmlformats.org/officeDocument/2006/relationships/oleObject" Target="../embeddings/oleObject42.bin"/><Relationship Id="rId7" Type="http://schemas.openxmlformats.org/officeDocument/2006/relationships/oleObject" Target="../embeddings/oleObject44.bin"/><Relationship Id="rId12" Type="http://schemas.openxmlformats.org/officeDocument/2006/relationships/image" Target="../media/image43.wmf"/><Relationship Id="rId17" Type="http://schemas.openxmlformats.org/officeDocument/2006/relationships/oleObject" Target="../embeddings/oleObject4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5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40.wmf"/><Relationship Id="rId11" Type="http://schemas.openxmlformats.org/officeDocument/2006/relationships/oleObject" Target="../embeddings/oleObject46.bin"/><Relationship Id="rId5" Type="http://schemas.openxmlformats.org/officeDocument/2006/relationships/oleObject" Target="../embeddings/oleObject43.bin"/><Relationship Id="rId15" Type="http://schemas.openxmlformats.org/officeDocument/2006/relationships/oleObject" Target="../embeddings/oleObject48.bin"/><Relationship Id="rId10" Type="http://schemas.openxmlformats.org/officeDocument/2006/relationships/image" Target="../media/image42.wmf"/><Relationship Id="rId4" Type="http://schemas.openxmlformats.org/officeDocument/2006/relationships/image" Target="../media/image39.wmf"/><Relationship Id="rId9" Type="http://schemas.openxmlformats.org/officeDocument/2006/relationships/oleObject" Target="../embeddings/oleObject45.bin"/><Relationship Id="rId14" Type="http://schemas.openxmlformats.org/officeDocument/2006/relationships/image" Target="../media/image44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13" Type="http://schemas.openxmlformats.org/officeDocument/2006/relationships/oleObject" Target="../embeddings/oleObject55.bin"/><Relationship Id="rId18" Type="http://schemas.openxmlformats.org/officeDocument/2006/relationships/image" Target="../media/image52.wmf"/><Relationship Id="rId3" Type="http://schemas.openxmlformats.org/officeDocument/2006/relationships/oleObject" Target="../embeddings/oleObject50.bin"/><Relationship Id="rId7" Type="http://schemas.openxmlformats.org/officeDocument/2006/relationships/oleObject" Target="../embeddings/oleObject52.bin"/><Relationship Id="rId12" Type="http://schemas.openxmlformats.org/officeDocument/2006/relationships/image" Target="../media/image51.wmf"/><Relationship Id="rId17" Type="http://schemas.openxmlformats.org/officeDocument/2006/relationships/oleObject" Target="../embeddings/oleObject5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.wmf"/><Relationship Id="rId20" Type="http://schemas.openxmlformats.org/officeDocument/2006/relationships/image" Target="../media/image53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48.wmf"/><Relationship Id="rId11" Type="http://schemas.openxmlformats.org/officeDocument/2006/relationships/oleObject" Target="../embeddings/oleObject54.bin"/><Relationship Id="rId5" Type="http://schemas.openxmlformats.org/officeDocument/2006/relationships/oleObject" Target="../embeddings/oleObject51.bin"/><Relationship Id="rId15" Type="http://schemas.openxmlformats.org/officeDocument/2006/relationships/oleObject" Target="../embeddings/oleObject56.bin"/><Relationship Id="rId10" Type="http://schemas.openxmlformats.org/officeDocument/2006/relationships/image" Target="../media/image50.wmf"/><Relationship Id="rId19" Type="http://schemas.openxmlformats.org/officeDocument/2006/relationships/oleObject" Target="../embeddings/oleObject58.bin"/><Relationship Id="rId4" Type="http://schemas.openxmlformats.org/officeDocument/2006/relationships/image" Target="../media/image47.wmf"/><Relationship Id="rId9" Type="http://schemas.openxmlformats.org/officeDocument/2006/relationships/oleObject" Target="../embeddings/oleObject53.bin"/><Relationship Id="rId14" Type="http://schemas.openxmlformats.org/officeDocument/2006/relationships/image" Target="../media/image13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wmf"/><Relationship Id="rId13" Type="http://schemas.openxmlformats.org/officeDocument/2006/relationships/oleObject" Target="../embeddings/oleObject64.bin"/><Relationship Id="rId3" Type="http://schemas.openxmlformats.org/officeDocument/2006/relationships/oleObject" Target="../embeddings/oleObject59.bin"/><Relationship Id="rId7" Type="http://schemas.openxmlformats.org/officeDocument/2006/relationships/oleObject" Target="../embeddings/oleObject61.bin"/><Relationship Id="rId12" Type="http://schemas.openxmlformats.org/officeDocument/2006/relationships/image" Target="../media/image58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0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55.wmf"/><Relationship Id="rId11" Type="http://schemas.openxmlformats.org/officeDocument/2006/relationships/oleObject" Target="../embeddings/oleObject63.bin"/><Relationship Id="rId5" Type="http://schemas.openxmlformats.org/officeDocument/2006/relationships/oleObject" Target="../embeddings/oleObject60.bin"/><Relationship Id="rId15" Type="http://schemas.openxmlformats.org/officeDocument/2006/relationships/oleObject" Target="../embeddings/oleObject65.bin"/><Relationship Id="rId10" Type="http://schemas.openxmlformats.org/officeDocument/2006/relationships/image" Target="../media/image57.wmf"/><Relationship Id="rId4" Type="http://schemas.openxmlformats.org/officeDocument/2006/relationships/image" Target="../media/image54.wmf"/><Relationship Id="rId9" Type="http://schemas.openxmlformats.org/officeDocument/2006/relationships/oleObject" Target="../embeddings/oleObject62.bin"/><Relationship Id="rId14" Type="http://schemas.openxmlformats.org/officeDocument/2006/relationships/image" Target="../media/image59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wmf"/><Relationship Id="rId13" Type="http://schemas.openxmlformats.org/officeDocument/2006/relationships/oleObject" Target="../embeddings/oleObject71.bin"/><Relationship Id="rId3" Type="http://schemas.openxmlformats.org/officeDocument/2006/relationships/oleObject" Target="../embeddings/oleObject66.bin"/><Relationship Id="rId7" Type="http://schemas.openxmlformats.org/officeDocument/2006/relationships/oleObject" Target="../embeddings/oleObject68.bin"/><Relationship Id="rId12" Type="http://schemas.openxmlformats.org/officeDocument/2006/relationships/image" Target="../media/image65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7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62.wmf"/><Relationship Id="rId11" Type="http://schemas.openxmlformats.org/officeDocument/2006/relationships/oleObject" Target="../embeddings/oleObject70.bin"/><Relationship Id="rId5" Type="http://schemas.openxmlformats.org/officeDocument/2006/relationships/oleObject" Target="../embeddings/oleObject67.bin"/><Relationship Id="rId15" Type="http://schemas.openxmlformats.org/officeDocument/2006/relationships/oleObject" Target="../embeddings/oleObject72.bin"/><Relationship Id="rId10" Type="http://schemas.openxmlformats.org/officeDocument/2006/relationships/image" Target="../media/image64.wmf"/><Relationship Id="rId4" Type="http://schemas.openxmlformats.org/officeDocument/2006/relationships/image" Target="../media/image61.wmf"/><Relationship Id="rId9" Type="http://schemas.openxmlformats.org/officeDocument/2006/relationships/oleObject" Target="../embeddings/oleObject69.bin"/><Relationship Id="rId14" Type="http://schemas.openxmlformats.org/officeDocument/2006/relationships/image" Target="../media/image66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wmf"/><Relationship Id="rId13" Type="http://schemas.openxmlformats.org/officeDocument/2006/relationships/oleObject" Target="../embeddings/oleObject78.bin"/><Relationship Id="rId18" Type="http://schemas.openxmlformats.org/officeDocument/2006/relationships/image" Target="../media/image75.wmf"/><Relationship Id="rId26" Type="http://schemas.openxmlformats.org/officeDocument/2006/relationships/image" Target="../media/image79.wmf"/><Relationship Id="rId3" Type="http://schemas.openxmlformats.org/officeDocument/2006/relationships/oleObject" Target="../embeddings/oleObject73.bin"/><Relationship Id="rId21" Type="http://schemas.openxmlformats.org/officeDocument/2006/relationships/oleObject" Target="../embeddings/oleObject82.bin"/><Relationship Id="rId7" Type="http://schemas.openxmlformats.org/officeDocument/2006/relationships/oleObject" Target="../embeddings/oleObject75.bin"/><Relationship Id="rId12" Type="http://schemas.openxmlformats.org/officeDocument/2006/relationships/image" Target="../media/image72.wmf"/><Relationship Id="rId17" Type="http://schemas.openxmlformats.org/officeDocument/2006/relationships/oleObject" Target="../embeddings/oleObject80.bin"/><Relationship Id="rId25" Type="http://schemas.openxmlformats.org/officeDocument/2006/relationships/oleObject" Target="../embeddings/oleObject8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4.wmf"/><Relationship Id="rId20" Type="http://schemas.openxmlformats.org/officeDocument/2006/relationships/image" Target="../media/image76.wmf"/><Relationship Id="rId29" Type="http://schemas.openxmlformats.org/officeDocument/2006/relationships/oleObject" Target="../embeddings/oleObject86.bin"/><Relationship Id="rId1" Type="http://schemas.openxmlformats.org/officeDocument/2006/relationships/vmlDrawing" Target="../drawings/vmlDrawing8.vml"/><Relationship Id="rId6" Type="http://schemas.openxmlformats.org/officeDocument/2006/relationships/image" Target="../media/image69.wmf"/><Relationship Id="rId11" Type="http://schemas.openxmlformats.org/officeDocument/2006/relationships/oleObject" Target="../embeddings/oleObject77.bin"/><Relationship Id="rId24" Type="http://schemas.openxmlformats.org/officeDocument/2006/relationships/image" Target="../media/image78.wmf"/><Relationship Id="rId32" Type="http://schemas.openxmlformats.org/officeDocument/2006/relationships/image" Target="../media/image82.wmf"/><Relationship Id="rId5" Type="http://schemas.openxmlformats.org/officeDocument/2006/relationships/oleObject" Target="../embeddings/oleObject74.bin"/><Relationship Id="rId15" Type="http://schemas.openxmlformats.org/officeDocument/2006/relationships/oleObject" Target="../embeddings/oleObject79.bin"/><Relationship Id="rId23" Type="http://schemas.openxmlformats.org/officeDocument/2006/relationships/oleObject" Target="../embeddings/oleObject83.bin"/><Relationship Id="rId28" Type="http://schemas.openxmlformats.org/officeDocument/2006/relationships/image" Target="../media/image80.wmf"/><Relationship Id="rId10" Type="http://schemas.openxmlformats.org/officeDocument/2006/relationships/image" Target="../media/image71.wmf"/><Relationship Id="rId19" Type="http://schemas.openxmlformats.org/officeDocument/2006/relationships/oleObject" Target="../embeddings/oleObject81.bin"/><Relationship Id="rId31" Type="http://schemas.openxmlformats.org/officeDocument/2006/relationships/oleObject" Target="../embeddings/oleObject87.bin"/><Relationship Id="rId4" Type="http://schemas.openxmlformats.org/officeDocument/2006/relationships/image" Target="../media/image68.wmf"/><Relationship Id="rId9" Type="http://schemas.openxmlformats.org/officeDocument/2006/relationships/oleObject" Target="../embeddings/oleObject76.bin"/><Relationship Id="rId14" Type="http://schemas.openxmlformats.org/officeDocument/2006/relationships/image" Target="../media/image73.wmf"/><Relationship Id="rId22" Type="http://schemas.openxmlformats.org/officeDocument/2006/relationships/image" Target="../media/image77.wmf"/><Relationship Id="rId27" Type="http://schemas.openxmlformats.org/officeDocument/2006/relationships/oleObject" Target="../embeddings/oleObject85.bin"/><Relationship Id="rId30" Type="http://schemas.openxmlformats.org/officeDocument/2006/relationships/image" Target="../media/image81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wmf"/><Relationship Id="rId13" Type="http://schemas.openxmlformats.org/officeDocument/2006/relationships/oleObject" Target="../embeddings/oleObject93.bin"/><Relationship Id="rId3" Type="http://schemas.openxmlformats.org/officeDocument/2006/relationships/oleObject" Target="../embeddings/oleObject88.bin"/><Relationship Id="rId7" Type="http://schemas.openxmlformats.org/officeDocument/2006/relationships/oleObject" Target="../embeddings/oleObject90.bin"/><Relationship Id="rId12" Type="http://schemas.openxmlformats.org/officeDocument/2006/relationships/image" Target="../media/image8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84.wmf"/><Relationship Id="rId11" Type="http://schemas.openxmlformats.org/officeDocument/2006/relationships/oleObject" Target="../embeddings/oleObject92.bin"/><Relationship Id="rId5" Type="http://schemas.openxmlformats.org/officeDocument/2006/relationships/oleObject" Target="../embeddings/oleObject89.bin"/><Relationship Id="rId10" Type="http://schemas.openxmlformats.org/officeDocument/2006/relationships/image" Target="../media/image86.wmf"/><Relationship Id="rId4" Type="http://schemas.openxmlformats.org/officeDocument/2006/relationships/image" Target="../media/image83.wmf"/><Relationship Id="rId9" Type="http://schemas.openxmlformats.org/officeDocument/2006/relationships/oleObject" Target="../embeddings/oleObject91.bin"/><Relationship Id="rId14" Type="http://schemas.openxmlformats.org/officeDocument/2006/relationships/image" Target="../media/image88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3.wmf"/><Relationship Id="rId18" Type="http://schemas.openxmlformats.org/officeDocument/2006/relationships/oleObject" Target="../embeddings/oleObject101.bin"/><Relationship Id="rId26" Type="http://schemas.openxmlformats.org/officeDocument/2006/relationships/oleObject" Target="../embeddings/oleObject105.bin"/><Relationship Id="rId39" Type="http://schemas.openxmlformats.org/officeDocument/2006/relationships/image" Target="../media/image102.wmf"/><Relationship Id="rId21" Type="http://schemas.openxmlformats.org/officeDocument/2006/relationships/image" Target="../media/image97.wmf"/><Relationship Id="rId34" Type="http://schemas.openxmlformats.org/officeDocument/2006/relationships/oleObject" Target="../embeddings/oleObject109.bin"/><Relationship Id="rId42" Type="http://schemas.openxmlformats.org/officeDocument/2006/relationships/oleObject" Target="../embeddings/oleObject113.bin"/><Relationship Id="rId7" Type="http://schemas.openxmlformats.org/officeDocument/2006/relationships/image" Target="../media/image90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00.bin"/><Relationship Id="rId29" Type="http://schemas.openxmlformats.org/officeDocument/2006/relationships/image" Target="../media/image13.wmf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95.bin"/><Relationship Id="rId11" Type="http://schemas.openxmlformats.org/officeDocument/2006/relationships/image" Target="../media/image92.wmf"/><Relationship Id="rId24" Type="http://schemas.openxmlformats.org/officeDocument/2006/relationships/oleObject" Target="../embeddings/oleObject104.bin"/><Relationship Id="rId32" Type="http://schemas.openxmlformats.org/officeDocument/2006/relationships/oleObject" Target="../embeddings/oleObject108.bin"/><Relationship Id="rId37" Type="http://schemas.openxmlformats.org/officeDocument/2006/relationships/image" Target="../media/image17.wmf"/><Relationship Id="rId40" Type="http://schemas.openxmlformats.org/officeDocument/2006/relationships/oleObject" Target="../embeddings/oleObject112.bin"/><Relationship Id="rId45" Type="http://schemas.openxmlformats.org/officeDocument/2006/relationships/image" Target="../media/image105.wmf"/><Relationship Id="rId5" Type="http://schemas.openxmlformats.org/officeDocument/2006/relationships/image" Target="../media/image89.wmf"/><Relationship Id="rId15" Type="http://schemas.openxmlformats.org/officeDocument/2006/relationships/image" Target="../media/image94.wmf"/><Relationship Id="rId23" Type="http://schemas.openxmlformats.org/officeDocument/2006/relationships/image" Target="../media/image98.wmf"/><Relationship Id="rId28" Type="http://schemas.openxmlformats.org/officeDocument/2006/relationships/oleObject" Target="../embeddings/oleObject106.bin"/><Relationship Id="rId36" Type="http://schemas.openxmlformats.org/officeDocument/2006/relationships/oleObject" Target="../embeddings/oleObject110.bin"/><Relationship Id="rId10" Type="http://schemas.openxmlformats.org/officeDocument/2006/relationships/oleObject" Target="../embeddings/oleObject97.bin"/><Relationship Id="rId19" Type="http://schemas.openxmlformats.org/officeDocument/2006/relationships/image" Target="../media/image96.wmf"/><Relationship Id="rId31" Type="http://schemas.openxmlformats.org/officeDocument/2006/relationships/image" Target="../media/image14.wmf"/><Relationship Id="rId44" Type="http://schemas.openxmlformats.org/officeDocument/2006/relationships/oleObject" Target="../embeddings/oleObject114.bin"/><Relationship Id="rId4" Type="http://schemas.openxmlformats.org/officeDocument/2006/relationships/oleObject" Target="../embeddings/oleObject94.bin"/><Relationship Id="rId9" Type="http://schemas.openxmlformats.org/officeDocument/2006/relationships/image" Target="../media/image91.wmf"/><Relationship Id="rId14" Type="http://schemas.openxmlformats.org/officeDocument/2006/relationships/oleObject" Target="../embeddings/oleObject99.bin"/><Relationship Id="rId22" Type="http://schemas.openxmlformats.org/officeDocument/2006/relationships/oleObject" Target="../embeddings/oleObject103.bin"/><Relationship Id="rId27" Type="http://schemas.openxmlformats.org/officeDocument/2006/relationships/image" Target="../media/image100.wmf"/><Relationship Id="rId30" Type="http://schemas.openxmlformats.org/officeDocument/2006/relationships/oleObject" Target="../embeddings/oleObject107.bin"/><Relationship Id="rId35" Type="http://schemas.openxmlformats.org/officeDocument/2006/relationships/image" Target="../media/image101.wmf"/><Relationship Id="rId43" Type="http://schemas.openxmlformats.org/officeDocument/2006/relationships/image" Target="../media/image104.wmf"/><Relationship Id="rId8" Type="http://schemas.openxmlformats.org/officeDocument/2006/relationships/oleObject" Target="../embeddings/oleObject96.bin"/><Relationship Id="rId3" Type="http://schemas.openxmlformats.org/officeDocument/2006/relationships/audio" Target="../media/audio1.wav"/><Relationship Id="rId12" Type="http://schemas.openxmlformats.org/officeDocument/2006/relationships/oleObject" Target="../embeddings/oleObject98.bin"/><Relationship Id="rId17" Type="http://schemas.openxmlformats.org/officeDocument/2006/relationships/image" Target="../media/image95.wmf"/><Relationship Id="rId25" Type="http://schemas.openxmlformats.org/officeDocument/2006/relationships/image" Target="../media/image99.wmf"/><Relationship Id="rId33" Type="http://schemas.openxmlformats.org/officeDocument/2006/relationships/image" Target="../media/image15.wmf"/><Relationship Id="rId38" Type="http://schemas.openxmlformats.org/officeDocument/2006/relationships/oleObject" Target="../embeddings/oleObject111.bin"/><Relationship Id="rId20" Type="http://schemas.openxmlformats.org/officeDocument/2006/relationships/oleObject" Target="../embeddings/oleObject102.bin"/><Relationship Id="rId41" Type="http://schemas.openxmlformats.org/officeDocument/2006/relationships/image" Target="../media/image103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13" Type="http://schemas.openxmlformats.org/officeDocument/2006/relationships/oleObject" Target="../embeddings/oleObject120.bin"/><Relationship Id="rId18" Type="http://schemas.openxmlformats.org/officeDocument/2006/relationships/image" Target="../media/image112.wmf"/><Relationship Id="rId3" Type="http://schemas.openxmlformats.org/officeDocument/2006/relationships/oleObject" Target="../embeddings/oleObject115.bin"/><Relationship Id="rId21" Type="http://schemas.openxmlformats.org/officeDocument/2006/relationships/oleObject" Target="../embeddings/oleObject124.bin"/><Relationship Id="rId7" Type="http://schemas.openxmlformats.org/officeDocument/2006/relationships/oleObject" Target="../embeddings/oleObject117.bin"/><Relationship Id="rId12" Type="http://schemas.openxmlformats.org/officeDocument/2006/relationships/image" Target="../media/image109.wmf"/><Relationship Id="rId17" Type="http://schemas.openxmlformats.org/officeDocument/2006/relationships/oleObject" Target="../embeddings/oleObject12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1.wmf"/><Relationship Id="rId20" Type="http://schemas.openxmlformats.org/officeDocument/2006/relationships/image" Target="../media/image113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07.wmf"/><Relationship Id="rId11" Type="http://schemas.openxmlformats.org/officeDocument/2006/relationships/oleObject" Target="../embeddings/oleObject119.bin"/><Relationship Id="rId5" Type="http://schemas.openxmlformats.org/officeDocument/2006/relationships/oleObject" Target="../embeddings/oleObject116.bin"/><Relationship Id="rId15" Type="http://schemas.openxmlformats.org/officeDocument/2006/relationships/oleObject" Target="../embeddings/oleObject121.bin"/><Relationship Id="rId23" Type="http://schemas.openxmlformats.org/officeDocument/2006/relationships/oleObject" Target="../embeddings/oleObject125.bin"/><Relationship Id="rId10" Type="http://schemas.openxmlformats.org/officeDocument/2006/relationships/image" Target="../media/image108.wmf"/><Relationship Id="rId19" Type="http://schemas.openxmlformats.org/officeDocument/2006/relationships/oleObject" Target="../embeddings/oleObject123.bin"/><Relationship Id="rId4" Type="http://schemas.openxmlformats.org/officeDocument/2006/relationships/image" Target="../media/image106.wmf"/><Relationship Id="rId9" Type="http://schemas.openxmlformats.org/officeDocument/2006/relationships/oleObject" Target="../embeddings/oleObject118.bin"/><Relationship Id="rId14" Type="http://schemas.openxmlformats.org/officeDocument/2006/relationships/image" Target="../media/image110.wmf"/><Relationship Id="rId22" Type="http://schemas.openxmlformats.org/officeDocument/2006/relationships/image" Target="../media/image114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wmf"/><Relationship Id="rId13" Type="http://schemas.openxmlformats.org/officeDocument/2006/relationships/oleObject" Target="../embeddings/oleObject131.bin"/><Relationship Id="rId18" Type="http://schemas.openxmlformats.org/officeDocument/2006/relationships/image" Target="../media/image120.wmf"/><Relationship Id="rId26" Type="http://schemas.openxmlformats.org/officeDocument/2006/relationships/image" Target="../media/image124.wmf"/><Relationship Id="rId3" Type="http://schemas.openxmlformats.org/officeDocument/2006/relationships/oleObject" Target="../embeddings/oleObject126.bin"/><Relationship Id="rId21" Type="http://schemas.openxmlformats.org/officeDocument/2006/relationships/oleObject" Target="../embeddings/oleObject136.bin"/><Relationship Id="rId7" Type="http://schemas.openxmlformats.org/officeDocument/2006/relationships/oleObject" Target="../embeddings/oleObject128.bin"/><Relationship Id="rId12" Type="http://schemas.openxmlformats.org/officeDocument/2006/relationships/image" Target="../media/image118.wmf"/><Relationship Id="rId17" Type="http://schemas.openxmlformats.org/officeDocument/2006/relationships/oleObject" Target="../embeddings/oleObject134.bin"/><Relationship Id="rId25" Type="http://schemas.openxmlformats.org/officeDocument/2006/relationships/oleObject" Target="../embeddings/oleObject13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9.wmf"/><Relationship Id="rId20" Type="http://schemas.openxmlformats.org/officeDocument/2006/relationships/image" Target="../media/image121.wmf"/><Relationship Id="rId29" Type="http://schemas.openxmlformats.org/officeDocument/2006/relationships/oleObject" Target="../embeddings/oleObject140.bin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16.wmf"/><Relationship Id="rId11" Type="http://schemas.openxmlformats.org/officeDocument/2006/relationships/oleObject" Target="../embeddings/oleObject130.bin"/><Relationship Id="rId24" Type="http://schemas.openxmlformats.org/officeDocument/2006/relationships/image" Target="../media/image123.wmf"/><Relationship Id="rId5" Type="http://schemas.openxmlformats.org/officeDocument/2006/relationships/oleObject" Target="../embeddings/oleObject127.bin"/><Relationship Id="rId15" Type="http://schemas.openxmlformats.org/officeDocument/2006/relationships/oleObject" Target="../embeddings/oleObject133.bin"/><Relationship Id="rId23" Type="http://schemas.openxmlformats.org/officeDocument/2006/relationships/oleObject" Target="../embeddings/oleObject137.bin"/><Relationship Id="rId28" Type="http://schemas.openxmlformats.org/officeDocument/2006/relationships/image" Target="../media/image125.wmf"/><Relationship Id="rId10" Type="http://schemas.openxmlformats.org/officeDocument/2006/relationships/image" Target="../media/image117.wmf"/><Relationship Id="rId19" Type="http://schemas.openxmlformats.org/officeDocument/2006/relationships/oleObject" Target="../embeddings/oleObject135.bin"/><Relationship Id="rId4" Type="http://schemas.openxmlformats.org/officeDocument/2006/relationships/image" Target="../media/image115.wmf"/><Relationship Id="rId9" Type="http://schemas.openxmlformats.org/officeDocument/2006/relationships/oleObject" Target="../embeddings/oleObject129.bin"/><Relationship Id="rId14" Type="http://schemas.openxmlformats.org/officeDocument/2006/relationships/oleObject" Target="../embeddings/oleObject132.bin"/><Relationship Id="rId22" Type="http://schemas.openxmlformats.org/officeDocument/2006/relationships/image" Target="../media/image122.wmf"/><Relationship Id="rId27" Type="http://schemas.openxmlformats.org/officeDocument/2006/relationships/oleObject" Target="../embeddings/oleObject139.bin"/><Relationship Id="rId30" Type="http://schemas.openxmlformats.org/officeDocument/2006/relationships/image" Target="../media/image126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28.wmf"/><Relationship Id="rId5" Type="http://schemas.openxmlformats.org/officeDocument/2006/relationships/oleObject" Target="../embeddings/oleObject142.bin"/><Relationship Id="rId4" Type="http://schemas.openxmlformats.org/officeDocument/2006/relationships/image" Target="../media/image127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wmf"/><Relationship Id="rId13" Type="http://schemas.openxmlformats.org/officeDocument/2006/relationships/oleObject" Target="../embeddings/oleObject148.bin"/><Relationship Id="rId18" Type="http://schemas.openxmlformats.org/officeDocument/2006/relationships/image" Target="../media/image136.wmf"/><Relationship Id="rId3" Type="http://schemas.openxmlformats.org/officeDocument/2006/relationships/oleObject" Target="../embeddings/oleObject143.bin"/><Relationship Id="rId21" Type="http://schemas.openxmlformats.org/officeDocument/2006/relationships/oleObject" Target="../embeddings/oleObject152.bin"/><Relationship Id="rId7" Type="http://schemas.openxmlformats.org/officeDocument/2006/relationships/oleObject" Target="../embeddings/oleObject145.bin"/><Relationship Id="rId12" Type="http://schemas.openxmlformats.org/officeDocument/2006/relationships/image" Target="../media/image133.wmf"/><Relationship Id="rId17" Type="http://schemas.openxmlformats.org/officeDocument/2006/relationships/oleObject" Target="../embeddings/oleObject15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35.wmf"/><Relationship Id="rId20" Type="http://schemas.openxmlformats.org/officeDocument/2006/relationships/image" Target="../media/image137.w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30.wmf"/><Relationship Id="rId11" Type="http://schemas.openxmlformats.org/officeDocument/2006/relationships/oleObject" Target="../embeddings/oleObject147.bin"/><Relationship Id="rId5" Type="http://schemas.openxmlformats.org/officeDocument/2006/relationships/oleObject" Target="../embeddings/oleObject144.bin"/><Relationship Id="rId15" Type="http://schemas.openxmlformats.org/officeDocument/2006/relationships/oleObject" Target="../embeddings/oleObject149.bin"/><Relationship Id="rId10" Type="http://schemas.openxmlformats.org/officeDocument/2006/relationships/image" Target="../media/image132.wmf"/><Relationship Id="rId19" Type="http://schemas.openxmlformats.org/officeDocument/2006/relationships/oleObject" Target="../embeddings/oleObject151.bin"/><Relationship Id="rId4" Type="http://schemas.openxmlformats.org/officeDocument/2006/relationships/image" Target="../media/image129.wmf"/><Relationship Id="rId9" Type="http://schemas.openxmlformats.org/officeDocument/2006/relationships/oleObject" Target="../embeddings/oleObject146.bin"/><Relationship Id="rId14" Type="http://schemas.openxmlformats.org/officeDocument/2006/relationships/image" Target="../media/image134.wmf"/><Relationship Id="rId22" Type="http://schemas.openxmlformats.org/officeDocument/2006/relationships/image" Target="../media/image138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wmf"/><Relationship Id="rId13" Type="http://schemas.openxmlformats.org/officeDocument/2006/relationships/oleObject" Target="../embeddings/oleObject158.bin"/><Relationship Id="rId18" Type="http://schemas.openxmlformats.org/officeDocument/2006/relationships/image" Target="../media/image146.wmf"/><Relationship Id="rId3" Type="http://schemas.openxmlformats.org/officeDocument/2006/relationships/oleObject" Target="../embeddings/oleObject153.bin"/><Relationship Id="rId7" Type="http://schemas.openxmlformats.org/officeDocument/2006/relationships/oleObject" Target="../embeddings/oleObject155.bin"/><Relationship Id="rId12" Type="http://schemas.openxmlformats.org/officeDocument/2006/relationships/image" Target="../media/image143.wmf"/><Relationship Id="rId17" Type="http://schemas.openxmlformats.org/officeDocument/2006/relationships/oleObject" Target="../embeddings/oleObject16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5.w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40.wmf"/><Relationship Id="rId11" Type="http://schemas.openxmlformats.org/officeDocument/2006/relationships/oleObject" Target="../embeddings/oleObject157.bin"/><Relationship Id="rId5" Type="http://schemas.openxmlformats.org/officeDocument/2006/relationships/oleObject" Target="../embeddings/oleObject154.bin"/><Relationship Id="rId15" Type="http://schemas.openxmlformats.org/officeDocument/2006/relationships/oleObject" Target="../embeddings/oleObject159.bin"/><Relationship Id="rId10" Type="http://schemas.openxmlformats.org/officeDocument/2006/relationships/image" Target="../media/image142.wmf"/><Relationship Id="rId4" Type="http://schemas.openxmlformats.org/officeDocument/2006/relationships/image" Target="../media/image139.wmf"/><Relationship Id="rId9" Type="http://schemas.openxmlformats.org/officeDocument/2006/relationships/oleObject" Target="../embeddings/oleObject156.bin"/><Relationship Id="rId14" Type="http://schemas.openxmlformats.org/officeDocument/2006/relationships/image" Target="../media/image144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wmf"/><Relationship Id="rId13" Type="http://schemas.openxmlformats.org/officeDocument/2006/relationships/oleObject" Target="../embeddings/oleObject166.bin"/><Relationship Id="rId18" Type="http://schemas.openxmlformats.org/officeDocument/2006/relationships/image" Target="../media/image154.wmf"/><Relationship Id="rId26" Type="http://schemas.openxmlformats.org/officeDocument/2006/relationships/image" Target="../media/image158.wmf"/><Relationship Id="rId3" Type="http://schemas.openxmlformats.org/officeDocument/2006/relationships/oleObject" Target="../embeddings/oleObject161.bin"/><Relationship Id="rId21" Type="http://schemas.openxmlformats.org/officeDocument/2006/relationships/oleObject" Target="../embeddings/oleObject170.bin"/><Relationship Id="rId7" Type="http://schemas.openxmlformats.org/officeDocument/2006/relationships/oleObject" Target="../embeddings/oleObject163.bin"/><Relationship Id="rId12" Type="http://schemas.openxmlformats.org/officeDocument/2006/relationships/image" Target="../media/image151.wmf"/><Relationship Id="rId17" Type="http://schemas.openxmlformats.org/officeDocument/2006/relationships/oleObject" Target="../embeddings/oleObject168.bin"/><Relationship Id="rId25" Type="http://schemas.openxmlformats.org/officeDocument/2006/relationships/oleObject" Target="../embeddings/oleObject17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3.wmf"/><Relationship Id="rId20" Type="http://schemas.openxmlformats.org/officeDocument/2006/relationships/image" Target="../media/image155.wmf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48.wmf"/><Relationship Id="rId11" Type="http://schemas.openxmlformats.org/officeDocument/2006/relationships/oleObject" Target="../embeddings/oleObject165.bin"/><Relationship Id="rId24" Type="http://schemas.openxmlformats.org/officeDocument/2006/relationships/image" Target="../media/image157.wmf"/><Relationship Id="rId5" Type="http://schemas.openxmlformats.org/officeDocument/2006/relationships/oleObject" Target="../embeddings/oleObject162.bin"/><Relationship Id="rId15" Type="http://schemas.openxmlformats.org/officeDocument/2006/relationships/oleObject" Target="../embeddings/oleObject167.bin"/><Relationship Id="rId23" Type="http://schemas.openxmlformats.org/officeDocument/2006/relationships/oleObject" Target="../embeddings/oleObject171.bin"/><Relationship Id="rId10" Type="http://schemas.openxmlformats.org/officeDocument/2006/relationships/image" Target="../media/image150.wmf"/><Relationship Id="rId19" Type="http://schemas.openxmlformats.org/officeDocument/2006/relationships/oleObject" Target="../embeddings/oleObject169.bin"/><Relationship Id="rId4" Type="http://schemas.openxmlformats.org/officeDocument/2006/relationships/image" Target="../media/image147.wmf"/><Relationship Id="rId9" Type="http://schemas.openxmlformats.org/officeDocument/2006/relationships/oleObject" Target="../embeddings/oleObject164.bin"/><Relationship Id="rId14" Type="http://schemas.openxmlformats.org/officeDocument/2006/relationships/image" Target="../media/image152.wmf"/><Relationship Id="rId22" Type="http://schemas.openxmlformats.org/officeDocument/2006/relationships/image" Target="../media/image156.wmf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78.bin"/><Relationship Id="rId18" Type="http://schemas.openxmlformats.org/officeDocument/2006/relationships/image" Target="../media/image164.wmf"/><Relationship Id="rId26" Type="http://schemas.openxmlformats.org/officeDocument/2006/relationships/image" Target="../media/image168.wmf"/><Relationship Id="rId21" Type="http://schemas.openxmlformats.org/officeDocument/2006/relationships/oleObject" Target="../embeddings/oleObject182.bin"/><Relationship Id="rId34" Type="http://schemas.openxmlformats.org/officeDocument/2006/relationships/image" Target="../media/image172.wmf"/><Relationship Id="rId7" Type="http://schemas.openxmlformats.org/officeDocument/2006/relationships/oleObject" Target="../embeddings/oleObject175.bin"/><Relationship Id="rId12" Type="http://schemas.openxmlformats.org/officeDocument/2006/relationships/image" Target="../media/image163.wmf"/><Relationship Id="rId17" Type="http://schemas.openxmlformats.org/officeDocument/2006/relationships/oleObject" Target="../embeddings/oleObject180.bin"/><Relationship Id="rId25" Type="http://schemas.openxmlformats.org/officeDocument/2006/relationships/oleObject" Target="../embeddings/oleObject184.bin"/><Relationship Id="rId33" Type="http://schemas.openxmlformats.org/officeDocument/2006/relationships/oleObject" Target="../embeddings/oleObject188.bin"/><Relationship Id="rId38" Type="http://schemas.openxmlformats.org/officeDocument/2006/relationships/image" Target="../media/image174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7.wmf"/><Relationship Id="rId20" Type="http://schemas.openxmlformats.org/officeDocument/2006/relationships/image" Target="../media/image165.wmf"/><Relationship Id="rId29" Type="http://schemas.openxmlformats.org/officeDocument/2006/relationships/oleObject" Target="../embeddings/oleObject186.bin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60.wmf"/><Relationship Id="rId11" Type="http://schemas.openxmlformats.org/officeDocument/2006/relationships/oleObject" Target="../embeddings/oleObject177.bin"/><Relationship Id="rId24" Type="http://schemas.openxmlformats.org/officeDocument/2006/relationships/image" Target="../media/image167.wmf"/><Relationship Id="rId32" Type="http://schemas.openxmlformats.org/officeDocument/2006/relationships/image" Target="../media/image171.wmf"/><Relationship Id="rId37" Type="http://schemas.openxmlformats.org/officeDocument/2006/relationships/oleObject" Target="../embeddings/oleObject190.bin"/><Relationship Id="rId5" Type="http://schemas.openxmlformats.org/officeDocument/2006/relationships/oleObject" Target="../embeddings/oleObject174.bin"/><Relationship Id="rId15" Type="http://schemas.openxmlformats.org/officeDocument/2006/relationships/oleObject" Target="../embeddings/oleObject179.bin"/><Relationship Id="rId23" Type="http://schemas.openxmlformats.org/officeDocument/2006/relationships/oleObject" Target="../embeddings/oleObject183.bin"/><Relationship Id="rId28" Type="http://schemas.openxmlformats.org/officeDocument/2006/relationships/image" Target="../media/image169.wmf"/><Relationship Id="rId36" Type="http://schemas.openxmlformats.org/officeDocument/2006/relationships/image" Target="../media/image173.wmf"/><Relationship Id="rId10" Type="http://schemas.openxmlformats.org/officeDocument/2006/relationships/image" Target="../media/image162.wmf"/><Relationship Id="rId19" Type="http://schemas.openxmlformats.org/officeDocument/2006/relationships/oleObject" Target="../embeddings/oleObject181.bin"/><Relationship Id="rId31" Type="http://schemas.openxmlformats.org/officeDocument/2006/relationships/oleObject" Target="../embeddings/oleObject187.bin"/><Relationship Id="rId4" Type="http://schemas.openxmlformats.org/officeDocument/2006/relationships/image" Target="../media/image159.wmf"/><Relationship Id="rId9" Type="http://schemas.openxmlformats.org/officeDocument/2006/relationships/oleObject" Target="../embeddings/oleObject176.bin"/><Relationship Id="rId14" Type="http://schemas.openxmlformats.org/officeDocument/2006/relationships/image" Target="../media/image76.wmf"/><Relationship Id="rId22" Type="http://schemas.openxmlformats.org/officeDocument/2006/relationships/image" Target="../media/image166.wmf"/><Relationship Id="rId27" Type="http://schemas.openxmlformats.org/officeDocument/2006/relationships/oleObject" Target="../embeddings/oleObject185.bin"/><Relationship Id="rId30" Type="http://schemas.openxmlformats.org/officeDocument/2006/relationships/image" Target="../media/image170.wmf"/><Relationship Id="rId35" Type="http://schemas.openxmlformats.org/officeDocument/2006/relationships/oleObject" Target="../embeddings/oleObject189.bin"/><Relationship Id="rId8" Type="http://schemas.openxmlformats.org/officeDocument/2006/relationships/image" Target="../media/image161.wmf"/><Relationship Id="rId3" Type="http://schemas.openxmlformats.org/officeDocument/2006/relationships/oleObject" Target="../embeddings/oleObject173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7.wmf"/><Relationship Id="rId13" Type="http://schemas.openxmlformats.org/officeDocument/2006/relationships/oleObject" Target="../embeddings/oleObject196.bin"/><Relationship Id="rId18" Type="http://schemas.openxmlformats.org/officeDocument/2006/relationships/image" Target="../media/image182.wmf"/><Relationship Id="rId3" Type="http://schemas.openxmlformats.org/officeDocument/2006/relationships/oleObject" Target="../embeddings/oleObject191.bin"/><Relationship Id="rId7" Type="http://schemas.openxmlformats.org/officeDocument/2006/relationships/oleObject" Target="../embeddings/oleObject193.bin"/><Relationship Id="rId12" Type="http://schemas.openxmlformats.org/officeDocument/2006/relationships/image" Target="../media/image179.wmf"/><Relationship Id="rId17" Type="http://schemas.openxmlformats.org/officeDocument/2006/relationships/oleObject" Target="../embeddings/oleObject19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81.wmf"/><Relationship Id="rId20" Type="http://schemas.openxmlformats.org/officeDocument/2006/relationships/image" Target="../media/image183.wmf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76.wmf"/><Relationship Id="rId11" Type="http://schemas.openxmlformats.org/officeDocument/2006/relationships/oleObject" Target="../embeddings/oleObject195.bin"/><Relationship Id="rId5" Type="http://schemas.openxmlformats.org/officeDocument/2006/relationships/oleObject" Target="../embeddings/oleObject192.bin"/><Relationship Id="rId15" Type="http://schemas.openxmlformats.org/officeDocument/2006/relationships/oleObject" Target="../embeddings/oleObject197.bin"/><Relationship Id="rId10" Type="http://schemas.openxmlformats.org/officeDocument/2006/relationships/image" Target="../media/image178.wmf"/><Relationship Id="rId19" Type="http://schemas.openxmlformats.org/officeDocument/2006/relationships/oleObject" Target="../embeddings/oleObject199.bin"/><Relationship Id="rId4" Type="http://schemas.openxmlformats.org/officeDocument/2006/relationships/image" Target="../media/image175.wmf"/><Relationship Id="rId9" Type="http://schemas.openxmlformats.org/officeDocument/2006/relationships/oleObject" Target="../embeddings/oleObject194.bin"/><Relationship Id="rId14" Type="http://schemas.openxmlformats.org/officeDocument/2006/relationships/image" Target="../media/image180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5.wmf"/><Relationship Id="rId3" Type="http://schemas.openxmlformats.org/officeDocument/2006/relationships/oleObject" Target="../embeddings/oleObject194.bin"/><Relationship Id="rId7" Type="http://schemas.openxmlformats.org/officeDocument/2006/relationships/oleObject" Target="../embeddings/oleObject20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84.wmf"/><Relationship Id="rId5" Type="http://schemas.openxmlformats.org/officeDocument/2006/relationships/oleObject" Target="../embeddings/oleObject200.bin"/><Relationship Id="rId4" Type="http://schemas.openxmlformats.org/officeDocument/2006/relationships/image" Target="../media/image178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8.wmf"/><Relationship Id="rId13" Type="http://schemas.openxmlformats.org/officeDocument/2006/relationships/oleObject" Target="../embeddings/oleObject207.bin"/><Relationship Id="rId18" Type="http://schemas.openxmlformats.org/officeDocument/2006/relationships/image" Target="../media/image193.wmf"/><Relationship Id="rId3" Type="http://schemas.openxmlformats.org/officeDocument/2006/relationships/oleObject" Target="../embeddings/oleObject202.bin"/><Relationship Id="rId21" Type="http://schemas.openxmlformats.org/officeDocument/2006/relationships/oleObject" Target="../embeddings/oleObject211.bin"/><Relationship Id="rId7" Type="http://schemas.openxmlformats.org/officeDocument/2006/relationships/oleObject" Target="../embeddings/oleObject204.bin"/><Relationship Id="rId12" Type="http://schemas.openxmlformats.org/officeDocument/2006/relationships/image" Target="../media/image190.wmf"/><Relationship Id="rId17" Type="http://schemas.openxmlformats.org/officeDocument/2006/relationships/oleObject" Target="../embeddings/oleObject20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92.wmf"/><Relationship Id="rId20" Type="http://schemas.openxmlformats.org/officeDocument/2006/relationships/image" Target="../media/image194.wmf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87.wmf"/><Relationship Id="rId11" Type="http://schemas.openxmlformats.org/officeDocument/2006/relationships/oleObject" Target="../embeddings/oleObject206.bin"/><Relationship Id="rId5" Type="http://schemas.openxmlformats.org/officeDocument/2006/relationships/oleObject" Target="../embeddings/oleObject203.bin"/><Relationship Id="rId15" Type="http://schemas.openxmlformats.org/officeDocument/2006/relationships/oleObject" Target="../embeddings/oleObject208.bin"/><Relationship Id="rId10" Type="http://schemas.openxmlformats.org/officeDocument/2006/relationships/image" Target="../media/image189.wmf"/><Relationship Id="rId19" Type="http://schemas.openxmlformats.org/officeDocument/2006/relationships/oleObject" Target="../embeddings/oleObject210.bin"/><Relationship Id="rId4" Type="http://schemas.openxmlformats.org/officeDocument/2006/relationships/image" Target="../media/image186.wmf"/><Relationship Id="rId9" Type="http://schemas.openxmlformats.org/officeDocument/2006/relationships/oleObject" Target="../embeddings/oleObject205.bin"/><Relationship Id="rId14" Type="http://schemas.openxmlformats.org/officeDocument/2006/relationships/image" Target="../media/image191.wmf"/><Relationship Id="rId22" Type="http://schemas.openxmlformats.org/officeDocument/2006/relationships/image" Target="../media/image195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7.wmf"/><Relationship Id="rId13" Type="http://schemas.openxmlformats.org/officeDocument/2006/relationships/oleObject" Target="../embeddings/oleObject217.bin"/><Relationship Id="rId18" Type="http://schemas.openxmlformats.org/officeDocument/2006/relationships/image" Target="../media/image202.wmf"/><Relationship Id="rId3" Type="http://schemas.openxmlformats.org/officeDocument/2006/relationships/oleObject" Target="../embeddings/oleObject212.bin"/><Relationship Id="rId7" Type="http://schemas.openxmlformats.org/officeDocument/2006/relationships/oleObject" Target="../embeddings/oleObject214.bin"/><Relationship Id="rId12" Type="http://schemas.openxmlformats.org/officeDocument/2006/relationships/image" Target="../media/image199.wmf"/><Relationship Id="rId17" Type="http://schemas.openxmlformats.org/officeDocument/2006/relationships/oleObject" Target="../embeddings/oleObject21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01.wmf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96.wmf"/><Relationship Id="rId11" Type="http://schemas.openxmlformats.org/officeDocument/2006/relationships/oleObject" Target="../embeddings/oleObject216.bin"/><Relationship Id="rId5" Type="http://schemas.openxmlformats.org/officeDocument/2006/relationships/oleObject" Target="../embeddings/oleObject213.bin"/><Relationship Id="rId15" Type="http://schemas.openxmlformats.org/officeDocument/2006/relationships/oleObject" Target="../embeddings/oleObject218.bin"/><Relationship Id="rId10" Type="http://schemas.openxmlformats.org/officeDocument/2006/relationships/image" Target="../media/image198.wmf"/><Relationship Id="rId4" Type="http://schemas.openxmlformats.org/officeDocument/2006/relationships/image" Target="../media/image193.wmf"/><Relationship Id="rId9" Type="http://schemas.openxmlformats.org/officeDocument/2006/relationships/oleObject" Target="../embeddings/oleObject215.bin"/><Relationship Id="rId14" Type="http://schemas.openxmlformats.org/officeDocument/2006/relationships/image" Target="../media/image200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4" Type="http://schemas.openxmlformats.org/officeDocument/2006/relationships/image" Target="../media/image203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6.wmf"/><Relationship Id="rId3" Type="http://schemas.openxmlformats.org/officeDocument/2006/relationships/oleObject" Target="../embeddings/oleObject221.bin"/><Relationship Id="rId7" Type="http://schemas.openxmlformats.org/officeDocument/2006/relationships/oleObject" Target="../embeddings/oleObject223.bin"/><Relationship Id="rId12" Type="http://schemas.openxmlformats.org/officeDocument/2006/relationships/image" Target="../media/image20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205.wmf"/><Relationship Id="rId11" Type="http://schemas.openxmlformats.org/officeDocument/2006/relationships/oleObject" Target="../embeddings/oleObject225.bin"/><Relationship Id="rId5" Type="http://schemas.openxmlformats.org/officeDocument/2006/relationships/oleObject" Target="../embeddings/oleObject222.bin"/><Relationship Id="rId10" Type="http://schemas.openxmlformats.org/officeDocument/2006/relationships/image" Target="../media/image207.wmf"/><Relationship Id="rId4" Type="http://schemas.openxmlformats.org/officeDocument/2006/relationships/image" Target="../media/image204.wmf"/><Relationship Id="rId9" Type="http://schemas.openxmlformats.org/officeDocument/2006/relationships/oleObject" Target="../embeddings/oleObject224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1.wmf"/><Relationship Id="rId3" Type="http://schemas.openxmlformats.org/officeDocument/2006/relationships/oleObject" Target="../embeddings/oleObject226.bin"/><Relationship Id="rId7" Type="http://schemas.openxmlformats.org/officeDocument/2006/relationships/oleObject" Target="../embeddings/oleObject22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210.wmf"/><Relationship Id="rId5" Type="http://schemas.openxmlformats.org/officeDocument/2006/relationships/oleObject" Target="../embeddings/oleObject227.bin"/><Relationship Id="rId4" Type="http://schemas.openxmlformats.org/officeDocument/2006/relationships/image" Target="../media/image209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4.wmf"/><Relationship Id="rId3" Type="http://schemas.openxmlformats.org/officeDocument/2006/relationships/oleObject" Target="../embeddings/oleObject229.bin"/><Relationship Id="rId7" Type="http://schemas.openxmlformats.org/officeDocument/2006/relationships/oleObject" Target="../embeddings/oleObject23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213.wmf"/><Relationship Id="rId5" Type="http://schemas.openxmlformats.org/officeDocument/2006/relationships/oleObject" Target="../embeddings/oleObject230.bin"/><Relationship Id="rId10" Type="http://schemas.openxmlformats.org/officeDocument/2006/relationships/image" Target="../media/image215.wmf"/><Relationship Id="rId4" Type="http://schemas.openxmlformats.org/officeDocument/2006/relationships/image" Target="../media/image212.wmf"/><Relationship Id="rId9" Type="http://schemas.openxmlformats.org/officeDocument/2006/relationships/oleObject" Target="../embeddings/oleObject232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7.wmf"/><Relationship Id="rId3" Type="http://schemas.openxmlformats.org/officeDocument/2006/relationships/oleObject" Target="../embeddings/oleObject233.bin"/><Relationship Id="rId7" Type="http://schemas.openxmlformats.org/officeDocument/2006/relationships/oleObject" Target="../embeddings/oleObject235.bin"/><Relationship Id="rId12" Type="http://schemas.openxmlformats.org/officeDocument/2006/relationships/image" Target="../media/image21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216.wmf"/><Relationship Id="rId11" Type="http://schemas.openxmlformats.org/officeDocument/2006/relationships/oleObject" Target="../embeddings/oleObject237.bin"/><Relationship Id="rId5" Type="http://schemas.openxmlformats.org/officeDocument/2006/relationships/oleObject" Target="../embeddings/oleObject234.bin"/><Relationship Id="rId10" Type="http://schemas.openxmlformats.org/officeDocument/2006/relationships/image" Target="../media/image218.wmf"/><Relationship Id="rId4" Type="http://schemas.openxmlformats.org/officeDocument/2006/relationships/image" Target="../media/image213.wmf"/><Relationship Id="rId9" Type="http://schemas.openxmlformats.org/officeDocument/2006/relationships/oleObject" Target="../embeddings/oleObject236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2.wmf"/><Relationship Id="rId13" Type="http://schemas.openxmlformats.org/officeDocument/2006/relationships/oleObject" Target="../embeddings/oleObject243.bin"/><Relationship Id="rId18" Type="http://schemas.openxmlformats.org/officeDocument/2006/relationships/image" Target="../media/image227.wmf"/><Relationship Id="rId3" Type="http://schemas.openxmlformats.org/officeDocument/2006/relationships/oleObject" Target="../embeddings/oleObject238.bin"/><Relationship Id="rId7" Type="http://schemas.openxmlformats.org/officeDocument/2006/relationships/oleObject" Target="../embeddings/oleObject240.bin"/><Relationship Id="rId12" Type="http://schemas.openxmlformats.org/officeDocument/2006/relationships/image" Target="../media/image224.wmf"/><Relationship Id="rId17" Type="http://schemas.openxmlformats.org/officeDocument/2006/relationships/oleObject" Target="../embeddings/oleObject24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26.wmf"/><Relationship Id="rId20" Type="http://schemas.openxmlformats.org/officeDocument/2006/relationships/image" Target="../media/image228.wmf"/><Relationship Id="rId1" Type="http://schemas.openxmlformats.org/officeDocument/2006/relationships/vmlDrawing" Target="../drawings/vmlDrawing27.vml"/><Relationship Id="rId6" Type="http://schemas.openxmlformats.org/officeDocument/2006/relationships/image" Target="../media/image221.wmf"/><Relationship Id="rId11" Type="http://schemas.openxmlformats.org/officeDocument/2006/relationships/oleObject" Target="../embeddings/oleObject242.bin"/><Relationship Id="rId5" Type="http://schemas.openxmlformats.org/officeDocument/2006/relationships/oleObject" Target="../embeddings/oleObject239.bin"/><Relationship Id="rId15" Type="http://schemas.openxmlformats.org/officeDocument/2006/relationships/oleObject" Target="../embeddings/oleObject244.bin"/><Relationship Id="rId10" Type="http://schemas.openxmlformats.org/officeDocument/2006/relationships/image" Target="../media/image223.wmf"/><Relationship Id="rId19" Type="http://schemas.openxmlformats.org/officeDocument/2006/relationships/oleObject" Target="../embeddings/oleObject246.bin"/><Relationship Id="rId4" Type="http://schemas.openxmlformats.org/officeDocument/2006/relationships/image" Target="../media/image220.wmf"/><Relationship Id="rId9" Type="http://schemas.openxmlformats.org/officeDocument/2006/relationships/oleObject" Target="../embeddings/oleObject241.bin"/><Relationship Id="rId14" Type="http://schemas.openxmlformats.org/officeDocument/2006/relationships/image" Target="../media/image225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1.wmf"/><Relationship Id="rId13" Type="http://schemas.openxmlformats.org/officeDocument/2006/relationships/oleObject" Target="../embeddings/oleObject252.bin"/><Relationship Id="rId3" Type="http://schemas.openxmlformats.org/officeDocument/2006/relationships/oleObject" Target="../embeddings/oleObject247.bin"/><Relationship Id="rId7" Type="http://schemas.openxmlformats.org/officeDocument/2006/relationships/oleObject" Target="../embeddings/oleObject249.bin"/><Relationship Id="rId12" Type="http://schemas.openxmlformats.org/officeDocument/2006/relationships/image" Target="../media/image233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35.wmf"/><Relationship Id="rId1" Type="http://schemas.openxmlformats.org/officeDocument/2006/relationships/vmlDrawing" Target="../drawings/vmlDrawing28.vml"/><Relationship Id="rId6" Type="http://schemas.openxmlformats.org/officeDocument/2006/relationships/image" Target="../media/image230.wmf"/><Relationship Id="rId11" Type="http://schemas.openxmlformats.org/officeDocument/2006/relationships/oleObject" Target="../embeddings/oleObject251.bin"/><Relationship Id="rId5" Type="http://schemas.openxmlformats.org/officeDocument/2006/relationships/oleObject" Target="../embeddings/oleObject248.bin"/><Relationship Id="rId15" Type="http://schemas.openxmlformats.org/officeDocument/2006/relationships/oleObject" Target="../embeddings/oleObject253.bin"/><Relationship Id="rId10" Type="http://schemas.openxmlformats.org/officeDocument/2006/relationships/image" Target="../media/image232.wmf"/><Relationship Id="rId4" Type="http://schemas.openxmlformats.org/officeDocument/2006/relationships/image" Target="../media/image229.wmf"/><Relationship Id="rId9" Type="http://schemas.openxmlformats.org/officeDocument/2006/relationships/oleObject" Target="../embeddings/oleObject250.bin"/><Relationship Id="rId14" Type="http://schemas.openxmlformats.org/officeDocument/2006/relationships/image" Target="../media/image234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7.wmf"/><Relationship Id="rId3" Type="http://schemas.openxmlformats.org/officeDocument/2006/relationships/oleObject" Target="../embeddings/oleObject254.bin"/><Relationship Id="rId7" Type="http://schemas.openxmlformats.org/officeDocument/2006/relationships/oleObject" Target="../embeddings/oleObject25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236.wmf"/><Relationship Id="rId5" Type="http://schemas.openxmlformats.org/officeDocument/2006/relationships/oleObject" Target="../embeddings/oleObject255.bin"/><Relationship Id="rId10" Type="http://schemas.openxmlformats.org/officeDocument/2006/relationships/image" Target="../media/image238.wmf"/><Relationship Id="rId4" Type="http://schemas.openxmlformats.org/officeDocument/2006/relationships/image" Target="../media/image235.wmf"/><Relationship Id="rId9" Type="http://schemas.openxmlformats.org/officeDocument/2006/relationships/oleObject" Target="../embeddings/oleObject257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0.wmf"/><Relationship Id="rId13" Type="http://schemas.openxmlformats.org/officeDocument/2006/relationships/oleObject" Target="../embeddings/oleObject263.bin"/><Relationship Id="rId3" Type="http://schemas.openxmlformats.org/officeDocument/2006/relationships/oleObject" Target="../embeddings/oleObject258.bin"/><Relationship Id="rId7" Type="http://schemas.openxmlformats.org/officeDocument/2006/relationships/oleObject" Target="../embeddings/oleObject260.bin"/><Relationship Id="rId12" Type="http://schemas.openxmlformats.org/officeDocument/2006/relationships/image" Target="../media/image24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239.wmf"/><Relationship Id="rId11" Type="http://schemas.openxmlformats.org/officeDocument/2006/relationships/oleObject" Target="../embeddings/oleObject262.bin"/><Relationship Id="rId5" Type="http://schemas.openxmlformats.org/officeDocument/2006/relationships/oleObject" Target="../embeddings/oleObject259.bin"/><Relationship Id="rId10" Type="http://schemas.openxmlformats.org/officeDocument/2006/relationships/image" Target="../media/image241.wmf"/><Relationship Id="rId4" Type="http://schemas.openxmlformats.org/officeDocument/2006/relationships/image" Target="../media/image232.wmf"/><Relationship Id="rId9" Type="http://schemas.openxmlformats.org/officeDocument/2006/relationships/oleObject" Target="../embeddings/oleObject261.bin"/><Relationship Id="rId14" Type="http://schemas.openxmlformats.org/officeDocument/2006/relationships/image" Target="../media/image243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6.wmf"/><Relationship Id="rId13" Type="http://schemas.openxmlformats.org/officeDocument/2006/relationships/oleObject" Target="../embeddings/oleObject269.bin"/><Relationship Id="rId3" Type="http://schemas.openxmlformats.org/officeDocument/2006/relationships/oleObject" Target="../embeddings/oleObject264.bin"/><Relationship Id="rId7" Type="http://schemas.openxmlformats.org/officeDocument/2006/relationships/oleObject" Target="../embeddings/oleObject266.bin"/><Relationship Id="rId12" Type="http://schemas.openxmlformats.org/officeDocument/2006/relationships/image" Target="../media/image248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50.wmf"/><Relationship Id="rId1" Type="http://schemas.openxmlformats.org/officeDocument/2006/relationships/vmlDrawing" Target="../drawings/vmlDrawing31.vml"/><Relationship Id="rId6" Type="http://schemas.openxmlformats.org/officeDocument/2006/relationships/image" Target="../media/image245.wmf"/><Relationship Id="rId11" Type="http://schemas.openxmlformats.org/officeDocument/2006/relationships/oleObject" Target="../embeddings/oleObject268.bin"/><Relationship Id="rId5" Type="http://schemas.openxmlformats.org/officeDocument/2006/relationships/oleObject" Target="../embeddings/oleObject265.bin"/><Relationship Id="rId15" Type="http://schemas.openxmlformats.org/officeDocument/2006/relationships/oleObject" Target="../embeddings/oleObject270.bin"/><Relationship Id="rId10" Type="http://schemas.openxmlformats.org/officeDocument/2006/relationships/image" Target="../media/image247.wmf"/><Relationship Id="rId4" Type="http://schemas.openxmlformats.org/officeDocument/2006/relationships/image" Target="../media/image244.wmf"/><Relationship Id="rId9" Type="http://schemas.openxmlformats.org/officeDocument/2006/relationships/oleObject" Target="../embeddings/oleObject267.bin"/><Relationship Id="rId14" Type="http://schemas.openxmlformats.org/officeDocument/2006/relationships/image" Target="../media/image249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3.wmf"/><Relationship Id="rId13" Type="http://schemas.openxmlformats.org/officeDocument/2006/relationships/oleObject" Target="../embeddings/oleObject276.bin"/><Relationship Id="rId3" Type="http://schemas.openxmlformats.org/officeDocument/2006/relationships/oleObject" Target="../embeddings/oleObject271.bin"/><Relationship Id="rId7" Type="http://schemas.openxmlformats.org/officeDocument/2006/relationships/oleObject" Target="../embeddings/oleObject273.bin"/><Relationship Id="rId12" Type="http://schemas.openxmlformats.org/officeDocument/2006/relationships/image" Target="../media/image248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56.wmf"/><Relationship Id="rId1" Type="http://schemas.openxmlformats.org/officeDocument/2006/relationships/vmlDrawing" Target="../drawings/vmlDrawing32.vml"/><Relationship Id="rId6" Type="http://schemas.openxmlformats.org/officeDocument/2006/relationships/image" Target="../media/image252.wmf"/><Relationship Id="rId11" Type="http://schemas.openxmlformats.org/officeDocument/2006/relationships/oleObject" Target="../embeddings/oleObject275.bin"/><Relationship Id="rId5" Type="http://schemas.openxmlformats.org/officeDocument/2006/relationships/oleObject" Target="../embeddings/oleObject272.bin"/><Relationship Id="rId15" Type="http://schemas.openxmlformats.org/officeDocument/2006/relationships/oleObject" Target="../embeddings/oleObject277.bin"/><Relationship Id="rId10" Type="http://schemas.openxmlformats.org/officeDocument/2006/relationships/image" Target="../media/image254.wmf"/><Relationship Id="rId4" Type="http://schemas.openxmlformats.org/officeDocument/2006/relationships/image" Target="../media/image251.wmf"/><Relationship Id="rId9" Type="http://schemas.openxmlformats.org/officeDocument/2006/relationships/oleObject" Target="../embeddings/oleObject274.bin"/><Relationship Id="rId14" Type="http://schemas.openxmlformats.org/officeDocument/2006/relationships/image" Target="../media/image255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8.wmf"/><Relationship Id="rId3" Type="http://schemas.openxmlformats.org/officeDocument/2006/relationships/oleObject" Target="../embeddings/oleObject278.bin"/><Relationship Id="rId7" Type="http://schemas.openxmlformats.org/officeDocument/2006/relationships/oleObject" Target="../embeddings/oleObject280.bin"/><Relationship Id="rId12" Type="http://schemas.openxmlformats.org/officeDocument/2006/relationships/image" Target="../media/image25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256.wmf"/><Relationship Id="rId11" Type="http://schemas.openxmlformats.org/officeDocument/2006/relationships/oleObject" Target="../embeddings/oleObject282.bin"/><Relationship Id="rId5" Type="http://schemas.openxmlformats.org/officeDocument/2006/relationships/oleObject" Target="../embeddings/oleObject279.bin"/><Relationship Id="rId10" Type="http://schemas.openxmlformats.org/officeDocument/2006/relationships/image" Target="../media/image259.wmf"/><Relationship Id="rId4" Type="http://schemas.openxmlformats.org/officeDocument/2006/relationships/image" Target="../media/image257.wmf"/><Relationship Id="rId9" Type="http://schemas.openxmlformats.org/officeDocument/2006/relationships/oleObject" Target="../embeddings/oleObject281.bin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D3C0FCDD-AE1B-4517-8B74-8A8604A3027A}"/>
              </a:ext>
            </a:extLst>
          </p:cNvPr>
          <p:cNvSpPr txBox="1">
            <a:spLocks/>
          </p:cNvSpPr>
          <p:nvPr/>
        </p:nvSpPr>
        <p:spPr>
          <a:xfrm>
            <a:off x="685800" y="1598613"/>
            <a:ext cx="7772400" cy="11017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第五章  定积分</a:t>
            </a:r>
            <a:endParaRPr lang="zh-CN" altLang="en-US" sz="36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副标题 2">
            <a:extLst>
              <a:ext uri="{FF2B5EF4-FFF2-40B4-BE49-F238E27FC236}">
                <a16:creationId xmlns:a16="http://schemas.microsoft.com/office/drawing/2014/main" id="{A65F5F75-C375-4C8E-AD0E-FB192B04ECF3}"/>
              </a:ext>
            </a:extLst>
          </p:cNvPr>
          <p:cNvSpPr txBox="1"/>
          <p:nvPr/>
        </p:nvSpPr>
        <p:spPr>
          <a:xfrm>
            <a:off x="1524000" y="3067050"/>
            <a:ext cx="6400800" cy="1314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第五节  反常积分</a:t>
            </a:r>
          </a:p>
        </p:txBody>
      </p:sp>
    </p:spTree>
    <p:extLst>
      <p:ext uri="{BB962C8B-B14F-4D97-AF65-F5344CB8AC3E}">
        <p14:creationId xmlns:p14="http://schemas.microsoft.com/office/powerpoint/2010/main" val="3477973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1833194" y="1440009"/>
            <a:ext cx="14001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64FF"/>
                </a:solidFill>
                <a:latin typeface="宋体" panose="02010600030101010101" pitchFamily="2" charset="-122"/>
              </a:rPr>
              <a:t>定积分</a:t>
            </a:r>
          </a:p>
        </p:txBody>
      </p:sp>
      <p:sp>
        <p:nvSpPr>
          <p:cNvPr id="6" name="文本框 7"/>
          <p:cNvSpPr txBox="1">
            <a:spLocks noChangeArrowheads="1"/>
          </p:cNvSpPr>
          <p:nvPr/>
        </p:nvSpPr>
        <p:spPr bwMode="auto">
          <a:xfrm>
            <a:off x="3419426" y="979634"/>
            <a:ext cx="205359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宋体" panose="02010600030101010101" pitchFamily="2" charset="-122"/>
              </a:rPr>
              <a:t>积分区间</a:t>
            </a:r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</a:rPr>
              <a:t>有限</a:t>
            </a:r>
            <a:endParaRPr lang="zh-CN" altLang="en-US" sz="2400" b="1">
              <a:latin typeface="宋体" panose="02010600030101010101" pitchFamily="2" charset="-122"/>
            </a:endParaRPr>
          </a:p>
        </p:txBody>
      </p:sp>
      <p:sp>
        <p:nvSpPr>
          <p:cNvPr id="12" name="文本框 13"/>
          <p:cNvSpPr txBox="1">
            <a:spLocks noChangeArrowheads="1"/>
          </p:cNvSpPr>
          <p:nvPr/>
        </p:nvSpPr>
        <p:spPr bwMode="auto">
          <a:xfrm>
            <a:off x="1843167" y="3303587"/>
            <a:ext cx="157670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64FF"/>
                </a:solidFill>
                <a:latin typeface="宋体" panose="02010600030101010101" pitchFamily="2" charset="-122"/>
              </a:rPr>
              <a:t>反常积分</a:t>
            </a:r>
            <a:endParaRPr lang="en-US" altLang="zh-CN" sz="2400" b="1">
              <a:latin typeface="宋体" panose="02010600030101010101" pitchFamily="2" charset="-122"/>
            </a:endParaRPr>
          </a:p>
        </p:txBody>
      </p:sp>
      <p:sp>
        <p:nvSpPr>
          <p:cNvPr id="13" name="文本框 14"/>
          <p:cNvSpPr txBox="1">
            <a:spLocks noChangeArrowheads="1"/>
          </p:cNvSpPr>
          <p:nvPr/>
        </p:nvSpPr>
        <p:spPr bwMode="auto">
          <a:xfrm>
            <a:off x="3578984" y="2843212"/>
            <a:ext cx="33369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</a:rPr>
              <a:t>无穷限</a:t>
            </a:r>
            <a:r>
              <a:rPr lang="zh-CN" altLang="en-US" sz="2400" b="1">
                <a:latin typeface="宋体" panose="02010600030101010101" pitchFamily="2" charset="-122"/>
              </a:rPr>
              <a:t>的反常积分</a:t>
            </a:r>
          </a:p>
        </p:txBody>
      </p:sp>
      <p:sp>
        <p:nvSpPr>
          <p:cNvPr id="15" name="文本框 18"/>
          <p:cNvSpPr txBox="1">
            <a:spLocks noChangeArrowheads="1"/>
          </p:cNvSpPr>
          <p:nvPr/>
        </p:nvSpPr>
        <p:spPr bwMode="auto">
          <a:xfrm>
            <a:off x="3611914" y="3678003"/>
            <a:ext cx="331533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</a:rPr>
              <a:t>无界函数</a:t>
            </a:r>
            <a:r>
              <a:rPr lang="zh-CN" altLang="en-US" sz="2400" b="1">
                <a:latin typeface="宋体" panose="02010600030101010101" pitchFamily="2" charset="-122"/>
              </a:rPr>
              <a:t>的反常积分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3403239" y="1857681"/>
            <a:ext cx="201930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宋体" panose="02010600030101010101" pitchFamily="2" charset="-122"/>
                <a:sym typeface="+mn-ea"/>
              </a:rPr>
              <a:t>被积函数</a:t>
            </a:r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  <a:sym typeface="+mn-ea"/>
              </a:rPr>
              <a:t>有界</a:t>
            </a:r>
            <a:endParaRPr lang="zh-CN" altLang="en-US" sz="2400" b="1">
              <a:latin typeface="宋体" panose="02010600030101010101" pitchFamily="2" charset="-122"/>
            </a:endParaRPr>
          </a:p>
        </p:txBody>
      </p:sp>
      <p:cxnSp>
        <p:nvCxnSpPr>
          <p:cNvPr id="18" name="直接箭头连接符 17"/>
          <p:cNvCxnSpPr/>
          <p:nvPr/>
        </p:nvCxnSpPr>
        <p:spPr>
          <a:xfrm>
            <a:off x="2509003" y="2131376"/>
            <a:ext cx="2540" cy="930275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1970425" y="2166618"/>
            <a:ext cx="23050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b="1">
                <a:latin typeface="+mj-ea"/>
                <a:ea typeface="+mj-ea"/>
              </a:rPr>
              <a:t>推广</a:t>
            </a:r>
          </a:p>
        </p:txBody>
      </p:sp>
      <p:sp>
        <p:nvSpPr>
          <p:cNvPr id="14" name="左大括号 13">
            <a:extLst>
              <a:ext uri="{FF2B5EF4-FFF2-40B4-BE49-F238E27FC236}">
                <a16:creationId xmlns:a16="http://schemas.microsoft.com/office/drawing/2014/main" id="{BB8E15C5-1E89-41A5-9B9C-7D87C91AADDB}"/>
              </a:ext>
            </a:extLst>
          </p:cNvPr>
          <p:cNvSpPr/>
          <p:nvPr/>
        </p:nvSpPr>
        <p:spPr>
          <a:xfrm>
            <a:off x="3125419" y="1158238"/>
            <a:ext cx="215900" cy="1008380"/>
          </a:xfrm>
          <a:prstGeom prst="leftBrace">
            <a:avLst>
              <a:gd name="adj1" fmla="val 37650"/>
              <a:gd name="adj2" fmla="val 49111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左大括号 20">
            <a:extLst>
              <a:ext uri="{FF2B5EF4-FFF2-40B4-BE49-F238E27FC236}">
                <a16:creationId xmlns:a16="http://schemas.microsoft.com/office/drawing/2014/main" id="{16DD3945-8B5E-4823-A4A6-6B68CA0B3ADE}"/>
              </a:ext>
            </a:extLst>
          </p:cNvPr>
          <p:cNvSpPr/>
          <p:nvPr/>
        </p:nvSpPr>
        <p:spPr>
          <a:xfrm>
            <a:off x="3363084" y="3029584"/>
            <a:ext cx="215900" cy="1008380"/>
          </a:xfrm>
          <a:prstGeom prst="leftBrace">
            <a:avLst>
              <a:gd name="adj1" fmla="val 37650"/>
              <a:gd name="adj2" fmla="val 49111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  <p:bldP spid="13" grpId="0"/>
      <p:bldP spid="15" grpId="0"/>
      <p:bldP spid="17" grpId="0"/>
      <p:bldP spid="20" grpId="0"/>
      <p:bldP spid="2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FD616AF-4CEC-471F-837F-3F00820F0C06}"/>
              </a:ext>
            </a:extLst>
          </p:cNvPr>
          <p:cNvSpPr txBox="1"/>
          <p:nvPr/>
        </p:nvSpPr>
        <p:spPr>
          <a:xfrm>
            <a:off x="2519997" y="2221230"/>
            <a:ext cx="41040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无穷限的反常积分</a:t>
            </a:r>
          </a:p>
        </p:txBody>
      </p:sp>
    </p:spTree>
    <p:extLst>
      <p:ext uri="{BB962C8B-B14F-4D97-AF65-F5344CB8AC3E}">
        <p14:creationId xmlns:p14="http://schemas.microsoft.com/office/powerpoint/2010/main" val="1194076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任意多边形: 形状 36"/>
          <p:cNvSpPr/>
          <p:nvPr/>
        </p:nvSpPr>
        <p:spPr>
          <a:xfrm>
            <a:off x="6213935" y="1382189"/>
            <a:ext cx="2025042" cy="1811602"/>
          </a:xfrm>
          <a:custGeom>
            <a:avLst/>
            <a:gdLst>
              <a:gd name="connsiteX0" fmla="*/ 0 w 2021983"/>
              <a:gd name="connsiteY0" fmla="*/ 0 h 1906073"/>
              <a:gd name="connsiteX1" fmla="*/ 83713 w 2021983"/>
              <a:gd name="connsiteY1" fmla="*/ 547352 h 1906073"/>
              <a:gd name="connsiteX2" fmla="*/ 199623 w 2021983"/>
              <a:gd name="connsiteY2" fmla="*/ 1004552 h 1906073"/>
              <a:gd name="connsiteX3" fmla="*/ 289775 w 2021983"/>
              <a:gd name="connsiteY3" fmla="*/ 1223492 h 1906073"/>
              <a:gd name="connsiteX4" fmla="*/ 457200 w 2021983"/>
              <a:gd name="connsiteY4" fmla="*/ 1468191 h 1906073"/>
              <a:gd name="connsiteX5" fmla="*/ 650383 w 2021983"/>
              <a:gd name="connsiteY5" fmla="*/ 1616298 h 1906073"/>
              <a:gd name="connsiteX6" fmla="*/ 907961 w 2021983"/>
              <a:gd name="connsiteY6" fmla="*/ 1712890 h 1906073"/>
              <a:gd name="connsiteX7" fmla="*/ 1236372 w 2021983"/>
              <a:gd name="connsiteY7" fmla="*/ 1777284 h 1906073"/>
              <a:gd name="connsiteX8" fmla="*/ 2021983 w 2021983"/>
              <a:gd name="connsiteY8" fmla="*/ 1777284 h 1906073"/>
              <a:gd name="connsiteX9" fmla="*/ 2021983 w 2021983"/>
              <a:gd name="connsiteY9" fmla="*/ 1906073 h 1906073"/>
              <a:gd name="connsiteX10" fmla="*/ 0 w 2021983"/>
              <a:gd name="connsiteY10" fmla="*/ 1893194 h 1906073"/>
              <a:gd name="connsiteX11" fmla="*/ 0 w 2021983"/>
              <a:gd name="connsiteY11" fmla="*/ 0 h 1906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21983" h="1906073">
                <a:moveTo>
                  <a:pt x="0" y="0"/>
                </a:moveTo>
                <a:lnTo>
                  <a:pt x="83713" y="547352"/>
                </a:lnTo>
                <a:lnTo>
                  <a:pt x="199623" y="1004552"/>
                </a:lnTo>
                <a:lnTo>
                  <a:pt x="289775" y="1223492"/>
                </a:lnTo>
                <a:lnTo>
                  <a:pt x="457200" y="1468191"/>
                </a:lnTo>
                <a:lnTo>
                  <a:pt x="650383" y="1616298"/>
                </a:lnTo>
                <a:lnTo>
                  <a:pt x="907961" y="1712890"/>
                </a:lnTo>
                <a:lnTo>
                  <a:pt x="1236372" y="1777284"/>
                </a:lnTo>
                <a:lnTo>
                  <a:pt x="2021983" y="1777284"/>
                </a:lnTo>
                <a:lnTo>
                  <a:pt x="2021983" y="1906073"/>
                </a:lnTo>
                <a:lnTo>
                  <a:pt x="0" y="1893194"/>
                </a:lnTo>
                <a:cubicBezTo>
                  <a:pt x="2147" y="1259983"/>
                  <a:pt x="4293" y="626771"/>
                  <a:pt x="0" y="0"/>
                </a:cubicBezTo>
                <a:close/>
              </a:path>
            </a:pathLst>
          </a:cu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AB1BDFA6-100B-40F5-9128-80A2D69FE541}"/>
              </a:ext>
            </a:extLst>
          </p:cNvPr>
          <p:cNvSpPr/>
          <p:nvPr/>
        </p:nvSpPr>
        <p:spPr>
          <a:xfrm>
            <a:off x="1353561" y="2873532"/>
            <a:ext cx="1636373" cy="761423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55761" y="318112"/>
            <a:ext cx="13328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>
                <a:solidFill>
                  <a:srgbClr val="0070C0"/>
                </a:solidFill>
                <a:latin typeface="+mn-ea"/>
              </a:rPr>
              <a:t> </a:t>
            </a:r>
            <a:r>
              <a:rPr lang="zh-CN" altLang="en-US" sz="2400" b="1">
                <a:solidFill>
                  <a:srgbClr val="0064FF"/>
                </a:solidFill>
                <a:latin typeface="+mn-ea"/>
              </a:rPr>
              <a:t>引例</a:t>
            </a:r>
            <a:endParaRPr lang="en-US" altLang="zh-CN" sz="2800" b="1" dirty="0">
              <a:solidFill>
                <a:srgbClr val="0064FF"/>
              </a:solidFill>
              <a:latin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08150" y="899335"/>
            <a:ext cx="28472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latin typeface="+mn-ea"/>
                <a:cs typeface="Times New Roman" panose="02020603050405020304" pitchFamily="18" charset="0"/>
              </a:rPr>
              <a:t>曲边梯形的面积 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2400">
                <a:latin typeface="+mn-ea"/>
              </a:rPr>
              <a:t>.</a:t>
            </a:r>
          </a:p>
        </p:txBody>
      </p:sp>
      <p:grpSp>
        <p:nvGrpSpPr>
          <p:cNvPr id="34" name="组合 33"/>
          <p:cNvGrpSpPr/>
          <p:nvPr/>
        </p:nvGrpSpPr>
        <p:grpSpPr>
          <a:xfrm>
            <a:off x="1691680" y="195486"/>
            <a:ext cx="6745537" cy="700088"/>
            <a:chOff x="1303448" y="1596260"/>
            <a:chExt cx="6745537" cy="700088"/>
          </a:xfrm>
        </p:grpSpPr>
        <p:sp>
          <p:nvSpPr>
            <p:cNvPr id="9" name="文本框 8"/>
            <p:cNvSpPr txBox="1"/>
            <p:nvPr/>
          </p:nvSpPr>
          <p:spPr>
            <a:xfrm>
              <a:off x="1303448" y="1721137"/>
              <a:ext cx="1208458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>
                  <a:latin typeface="+mn-ea"/>
                  <a:cs typeface="Times New Roman" panose="02020603050405020304" pitchFamily="18" charset="0"/>
                </a:rPr>
                <a:t>求曲线</a:t>
              </a:r>
              <a:endParaRPr lang="zh-CN" altLang="en-US" sz="2400" b="1" dirty="0">
                <a:latin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" name="矩形 1"/>
            <p:cNvSpPr/>
            <p:nvPr/>
          </p:nvSpPr>
          <p:spPr>
            <a:xfrm>
              <a:off x="3177093" y="1715139"/>
              <a:ext cx="111280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2400" b="1">
                  <a:latin typeface="+mn-ea"/>
                  <a:cs typeface="Times New Roman" panose="02020603050405020304" pitchFamily="18" charset="0"/>
                </a:rPr>
                <a:t>和直线</a:t>
              </a:r>
            </a:p>
          </p:txBody>
        </p:sp>
        <p:graphicFrame>
          <p:nvGraphicFramePr>
            <p:cNvPr id="23" name="Object 24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343538929"/>
                </p:ext>
              </p:extLst>
            </p:nvPr>
          </p:nvGraphicFramePr>
          <p:xfrm>
            <a:off x="2375145" y="1596260"/>
            <a:ext cx="808037" cy="7000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176" name="Equation" r:id="rId4" imgW="20421600" imgH="17678400" progId="Equation.DSMT4">
                    <p:embed/>
                  </p:oleObj>
                </mc:Choice>
                <mc:Fallback>
                  <p:oleObj name="Equation" r:id="rId4" imgW="20421600" imgH="17678400" progId="Equation.DSMT4">
                    <p:embed/>
                    <p:pic>
                      <p:nvPicPr>
                        <p:cNvPr id="0" name="Object 24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75145" y="1596260"/>
                          <a:ext cx="808037" cy="7000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Object 24"/>
            <p:cNvGraphicFramePr>
              <a:graphicFrameLocks noChangeAspect="1"/>
            </p:cNvGraphicFramePr>
            <p:nvPr/>
          </p:nvGraphicFramePr>
          <p:xfrm>
            <a:off x="4230932" y="1832798"/>
            <a:ext cx="566738" cy="2651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177" name="Equation" r:id="rId6" imgW="14325600" imgH="6705600" progId="Equation.DSMT4">
                    <p:embed/>
                  </p:oleObj>
                </mc:Choice>
                <mc:Fallback>
                  <p:oleObj name="Equation" r:id="rId6" imgW="14325600" imgH="6705600" progId="Equation.DSMT4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30932" y="1832798"/>
                          <a:ext cx="566738" cy="2651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矩形 5"/>
            <p:cNvSpPr/>
            <p:nvPr/>
          </p:nvSpPr>
          <p:spPr>
            <a:xfrm>
              <a:off x="4808995" y="1726181"/>
              <a:ext cx="323999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+mn-ea"/>
                  <a:cs typeface="Times New Roman" panose="02020603050405020304" pitchFamily="18" charset="0"/>
                </a:rPr>
                <a:t>及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kumimoji="1" lang="en-US" altLang="zh-CN" dirty="0"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lang="zh-CN" altLang="en-US" sz="2400" b="1" dirty="0">
                  <a:latin typeface="+mn-ea"/>
                  <a:cs typeface="Times New Roman" panose="02020603050405020304" pitchFamily="18" charset="0"/>
                </a:rPr>
                <a:t>轴所围成的</a:t>
              </a:r>
              <a:r>
                <a:rPr lang="zh-CN" altLang="en-US" sz="2400" b="1" dirty="0">
                  <a:solidFill>
                    <a:srgbClr val="FF0000"/>
                  </a:solidFill>
                  <a:latin typeface="+mn-ea"/>
                  <a:cs typeface="Times New Roman" panose="02020603050405020304" pitchFamily="18" charset="0"/>
                </a:rPr>
                <a:t>右开口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1581007" y="1414450"/>
            <a:ext cx="1408354" cy="461665"/>
            <a:chOff x="890603" y="3112874"/>
            <a:chExt cx="1408354" cy="461665"/>
          </a:xfrm>
        </p:grpSpPr>
        <p:sp>
          <p:nvSpPr>
            <p:cNvPr id="16" name="文本框 15"/>
            <p:cNvSpPr txBox="1"/>
            <p:nvPr/>
          </p:nvSpPr>
          <p:spPr>
            <a:xfrm>
              <a:off x="890603" y="3112874"/>
              <a:ext cx="94509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>
                  <a:latin typeface="+mn-ea"/>
                  <a:cs typeface="Times New Roman" panose="02020603050405020304" pitchFamily="18" charset="0"/>
                </a:rPr>
                <a:t>任取</a:t>
              </a:r>
              <a:endParaRPr lang="en-US" altLang="zh-CN" sz="2000" b="1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6" name="Object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52380146"/>
                </p:ext>
              </p:extLst>
            </p:nvPr>
          </p:nvGraphicFramePr>
          <p:xfrm>
            <a:off x="1689477" y="3220826"/>
            <a:ext cx="609480" cy="3301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178" name="Equation" r:id="rId8" imgW="609480" imgH="330120" progId="Equation.DSMT4">
                    <p:embed/>
                  </p:oleObj>
                </mc:Choice>
                <mc:Fallback>
                  <p:oleObj name="Equation" r:id="rId8" imgW="609480" imgH="330120" progId="Equation.DSMT4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89477" y="3220826"/>
                          <a:ext cx="609480" cy="33012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7" name="组合 26"/>
          <p:cNvGrpSpPr/>
          <p:nvPr/>
        </p:nvGrpSpPr>
        <p:grpSpPr>
          <a:xfrm>
            <a:off x="3158688" y="1422713"/>
            <a:ext cx="1603574" cy="461665"/>
            <a:chOff x="890603" y="3112874"/>
            <a:chExt cx="1603574" cy="461665"/>
          </a:xfrm>
        </p:grpSpPr>
        <p:sp>
          <p:nvSpPr>
            <p:cNvPr id="28" name="文本框 27"/>
            <p:cNvSpPr txBox="1"/>
            <p:nvPr/>
          </p:nvSpPr>
          <p:spPr>
            <a:xfrm>
              <a:off x="890603" y="3112874"/>
              <a:ext cx="16035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>
                  <a:latin typeface="+mn-ea"/>
                  <a:cs typeface="Times New Roman" panose="02020603050405020304" pitchFamily="18" charset="0"/>
                </a:rPr>
                <a:t>在</a:t>
              </a:r>
              <a:r>
                <a:rPr lang="zh-CN" altLang="en-US" sz="24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</a:t>
              </a:r>
              <a:r>
                <a:rPr lang="zh-CN" altLang="en-US" sz="2400" b="1">
                  <a:latin typeface="+mn-ea"/>
                  <a:cs typeface="Times New Roman" panose="02020603050405020304" pitchFamily="18" charset="0"/>
                </a:rPr>
                <a:t>上，</a:t>
              </a:r>
              <a:r>
                <a:rPr lang="zh-CN" altLang="en-US" sz="24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endPara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9" name="Object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82602219"/>
                </p:ext>
              </p:extLst>
            </p:nvPr>
          </p:nvGraphicFramePr>
          <p:xfrm>
            <a:off x="1376686" y="3183277"/>
            <a:ext cx="5715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179" name="Equation" r:id="rId10" imgW="571320" imgH="342720" progId="Equation.DSMT4">
                    <p:embed/>
                  </p:oleObj>
                </mc:Choice>
                <mc:Fallback>
                  <p:oleObj name="Equation" r:id="rId10" imgW="571320" imgH="342720" progId="Equation.DSMT4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76686" y="3183277"/>
                          <a:ext cx="5715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0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9426553"/>
              </p:ext>
            </p:extLst>
          </p:nvPr>
        </p:nvGraphicFramePr>
        <p:xfrm>
          <a:off x="1011729" y="2196056"/>
          <a:ext cx="530784" cy="3255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180" name="Equation" r:id="rId12" imgW="558720" imgH="342720" progId="Equation.DSMT4">
                  <p:embed/>
                </p:oleObj>
              </mc:Choice>
              <mc:Fallback>
                <p:oleObj name="Equation" r:id="rId12" imgW="558720" imgH="34272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1729" y="2196056"/>
                        <a:ext cx="530784" cy="32558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5977242"/>
              </p:ext>
            </p:extLst>
          </p:nvPr>
        </p:nvGraphicFramePr>
        <p:xfrm>
          <a:off x="1587793" y="1980032"/>
          <a:ext cx="1134072" cy="6997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181" name="Equation" r:id="rId14" imgW="1193760" imgH="736560" progId="Equation.DSMT4">
                  <p:embed/>
                </p:oleObj>
              </mc:Choice>
              <mc:Fallback>
                <p:oleObj name="Equation" r:id="rId14" imgW="1193760" imgH="736560" progId="Equation.DSMT4">
                  <p:embed/>
                  <p:pic>
                    <p:nvPicPr>
                      <p:cNvPr id="0" name="对象 30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7793" y="1980032"/>
                        <a:ext cx="1134072" cy="6997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27176"/>
              </p:ext>
            </p:extLst>
          </p:nvPr>
        </p:nvGraphicFramePr>
        <p:xfrm>
          <a:off x="2780160" y="1881941"/>
          <a:ext cx="1049598" cy="8443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182" name="Equation" r:id="rId16" imgW="1104840" imgH="888840" progId="Equation.DSMT4">
                  <p:embed/>
                </p:oleObj>
              </mc:Choice>
              <mc:Fallback>
                <p:oleObj name="Equation" r:id="rId16" imgW="1104840" imgH="888840" progId="Equation.DSMT4">
                  <p:embed/>
                  <p:pic>
                    <p:nvPicPr>
                      <p:cNvPr id="0" name="对象 31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780160" y="1881941"/>
                        <a:ext cx="1049598" cy="8443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4523264"/>
              </p:ext>
            </p:extLst>
          </p:nvPr>
        </p:nvGraphicFramePr>
        <p:xfrm>
          <a:off x="3871784" y="1980479"/>
          <a:ext cx="83185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183" name="Equation" r:id="rId18" imgW="876240" imgH="736560" progId="Equation.DSMT4">
                  <p:embed/>
                </p:oleObj>
              </mc:Choice>
              <mc:Fallback>
                <p:oleObj name="Equation" r:id="rId18" imgW="876240" imgH="736560" progId="Equation.DSMT4">
                  <p:embed/>
                  <p:pic>
                    <p:nvPicPr>
                      <p:cNvPr id="0" name="对象 32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3871784" y="1980479"/>
                        <a:ext cx="831850" cy="698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6202773"/>
              </p:ext>
            </p:extLst>
          </p:nvPr>
        </p:nvGraphicFramePr>
        <p:xfrm>
          <a:off x="1481162" y="2844128"/>
          <a:ext cx="1399464" cy="6997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184" name="Equation" r:id="rId20" imgW="1473120" imgH="736560" progId="Equation.DSMT4">
                  <p:embed/>
                </p:oleObj>
              </mc:Choice>
              <mc:Fallback>
                <p:oleObj name="Equation" r:id="rId20" imgW="1473120" imgH="736560" progId="Equation.DSMT4">
                  <p:embed/>
                  <p:pic>
                    <p:nvPicPr>
                      <p:cNvPr id="0" name="对象 44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481162" y="2844128"/>
                        <a:ext cx="1399464" cy="6997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对象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5640174"/>
              </p:ext>
            </p:extLst>
          </p:nvPr>
        </p:nvGraphicFramePr>
        <p:xfrm>
          <a:off x="3027953" y="2844128"/>
          <a:ext cx="1399464" cy="6997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185" name="Equation" r:id="rId22" imgW="1473120" imgH="736560" progId="Equation.DSMT4">
                  <p:embed/>
                </p:oleObj>
              </mc:Choice>
              <mc:Fallback>
                <p:oleObj name="Equation" r:id="rId22" imgW="1473120" imgH="736560" progId="Equation.DSMT4">
                  <p:embed/>
                  <p:pic>
                    <p:nvPicPr>
                      <p:cNvPr id="0" name="对象 45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3027953" y="2844128"/>
                        <a:ext cx="1399464" cy="6997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对象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4255905"/>
              </p:ext>
            </p:extLst>
          </p:nvPr>
        </p:nvGraphicFramePr>
        <p:xfrm>
          <a:off x="4422646" y="3053629"/>
          <a:ext cx="433388" cy="26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186" name="Equation" r:id="rId24" imgW="457200" imgH="279360" progId="Equation.DSMT4">
                  <p:embed/>
                </p:oleObj>
              </mc:Choice>
              <mc:Fallback>
                <p:oleObj name="Equation" r:id="rId24" imgW="457200" imgH="279360" progId="Equation.DSMT4">
                  <p:embed/>
                  <p:pic>
                    <p:nvPicPr>
                      <p:cNvPr id="0" name="对象 46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4422646" y="3053629"/>
                        <a:ext cx="433388" cy="263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文本框 49"/>
          <p:cNvSpPr txBox="1"/>
          <p:nvPr/>
        </p:nvSpPr>
        <p:spPr>
          <a:xfrm>
            <a:off x="655761" y="1417325"/>
            <a:ext cx="13328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70C0"/>
                </a:solidFill>
                <a:latin typeface="+mn-ea"/>
              </a:rPr>
              <a:t> </a:t>
            </a:r>
            <a:r>
              <a:rPr lang="zh-CN" altLang="en-US" sz="2400" b="1" dirty="0">
                <a:solidFill>
                  <a:srgbClr val="0064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分析</a:t>
            </a:r>
            <a:endParaRPr lang="en-US" altLang="zh-CN" sz="2800" b="1" dirty="0">
              <a:solidFill>
                <a:srgbClr val="0064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11321"/>
              </p:ext>
            </p:extLst>
          </p:nvPr>
        </p:nvGraphicFramePr>
        <p:xfrm>
          <a:off x="1011964" y="3029980"/>
          <a:ext cx="458280" cy="253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187" name="Equation" r:id="rId26" imgW="482400" imgH="266400" progId="Equation.DSMT4">
                  <p:embed/>
                </p:oleObj>
              </mc:Choice>
              <mc:Fallback>
                <p:oleObj name="Equation" r:id="rId26" imgW="482400" imgH="266400" progId="Equation.DSMT4">
                  <p:embed/>
                  <p:pic>
                    <p:nvPicPr>
                      <p:cNvPr id="0" name="图片 78499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011964" y="3029980"/>
                        <a:ext cx="458280" cy="2530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0" name="组合 39"/>
          <p:cNvGrpSpPr/>
          <p:nvPr/>
        </p:nvGrpSpPr>
        <p:grpSpPr bwMode="auto">
          <a:xfrm>
            <a:off x="5621780" y="1036845"/>
            <a:ext cx="2992724" cy="2489454"/>
            <a:chOff x="5756112" y="3136773"/>
            <a:chExt cx="2992723" cy="2489454"/>
          </a:xfrm>
        </p:grpSpPr>
        <p:graphicFrame>
          <p:nvGraphicFramePr>
            <p:cNvPr id="41" name="Object 21"/>
            <p:cNvGraphicFramePr>
              <a:graphicFrameLocks noChangeAspect="1"/>
            </p:cNvGraphicFramePr>
            <p:nvPr/>
          </p:nvGraphicFramePr>
          <p:xfrm>
            <a:off x="8573566" y="5363920"/>
            <a:ext cx="174625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188" name="Equation" r:id="rId28" imgW="4267200" imgH="4572000" progId="Equation.DSMT4">
                    <p:embed/>
                  </p:oleObj>
                </mc:Choice>
                <mc:Fallback>
                  <p:oleObj name="Equation" r:id="rId28" imgW="4267200" imgH="4572000" progId="Equation.DSMT4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biLevel thresh="50000"/>
                          <a:grayscl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573566" y="5363920"/>
                          <a:ext cx="174625" cy="190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" name="Line 22"/>
            <p:cNvSpPr>
              <a:spLocks noChangeShapeType="1"/>
            </p:cNvSpPr>
            <p:nvPr/>
          </p:nvSpPr>
          <p:spPr bwMode="auto">
            <a:xfrm>
              <a:off x="5770633" y="5294313"/>
              <a:ext cx="297820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Line 23"/>
            <p:cNvSpPr>
              <a:spLocks noChangeShapeType="1"/>
            </p:cNvSpPr>
            <p:nvPr/>
          </p:nvSpPr>
          <p:spPr bwMode="auto">
            <a:xfrm flipV="1">
              <a:off x="6012532" y="3136773"/>
              <a:ext cx="0" cy="248945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4" name="Object 26"/>
            <p:cNvGraphicFramePr>
              <a:graphicFrameLocks noChangeAspect="1"/>
            </p:cNvGraphicFramePr>
            <p:nvPr/>
          </p:nvGraphicFramePr>
          <p:xfrm>
            <a:off x="5756112" y="3180934"/>
            <a:ext cx="190440" cy="241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189" name="Equation" r:id="rId30" imgW="4572000" imgH="5791200" progId="Equation.DSMT4">
                    <p:embed/>
                  </p:oleObj>
                </mc:Choice>
                <mc:Fallback>
                  <p:oleObj name="Equation" r:id="rId30" imgW="4572000" imgH="5791200" progId="Equation.DSMT4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56112" y="3180934"/>
                          <a:ext cx="190440" cy="241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" name="Object 27"/>
            <p:cNvGraphicFramePr>
              <a:graphicFrameLocks noChangeAspect="1"/>
            </p:cNvGraphicFramePr>
            <p:nvPr/>
          </p:nvGraphicFramePr>
          <p:xfrm>
            <a:off x="5766339" y="5331940"/>
            <a:ext cx="2286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190" name="Equation" r:id="rId32" imgW="5486400" imgH="5791200" progId="Equation.DSMT4">
                    <p:embed/>
                  </p:oleObj>
                </mc:Choice>
                <mc:Fallback>
                  <p:oleObj name="Equation" r:id="rId32" imgW="5486400" imgH="5791200" progId="Equation.DSMT4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66339" y="5331940"/>
                          <a:ext cx="228600" cy="241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4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3368571"/>
              </p:ext>
            </p:extLst>
          </p:nvPr>
        </p:nvGraphicFramePr>
        <p:xfrm>
          <a:off x="6549322" y="2043813"/>
          <a:ext cx="7366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191" name="Equation" r:id="rId34" imgW="17678400" imgH="15240000" progId="Equation.DSMT4">
                  <p:embed/>
                </p:oleObj>
              </mc:Choice>
              <mc:Fallback>
                <p:oleObj name="Equation" r:id="rId34" imgW="17678400" imgH="1524000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9322" y="2043813"/>
                        <a:ext cx="736600" cy="635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0285922"/>
              </p:ext>
            </p:extLst>
          </p:nvPr>
        </p:nvGraphicFramePr>
        <p:xfrm>
          <a:off x="6301765" y="2763930"/>
          <a:ext cx="300038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192" name="Equation" r:id="rId36" imgW="5791200" imgH="6400800" progId="Equation.DSMT4">
                  <p:embed/>
                </p:oleObj>
              </mc:Choice>
              <mc:Fallback>
                <p:oleObj name="Equation" r:id="rId36" imgW="5791200" imgH="64008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1765" y="2763930"/>
                        <a:ext cx="300038" cy="350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任意多边形: 形状 11"/>
          <p:cNvSpPr/>
          <p:nvPr/>
        </p:nvSpPr>
        <p:spPr>
          <a:xfrm>
            <a:off x="6198259" y="1294349"/>
            <a:ext cx="1121134" cy="1896386"/>
          </a:xfrm>
          <a:custGeom>
            <a:avLst/>
            <a:gdLst>
              <a:gd name="connsiteX0" fmla="*/ 0 w 1121134"/>
              <a:gd name="connsiteY0" fmla="*/ 0 h 1896386"/>
              <a:gd name="connsiteX1" fmla="*/ 107342 w 1121134"/>
              <a:gd name="connsiteY1" fmla="*/ 652007 h 1896386"/>
              <a:gd name="connsiteX2" fmla="*/ 182880 w 1121134"/>
              <a:gd name="connsiteY2" fmla="*/ 966083 h 1896386"/>
              <a:gd name="connsiteX3" fmla="*/ 286247 w 1121134"/>
              <a:gd name="connsiteY3" fmla="*/ 1216549 h 1896386"/>
              <a:gd name="connsiteX4" fmla="*/ 433346 w 1121134"/>
              <a:gd name="connsiteY4" fmla="*/ 1435210 h 1896386"/>
              <a:gd name="connsiteX5" fmla="*/ 604299 w 1121134"/>
              <a:gd name="connsiteY5" fmla="*/ 1582309 h 1896386"/>
              <a:gd name="connsiteX6" fmla="*/ 826935 w 1121134"/>
              <a:gd name="connsiteY6" fmla="*/ 1685676 h 1896386"/>
              <a:gd name="connsiteX7" fmla="*/ 1121134 w 1121134"/>
              <a:gd name="connsiteY7" fmla="*/ 1753262 h 1896386"/>
              <a:gd name="connsiteX8" fmla="*/ 1117158 w 1121134"/>
              <a:gd name="connsiteY8" fmla="*/ 1753262 h 1896386"/>
              <a:gd name="connsiteX9" fmla="*/ 1121134 w 1121134"/>
              <a:gd name="connsiteY9" fmla="*/ 1892410 h 1896386"/>
              <a:gd name="connsiteX10" fmla="*/ 0 w 1121134"/>
              <a:gd name="connsiteY10" fmla="*/ 1896386 h 1896386"/>
              <a:gd name="connsiteX11" fmla="*/ 0 w 1121134"/>
              <a:gd name="connsiteY11" fmla="*/ 0 h 1896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21134" h="1896386">
                <a:moveTo>
                  <a:pt x="0" y="0"/>
                </a:moveTo>
                <a:lnTo>
                  <a:pt x="107342" y="652007"/>
                </a:lnTo>
                <a:lnTo>
                  <a:pt x="182880" y="966083"/>
                </a:lnTo>
                <a:lnTo>
                  <a:pt x="286247" y="1216549"/>
                </a:lnTo>
                <a:lnTo>
                  <a:pt x="433346" y="1435210"/>
                </a:lnTo>
                <a:lnTo>
                  <a:pt x="604299" y="1582309"/>
                </a:lnTo>
                <a:lnTo>
                  <a:pt x="826935" y="1685676"/>
                </a:lnTo>
                <a:lnTo>
                  <a:pt x="1121134" y="1753262"/>
                </a:lnTo>
                <a:lnTo>
                  <a:pt x="1117158" y="1753262"/>
                </a:lnTo>
                <a:lnTo>
                  <a:pt x="1121134" y="1892410"/>
                </a:lnTo>
                <a:lnTo>
                  <a:pt x="0" y="1896386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7327568" y="3055156"/>
            <a:ext cx="120384" cy="437044"/>
            <a:chOff x="7351712" y="3799657"/>
            <a:chExt cx="120384" cy="437044"/>
          </a:xfrm>
        </p:grpSpPr>
        <p:graphicFrame>
          <p:nvGraphicFramePr>
            <p:cNvPr id="39" name="Object 2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69000681"/>
                </p:ext>
              </p:extLst>
            </p:nvPr>
          </p:nvGraphicFramePr>
          <p:xfrm>
            <a:off x="7351712" y="4007561"/>
            <a:ext cx="120384" cy="2291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193" name="Equation" r:id="rId38" imgW="126720" imgH="241200" progId="Equation.DSMT4">
                    <p:embed/>
                  </p:oleObj>
                </mc:Choice>
                <mc:Fallback>
                  <p:oleObj name="Equation" r:id="rId38" imgW="126720" imgH="241200" progId="Equation.DSMT4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biLevel thresh="50000"/>
                          <a:grayscl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51712" y="4007561"/>
                          <a:ext cx="120384" cy="2291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56" name="直接连接符 55"/>
            <p:cNvCxnSpPr>
              <a:cxnSpLocks/>
            </p:cNvCxnSpPr>
            <p:nvPr/>
          </p:nvCxnSpPr>
          <p:spPr>
            <a:xfrm>
              <a:off x="7356731" y="3799657"/>
              <a:ext cx="0" cy="118800"/>
            </a:xfrm>
            <a:prstGeom prst="line">
              <a:avLst/>
            </a:prstGeom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38" name="任意多边形: 形状 37"/>
          <p:cNvSpPr/>
          <p:nvPr/>
        </p:nvSpPr>
        <p:spPr>
          <a:xfrm>
            <a:off x="6205760" y="1297191"/>
            <a:ext cx="2028170" cy="1789070"/>
          </a:xfrm>
          <a:custGeom>
            <a:avLst/>
            <a:gdLst>
              <a:gd name="connsiteX0" fmla="*/ 0 w 2020711"/>
              <a:gd name="connsiteY0" fmla="*/ 0 h 1789070"/>
              <a:gd name="connsiteX1" fmla="*/ 496711 w 2020711"/>
              <a:gd name="connsiteY1" fmla="*/ 1512711 h 1789070"/>
              <a:gd name="connsiteX2" fmla="*/ 2020711 w 2020711"/>
              <a:gd name="connsiteY2" fmla="*/ 1783645 h 1789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0711" h="1789070">
                <a:moveTo>
                  <a:pt x="0" y="0"/>
                </a:moveTo>
                <a:cubicBezTo>
                  <a:pt x="79963" y="607718"/>
                  <a:pt x="159926" y="1215437"/>
                  <a:pt x="496711" y="1512711"/>
                </a:cubicBezTo>
                <a:cubicBezTo>
                  <a:pt x="833496" y="1809985"/>
                  <a:pt x="1427103" y="1796815"/>
                  <a:pt x="2020711" y="1783645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1" name="组合 50"/>
          <p:cNvGrpSpPr/>
          <p:nvPr/>
        </p:nvGrpSpPr>
        <p:grpSpPr>
          <a:xfrm>
            <a:off x="6148484" y="1292756"/>
            <a:ext cx="114300" cy="2182374"/>
            <a:chOff x="6282444" y="1559364"/>
            <a:chExt cx="114300" cy="2182374"/>
          </a:xfrm>
        </p:grpSpPr>
        <p:graphicFrame>
          <p:nvGraphicFramePr>
            <p:cNvPr id="52" name="Object 24"/>
            <p:cNvGraphicFramePr>
              <a:graphicFrameLocks noChangeAspect="1"/>
            </p:cNvGraphicFramePr>
            <p:nvPr/>
          </p:nvGraphicFramePr>
          <p:xfrm>
            <a:off x="6282444" y="3513138"/>
            <a:ext cx="1143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194" name="Equation" r:id="rId40" imgW="2743200" imgH="5486400" progId="Equation.DSMT4">
                    <p:embed/>
                  </p:oleObj>
                </mc:Choice>
                <mc:Fallback>
                  <p:oleObj name="Equation" r:id="rId40" imgW="2743200" imgH="5486400" progId="Equation.DSMT4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82444" y="3513138"/>
                          <a:ext cx="114300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53" name="直接连接符 52"/>
            <p:cNvCxnSpPr/>
            <p:nvPr/>
          </p:nvCxnSpPr>
          <p:spPr bwMode="auto">
            <a:xfrm>
              <a:off x="6336976" y="1559364"/>
              <a:ext cx="0" cy="1908000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aphicFrame>
        <p:nvGraphicFramePr>
          <p:cNvPr id="58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0056731"/>
              </p:ext>
            </p:extLst>
          </p:nvPr>
        </p:nvGraphicFramePr>
        <p:xfrm>
          <a:off x="6195549" y="2774525"/>
          <a:ext cx="530784" cy="3255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195" name="Equation" r:id="rId42" imgW="558720" imgH="342720" progId="Equation.DSMT4">
                  <p:embed/>
                </p:oleObj>
              </mc:Choice>
              <mc:Fallback>
                <p:oleObj name="Equation" r:id="rId42" imgW="558720" imgH="34272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5549" y="2774525"/>
                        <a:ext cx="530784" cy="32558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7100668"/>
              </p:ext>
            </p:extLst>
          </p:nvPr>
        </p:nvGraphicFramePr>
        <p:xfrm>
          <a:off x="2011234" y="3671166"/>
          <a:ext cx="1120775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196" name="Equation" r:id="rId44" imgW="1180800" imgH="736560" progId="Equation.DSMT4">
                  <p:embed/>
                </p:oleObj>
              </mc:Choice>
              <mc:Fallback>
                <p:oleObj name="Equation" r:id="rId44" imgW="1180800" imgH="736560" progId="Equation.DSMT4">
                  <p:embed/>
                  <p:pic>
                    <p:nvPicPr>
                      <p:cNvPr id="0" name="对象 44"/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2011234" y="3671166"/>
                        <a:ext cx="1120775" cy="701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文本框 56">
            <a:extLst>
              <a:ext uri="{FF2B5EF4-FFF2-40B4-BE49-F238E27FC236}">
                <a16:creationId xmlns:a16="http://schemas.microsoft.com/office/drawing/2014/main" id="{F4BF7212-F0E8-485F-942F-C78E9857BFFF}"/>
              </a:ext>
            </a:extLst>
          </p:cNvPr>
          <p:cNvSpPr txBox="1"/>
          <p:nvPr/>
        </p:nvSpPr>
        <p:spPr>
          <a:xfrm>
            <a:off x="957952" y="3791400"/>
            <a:ext cx="13328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70C0"/>
                </a:solidFill>
                <a:latin typeface="+mn-ea"/>
              </a:rPr>
              <a:t> </a:t>
            </a:r>
            <a:r>
              <a:rPr lang="zh-CN" altLang="en-US" sz="2400" b="1" dirty="0">
                <a:latin typeface="+mn-ea"/>
              </a:rPr>
              <a:t>记作</a:t>
            </a:r>
            <a:endParaRPr lang="en-US" altLang="zh-CN" sz="2800" b="1" dirty="0">
              <a:latin typeface="+mn-ea"/>
            </a:endParaRPr>
          </a:p>
        </p:txBody>
      </p:sp>
      <p:sp>
        <p:nvSpPr>
          <p:cNvPr id="59" name="AutoShape 11">
            <a:extLst>
              <a:ext uri="{FF2B5EF4-FFF2-40B4-BE49-F238E27FC236}">
                <a16:creationId xmlns:a16="http://schemas.microsoft.com/office/drawing/2014/main" id="{C7003DD0-FD1C-4202-9B7D-A6C49BE18A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8715" y="3709423"/>
            <a:ext cx="3087964" cy="447675"/>
          </a:xfrm>
          <a:prstGeom prst="wedgeRoundRectCallout">
            <a:avLst>
              <a:gd name="adj1" fmla="val -36989"/>
              <a:gd name="adj2" fmla="val -100954"/>
              <a:gd name="adj3" fmla="val 16667"/>
            </a:avLst>
          </a:prstGeom>
          <a:solidFill>
            <a:schemeClr val="bg1"/>
          </a:solidFill>
          <a:ln w="9525">
            <a:solidFill>
              <a:srgbClr val="FF3300"/>
            </a:solidFill>
            <a:miter lim="800000"/>
          </a:ln>
          <a:effectLst/>
          <a:extLst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200" b="1">
                <a:solidFill>
                  <a:srgbClr val="FF33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右开口曲边梯形的面积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7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7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7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500"/>
                            </p:stCondLst>
                            <p:childTnLst>
                              <p:par>
                                <p:cTn id="1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11" grpId="0" animBg="1"/>
      <p:bldP spid="8" grpId="0"/>
      <p:bldP spid="3" grpId="0"/>
      <p:bldP spid="50" grpId="0"/>
      <p:bldP spid="12" grpId="0" animBg="1"/>
      <p:bldP spid="38" grpId="0" animBg="1"/>
      <p:bldP spid="57" grpId="0"/>
      <p:bldP spid="59" grpId="0" animBg="1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835103" y="479063"/>
            <a:ext cx="885047" cy="576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定义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415723" y="533341"/>
            <a:ext cx="122413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称算式</a:t>
            </a:r>
            <a:r>
              <a:rPr lang="zh-CN" altLang="en-US" sz="2800" b="1">
                <a:latin typeface="+mn-ea"/>
                <a:cs typeface="Times New Roman" panose="02020603050405020304" pitchFamily="18" charset="0"/>
              </a:rPr>
              <a:t>                </a:t>
            </a:r>
            <a:endParaRPr lang="zh-CN" altLang="en-US" sz="2800" b="1" dirty="0">
              <a:latin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645858" y="578464"/>
            <a:ext cx="3265966" cy="461665"/>
            <a:chOff x="1598126" y="716086"/>
            <a:chExt cx="3265966" cy="461665"/>
          </a:xfrm>
        </p:grpSpPr>
        <p:sp>
          <p:nvSpPr>
            <p:cNvPr id="7" name="文本框 6"/>
            <p:cNvSpPr txBox="1"/>
            <p:nvPr/>
          </p:nvSpPr>
          <p:spPr>
            <a:xfrm>
              <a:off x="1598126" y="716086"/>
              <a:ext cx="12241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>
                  <a:latin typeface="+mn-ea"/>
                  <a:cs typeface="Times New Roman" panose="02020603050405020304" pitchFamily="18" charset="0"/>
                </a:rPr>
                <a:t>设函数</a:t>
              </a:r>
              <a:endParaRPr lang="zh-CN" altLang="en-US" sz="2400" b="1" dirty="0">
                <a:latin typeface="+mn-ea"/>
              </a:endParaRPr>
            </a:p>
          </p:txBody>
        </p:sp>
        <p:graphicFrame>
          <p:nvGraphicFramePr>
            <p:cNvPr id="9" name="Object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2335261"/>
                </p:ext>
              </p:extLst>
            </p:nvPr>
          </p:nvGraphicFramePr>
          <p:xfrm>
            <a:off x="2768892" y="791249"/>
            <a:ext cx="2095200" cy="3427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9812" name="Equation" r:id="rId3" imgW="2095200" imgH="342720" progId="Equation.DSMT4">
                    <p:embed/>
                  </p:oleObj>
                </mc:Choice>
                <mc:Fallback>
                  <p:oleObj name="Equation" r:id="rId3" imgW="2095200" imgH="342720" progId="Equation.DSMT4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68892" y="791249"/>
                          <a:ext cx="2095200" cy="34272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" name="组合 12"/>
          <p:cNvGrpSpPr/>
          <p:nvPr/>
        </p:nvGrpSpPr>
        <p:grpSpPr>
          <a:xfrm>
            <a:off x="4827397" y="569371"/>
            <a:ext cx="1491175" cy="461665"/>
            <a:chOff x="1640623" y="667837"/>
            <a:chExt cx="1491175" cy="461665"/>
          </a:xfrm>
        </p:grpSpPr>
        <p:sp>
          <p:nvSpPr>
            <p:cNvPr id="14" name="文本框 13"/>
            <p:cNvSpPr txBox="1"/>
            <p:nvPr/>
          </p:nvSpPr>
          <p:spPr>
            <a:xfrm>
              <a:off x="1640623" y="667837"/>
              <a:ext cx="12241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  <a:cs typeface="Times New Roman" panose="02020603050405020304" pitchFamily="18" charset="0"/>
                </a:rPr>
                <a:t>任取</a:t>
              </a:r>
            </a:p>
          </p:txBody>
        </p:sp>
        <p:graphicFrame>
          <p:nvGraphicFramePr>
            <p:cNvPr id="15" name="Object 24"/>
            <p:cNvGraphicFramePr>
              <a:graphicFrameLocks noChangeAspect="1"/>
            </p:cNvGraphicFramePr>
            <p:nvPr/>
          </p:nvGraphicFramePr>
          <p:xfrm>
            <a:off x="2458698" y="802005"/>
            <a:ext cx="673100" cy="292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9813" name="Equation" r:id="rId5" imgW="16154400" imgH="7010400" progId="Equation.DSMT4">
                    <p:embed/>
                  </p:oleObj>
                </mc:Choice>
                <mc:Fallback>
                  <p:oleObj name="Equation" r:id="rId5" imgW="16154400" imgH="7010400" progId="Equation.DSMT4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58698" y="802005"/>
                          <a:ext cx="673100" cy="2921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0031729"/>
              </p:ext>
            </p:extLst>
          </p:nvPr>
        </p:nvGraphicFramePr>
        <p:xfrm>
          <a:off x="3494948" y="1053410"/>
          <a:ext cx="16891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814" name="Equation" r:id="rId7" imgW="40538400" imgH="14630400" progId="Equation.DSMT4">
                  <p:embed/>
                </p:oleObj>
              </mc:Choice>
              <mc:Fallback>
                <p:oleObj name="Equation" r:id="rId7" imgW="40538400" imgH="14630400" progId="Equation.DSMT4">
                  <p:embed/>
                  <p:pic>
                    <p:nvPicPr>
                      <p:cNvPr id="0" name="对象 4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494948" y="1053410"/>
                        <a:ext cx="1689100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组合 7"/>
          <p:cNvGrpSpPr/>
          <p:nvPr/>
        </p:nvGrpSpPr>
        <p:grpSpPr>
          <a:xfrm>
            <a:off x="110572" y="1680655"/>
            <a:ext cx="5688632" cy="576248"/>
            <a:chOff x="395536" y="2006627"/>
            <a:chExt cx="5688632" cy="576248"/>
          </a:xfrm>
        </p:grpSpPr>
        <p:sp>
          <p:nvSpPr>
            <p:cNvPr id="12" name="文本框 11"/>
            <p:cNvSpPr txBox="1"/>
            <p:nvPr/>
          </p:nvSpPr>
          <p:spPr>
            <a:xfrm>
              <a:off x="395536" y="2006627"/>
              <a:ext cx="5688632" cy="5762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400" b="1">
                  <a:solidFill>
                    <a:schemeClr val="tx1"/>
                  </a:solidFill>
                  <a:latin typeface="+mn-ea"/>
                  <a:cs typeface="Times New Roman" panose="02020603050405020304" pitchFamily="18" charset="0"/>
                </a:rPr>
                <a:t>为    在无穷区间      上的反常积分，</a:t>
              </a:r>
              <a:endParaRPr lang="zh-CN" altLang="en-US" sz="2400" b="1" dirty="0">
                <a:latin typeface="+mn-ea"/>
              </a:endParaRPr>
            </a:p>
          </p:txBody>
        </p:sp>
        <p:graphicFrame>
          <p:nvGraphicFramePr>
            <p:cNvPr id="17" name="Object 24"/>
            <p:cNvGraphicFramePr>
              <a:graphicFrameLocks noChangeAspect="1"/>
            </p:cNvGraphicFramePr>
            <p:nvPr/>
          </p:nvGraphicFramePr>
          <p:xfrm>
            <a:off x="840470" y="2201324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9815" name="Equation" r:id="rId9" imgW="14935200" imgH="8229600" progId="Equation.DSMT4">
                    <p:embed/>
                  </p:oleObj>
                </mc:Choice>
                <mc:Fallback>
                  <p:oleObj name="Equation" r:id="rId9" imgW="14935200" imgH="8229600" progId="Equation.DSMT4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40470" y="2201324"/>
                          <a:ext cx="6223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Object 24"/>
            <p:cNvGraphicFramePr>
              <a:graphicFrameLocks noChangeAspect="1"/>
            </p:cNvGraphicFramePr>
            <p:nvPr/>
          </p:nvGraphicFramePr>
          <p:xfrm>
            <a:off x="3046776" y="2178077"/>
            <a:ext cx="889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9816" name="Equation" r:id="rId11" imgW="21336000" imgH="8229600" progId="Equation.DSMT4">
                    <p:embed/>
                  </p:oleObj>
                </mc:Choice>
                <mc:Fallback>
                  <p:oleObj name="Equation" r:id="rId11" imgW="21336000" imgH="8229600" progId="Equation.DSMT4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46776" y="2178077"/>
                          <a:ext cx="8890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" name="文本框 18"/>
          <p:cNvSpPr txBox="1"/>
          <p:nvPr/>
        </p:nvSpPr>
        <p:spPr>
          <a:xfrm>
            <a:off x="5632070" y="1756587"/>
            <a:ext cx="1224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latin typeface="+mn-ea"/>
                <a:cs typeface="Times New Roman" panose="02020603050405020304" pitchFamily="18" charset="0"/>
              </a:rPr>
              <a:t>记作</a:t>
            </a:r>
            <a:endParaRPr lang="zh-CN" altLang="en-US" sz="2800" b="1" dirty="0">
              <a:latin typeface="+mn-ea"/>
            </a:endParaRPr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2484193"/>
              </p:ext>
            </p:extLst>
          </p:nvPr>
        </p:nvGraphicFramePr>
        <p:xfrm>
          <a:off x="6415723" y="1691130"/>
          <a:ext cx="14224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817" name="Equation" r:id="rId13" imgW="34137600" imgH="14325600" progId="Equation.DSMT4">
                  <p:embed/>
                </p:oleObj>
              </mc:Choice>
              <mc:Fallback>
                <p:oleObj name="Equation" r:id="rId13" imgW="34137600" imgH="14325600" progId="Equation.DSMT4">
                  <p:embed/>
                  <p:pic>
                    <p:nvPicPr>
                      <p:cNvPr id="0" name="对象 15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415723" y="1691130"/>
                        <a:ext cx="14224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文本框 20"/>
          <p:cNvSpPr txBox="1"/>
          <p:nvPr/>
        </p:nvSpPr>
        <p:spPr>
          <a:xfrm>
            <a:off x="223035" y="2476007"/>
            <a:ext cx="1224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即</a:t>
            </a:r>
            <a:endParaRPr lang="zh-CN" altLang="en-US" sz="2800" b="1" dirty="0">
              <a:latin typeface="+mn-ea"/>
            </a:endParaRPr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4851342"/>
              </p:ext>
            </p:extLst>
          </p:nvPr>
        </p:nvGraphicFramePr>
        <p:xfrm>
          <a:off x="2773702" y="2387478"/>
          <a:ext cx="33147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818" name="Equation" r:id="rId15" imgW="79552800" imgH="14630400" progId="Equation.DSMT4">
                  <p:embed/>
                </p:oleObj>
              </mc:Choice>
              <mc:Fallback>
                <p:oleObj name="Equation" r:id="rId15" imgW="79552800" imgH="14630400" progId="Equation.DSMT4">
                  <p:embed/>
                  <p:pic>
                    <p:nvPicPr>
                      <p:cNvPr id="0" name="对象 15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773702" y="2387478"/>
                        <a:ext cx="3314700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文本框 24"/>
          <p:cNvSpPr txBox="1"/>
          <p:nvPr/>
        </p:nvSpPr>
        <p:spPr>
          <a:xfrm>
            <a:off x="190661" y="3937352"/>
            <a:ext cx="49933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latin typeface="+mn-ea"/>
              </a:rPr>
              <a:t>该极限称为反常积分的值；</a:t>
            </a:r>
            <a:endParaRPr lang="zh-CN" altLang="en-US" sz="2400" b="1" dirty="0">
              <a:latin typeface="+mn-ea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D327DF61-0891-4497-9E97-7780C89C59EB}"/>
              </a:ext>
            </a:extLst>
          </p:cNvPr>
          <p:cNvGrpSpPr/>
          <p:nvPr/>
        </p:nvGrpSpPr>
        <p:grpSpPr>
          <a:xfrm>
            <a:off x="802729" y="3238312"/>
            <a:ext cx="7107825" cy="567036"/>
            <a:chOff x="920559" y="3431398"/>
            <a:chExt cx="7107825" cy="567036"/>
          </a:xfrm>
        </p:grpSpPr>
        <p:sp>
          <p:nvSpPr>
            <p:cNvPr id="23" name="文本框 22"/>
            <p:cNvSpPr txBox="1"/>
            <p:nvPr/>
          </p:nvSpPr>
          <p:spPr>
            <a:xfrm>
              <a:off x="920559" y="3463506"/>
              <a:ext cx="710782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>
                  <a:latin typeface="+mn-ea"/>
                </a:rPr>
                <a:t>若上式中的极限存在，则称反常积分         </a:t>
              </a:r>
              <a:r>
                <a:rPr lang="zh-CN" altLang="en-US" sz="2400" b="1">
                  <a:solidFill>
                    <a:srgbClr val="FF0000"/>
                  </a:solidFill>
                  <a:latin typeface="+mn-ea"/>
                </a:rPr>
                <a:t>收敛</a:t>
              </a:r>
              <a:r>
                <a:rPr lang="zh-CN" altLang="en-US" sz="2400" b="1">
                  <a:latin typeface="+mn-ea"/>
                </a:rPr>
                <a:t>，</a:t>
              </a:r>
              <a:endParaRPr lang="zh-CN" altLang="en-US" sz="2400" b="1" dirty="0">
                <a:latin typeface="+mn-ea"/>
              </a:endParaRPr>
            </a:p>
          </p:txBody>
        </p:sp>
        <p:graphicFrame>
          <p:nvGraphicFramePr>
            <p:cNvPr id="24" name="对象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4839169"/>
                </p:ext>
              </p:extLst>
            </p:nvPr>
          </p:nvGraphicFramePr>
          <p:xfrm>
            <a:off x="5940003" y="3431398"/>
            <a:ext cx="1338930" cy="5670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9819" name="Equation" r:id="rId17" imgW="1409400" imgH="596880" progId="Equation.DSMT4">
                    <p:embed/>
                  </p:oleObj>
                </mc:Choice>
                <mc:Fallback>
                  <p:oleObj name="Equation" r:id="rId17" imgW="1409400" imgH="596880" progId="Equation.DSMT4">
                    <p:embed/>
                    <p:pic>
                      <p:nvPicPr>
                        <p:cNvPr id="0" name="对象 19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5940003" y="3431398"/>
                          <a:ext cx="1338930" cy="56703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B489665D-7670-4DA9-8F21-0E7ECF62EBCF}"/>
              </a:ext>
            </a:extLst>
          </p:cNvPr>
          <p:cNvGrpSpPr/>
          <p:nvPr/>
        </p:nvGrpSpPr>
        <p:grpSpPr>
          <a:xfrm>
            <a:off x="3862640" y="3884666"/>
            <a:ext cx="4843932" cy="567036"/>
            <a:chOff x="3859599" y="4056127"/>
            <a:chExt cx="4843932" cy="567036"/>
          </a:xfrm>
        </p:grpSpPr>
        <p:sp>
          <p:nvSpPr>
            <p:cNvPr id="2" name="矩形 1"/>
            <p:cNvSpPr/>
            <p:nvPr/>
          </p:nvSpPr>
          <p:spPr>
            <a:xfrm>
              <a:off x="3859599" y="4132244"/>
              <a:ext cx="2659702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>
                  <a:latin typeface="+mn-ea"/>
                </a:rPr>
                <a:t>否则，称反常积分</a:t>
              </a:r>
              <a:endParaRPr lang="zh-CN" altLang="en-US" sz="2400"/>
            </a:p>
          </p:txBody>
        </p:sp>
        <p:graphicFrame>
          <p:nvGraphicFramePr>
            <p:cNvPr id="26" name="对象 2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15711152"/>
                </p:ext>
              </p:extLst>
            </p:nvPr>
          </p:nvGraphicFramePr>
          <p:xfrm>
            <a:off x="6476156" y="4056127"/>
            <a:ext cx="1338930" cy="5670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9820" name="Equation" r:id="rId19" imgW="1409400" imgH="596880" progId="Equation.DSMT4">
                    <p:embed/>
                  </p:oleObj>
                </mc:Choice>
                <mc:Fallback>
                  <p:oleObj name="Equation" r:id="rId19" imgW="1409400" imgH="596880" progId="Equation.DSMT4">
                    <p:embed/>
                    <p:pic>
                      <p:nvPicPr>
                        <p:cNvPr id="0" name="对象 23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6476156" y="4056127"/>
                          <a:ext cx="1338930" cy="56703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矩形 5"/>
            <p:cNvSpPr/>
            <p:nvPr/>
          </p:nvSpPr>
          <p:spPr>
            <a:xfrm>
              <a:off x="7744614" y="4130438"/>
              <a:ext cx="958917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>
                  <a:solidFill>
                    <a:srgbClr val="FF0000"/>
                  </a:solidFill>
                  <a:latin typeface="+mn-ea"/>
                </a:rPr>
                <a:t>发散</a:t>
              </a:r>
              <a:r>
                <a:rPr lang="en-US" altLang="zh-CN" sz="2400" b="1">
                  <a:latin typeface="+mn-ea"/>
                </a:rPr>
                <a:t>.</a:t>
              </a:r>
              <a:endParaRPr lang="zh-CN" altLang="en-US" sz="2400"/>
            </a:p>
          </p:txBody>
        </p:sp>
      </p:grpSp>
      <p:sp>
        <p:nvSpPr>
          <p:cNvPr id="10" name="矩形 9"/>
          <p:cNvSpPr/>
          <p:nvPr/>
        </p:nvSpPr>
        <p:spPr>
          <a:xfrm>
            <a:off x="7971225" y="3285151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>
                <a:latin typeface="+mn-ea"/>
              </a:rPr>
              <a:t>并把</a:t>
            </a:r>
            <a:endParaRPr lang="zh-CN" altLang="en-US" sz="2400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EB9E49DE-119D-4686-8427-17C374FDDE8A}"/>
              </a:ext>
            </a:extLst>
          </p:cNvPr>
          <p:cNvGrpSpPr/>
          <p:nvPr/>
        </p:nvGrpSpPr>
        <p:grpSpPr>
          <a:xfrm>
            <a:off x="1403648" y="123478"/>
            <a:ext cx="6687355" cy="403957"/>
            <a:chOff x="1228322" y="325465"/>
            <a:chExt cx="6687355" cy="403957"/>
          </a:xfrm>
        </p:grpSpPr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C3667081-C9C3-40DC-873E-304C0CC9CE66}"/>
                </a:ext>
              </a:extLst>
            </p:cNvPr>
            <p:cNvGrpSpPr/>
            <p:nvPr/>
          </p:nvGrpSpPr>
          <p:grpSpPr>
            <a:xfrm>
              <a:off x="1228322" y="325465"/>
              <a:ext cx="6687355" cy="403957"/>
              <a:chOff x="1228322" y="325465"/>
              <a:chExt cx="6687355" cy="403957"/>
            </a:xfrm>
          </p:grpSpPr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770362B1-1766-452E-8365-F0BF253E6006}"/>
                  </a:ext>
                </a:extLst>
              </p:cNvPr>
              <p:cNvSpPr txBox="1"/>
              <p:nvPr/>
            </p:nvSpPr>
            <p:spPr>
              <a:xfrm>
                <a:off x="1228322" y="325465"/>
                <a:ext cx="6687355" cy="4039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b="1" dirty="0">
                    <a:solidFill>
                      <a:srgbClr val="FF0000"/>
                    </a:solidFill>
                    <a:latin typeface="+mn-ea"/>
                  </a:rPr>
                  <a:t>只要在有限区间    上可积就可以，为了讨论方便，只讨论连续函数</a:t>
                </a:r>
                <a:r>
                  <a:rPr lang="en-US" altLang="zh-CN" sz="1600" b="1" dirty="0">
                    <a:solidFill>
                      <a:srgbClr val="FF0000"/>
                    </a:solidFill>
                    <a:latin typeface="+mn-ea"/>
                  </a:rPr>
                  <a:t>.</a:t>
                </a:r>
                <a:endParaRPr lang="zh-CN" altLang="en-US" sz="1600" b="1" dirty="0">
                  <a:solidFill>
                    <a:srgbClr val="FF0000"/>
                  </a:solidFill>
                  <a:latin typeface="+mn-ea"/>
                </a:endParaRPr>
              </a:p>
            </p:txBody>
          </p:sp>
          <p:graphicFrame>
            <p:nvGraphicFramePr>
              <p:cNvPr id="29" name="对象 28">
                <a:extLst>
                  <a:ext uri="{FF2B5EF4-FFF2-40B4-BE49-F238E27FC236}">
                    <a16:creationId xmlns:a16="http://schemas.microsoft.com/office/drawing/2014/main" id="{2CBFAA0B-303D-4A57-BF95-6D7D4FBBA2B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85724600"/>
                  </p:ext>
                </p:extLst>
              </p:nvPr>
            </p:nvGraphicFramePr>
            <p:xfrm>
              <a:off x="2765575" y="451929"/>
              <a:ext cx="444500" cy="2667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9821" name="Equation" r:id="rId21" imgW="444240" imgH="266400" progId="Equation.DSMT4">
                      <p:embed/>
                    </p:oleObj>
                  </mc:Choice>
                  <mc:Fallback>
                    <p:oleObj name="Equation" r:id="rId21" imgW="444240" imgH="2664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22"/>
                          <a:stretch>
                            <a:fillRect/>
                          </a:stretch>
                        </p:blipFill>
                        <p:spPr>
                          <a:xfrm>
                            <a:off x="2765575" y="451929"/>
                            <a:ext cx="444500" cy="2667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21EE0F96-428F-45E6-9719-799878FD3A93}"/>
                </a:ext>
              </a:extLst>
            </p:cNvPr>
            <p:cNvSpPr/>
            <p:nvPr/>
          </p:nvSpPr>
          <p:spPr>
            <a:xfrm>
              <a:off x="1228322" y="451929"/>
              <a:ext cx="6296006" cy="230716"/>
            </a:xfrm>
            <a:prstGeom prst="rect">
              <a:avLst/>
            </a:prstGeom>
            <a:noFill/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7739B179-711B-42C6-AF73-8C69844C1271}"/>
              </a:ext>
            </a:extLst>
          </p:cNvPr>
          <p:cNvCxnSpPr>
            <a:cxnSpLocks/>
          </p:cNvCxnSpPr>
          <p:nvPr/>
        </p:nvCxnSpPr>
        <p:spPr>
          <a:xfrm>
            <a:off x="4454170" y="489559"/>
            <a:ext cx="0" cy="213980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19" grpId="0"/>
      <p:bldP spid="21" grpId="0"/>
      <p:bldP spid="25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25"/>
          <p:cNvSpPr txBox="1"/>
          <p:nvPr/>
        </p:nvSpPr>
        <p:spPr>
          <a:xfrm>
            <a:off x="801979" y="123478"/>
            <a:ext cx="5762142" cy="559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类似的可定义</a:t>
            </a:r>
            <a:r>
              <a:rPr lang="en-US" altLang="zh-CN" sz="2400" b="1" dirty="0">
                <a:latin typeface="+mn-ea"/>
              </a:rPr>
              <a:t>(     </a:t>
            </a:r>
            <a:r>
              <a:rPr lang="zh-CN" altLang="en-US" sz="2400" b="1" dirty="0">
                <a:latin typeface="+mn-ea"/>
              </a:rPr>
              <a:t>在讨论区间上连续</a:t>
            </a:r>
            <a:r>
              <a:rPr lang="en-US" altLang="zh-CN" sz="2400" b="1" dirty="0">
                <a:latin typeface="+mn-ea"/>
              </a:rPr>
              <a:t>)</a:t>
            </a:r>
            <a:r>
              <a:rPr lang="zh-CN" altLang="en-US" sz="2400" b="1" dirty="0">
                <a:latin typeface="+mn-ea"/>
              </a:rPr>
              <a:t>：</a:t>
            </a:r>
          </a:p>
        </p:txBody>
      </p:sp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2590683"/>
              </p:ext>
            </p:extLst>
          </p:nvPr>
        </p:nvGraphicFramePr>
        <p:xfrm>
          <a:off x="701707" y="775531"/>
          <a:ext cx="4813200" cy="609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497" name="Equation" r:id="rId3" imgW="4813200" imgH="609480" progId="Equation.DSMT4">
                  <p:embed/>
                </p:oleObj>
              </mc:Choice>
              <mc:Fallback>
                <p:oleObj name="Equation" r:id="rId3" imgW="4813200" imgH="609480" progId="Equation.DSMT4">
                  <p:embed/>
                  <p:pic>
                    <p:nvPicPr>
                      <p:cNvPr id="0" name="对象 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01707" y="775531"/>
                        <a:ext cx="4813200" cy="6094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3530377"/>
              </p:ext>
            </p:extLst>
          </p:nvPr>
        </p:nvGraphicFramePr>
        <p:xfrm>
          <a:off x="701707" y="1586491"/>
          <a:ext cx="51943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498" name="Equation" r:id="rId5" imgW="124663200" imgH="14325600" progId="Equation.DSMT4">
                  <p:embed/>
                </p:oleObj>
              </mc:Choice>
              <mc:Fallback>
                <p:oleObj name="Equation" r:id="rId5" imgW="124663200" imgH="14325600" progId="Equation.DSMT4">
                  <p:embed/>
                  <p:pic>
                    <p:nvPicPr>
                      <p:cNvPr id="0" name="对象 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01707" y="1586491"/>
                        <a:ext cx="51943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 Box 7"/>
          <p:cNvSpPr txBox="1">
            <a:spLocks noChangeArrowheads="1"/>
          </p:cNvSpPr>
          <p:nvPr/>
        </p:nvSpPr>
        <p:spPr bwMode="auto">
          <a:xfrm>
            <a:off x="5667515" y="1594143"/>
            <a:ext cx="3368981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400" b="1" dirty="0">
                <a:latin typeface="+mn-ea"/>
                <a:ea typeface="+mn-ea"/>
                <a:cs typeface="微软雅黑" panose="020B0503020204020204" charset="-122"/>
              </a:rPr>
              <a:t>(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400" b="1" dirty="0">
                <a:latin typeface="+mn-ea"/>
                <a:ea typeface="+mn-ea"/>
                <a:cs typeface="微软雅黑" panose="020B0503020204020204" charset="-122"/>
              </a:rPr>
              <a:t>为任意取定的常数</a:t>
            </a:r>
            <a:r>
              <a:rPr lang="en-US" altLang="zh-CN" sz="2400" b="1" dirty="0">
                <a:latin typeface="+mn-ea"/>
                <a:ea typeface="+mn-ea"/>
                <a:cs typeface="微软雅黑" panose="020B0503020204020204" charset="-122"/>
              </a:rPr>
              <a:t>).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731473" y="2436468"/>
            <a:ext cx="7872975" cy="596900"/>
            <a:chOff x="973310" y="3567745"/>
            <a:chExt cx="7872975" cy="596900"/>
          </a:xfrm>
        </p:grpSpPr>
        <p:sp>
          <p:nvSpPr>
            <p:cNvPr id="8" name="Text Box 7"/>
            <p:cNvSpPr txBox="1">
              <a:spLocks noChangeArrowheads="1"/>
            </p:cNvSpPr>
            <p:nvPr/>
          </p:nvSpPr>
          <p:spPr bwMode="auto">
            <a:xfrm>
              <a:off x="973310" y="3619343"/>
              <a:ext cx="787297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2400" b="1" dirty="0">
                  <a:latin typeface="+mn-ea"/>
                  <a:ea typeface="+mn-ea"/>
                  <a:cs typeface="微软雅黑" panose="020B0503020204020204" charset="-122"/>
                </a:rPr>
                <a:t>若         与         均收敛，则称          收敛； </a:t>
              </a:r>
              <a:endParaRPr lang="en-US" altLang="zh-CN" sz="2400" b="1" dirty="0">
                <a:latin typeface="+mn-ea"/>
                <a:ea typeface="+mn-ea"/>
                <a:cs typeface="微软雅黑" panose="020B0503020204020204" charset="-122"/>
              </a:endParaRPr>
            </a:p>
          </p:txBody>
        </p:sp>
        <p:graphicFrame>
          <p:nvGraphicFramePr>
            <p:cNvPr id="9" name="对象 8"/>
            <p:cNvGraphicFramePr>
              <a:graphicFrameLocks noChangeAspect="1"/>
            </p:cNvGraphicFramePr>
            <p:nvPr/>
          </p:nvGraphicFramePr>
          <p:xfrm>
            <a:off x="1403648" y="3567745"/>
            <a:ext cx="1320800" cy="596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2499" name="Equation" r:id="rId7" imgW="31699200" imgH="14325600" progId="Equation.DSMT4">
                    <p:embed/>
                  </p:oleObj>
                </mc:Choice>
                <mc:Fallback>
                  <p:oleObj name="Equation" r:id="rId7" imgW="31699200" imgH="14325600" progId="Equation.DSMT4">
                    <p:embed/>
                    <p:pic>
                      <p:nvPicPr>
                        <p:cNvPr id="0" name="对象 9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403648" y="3567745"/>
                          <a:ext cx="1320800" cy="596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/>
            <p:cNvGraphicFramePr>
              <a:graphicFrameLocks noChangeAspect="1"/>
            </p:cNvGraphicFramePr>
            <p:nvPr/>
          </p:nvGraphicFramePr>
          <p:xfrm>
            <a:off x="3059832" y="3567745"/>
            <a:ext cx="1371600" cy="596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2500" name="Equation" r:id="rId9" imgW="32918400" imgH="14325600" progId="Equation.DSMT4">
                    <p:embed/>
                  </p:oleObj>
                </mc:Choice>
                <mc:Fallback>
                  <p:oleObj name="Equation" r:id="rId9" imgW="32918400" imgH="14325600" progId="Equation.DSMT4">
                    <p:embed/>
                    <p:pic>
                      <p:nvPicPr>
                        <p:cNvPr id="0" name="对象 10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059832" y="3567745"/>
                          <a:ext cx="1371600" cy="596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对象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21958109"/>
                </p:ext>
              </p:extLst>
            </p:nvPr>
          </p:nvGraphicFramePr>
          <p:xfrm>
            <a:off x="6422660" y="3567745"/>
            <a:ext cx="1358900" cy="596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2501" name="Equation" r:id="rId11" imgW="32613600" imgH="14325600" progId="Equation.DSMT4">
                    <p:embed/>
                  </p:oleObj>
                </mc:Choice>
                <mc:Fallback>
                  <p:oleObj name="Equation" r:id="rId11" imgW="32613600" imgH="14325600" progId="Equation.DSMT4">
                    <p:embed/>
                    <p:pic>
                      <p:nvPicPr>
                        <p:cNvPr id="0" name="对象 11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6422660" y="3567745"/>
                          <a:ext cx="1358900" cy="596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组合 11"/>
          <p:cNvGrpSpPr/>
          <p:nvPr/>
        </p:nvGrpSpPr>
        <p:grpSpPr>
          <a:xfrm>
            <a:off x="11393" y="3279137"/>
            <a:ext cx="8640960" cy="598876"/>
            <a:chOff x="971600" y="3574595"/>
            <a:chExt cx="8640960" cy="598876"/>
          </a:xfrm>
        </p:grpSpPr>
        <p:sp>
          <p:nvSpPr>
            <p:cNvPr id="13" name="Text Box 7"/>
            <p:cNvSpPr txBox="1">
              <a:spLocks noChangeArrowheads="1"/>
            </p:cNvSpPr>
            <p:nvPr/>
          </p:nvSpPr>
          <p:spPr bwMode="auto">
            <a:xfrm>
              <a:off x="971600" y="3642213"/>
              <a:ext cx="864096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2400" b="1" dirty="0">
                  <a:latin typeface="+mn-ea"/>
                  <a:ea typeface="+mn-ea"/>
                  <a:cs typeface="微软雅黑" panose="020B0503020204020204" charset="-122"/>
                </a:rPr>
                <a:t>若         与         只要有一个发散，则称         发散</a:t>
              </a:r>
              <a:r>
                <a:rPr lang="en-US" altLang="zh-CN" sz="2400" b="1" dirty="0">
                  <a:latin typeface="+mn-ea"/>
                  <a:ea typeface="+mn-ea"/>
                  <a:cs typeface="微软雅黑" panose="020B0503020204020204" charset="-122"/>
                </a:rPr>
                <a:t>.</a:t>
              </a:r>
              <a:r>
                <a:rPr lang="zh-CN" altLang="en-US" sz="2400" b="1" dirty="0">
                  <a:latin typeface="+mn-ea"/>
                  <a:ea typeface="+mn-ea"/>
                  <a:cs typeface="微软雅黑" panose="020B0503020204020204" charset="-122"/>
                </a:rPr>
                <a:t> </a:t>
              </a:r>
              <a:endParaRPr lang="en-US" altLang="zh-CN" sz="2400" b="1" dirty="0">
                <a:latin typeface="+mn-ea"/>
                <a:ea typeface="+mn-ea"/>
                <a:cs typeface="微软雅黑" panose="020B0503020204020204" charset="-122"/>
              </a:endParaRPr>
            </a:p>
          </p:txBody>
        </p:sp>
        <p:graphicFrame>
          <p:nvGraphicFramePr>
            <p:cNvPr id="14" name="对象 13"/>
            <p:cNvGraphicFramePr>
              <a:graphicFrameLocks noChangeAspect="1"/>
            </p:cNvGraphicFramePr>
            <p:nvPr/>
          </p:nvGraphicFramePr>
          <p:xfrm>
            <a:off x="1401283" y="3576571"/>
            <a:ext cx="1320800" cy="596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2502" name="Equation" r:id="rId13" imgW="31699200" imgH="14325600" progId="Equation.DSMT4">
                    <p:embed/>
                  </p:oleObj>
                </mc:Choice>
                <mc:Fallback>
                  <p:oleObj name="Equation" r:id="rId13" imgW="31699200" imgH="14325600" progId="Equation.DSMT4">
                    <p:embed/>
                    <p:pic>
                      <p:nvPicPr>
                        <p:cNvPr id="0" name="对象 14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401283" y="3576571"/>
                          <a:ext cx="1320800" cy="596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对象 14"/>
            <p:cNvGraphicFramePr>
              <a:graphicFrameLocks noChangeAspect="1"/>
            </p:cNvGraphicFramePr>
            <p:nvPr/>
          </p:nvGraphicFramePr>
          <p:xfrm>
            <a:off x="3059348" y="3576571"/>
            <a:ext cx="1371600" cy="596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2503" name="Equation" r:id="rId14" imgW="32918400" imgH="14325600" progId="Equation.DSMT4">
                    <p:embed/>
                  </p:oleObj>
                </mc:Choice>
                <mc:Fallback>
                  <p:oleObj name="Equation" r:id="rId14" imgW="32918400" imgH="14325600" progId="Equation.DSMT4">
                    <p:embed/>
                    <p:pic>
                      <p:nvPicPr>
                        <p:cNvPr id="0" name="对象 15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059348" y="3576571"/>
                          <a:ext cx="1371600" cy="596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对象 15"/>
            <p:cNvGraphicFramePr>
              <a:graphicFrameLocks noChangeAspect="1"/>
            </p:cNvGraphicFramePr>
            <p:nvPr/>
          </p:nvGraphicFramePr>
          <p:xfrm>
            <a:off x="7524328" y="3574595"/>
            <a:ext cx="1358900" cy="596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2504" name="Equation" r:id="rId15" imgW="32613600" imgH="14325600" progId="Equation.DSMT4">
                    <p:embed/>
                  </p:oleObj>
                </mc:Choice>
                <mc:Fallback>
                  <p:oleObj name="Equation" r:id="rId15" imgW="32613600" imgH="14325600" progId="Equation.DSMT4">
                    <p:embed/>
                    <p:pic>
                      <p:nvPicPr>
                        <p:cNvPr id="0" name="对象 16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7524328" y="3574595"/>
                          <a:ext cx="1358900" cy="596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6418E1C8-A8D7-4F1F-A92F-8F24949EBDBF}"/>
              </a:ext>
            </a:extLst>
          </p:cNvPr>
          <p:cNvGrpSpPr/>
          <p:nvPr/>
        </p:nvGrpSpPr>
        <p:grpSpPr>
          <a:xfrm>
            <a:off x="25616" y="3995152"/>
            <a:ext cx="8917755" cy="559769"/>
            <a:chOff x="154237" y="4286272"/>
            <a:chExt cx="8917755" cy="559769"/>
          </a:xfrm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B5E4A158-4081-411B-951E-9FD97113A6C3}"/>
                </a:ext>
              </a:extLst>
            </p:cNvPr>
            <p:cNvSpPr txBox="1"/>
            <p:nvPr/>
          </p:nvSpPr>
          <p:spPr>
            <a:xfrm>
              <a:off x="154237" y="4286272"/>
              <a:ext cx="8917755" cy="559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solidFill>
                    <a:srgbClr val="FF0000"/>
                  </a:solidFill>
                  <a:latin typeface="+mn-ea"/>
                </a:rPr>
                <a:t>注：</a:t>
              </a:r>
              <a:r>
                <a:rPr lang="zh-CN" altLang="en-US" sz="2400" b="1" dirty="0">
                  <a:latin typeface="+mn-ea"/>
                </a:rPr>
                <a:t>上述定义中若出现      并非不定型，它表明反常积分</a:t>
              </a:r>
              <a:r>
                <a:rPr lang="zh-CN" altLang="en-US" sz="2400" b="1" dirty="0">
                  <a:solidFill>
                    <a:srgbClr val="0066FF"/>
                  </a:solidFill>
                  <a:latin typeface="+mn-ea"/>
                </a:rPr>
                <a:t>发散</a:t>
              </a:r>
              <a:r>
                <a:rPr lang="en-US" altLang="zh-CN" sz="2400" b="1" dirty="0">
                  <a:latin typeface="+mn-ea"/>
                </a:rPr>
                <a:t>.</a:t>
              </a:r>
              <a:endParaRPr lang="zh-CN" altLang="en-US" sz="2400" b="1" dirty="0">
                <a:latin typeface="+mn-ea"/>
              </a:endParaRPr>
            </a:p>
          </p:txBody>
        </p:sp>
        <p:graphicFrame>
          <p:nvGraphicFramePr>
            <p:cNvPr id="20" name="Object 24">
              <a:extLst>
                <a:ext uri="{FF2B5EF4-FFF2-40B4-BE49-F238E27FC236}">
                  <a16:creationId xmlns:a16="http://schemas.microsoft.com/office/drawing/2014/main" id="{938400D4-8016-4CC2-90FD-9D57F716BAD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85162877"/>
                </p:ext>
              </p:extLst>
            </p:nvPr>
          </p:nvGraphicFramePr>
          <p:xfrm>
            <a:off x="3385113" y="4566156"/>
            <a:ext cx="784206" cy="2653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2505" name="Equation" r:id="rId16" imgW="825480" imgH="279360" progId="Equation.DSMT4">
                    <p:embed/>
                  </p:oleObj>
                </mc:Choice>
                <mc:Fallback>
                  <p:oleObj name="Equation" r:id="rId16" imgW="825480" imgH="279360" progId="Equation.DSMT4">
                    <p:embed/>
                    <p:pic>
                      <p:nvPicPr>
                        <p:cNvPr id="9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85113" y="4566156"/>
                          <a:ext cx="784206" cy="26539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894E3BBD-7B2D-4642-AC44-659DBB9953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600573"/>
              </p:ext>
            </p:extLst>
          </p:nvPr>
        </p:nvGraphicFramePr>
        <p:xfrm>
          <a:off x="2945342" y="333600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506" name="Equation" r:id="rId18" imgW="622080" imgH="342720" progId="Equation.DSMT4">
                  <p:embed/>
                </p:oleObj>
              </mc:Choice>
              <mc:Fallback>
                <p:oleObj name="Equation" r:id="rId18" imgW="6220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945342" y="333600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F09EC019-3F99-4418-B088-2C81C757083E}"/>
              </a:ext>
            </a:extLst>
          </p:cNvPr>
          <p:cNvSpPr/>
          <p:nvPr/>
        </p:nvSpPr>
        <p:spPr>
          <a:xfrm>
            <a:off x="5504429" y="1348374"/>
            <a:ext cx="1251621" cy="36933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+mn-ea"/>
                <a:cs typeface="微软雅黑" panose="020B0503020204020204" charset="-122"/>
              </a:rPr>
              <a:t>一般取为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cs typeface="微软雅黑" panose="020B0503020204020204" charset="-122"/>
              </a:rPr>
              <a:t>0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utoUpdateAnimBg="0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Box 6"/>
          <p:cNvSpPr txBox="1">
            <a:spLocks noChangeArrowheads="1"/>
          </p:cNvSpPr>
          <p:nvPr/>
        </p:nvSpPr>
        <p:spPr bwMode="auto">
          <a:xfrm>
            <a:off x="340833" y="1616796"/>
            <a:ext cx="6699906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>
                <a:latin typeface="宋体" panose="02010600030101010101" pitchFamily="2" charset="-122"/>
              </a:rPr>
              <a:t>则反常积分也有类似的牛顿</a:t>
            </a:r>
            <a:r>
              <a:rPr lang="en-US" altLang="zh-CN" sz="2400" b="1">
                <a:latin typeface="宋体" panose="02010600030101010101" pitchFamily="2" charset="-122"/>
              </a:rPr>
              <a:t>-</a:t>
            </a:r>
            <a:r>
              <a:rPr lang="zh-CN" altLang="en-US" sz="2400" b="1">
                <a:latin typeface="宋体" panose="02010600030101010101" pitchFamily="2" charset="-122"/>
              </a:rPr>
              <a:t>莱布尼茨公式：</a:t>
            </a:r>
            <a:endParaRPr lang="en-US" altLang="zh-CN" sz="2400" b="1">
              <a:latin typeface="宋体" panose="02010600030101010101" pitchFamily="2" charset="-122"/>
            </a:endParaRPr>
          </a:p>
        </p:txBody>
      </p:sp>
      <p:graphicFrame>
        <p:nvGraphicFramePr>
          <p:cNvPr id="18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9059422"/>
              </p:ext>
            </p:extLst>
          </p:nvPr>
        </p:nvGraphicFramePr>
        <p:xfrm>
          <a:off x="1958252" y="1079003"/>
          <a:ext cx="2400120" cy="48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82" name="Equation" r:id="rId3" imgW="2400120" imgH="482400" progId="Equation.DSMT4">
                  <p:embed/>
                </p:oleObj>
              </mc:Choice>
              <mc:Fallback>
                <p:oleObj name="Equation" r:id="rId3" imgW="2400120" imgH="4824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8252" y="1079003"/>
                        <a:ext cx="2400120" cy="48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8120846"/>
              </p:ext>
            </p:extLst>
          </p:nvPr>
        </p:nvGraphicFramePr>
        <p:xfrm>
          <a:off x="4624464" y="1081236"/>
          <a:ext cx="2323800" cy="48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83" name="Equation" r:id="rId5" imgW="2323800" imgH="482400" progId="Equation.DSMT4">
                  <p:embed/>
                </p:oleObj>
              </mc:Choice>
              <mc:Fallback>
                <p:oleObj name="Equation" r:id="rId5" imgW="2323800" imgH="4824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4464" y="1081236"/>
                        <a:ext cx="2323800" cy="48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7267785"/>
              </p:ext>
            </p:extLst>
          </p:nvPr>
        </p:nvGraphicFramePr>
        <p:xfrm>
          <a:off x="1970232" y="2186150"/>
          <a:ext cx="5079960" cy="596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84" name="Equation" r:id="rId7" imgW="5079960" imgH="596880" progId="Equation.DSMT4">
                  <p:embed/>
                </p:oleObj>
              </mc:Choice>
              <mc:Fallback>
                <p:oleObj name="Equation" r:id="rId7" imgW="5079960" imgH="59688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0232" y="2186150"/>
                        <a:ext cx="5079960" cy="5968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3338326"/>
              </p:ext>
            </p:extLst>
          </p:nvPr>
        </p:nvGraphicFramePr>
        <p:xfrm>
          <a:off x="1970232" y="2878503"/>
          <a:ext cx="5206680" cy="596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85" name="Equation" r:id="rId9" imgW="5206680" imgH="596880" progId="Equation.DSMT4">
                  <p:embed/>
                </p:oleObj>
              </mc:Choice>
              <mc:Fallback>
                <p:oleObj name="Equation" r:id="rId9" imgW="5206680" imgH="59688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0232" y="2878503"/>
                        <a:ext cx="5206680" cy="5968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4048038"/>
              </p:ext>
            </p:extLst>
          </p:nvPr>
        </p:nvGraphicFramePr>
        <p:xfrm>
          <a:off x="1970232" y="3585714"/>
          <a:ext cx="5410080" cy="596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86" name="Equation" r:id="rId11" imgW="5410080" imgH="596880" progId="Equation.DSMT4">
                  <p:embed/>
                </p:oleObj>
              </mc:Choice>
              <mc:Fallback>
                <p:oleObj name="Equation" r:id="rId11" imgW="5410080" imgH="59688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0232" y="3585714"/>
                        <a:ext cx="5410080" cy="5968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ext Box 6"/>
          <p:cNvSpPr txBox="1">
            <a:spLocks noChangeArrowheads="1"/>
          </p:cNvSpPr>
          <p:nvPr/>
        </p:nvSpPr>
        <p:spPr bwMode="auto">
          <a:xfrm>
            <a:off x="971600" y="4292925"/>
            <a:ext cx="785747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>
                <a:latin typeface="宋体" panose="02010600030101010101" pitchFamily="2" charset="-122"/>
              </a:rPr>
              <a:t>习惯上，称上述公式为</a:t>
            </a:r>
            <a:r>
              <a:rPr lang="zh-CN" altLang="en-US" sz="2400" b="1">
                <a:solidFill>
                  <a:srgbClr val="0066FF"/>
                </a:solidFill>
                <a:latin typeface="宋体" panose="02010600030101010101" pitchFamily="2" charset="-122"/>
              </a:rPr>
              <a:t>推广的牛顿</a:t>
            </a:r>
            <a:r>
              <a:rPr lang="en-US" altLang="zh-CN" sz="2400" b="1">
                <a:solidFill>
                  <a:srgbClr val="0066FF"/>
                </a:solidFill>
                <a:latin typeface="宋体" panose="02010600030101010101" pitchFamily="2" charset="-122"/>
              </a:rPr>
              <a:t>-</a:t>
            </a:r>
            <a:r>
              <a:rPr lang="zh-CN" altLang="en-US" sz="2400" b="1">
                <a:solidFill>
                  <a:srgbClr val="0066FF"/>
                </a:solidFill>
                <a:latin typeface="宋体" panose="02010600030101010101" pitchFamily="2" charset="-122"/>
              </a:rPr>
              <a:t>莱布尼茨公式</a:t>
            </a:r>
            <a:r>
              <a:rPr lang="en-US" altLang="zh-CN" sz="2400" b="1">
                <a:latin typeface="宋体" panose="02010600030101010101" pitchFamily="2" charset="-122"/>
              </a:rPr>
              <a:t>.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51B9E435-7685-4386-813D-61BE4B2F111A}"/>
              </a:ext>
            </a:extLst>
          </p:cNvPr>
          <p:cNvGrpSpPr/>
          <p:nvPr/>
        </p:nvGrpSpPr>
        <p:grpSpPr>
          <a:xfrm>
            <a:off x="971600" y="411510"/>
            <a:ext cx="7632848" cy="461665"/>
            <a:chOff x="899592" y="555528"/>
            <a:chExt cx="7632848" cy="461665"/>
          </a:xfrm>
        </p:grpSpPr>
        <p:grpSp>
          <p:nvGrpSpPr>
            <p:cNvPr id="11" name="组合 4"/>
            <p:cNvGrpSpPr/>
            <p:nvPr/>
          </p:nvGrpSpPr>
          <p:grpSpPr bwMode="auto">
            <a:xfrm>
              <a:off x="899592" y="555528"/>
              <a:ext cx="7632848" cy="461665"/>
              <a:chOff x="990694" y="1138459"/>
              <a:chExt cx="7632648" cy="461368"/>
            </a:xfrm>
          </p:grpSpPr>
          <p:sp>
            <p:nvSpPr>
              <p:cNvPr id="12" name="矩形 1"/>
              <p:cNvSpPr>
                <a:spLocks noChangeArrowheads="1"/>
              </p:cNvSpPr>
              <p:nvPr/>
            </p:nvSpPr>
            <p:spPr bwMode="auto">
              <a:xfrm>
                <a:off x="990694" y="1138459"/>
                <a:ext cx="7632648" cy="4613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zh-CN" altLang="en-US" sz="2400" b="1">
                    <a:latin typeface="宋体" panose="02010600030101010101" pitchFamily="2" charset="-122"/>
                  </a:rPr>
                  <a:t>设</a:t>
                </a:r>
                <a:r>
                  <a:rPr lang="zh-CN" altLang="en-US" sz="2400">
                    <a:latin typeface="Times New Roman" panose="02020603050405020304" pitchFamily="18" charset="0"/>
                    <a:ea typeface="楷体_GB2312" pitchFamily="49" charset="-122"/>
                  </a:rPr>
                  <a:t>         </a:t>
                </a:r>
                <a:r>
                  <a:rPr lang="zh-CN" altLang="en-US" sz="2400" b="1">
                    <a:latin typeface="宋体" panose="02010600030101010101" pitchFamily="2" charset="-122"/>
                  </a:rPr>
                  <a:t>是</a:t>
                </a:r>
                <a:r>
                  <a:rPr lang="zh-CN" altLang="en-US" sz="2400">
                    <a:latin typeface="Times New Roman" panose="02020603050405020304" pitchFamily="18" charset="0"/>
                    <a:ea typeface="楷体_GB2312" pitchFamily="49" charset="-122"/>
                  </a:rPr>
                  <a:t>         </a:t>
                </a:r>
                <a:r>
                  <a:rPr lang="zh-CN" altLang="en-US" sz="2400" b="1">
                    <a:latin typeface="宋体" panose="02010600030101010101" pitchFamily="2" charset="-122"/>
                  </a:rPr>
                  <a:t>在       上的一个原函数，</a:t>
                </a:r>
                <a:r>
                  <a:rPr lang="zh-CN" altLang="en-US" sz="2400" b="1">
                    <a:solidFill>
                      <a:srgbClr val="FF0000"/>
                    </a:solidFill>
                    <a:latin typeface="宋体" panose="02010600030101010101" pitchFamily="2" charset="-122"/>
                  </a:rPr>
                  <a:t>引入记号</a:t>
                </a:r>
                <a:r>
                  <a:rPr lang="zh-CN" altLang="en-US" sz="2400" b="1">
                    <a:latin typeface="宋体" panose="02010600030101010101" pitchFamily="2" charset="-122"/>
                  </a:rPr>
                  <a:t>：</a:t>
                </a:r>
              </a:p>
            </p:txBody>
          </p:sp>
          <p:graphicFrame>
            <p:nvGraphicFramePr>
              <p:cNvPr id="13" name="对象 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97779591"/>
                  </p:ext>
                </p:extLst>
              </p:nvPr>
            </p:nvGraphicFramePr>
            <p:xfrm>
              <a:off x="1425962" y="1237188"/>
              <a:ext cx="634663" cy="342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3487" name="Equation" r:id="rId13" imgW="634680" imgH="342720" progId="Equation.DSMT4">
                      <p:embed/>
                    </p:oleObj>
                  </mc:Choice>
                  <mc:Fallback>
                    <p:oleObj name="Equation" r:id="rId13" imgW="634680" imgH="342720" progId="Equation.DSMT4">
                      <p:embed/>
                      <p:pic>
                        <p:nvPicPr>
                          <p:cNvPr id="0" name="对象 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25962" y="1237188"/>
                            <a:ext cx="634663" cy="3425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" name="对象 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83521543"/>
                  </p:ext>
                </p:extLst>
              </p:nvPr>
            </p:nvGraphicFramePr>
            <p:xfrm>
              <a:off x="2430816" y="1226754"/>
              <a:ext cx="622064" cy="342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3488" name="Equation" r:id="rId15" imgW="622080" imgH="342720" progId="Equation.DSMT4">
                      <p:embed/>
                    </p:oleObj>
                  </mc:Choice>
                  <mc:Fallback>
                    <p:oleObj name="Equation" r:id="rId15" imgW="622080" imgH="342720" progId="Equation.DSMT4">
                      <p:embed/>
                      <p:pic>
                        <p:nvPicPr>
                          <p:cNvPr id="0" name="对象 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30816" y="1226754"/>
                            <a:ext cx="622064" cy="3425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5" name="对象 3">
              <a:extLst>
                <a:ext uri="{FF2B5EF4-FFF2-40B4-BE49-F238E27FC236}">
                  <a16:creationId xmlns:a16="http://schemas.microsoft.com/office/drawing/2014/main" id="{58D02DDE-6442-45B6-99CD-196D9A2BC92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31567537"/>
                </p:ext>
              </p:extLst>
            </p:nvPr>
          </p:nvGraphicFramePr>
          <p:xfrm>
            <a:off x="3375307" y="636920"/>
            <a:ext cx="927000" cy="3427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489" name="Equation" r:id="rId17" imgW="927000" imgH="342720" progId="Equation.DSMT4">
                    <p:embed/>
                  </p:oleObj>
                </mc:Choice>
                <mc:Fallback>
                  <p:oleObj name="Equation" r:id="rId17" imgW="927000" imgH="342720" progId="Equation.DSMT4">
                    <p:embed/>
                    <p:pic>
                      <p:nvPicPr>
                        <p:cNvPr id="14" name="对象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75307" y="636920"/>
                          <a:ext cx="927000" cy="3427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3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id="{CA2518CD-9D68-4889-BB96-99BBEF45E848}"/>
              </a:ext>
            </a:extLst>
          </p:cNvPr>
          <p:cNvSpPr/>
          <p:nvPr/>
        </p:nvSpPr>
        <p:spPr>
          <a:xfrm>
            <a:off x="4824183" y="1631976"/>
            <a:ext cx="2773345" cy="813916"/>
          </a:xfrm>
          <a:custGeom>
            <a:avLst/>
            <a:gdLst>
              <a:gd name="connsiteX0" fmla="*/ 3349 w 2773345"/>
              <a:gd name="connsiteY0" fmla="*/ 592852 h 813916"/>
              <a:gd name="connsiteX1" fmla="*/ 0 w 2773345"/>
              <a:gd name="connsiteY1" fmla="*/ 807217 h 813916"/>
              <a:gd name="connsiteX2" fmla="*/ 2769996 w 2773345"/>
              <a:gd name="connsiteY2" fmla="*/ 813916 h 813916"/>
              <a:gd name="connsiteX3" fmla="*/ 2773345 w 2773345"/>
              <a:gd name="connsiteY3" fmla="*/ 602901 h 813916"/>
              <a:gd name="connsiteX4" fmla="*/ 2582426 w 2773345"/>
              <a:gd name="connsiteY4" fmla="*/ 576105 h 813916"/>
              <a:gd name="connsiteX5" fmla="*/ 2411604 w 2773345"/>
              <a:gd name="connsiteY5" fmla="*/ 542611 h 813916"/>
              <a:gd name="connsiteX6" fmla="*/ 2311121 w 2773345"/>
              <a:gd name="connsiteY6" fmla="*/ 515815 h 813916"/>
              <a:gd name="connsiteX7" fmla="*/ 2157046 w 2773345"/>
              <a:gd name="connsiteY7" fmla="*/ 458874 h 813916"/>
              <a:gd name="connsiteX8" fmla="*/ 2093407 w 2773345"/>
              <a:gd name="connsiteY8" fmla="*/ 428729 h 813916"/>
              <a:gd name="connsiteX9" fmla="*/ 1946031 w 2773345"/>
              <a:gd name="connsiteY9" fmla="*/ 334945 h 813916"/>
              <a:gd name="connsiteX10" fmla="*/ 1818752 w 2773345"/>
              <a:gd name="connsiteY10" fmla="*/ 211015 h 813916"/>
              <a:gd name="connsiteX11" fmla="*/ 1721618 w 2773345"/>
              <a:gd name="connsiteY11" fmla="*/ 147376 h 813916"/>
              <a:gd name="connsiteX12" fmla="*/ 1614435 w 2773345"/>
              <a:gd name="connsiteY12" fmla="*/ 63639 h 813916"/>
              <a:gd name="connsiteX13" fmla="*/ 1510602 w 2773345"/>
              <a:gd name="connsiteY13" fmla="*/ 23446 h 813916"/>
              <a:gd name="connsiteX14" fmla="*/ 1423516 w 2773345"/>
              <a:gd name="connsiteY14" fmla="*/ 0 h 813916"/>
              <a:gd name="connsiteX15" fmla="*/ 1319683 w 2773345"/>
              <a:gd name="connsiteY15" fmla="*/ 3349 h 813916"/>
              <a:gd name="connsiteX16" fmla="*/ 1205802 w 2773345"/>
              <a:gd name="connsiteY16" fmla="*/ 40193 h 813916"/>
              <a:gd name="connsiteX17" fmla="*/ 1061776 w 2773345"/>
              <a:gd name="connsiteY17" fmla="*/ 130628 h 813916"/>
              <a:gd name="connsiteX18" fmla="*/ 924448 w 2773345"/>
              <a:gd name="connsiteY18" fmla="*/ 234461 h 813916"/>
              <a:gd name="connsiteX19" fmla="*/ 807218 w 2773345"/>
              <a:gd name="connsiteY19" fmla="*/ 324896 h 813916"/>
              <a:gd name="connsiteX20" fmla="*/ 753626 w 2773345"/>
              <a:gd name="connsiteY20" fmla="*/ 371789 h 813916"/>
              <a:gd name="connsiteX21" fmla="*/ 589503 w 2773345"/>
              <a:gd name="connsiteY21" fmla="*/ 448826 h 813916"/>
              <a:gd name="connsiteX22" fmla="*/ 361741 w 2773345"/>
              <a:gd name="connsiteY22" fmla="*/ 522514 h 813916"/>
              <a:gd name="connsiteX23" fmla="*/ 3349 w 2773345"/>
              <a:gd name="connsiteY23" fmla="*/ 592852 h 8139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2773345" h="813916">
                <a:moveTo>
                  <a:pt x="3349" y="592852"/>
                </a:moveTo>
                <a:cubicBezTo>
                  <a:pt x="2233" y="664307"/>
                  <a:pt x="1116" y="735762"/>
                  <a:pt x="0" y="807217"/>
                </a:cubicBezTo>
                <a:lnTo>
                  <a:pt x="2769996" y="813916"/>
                </a:lnTo>
                <a:cubicBezTo>
                  <a:pt x="2771112" y="743578"/>
                  <a:pt x="2772229" y="673239"/>
                  <a:pt x="2773345" y="602901"/>
                </a:cubicBezTo>
                <a:lnTo>
                  <a:pt x="2582426" y="576105"/>
                </a:lnTo>
                <a:lnTo>
                  <a:pt x="2411604" y="542611"/>
                </a:lnTo>
                <a:lnTo>
                  <a:pt x="2311121" y="515815"/>
                </a:lnTo>
                <a:lnTo>
                  <a:pt x="2157046" y="458874"/>
                </a:lnTo>
                <a:lnTo>
                  <a:pt x="2093407" y="428729"/>
                </a:lnTo>
                <a:lnTo>
                  <a:pt x="1946031" y="334945"/>
                </a:lnTo>
                <a:lnTo>
                  <a:pt x="1818752" y="211015"/>
                </a:lnTo>
                <a:lnTo>
                  <a:pt x="1721618" y="147376"/>
                </a:lnTo>
                <a:lnTo>
                  <a:pt x="1614435" y="63639"/>
                </a:lnTo>
                <a:lnTo>
                  <a:pt x="1510602" y="23446"/>
                </a:lnTo>
                <a:lnTo>
                  <a:pt x="1423516" y="0"/>
                </a:lnTo>
                <a:lnTo>
                  <a:pt x="1319683" y="3349"/>
                </a:lnTo>
                <a:lnTo>
                  <a:pt x="1205802" y="40193"/>
                </a:lnTo>
                <a:lnTo>
                  <a:pt x="1061776" y="130628"/>
                </a:lnTo>
                <a:lnTo>
                  <a:pt x="924448" y="234461"/>
                </a:lnTo>
                <a:lnTo>
                  <a:pt x="807218" y="324896"/>
                </a:lnTo>
                <a:lnTo>
                  <a:pt x="753626" y="371789"/>
                </a:lnTo>
                <a:lnTo>
                  <a:pt x="589503" y="448826"/>
                </a:lnTo>
                <a:lnTo>
                  <a:pt x="361741" y="522514"/>
                </a:lnTo>
                <a:lnTo>
                  <a:pt x="3349" y="592852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" name="组合 1"/>
          <p:cNvGrpSpPr/>
          <p:nvPr/>
        </p:nvGrpSpPr>
        <p:grpSpPr bwMode="auto">
          <a:xfrm>
            <a:off x="539552" y="339502"/>
            <a:ext cx="2843541" cy="736560"/>
            <a:chOff x="666750" y="480090"/>
            <a:chExt cx="2843541" cy="736560"/>
          </a:xfrm>
        </p:grpSpPr>
        <p:graphicFrame>
          <p:nvGraphicFramePr>
            <p:cNvPr id="9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94869037"/>
                </p:ext>
              </p:extLst>
            </p:nvPr>
          </p:nvGraphicFramePr>
          <p:xfrm>
            <a:off x="2075331" y="480090"/>
            <a:ext cx="1434960" cy="7365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0478" name="Equation" r:id="rId3" imgW="1434960" imgH="736560" progId="Equation.DSMT4">
                    <p:embed/>
                  </p:oleObj>
                </mc:Choice>
                <mc:Fallback>
                  <p:oleObj name="Equation" r:id="rId3" imgW="1434960" imgH="73656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75331" y="480090"/>
                          <a:ext cx="1434960" cy="7365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Text Box 8"/>
            <p:cNvSpPr txBox="1">
              <a:spLocks noChangeArrowheads="1"/>
            </p:cNvSpPr>
            <p:nvPr/>
          </p:nvSpPr>
          <p:spPr bwMode="auto">
            <a:xfrm>
              <a:off x="666750" y="617538"/>
              <a:ext cx="18002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 dirty="0">
                  <a:solidFill>
                    <a:srgbClr val="0064FF"/>
                  </a:solidFill>
                  <a:latin typeface="+mn-ea"/>
                  <a:ea typeface="+mn-ea"/>
                </a:rPr>
                <a:t>例</a:t>
              </a:r>
              <a:r>
                <a:rPr lang="en-US" altLang="zh-CN" sz="2400" b="1" dirty="0">
                  <a:solidFill>
                    <a:srgbClr val="0064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1</a:t>
              </a:r>
              <a:r>
                <a:rPr lang="en-US" altLang="zh-CN" sz="2400" b="1" dirty="0">
                  <a:solidFill>
                    <a:srgbClr val="0064FF"/>
                  </a:solidFill>
                  <a:latin typeface="+mn-ea"/>
                  <a:ea typeface="+mn-ea"/>
                </a:rPr>
                <a:t> 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计算</a:t>
              </a:r>
              <a:endParaRPr lang="en-US" altLang="zh-CN" sz="24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539552" y="1440814"/>
            <a:ext cx="762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64FF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12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6885055"/>
              </p:ext>
            </p:extLst>
          </p:nvPr>
        </p:nvGraphicFramePr>
        <p:xfrm>
          <a:off x="2493900" y="1394817"/>
          <a:ext cx="1726920" cy="507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479" name="Equation" r:id="rId5" imgW="1726920" imgH="507960" progId="Equation.DSMT4">
                  <p:embed/>
                </p:oleObj>
              </mc:Choice>
              <mc:Fallback>
                <p:oleObj name="Equation" r:id="rId5" imgW="1726920" imgH="50796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3900" y="1394817"/>
                        <a:ext cx="1726920" cy="5079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5254023"/>
              </p:ext>
            </p:extLst>
          </p:nvPr>
        </p:nvGraphicFramePr>
        <p:xfrm>
          <a:off x="919647" y="2404757"/>
          <a:ext cx="3530520" cy="48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480" name="Equation" r:id="rId7" imgW="3530520" imgH="482400" progId="Equation.DSMT4">
                  <p:embed/>
                </p:oleObj>
              </mc:Choice>
              <mc:Fallback>
                <p:oleObj name="Equation" r:id="rId7" imgW="3530520" imgH="4824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9647" y="2404757"/>
                        <a:ext cx="3530520" cy="48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2955149"/>
              </p:ext>
            </p:extLst>
          </p:nvPr>
        </p:nvGraphicFramePr>
        <p:xfrm>
          <a:off x="1227496" y="1272522"/>
          <a:ext cx="1193760" cy="736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481" name="Equation" r:id="rId9" imgW="1193760" imgH="736560" progId="Equation.DSMT4">
                  <p:embed/>
                </p:oleObj>
              </mc:Choice>
              <mc:Fallback>
                <p:oleObj name="Equation" r:id="rId9" imgW="1193760" imgH="73656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7496" y="1272522"/>
                        <a:ext cx="1193760" cy="7365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0">
            <a:extLst>
              <a:ext uri="{FF2B5EF4-FFF2-40B4-BE49-F238E27FC236}">
                <a16:creationId xmlns:a16="http://schemas.microsoft.com/office/drawing/2014/main" id="{46C58DE5-A647-4571-89AE-2F21083C2F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7397290"/>
              </p:ext>
            </p:extLst>
          </p:nvPr>
        </p:nvGraphicFramePr>
        <p:xfrm>
          <a:off x="909775" y="3208167"/>
          <a:ext cx="19177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482" name="Equation" r:id="rId11" imgW="1917360" imgH="723600" progId="Equation.DSMT4">
                  <p:embed/>
                </p:oleObj>
              </mc:Choice>
              <mc:Fallback>
                <p:oleObj name="Equation" r:id="rId11" imgW="1917360" imgH="723600" progId="Equation.DSMT4">
                  <p:embed/>
                  <p:pic>
                    <p:nvPicPr>
                      <p:cNvPr id="7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9775" y="3208167"/>
                        <a:ext cx="19177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组合 16">
            <a:extLst>
              <a:ext uri="{FF2B5EF4-FFF2-40B4-BE49-F238E27FC236}">
                <a16:creationId xmlns:a16="http://schemas.microsoft.com/office/drawing/2014/main" id="{661B7938-8D65-458E-83B2-24BE83722830}"/>
              </a:ext>
            </a:extLst>
          </p:cNvPr>
          <p:cNvGrpSpPr>
            <a:grpSpLocks/>
          </p:cNvGrpSpPr>
          <p:nvPr/>
        </p:nvGrpSpPr>
        <p:grpSpPr bwMode="auto">
          <a:xfrm>
            <a:off x="4690283" y="1206463"/>
            <a:ext cx="3293771" cy="1664964"/>
            <a:chOff x="6704256" y="2899515"/>
            <a:chExt cx="3742072" cy="1984315"/>
          </a:xfrm>
        </p:grpSpPr>
        <p:graphicFrame>
          <p:nvGraphicFramePr>
            <p:cNvPr id="18" name="Object 21">
              <a:extLst>
                <a:ext uri="{FF2B5EF4-FFF2-40B4-BE49-F238E27FC236}">
                  <a16:creationId xmlns:a16="http://schemas.microsoft.com/office/drawing/2014/main" id="{022D6265-4A80-43A3-B3F3-D1C89A43D94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12866126"/>
                </p:ext>
              </p:extLst>
            </p:nvPr>
          </p:nvGraphicFramePr>
          <p:xfrm>
            <a:off x="10244692" y="4464195"/>
            <a:ext cx="201636" cy="2269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0483" name="Equation" r:id="rId13" imgW="177480" imgH="190440" progId="Equation.DSMT4">
                    <p:embed/>
                  </p:oleObj>
                </mc:Choice>
                <mc:Fallback>
                  <p:oleObj name="Equation" r:id="rId13" imgW="177480" imgH="190440" progId="Equation.DSMT4">
                    <p:embed/>
                    <p:pic>
                      <p:nvPicPr>
                        <p:cNvPr id="17" name="Object 21">
                          <a:extLst>
                            <a:ext uri="{FF2B5EF4-FFF2-40B4-BE49-F238E27FC236}">
                              <a16:creationId xmlns:a16="http://schemas.microsoft.com/office/drawing/2014/main" id="{0668D019-344F-44A1-88C2-F82E2F0DF22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44692" y="4464195"/>
                          <a:ext cx="201636" cy="2269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Line 22">
              <a:extLst>
                <a:ext uri="{FF2B5EF4-FFF2-40B4-BE49-F238E27FC236}">
                  <a16:creationId xmlns:a16="http://schemas.microsoft.com/office/drawing/2014/main" id="{138FF47E-693D-4921-80BA-B51E7D681C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04256" y="4374073"/>
              <a:ext cx="3646540" cy="663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23">
              <a:extLst>
                <a:ext uri="{FF2B5EF4-FFF2-40B4-BE49-F238E27FC236}">
                  <a16:creationId xmlns:a16="http://schemas.microsoft.com/office/drawing/2014/main" id="{B802B160-1B6A-40E3-B982-9D57ACA906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398953" y="2959417"/>
              <a:ext cx="28757" cy="19244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  <p:graphicFrame>
          <p:nvGraphicFramePr>
            <p:cNvPr id="21" name="Object 26">
              <a:extLst>
                <a:ext uri="{FF2B5EF4-FFF2-40B4-BE49-F238E27FC236}">
                  <a16:creationId xmlns:a16="http://schemas.microsoft.com/office/drawing/2014/main" id="{BB9EBFDA-672C-4D96-906B-95A555AF0E3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2841231"/>
                </p:ext>
              </p:extLst>
            </p:nvPr>
          </p:nvGraphicFramePr>
          <p:xfrm>
            <a:off x="8519397" y="2899515"/>
            <a:ext cx="216360" cy="287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0484" name="Equation" r:id="rId15" imgW="190440" imgH="241200" progId="Equation.DSMT4">
                    <p:embed/>
                  </p:oleObj>
                </mc:Choice>
                <mc:Fallback>
                  <p:oleObj name="Equation" r:id="rId15" imgW="190440" imgH="241200" progId="Equation.DSMT4">
                    <p:embed/>
                    <p:pic>
                      <p:nvPicPr>
                        <p:cNvPr id="20" name="Object 26">
                          <a:extLst>
                            <a:ext uri="{FF2B5EF4-FFF2-40B4-BE49-F238E27FC236}">
                              <a16:creationId xmlns:a16="http://schemas.microsoft.com/office/drawing/2014/main" id="{79402149-9F8F-4116-B583-F90B341466C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519397" y="2899515"/>
                          <a:ext cx="216360" cy="2874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Object 27">
              <a:extLst>
                <a:ext uri="{FF2B5EF4-FFF2-40B4-BE49-F238E27FC236}">
                  <a16:creationId xmlns:a16="http://schemas.microsoft.com/office/drawing/2014/main" id="{AC44A169-8436-4214-BB24-73FE000C800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61069858"/>
                </p:ext>
              </p:extLst>
            </p:nvPr>
          </p:nvGraphicFramePr>
          <p:xfrm>
            <a:off x="8479447" y="4433704"/>
            <a:ext cx="210878" cy="2334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0485" name="Equation" r:id="rId17" imgW="228600" imgH="241200" progId="Equation.DSMT4">
                    <p:embed/>
                  </p:oleObj>
                </mc:Choice>
                <mc:Fallback>
                  <p:oleObj name="Equation" r:id="rId17" imgW="228600" imgH="241200" progId="Equation.DSMT4">
                    <p:embed/>
                    <p:pic>
                      <p:nvPicPr>
                        <p:cNvPr id="21" name="Object 27">
                          <a:extLst>
                            <a:ext uri="{FF2B5EF4-FFF2-40B4-BE49-F238E27FC236}">
                              <a16:creationId xmlns:a16="http://schemas.microsoft.com/office/drawing/2014/main" id="{F6FEA532-96D5-4D5C-939C-55DDC510069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479447" y="4433704"/>
                          <a:ext cx="210878" cy="2334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D5CE7805-91E3-4397-B35F-96CA6AEF0129}"/>
              </a:ext>
            </a:extLst>
          </p:cNvPr>
          <p:cNvGrpSpPr/>
          <p:nvPr/>
        </p:nvGrpSpPr>
        <p:grpSpPr>
          <a:xfrm>
            <a:off x="2721493" y="1324571"/>
            <a:ext cx="6984699" cy="953311"/>
            <a:chOff x="2357654" y="2151564"/>
            <a:chExt cx="8749828" cy="1214851"/>
          </a:xfrm>
        </p:grpSpPr>
        <p:sp>
          <p:nvSpPr>
            <p:cNvPr id="24" name="弧形 23">
              <a:extLst>
                <a:ext uri="{FF2B5EF4-FFF2-40B4-BE49-F238E27FC236}">
                  <a16:creationId xmlns:a16="http://schemas.microsoft.com/office/drawing/2014/main" id="{D9210B6F-DB4F-49CE-A2B5-185C390D71BB}"/>
                </a:ext>
              </a:extLst>
            </p:cNvPr>
            <p:cNvSpPr/>
            <p:nvPr/>
          </p:nvSpPr>
          <p:spPr>
            <a:xfrm flipH="1">
              <a:off x="2357654" y="2151564"/>
              <a:ext cx="3781028" cy="1195198"/>
            </a:xfrm>
            <a:prstGeom prst="arc">
              <a:avLst>
                <a:gd name="adj1" fmla="val 8630638"/>
                <a:gd name="adj2" fmla="val 10417204"/>
              </a:avLst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任意多边形: 形状 24">
              <a:extLst>
                <a:ext uri="{FF2B5EF4-FFF2-40B4-BE49-F238E27FC236}">
                  <a16:creationId xmlns:a16="http://schemas.microsoft.com/office/drawing/2014/main" id="{8F1633FA-5DFA-4CD8-B8BB-D750B246B481}"/>
                </a:ext>
              </a:extLst>
            </p:cNvPr>
            <p:cNvSpPr/>
            <p:nvPr/>
          </p:nvSpPr>
          <p:spPr>
            <a:xfrm>
              <a:off x="6008893" y="2546490"/>
              <a:ext cx="1440000" cy="432000"/>
            </a:xfrm>
            <a:custGeom>
              <a:avLst/>
              <a:gdLst>
                <a:gd name="connsiteX0" fmla="*/ 0 w 1459774"/>
                <a:gd name="connsiteY0" fmla="*/ 708669 h 721732"/>
                <a:gd name="connsiteX1" fmla="*/ 731520 w 1459774"/>
                <a:gd name="connsiteY1" fmla="*/ 9 h 721732"/>
                <a:gd name="connsiteX2" fmla="*/ 1459774 w 1459774"/>
                <a:gd name="connsiteY2" fmla="*/ 721732 h 721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9774" h="721732">
                  <a:moveTo>
                    <a:pt x="0" y="708669"/>
                  </a:moveTo>
                  <a:cubicBezTo>
                    <a:pt x="244112" y="353250"/>
                    <a:pt x="488224" y="-2168"/>
                    <a:pt x="731520" y="9"/>
                  </a:cubicBezTo>
                  <a:cubicBezTo>
                    <a:pt x="974816" y="2186"/>
                    <a:pt x="1217295" y="361959"/>
                    <a:pt x="1459774" y="721732"/>
                  </a:cubicBezTo>
                </a:path>
              </a:pathLst>
            </a:cu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弧形 25">
              <a:extLst>
                <a:ext uri="{FF2B5EF4-FFF2-40B4-BE49-F238E27FC236}">
                  <a16:creationId xmlns:a16="http://schemas.microsoft.com/office/drawing/2014/main" id="{0D81780A-8F27-4A2D-9549-DB2D3E6D8ECB}"/>
                </a:ext>
              </a:extLst>
            </p:cNvPr>
            <p:cNvSpPr/>
            <p:nvPr/>
          </p:nvSpPr>
          <p:spPr>
            <a:xfrm>
              <a:off x="7326452" y="2171214"/>
              <a:ext cx="3781030" cy="1195201"/>
            </a:xfrm>
            <a:prstGeom prst="arc">
              <a:avLst>
                <a:gd name="adj1" fmla="val 8630638"/>
                <a:gd name="adj2" fmla="val 10417204"/>
              </a:avLst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37" name="Object 7">
            <a:extLst>
              <a:ext uri="{FF2B5EF4-FFF2-40B4-BE49-F238E27FC236}">
                <a16:creationId xmlns:a16="http://schemas.microsoft.com/office/drawing/2014/main" id="{CD6C6C3C-E584-4C9A-9BEF-C08A6956CF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5174668"/>
              </p:ext>
            </p:extLst>
          </p:nvPr>
        </p:nvGraphicFramePr>
        <p:xfrm>
          <a:off x="6696518" y="1393030"/>
          <a:ext cx="946142" cy="5716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486" name="Equation" r:id="rId19" imgW="1218960" imgH="736560" progId="Equation.DSMT4">
                  <p:embed/>
                </p:oleObj>
              </mc:Choice>
              <mc:Fallback>
                <p:oleObj name="Equation" r:id="rId19" imgW="1218960" imgH="736560" progId="Equation.DSMT4">
                  <p:embed/>
                  <p:pic>
                    <p:nvPicPr>
                      <p:cNvPr id="14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6518" y="1393030"/>
                        <a:ext cx="946142" cy="5716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1"/>
          <p:cNvGrpSpPr/>
          <p:nvPr/>
        </p:nvGrpSpPr>
        <p:grpSpPr bwMode="auto">
          <a:xfrm>
            <a:off x="827584" y="51470"/>
            <a:ext cx="3216432" cy="736560"/>
            <a:chOff x="666750" y="480090"/>
            <a:chExt cx="3216432" cy="736560"/>
          </a:xfrm>
        </p:grpSpPr>
        <p:graphicFrame>
          <p:nvGraphicFramePr>
            <p:cNvPr id="9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1817284"/>
                </p:ext>
              </p:extLst>
            </p:nvPr>
          </p:nvGraphicFramePr>
          <p:xfrm>
            <a:off x="2130702" y="480090"/>
            <a:ext cx="1752480" cy="7365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656" name="Equation" r:id="rId3" imgW="1752480" imgH="736560" progId="Equation.DSMT4">
                    <p:embed/>
                  </p:oleObj>
                </mc:Choice>
                <mc:Fallback>
                  <p:oleObj name="Equation" r:id="rId3" imgW="1752480" imgH="73656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30702" y="480090"/>
                          <a:ext cx="1752480" cy="7365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Text Box 8"/>
            <p:cNvSpPr txBox="1">
              <a:spLocks noChangeArrowheads="1"/>
            </p:cNvSpPr>
            <p:nvPr/>
          </p:nvSpPr>
          <p:spPr bwMode="auto">
            <a:xfrm>
              <a:off x="666750" y="617538"/>
              <a:ext cx="18002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 dirty="0">
                  <a:solidFill>
                    <a:srgbClr val="0064FF"/>
                  </a:solidFill>
                  <a:latin typeface="+mn-ea"/>
                  <a:ea typeface="+mn-ea"/>
                </a:rPr>
                <a:t>例</a:t>
              </a:r>
              <a:r>
                <a:rPr lang="en-US" altLang="zh-CN" sz="2400" b="1" dirty="0">
                  <a:solidFill>
                    <a:srgbClr val="0064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2</a:t>
              </a:r>
              <a:r>
                <a:rPr lang="en-US" altLang="zh-CN" sz="2400" b="1" dirty="0">
                  <a:solidFill>
                    <a:srgbClr val="0064FF"/>
                  </a:solidFill>
                  <a:latin typeface="+mn-ea"/>
                  <a:ea typeface="+mn-ea"/>
                </a:rPr>
                <a:t> 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计算</a:t>
              </a:r>
              <a:endParaRPr lang="en-US" altLang="zh-CN" sz="24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820616" y="1057206"/>
            <a:ext cx="762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64FF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1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5122823"/>
              </p:ext>
            </p:extLst>
          </p:nvPr>
        </p:nvGraphicFramePr>
        <p:xfrm>
          <a:off x="1455800" y="1836476"/>
          <a:ext cx="1562040" cy="736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657" name="Equation" r:id="rId5" imgW="1562040" imgH="736560" progId="Equation.DSMT4">
                  <p:embed/>
                </p:oleObj>
              </mc:Choice>
              <mc:Fallback>
                <p:oleObj name="Equation" r:id="rId5" imgW="1562040" imgH="73656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5800" y="1836476"/>
                        <a:ext cx="1562040" cy="7365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1074734"/>
              </p:ext>
            </p:extLst>
          </p:nvPr>
        </p:nvGraphicFramePr>
        <p:xfrm>
          <a:off x="3090807" y="1827688"/>
          <a:ext cx="2717640" cy="736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658" name="Equation" r:id="rId7" imgW="2717640" imgH="736560" progId="Equation.DSMT4">
                  <p:embed/>
                </p:oleObj>
              </mc:Choice>
              <mc:Fallback>
                <p:oleObj name="Equation" r:id="rId7" imgW="2717640" imgH="73656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0807" y="1827688"/>
                        <a:ext cx="2717640" cy="7365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0319936"/>
              </p:ext>
            </p:extLst>
          </p:nvPr>
        </p:nvGraphicFramePr>
        <p:xfrm>
          <a:off x="5794610" y="1840235"/>
          <a:ext cx="22860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659" name="Equation" r:id="rId9" imgW="2286000" imgH="723600" progId="Equation.DSMT4">
                  <p:embed/>
                </p:oleObj>
              </mc:Choice>
              <mc:Fallback>
                <p:oleObj name="Equation" r:id="rId9" imgW="2286000" imgH="7236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4610" y="1840235"/>
                        <a:ext cx="22860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/>
          <p:cNvGrpSpPr/>
          <p:nvPr/>
        </p:nvGrpSpPr>
        <p:grpSpPr>
          <a:xfrm>
            <a:off x="4066881" y="2735567"/>
            <a:ext cx="3969137" cy="736560"/>
            <a:chOff x="883249" y="4016444"/>
            <a:chExt cx="3969137" cy="736560"/>
          </a:xfrm>
        </p:grpSpPr>
        <p:sp>
          <p:nvSpPr>
            <p:cNvPr id="2" name="矩形 1"/>
            <p:cNvSpPr/>
            <p:nvPr/>
          </p:nvSpPr>
          <p:spPr>
            <a:xfrm>
              <a:off x="883249" y="4153892"/>
              <a:ext cx="396913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>
                  <a:latin typeface="宋体" panose="02010600030101010101" pitchFamily="2" charset="-122"/>
                  <a:ea typeface="宋体" panose="02010600030101010101" pitchFamily="2" charset="-122"/>
                </a:rPr>
                <a:t>故积分           发散</a:t>
              </a:r>
              <a:r>
                <a:rPr lang="en-US" altLang="zh-CN" sz="2400" b="1">
                  <a:latin typeface="宋体" panose="02010600030101010101" pitchFamily="2" charset="-122"/>
                  <a:ea typeface="宋体" panose="02010600030101010101" pitchFamily="2" charset="-122"/>
                </a:rPr>
                <a:t>.</a:t>
              </a:r>
              <a:endParaRPr lang="zh-CN" altLang="en-US" sz="2400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19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71535791"/>
                </p:ext>
              </p:extLst>
            </p:nvPr>
          </p:nvGraphicFramePr>
          <p:xfrm>
            <a:off x="1977992" y="4016444"/>
            <a:ext cx="1562040" cy="7365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660" name="Equation" r:id="rId11" imgW="1562040" imgH="736560" progId="Equation.DSMT4">
                    <p:embed/>
                  </p:oleObj>
                </mc:Choice>
                <mc:Fallback>
                  <p:oleObj name="Equation" r:id="rId11" imgW="1562040" imgH="73656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7992" y="4016444"/>
                          <a:ext cx="1562040" cy="7365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" name="Object 7">
            <a:extLst>
              <a:ext uri="{FF2B5EF4-FFF2-40B4-BE49-F238E27FC236}">
                <a16:creationId xmlns:a16="http://schemas.microsoft.com/office/drawing/2014/main" id="{D713D753-C99B-451B-B797-DA0E4BA060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7339606"/>
              </p:ext>
            </p:extLst>
          </p:nvPr>
        </p:nvGraphicFramePr>
        <p:xfrm>
          <a:off x="1444860" y="919485"/>
          <a:ext cx="2044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661" name="Equation" r:id="rId13" imgW="2044440" imgH="736560" progId="Equation.DSMT4">
                  <p:embed/>
                </p:oleObj>
              </mc:Choice>
              <mc:Fallback>
                <p:oleObj name="Equation" r:id="rId13" imgW="2044440" imgH="736560" progId="Equation.DSMT4">
                  <p:embed/>
                  <p:pic>
                    <p:nvPicPr>
                      <p:cNvPr id="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4860" y="919485"/>
                        <a:ext cx="20447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Group 18">
            <a:extLst>
              <a:ext uri="{FF2B5EF4-FFF2-40B4-BE49-F238E27FC236}">
                <a16:creationId xmlns:a16="http://schemas.microsoft.com/office/drawing/2014/main" id="{07F3CC26-7E1D-417E-982F-7CDD2FB4A175}"/>
              </a:ext>
            </a:extLst>
          </p:cNvPr>
          <p:cNvGrpSpPr>
            <a:grpSpLocks/>
          </p:cNvGrpSpPr>
          <p:nvPr/>
        </p:nvGrpSpPr>
        <p:grpSpPr bwMode="auto">
          <a:xfrm>
            <a:off x="3017840" y="1149156"/>
            <a:ext cx="229379" cy="317406"/>
            <a:chOff x="3001" y="1071"/>
            <a:chExt cx="378" cy="625"/>
          </a:xfrm>
        </p:grpSpPr>
        <p:sp>
          <p:nvSpPr>
            <p:cNvPr id="20" name="Line 15">
              <a:extLst>
                <a:ext uri="{FF2B5EF4-FFF2-40B4-BE49-F238E27FC236}">
                  <a16:creationId xmlns:a16="http://schemas.microsoft.com/office/drawing/2014/main" id="{B7E7AAFA-5D7A-4680-A797-C5FBC7EB43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01" y="1071"/>
              <a:ext cx="378" cy="62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16">
              <a:extLst>
                <a:ext uri="{FF2B5EF4-FFF2-40B4-BE49-F238E27FC236}">
                  <a16:creationId xmlns:a16="http://schemas.microsoft.com/office/drawing/2014/main" id="{665F410A-9536-48DC-A64E-294668BB94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1" y="1071"/>
              <a:ext cx="378" cy="62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601B31D8-2324-4FE9-8740-46DC72E54515}"/>
              </a:ext>
            </a:extLst>
          </p:cNvPr>
          <p:cNvGrpSpPr/>
          <p:nvPr/>
        </p:nvGrpSpPr>
        <p:grpSpPr>
          <a:xfrm>
            <a:off x="718487" y="2873015"/>
            <a:ext cx="3226600" cy="556934"/>
            <a:chOff x="807140" y="3382968"/>
            <a:chExt cx="3226600" cy="556934"/>
          </a:xfrm>
        </p:grpSpPr>
        <p:graphicFrame>
          <p:nvGraphicFramePr>
            <p:cNvPr id="18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29218359"/>
                </p:ext>
              </p:extLst>
            </p:nvPr>
          </p:nvGraphicFramePr>
          <p:xfrm>
            <a:off x="1582640" y="3420790"/>
            <a:ext cx="2451100" cy="5191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662" name="Equation" r:id="rId15" imgW="2450880" imgH="520560" progId="Equation.DSMT4">
                    <p:embed/>
                  </p:oleObj>
                </mc:Choice>
                <mc:Fallback>
                  <p:oleObj name="Equation" r:id="rId15" imgW="2450880" imgH="52056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2640" y="3420790"/>
                          <a:ext cx="2451100" cy="5191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D06EDFC0-3479-4629-A84C-DA14556BF058}"/>
                </a:ext>
              </a:extLst>
            </p:cNvPr>
            <p:cNvSpPr/>
            <p:nvPr/>
          </p:nvSpPr>
          <p:spPr>
            <a:xfrm>
              <a:off x="807140" y="3382968"/>
              <a:ext cx="96625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>
                  <a:latin typeface="宋体" panose="02010600030101010101" pitchFamily="2" charset="-122"/>
                  <a:ea typeface="宋体" panose="02010600030101010101" pitchFamily="2" charset="-122"/>
                </a:rPr>
                <a:t>因为</a:t>
              </a:r>
            </a:p>
          </p:txBody>
        </p:sp>
      </p:grpSp>
      <p:sp>
        <p:nvSpPr>
          <p:cNvPr id="24" name="Text Box 11">
            <a:extLst>
              <a:ext uri="{FF2B5EF4-FFF2-40B4-BE49-F238E27FC236}">
                <a16:creationId xmlns:a16="http://schemas.microsoft.com/office/drawing/2014/main" id="{98791E33-D8B8-4209-B25C-0CF17CA60B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987" y="3588294"/>
            <a:ext cx="76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注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662F952-57A9-4D46-A374-A6A63D700AD9}"/>
              </a:ext>
            </a:extLst>
          </p:cNvPr>
          <p:cNvSpPr/>
          <p:nvPr/>
        </p:nvSpPr>
        <p:spPr>
          <a:xfrm>
            <a:off x="1329369" y="3587055"/>
            <a:ext cx="74237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</a:rPr>
              <a:t>对于反常积分，只有在收敛的情况下才能使用“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偶倍</a:t>
            </a:r>
            <a:endParaRPr lang="zh-CN" altLang="en-US" sz="24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630493B-D1CB-457C-87AB-F174143BAF6E}"/>
              </a:ext>
            </a:extLst>
          </p:cNvPr>
          <p:cNvSpPr/>
          <p:nvPr/>
        </p:nvSpPr>
        <p:spPr>
          <a:xfrm>
            <a:off x="214303" y="4164887"/>
            <a:ext cx="49808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奇零</a:t>
            </a:r>
            <a:r>
              <a:rPr lang="zh-CN" altLang="en-US" sz="2400" b="1" dirty="0">
                <a:latin typeface="宋体" panose="02010600030101010101" pitchFamily="2" charset="-122"/>
              </a:rPr>
              <a:t>”的性质；否则，会出现错误</a:t>
            </a:r>
            <a:r>
              <a:rPr lang="en-US" altLang="zh-CN" sz="2400" b="1" dirty="0">
                <a:latin typeface="宋体" panose="02010600030101010101" pitchFamily="2" charset="-122"/>
              </a:rPr>
              <a:t>.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75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1"/>
          <p:cNvGrpSpPr/>
          <p:nvPr/>
        </p:nvGrpSpPr>
        <p:grpSpPr bwMode="auto">
          <a:xfrm>
            <a:off x="467544" y="267494"/>
            <a:ext cx="3038167" cy="736600"/>
            <a:chOff x="666750" y="487489"/>
            <a:chExt cx="3038167" cy="736600"/>
          </a:xfrm>
        </p:grpSpPr>
        <p:graphicFrame>
          <p:nvGraphicFramePr>
            <p:cNvPr id="9" name="Object 7"/>
            <p:cNvGraphicFramePr>
              <a:graphicFrameLocks noChangeAspect="1"/>
            </p:cNvGraphicFramePr>
            <p:nvPr/>
          </p:nvGraphicFramePr>
          <p:xfrm>
            <a:off x="2099954" y="487489"/>
            <a:ext cx="1604963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803" name="Equation" r:id="rId3" imgW="38404800" imgH="17678400" progId="Equation.DSMT4">
                    <p:embed/>
                  </p:oleObj>
                </mc:Choice>
                <mc:Fallback>
                  <p:oleObj name="Equation" r:id="rId3" imgW="38404800" imgH="1767840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99954" y="487489"/>
                          <a:ext cx="1604963" cy="736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Text Box 8"/>
            <p:cNvSpPr txBox="1">
              <a:spLocks noChangeArrowheads="1"/>
            </p:cNvSpPr>
            <p:nvPr/>
          </p:nvSpPr>
          <p:spPr bwMode="auto">
            <a:xfrm>
              <a:off x="666750" y="617538"/>
              <a:ext cx="18002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 dirty="0">
                  <a:solidFill>
                    <a:srgbClr val="0064FF"/>
                  </a:solidFill>
                  <a:latin typeface="+mn-ea"/>
                  <a:ea typeface="+mn-ea"/>
                </a:rPr>
                <a:t>例</a:t>
              </a:r>
              <a:r>
                <a:rPr lang="en-US" altLang="zh-CN" sz="2400" b="1" dirty="0">
                  <a:solidFill>
                    <a:srgbClr val="0064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3</a:t>
              </a:r>
              <a:r>
                <a:rPr lang="en-US" altLang="zh-CN" sz="2400" b="1" dirty="0">
                  <a:solidFill>
                    <a:srgbClr val="0064FF"/>
                  </a:solidFill>
                  <a:latin typeface="+mn-ea"/>
                  <a:ea typeface="+mn-ea"/>
                </a:rPr>
                <a:t> 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计算</a:t>
              </a:r>
              <a:endParaRPr lang="en-US" altLang="zh-CN" sz="24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493522" y="1251494"/>
            <a:ext cx="762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64FF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1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6193737"/>
              </p:ext>
            </p:extLst>
          </p:nvPr>
        </p:nvGraphicFramePr>
        <p:xfrm>
          <a:off x="1149193" y="1975939"/>
          <a:ext cx="1335088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04" name="Equation" r:id="rId5" imgW="32004000" imgH="17678400" progId="Equation.DSMT4">
                  <p:embed/>
                </p:oleObj>
              </mc:Choice>
              <mc:Fallback>
                <p:oleObj name="Equation" r:id="rId5" imgW="32004000" imgH="176784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9193" y="1975939"/>
                        <a:ext cx="1335088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2000418"/>
              </p:ext>
            </p:extLst>
          </p:nvPr>
        </p:nvGraphicFramePr>
        <p:xfrm>
          <a:off x="2583145" y="1969619"/>
          <a:ext cx="1943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05" name="Equation" r:id="rId7" imgW="46634400" imgH="17678400" progId="Equation.DSMT4">
                  <p:embed/>
                </p:oleObj>
              </mc:Choice>
              <mc:Fallback>
                <p:oleObj name="Equation" r:id="rId7" imgW="46634400" imgH="176784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3145" y="1969619"/>
                        <a:ext cx="19431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9705972"/>
              </p:ext>
            </p:extLst>
          </p:nvPr>
        </p:nvGraphicFramePr>
        <p:xfrm>
          <a:off x="2494526" y="3151544"/>
          <a:ext cx="2962275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06" name="Equation" r:id="rId9" imgW="71018400" imgH="21336000" progId="Equation.DSMT4">
                  <p:embed/>
                </p:oleObj>
              </mc:Choice>
              <mc:Fallback>
                <p:oleObj name="Equation" r:id="rId9" imgW="71018400" imgH="213360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4526" y="3151544"/>
                        <a:ext cx="2962275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矩形 19"/>
          <p:cNvSpPr/>
          <p:nvPr/>
        </p:nvSpPr>
        <p:spPr>
          <a:xfrm>
            <a:off x="1016011" y="1251792"/>
            <a:ext cx="25785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运用分部积分法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241004" y="1713457"/>
            <a:ext cx="2962275" cy="1114648"/>
            <a:chOff x="4389455" y="4736576"/>
            <a:chExt cx="2962275" cy="1114648"/>
          </a:xfrm>
          <a:solidFill>
            <a:srgbClr val="FFFF00"/>
          </a:solidFill>
        </p:grpSpPr>
        <p:sp>
          <p:nvSpPr>
            <p:cNvPr id="2" name="矩形: 圆角 1"/>
            <p:cNvSpPr/>
            <p:nvPr/>
          </p:nvSpPr>
          <p:spPr>
            <a:xfrm>
              <a:off x="4389455" y="4736576"/>
              <a:ext cx="2962275" cy="1114648"/>
            </a:xfrm>
            <a:prstGeom prst="roundRect">
              <a:avLst/>
            </a:prstGeom>
            <a:grpFill/>
            <a:ln w="190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24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70858373"/>
                </p:ext>
              </p:extLst>
            </p:nvPr>
          </p:nvGraphicFramePr>
          <p:xfrm>
            <a:off x="4519970" y="4875847"/>
            <a:ext cx="2831760" cy="7365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807" name="Equation" r:id="rId11" imgW="2831760" imgH="736560" progId="Equation.DSMT4">
                    <p:embed/>
                  </p:oleObj>
                </mc:Choice>
                <mc:Fallback>
                  <p:oleObj name="Equation" r:id="rId11" imgW="2831760" imgH="736560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9970" y="4875847"/>
                          <a:ext cx="2831760" cy="7365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2477521"/>
              </p:ext>
            </p:extLst>
          </p:nvPr>
        </p:nvGraphicFramePr>
        <p:xfrm>
          <a:off x="5668131" y="3139500"/>
          <a:ext cx="1284287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08" name="Equation" r:id="rId13" imgW="30784800" imgH="21336000" progId="Equation.DSMT4">
                  <p:embed/>
                </p:oleObj>
              </mc:Choice>
              <mc:Fallback>
                <p:oleObj name="Equation" r:id="rId13" imgW="30784800" imgH="213360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8131" y="3139500"/>
                        <a:ext cx="1284287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9615303"/>
              </p:ext>
            </p:extLst>
          </p:nvPr>
        </p:nvGraphicFramePr>
        <p:xfrm>
          <a:off x="7046849" y="3418214"/>
          <a:ext cx="457200" cy="279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09" name="Equation" r:id="rId15" imgW="457200" imgH="279360" progId="Equation.DSMT4">
                  <p:embed/>
                </p:oleObj>
              </mc:Choice>
              <mc:Fallback>
                <p:oleObj name="Equation" r:id="rId15" imgW="457200" imgH="27936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6849" y="3418214"/>
                        <a:ext cx="457200" cy="2793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1"/>
          <p:cNvGrpSpPr/>
          <p:nvPr/>
        </p:nvGrpSpPr>
        <p:grpSpPr bwMode="auto">
          <a:xfrm>
            <a:off x="323528" y="195486"/>
            <a:ext cx="6200120" cy="736600"/>
            <a:chOff x="666749" y="497274"/>
            <a:chExt cx="6200120" cy="736600"/>
          </a:xfrm>
        </p:grpSpPr>
        <p:graphicFrame>
          <p:nvGraphicFramePr>
            <p:cNvPr id="9" name="Object 7"/>
            <p:cNvGraphicFramePr>
              <a:graphicFrameLocks noChangeAspect="1"/>
            </p:cNvGraphicFramePr>
            <p:nvPr/>
          </p:nvGraphicFramePr>
          <p:xfrm>
            <a:off x="3265445" y="497274"/>
            <a:ext cx="1933575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080" name="Equation" r:id="rId3" imgW="46329600" imgH="17678400" progId="Equation.DSMT4">
                    <p:embed/>
                  </p:oleObj>
                </mc:Choice>
                <mc:Fallback>
                  <p:oleObj name="Equation" r:id="rId3" imgW="46329600" imgH="1767840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65445" y="497274"/>
                          <a:ext cx="1933575" cy="736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Text Box 8"/>
            <p:cNvSpPr txBox="1">
              <a:spLocks noChangeArrowheads="1"/>
            </p:cNvSpPr>
            <p:nvPr/>
          </p:nvSpPr>
          <p:spPr bwMode="auto">
            <a:xfrm>
              <a:off x="666749" y="617538"/>
              <a:ext cx="620012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 dirty="0">
                  <a:solidFill>
                    <a:srgbClr val="0064FF"/>
                  </a:solidFill>
                  <a:latin typeface="+mn-ea"/>
                  <a:ea typeface="+mn-ea"/>
                </a:rPr>
                <a:t>例</a:t>
              </a:r>
              <a:r>
                <a:rPr lang="en-US" altLang="zh-CN" sz="2400" b="1" dirty="0">
                  <a:solidFill>
                    <a:srgbClr val="0064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4</a:t>
              </a:r>
              <a:r>
                <a:rPr lang="en-US" altLang="zh-CN" sz="2400" b="1" dirty="0">
                  <a:solidFill>
                    <a:srgbClr val="0064FF"/>
                  </a:solidFill>
                  <a:latin typeface="+mn-ea"/>
                  <a:ea typeface="+mn-ea"/>
                </a:rPr>
                <a:t> 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讨论反常积分</a:t>
              </a:r>
              <a:r>
                <a:rPr lang="zh-CN" altLang="en-US" sz="2400" b="1" dirty="0">
                  <a:solidFill>
                    <a:srgbClr val="0064FF"/>
                  </a:solidFill>
                  <a:latin typeface="宋体" panose="02010600030101010101" pitchFamily="2" charset="-122"/>
                </a:rPr>
                <a:t>            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的敛散性</a:t>
              </a:r>
              <a:r>
                <a:rPr lang="en-US" altLang="zh-CN" sz="2400" b="1" dirty="0">
                  <a:latin typeface="宋体" panose="02010600030101010101" pitchFamily="2" charset="-122"/>
                </a:rPr>
                <a:t>.</a:t>
              </a:r>
            </a:p>
          </p:txBody>
        </p:sp>
      </p:grp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331622" y="1164751"/>
            <a:ext cx="762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64FF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1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8010628"/>
              </p:ext>
            </p:extLst>
          </p:nvPr>
        </p:nvGraphicFramePr>
        <p:xfrm>
          <a:off x="2823810" y="1027283"/>
          <a:ext cx="863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081" name="Equation" r:id="rId5" imgW="20726400" imgH="17678400" progId="Equation.DSMT4">
                  <p:embed/>
                </p:oleObj>
              </mc:Choice>
              <mc:Fallback>
                <p:oleObj name="Equation" r:id="rId5" imgW="20726400" imgH="176784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3810" y="1027283"/>
                        <a:ext cx="8636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9306518"/>
              </p:ext>
            </p:extLst>
          </p:nvPr>
        </p:nvGraphicFramePr>
        <p:xfrm>
          <a:off x="3788801" y="1132468"/>
          <a:ext cx="1220787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082" name="Equation" r:id="rId7" imgW="29260800" imgH="12192000" progId="Equation.DSMT4">
                  <p:embed/>
                </p:oleObj>
              </mc:Choice>
              <mc:Fallback>
                <p:oleObj name="Equation" r:id="rId7" imgW="29260800" imgH="121920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8801" y="1132468"/>
                        <a:ext cx="1220787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矩形 19"/>
          <p:cNvSpPr/>
          <p:nvPr/>
        </p:nvSpPr>
        <p:spPr>
          <a:xfrm>
            <a:off x="6090576" y="333609"/>
            <a:ext cx="28019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其中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为任意常数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2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8028246"/>
              </p:ext>
            </p:extLst>
          </p:nvPr>
        </p:nvGraphicFramePr>
        <p:xfrm>
          <a:off x="1478503" y="2575900"/>
          <a:ext cx="865187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083" name="Equation" r:id="rId9" imgW="20726400" imgH="17678400" progId="Equation.DSMT4">
                  <p:embed/>
                </p:oleObj>
              </mc:Choice>
              <mc:Fallback>
                <p:oleObj name="Equation" r:id="rId9" imgW="20726400" imgH="176784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8503" y="2575900"/>
                        <a:ext cx="865187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3224910"/>
              </p:ext>
            </p:extLst>
          </p:nvPr>
        </p:nvGraphicFramePr>
        <p:xfrm>
          <a:off x="2433469" y="2461503"/>
          <a:ext cx="1474787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084" name="Equation" r:id="rId11" imgW="35356800" imgH="23164800" progId="Equation.DSMT4">
                  <p:embed/>
                </p:oleObj>
              </mc:Choice>
              <mc:Fallback>
                <p:oleObj name="Equation" r:id="rId11" imgW="35356800" imgH="231648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3469" y="2461503"/>
                        <a:ext cx="1474787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1892553"/>
              </p:ext>
            </p:extLst>
          </p:nvPr>
        </p:nvGraphicFramePr>
        <p:xfrm>
          <a:off x="5146824" y="1347056"/>
          <a:ext cx="736560" cy="279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085" name="Equation" r:id="rId13" imgW="736560" imgH="279360" progId="Equation.DSMT4">
                  <p:embed/>
                </p:oleObj>
              </mc:Choice>
              <mc:Fallback>
                <p:oleObj name="Equation" r:id="rId13" imgW="736560" imgH="27936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6824" y="1347056"/>
                        <a:ext cx="736560" cy="2793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951630" y="1164751"/>
            <a:ext cx="1943100" cy="461665"/>
            <a:chOff x="783872" y="1630665"/>
            <a:chExt cx="1943100" cy="461665"/>
          </a:xfrm>
        </p:grpSpPr>
        <p:sp>
          <p:nvSpPr>
            <p:cNvPr id="31" name="矩形 30"/>
            <p:cNvSpPr/>
            <p:nvPr/>
          </p:nvSpPr>
          <p:spPr>
            <a:xfrm>
              <a:off x="783872" y="1630665"/>
              <a:ext cx="194310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>
                  <a:latin typeface="宋体" panose="02010600030101010101" pitchFamily="2" charset="-122"/>
                  <a:ea typeface="宋体" panose="02010600030101010101" pitchFamily="2" charset="-122"/>
                </a:rPr>
                <a:t>当     时，</a:t>
              </a:r>
            </a:p>
          </p:txBody>
        </p:sp>
        <p:graphicFrame>
          <p:nvGraphicFramePr>
            <p:cNvPr id="32" name="Object 7"/>
            <p:cNvGraphicFramePr>
              <a:graphicFrameLocks noChangeAspect="1"/>
            </p:cNvGraphicFramePr>
            <p:nvPr/>
          </p:nvGraphicFramePr>
          <p:xfrm>
            <a:off x="1228372" y="1749430"/>
            <a:ext cx="635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086" name="Equation" r:id="rId15" imgW="15240000" imgH="8229600" progId="Equation.DSMT4">
                    <p:embed/>
                  </p:oleObj>
                </mc:Choice>
                <mc:Fallback>
                  <p:oleObj name="Equation" r:id="rId15" imgW="15240000" imgH="822960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28372" y="1749430"/>
                          <a:ext cx="6350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3" name="矩形 32"/>
          <p:cNvSpPr/>
          <p:nvPr/>
        </p:nvSpPr>
        <p:spPr>
          <a:xfrm>
            <a:off x="6231321" y="1139754"/>
            <a:ext cx="9715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发散</a:t>
            </a:r>
          </a:p>
        </p:txBody>
      </p:sp>
      <p:grpSp>
        <p:nvGrpSpPr>
          <p:cNvPr id="34" name="组合 33"/>
          <p:cNvGrpSpPr/>
          <p:nvPr/>
        </p:nvGrpSpPr>
        <p:grpSpPr>
          <a:xfrm>
            <a:off x="964152" y="1870767"/>
            <a:ext cx="1943100" cy="461665"/>
            <a:chOff x="783872" y="1630665"/>
            <a:chExt cx="1943100" cy="461665"/>
          </a:xfrm>
        </p:grpSpPr>
        <p:sp>
          <p:nvSpPr>
            <p:cNvPr id="35" name="矩形 34"/>
            <p:cNvSpPr/>
            <p:nvPr/>
          </p:nvSpPr>
          <p:spPr>
            <a:xfrm>
              <a:off x="783872" y="1630665"/>
              <a:ext cx="194310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>
                  <a:latin typeface="宋体" panose="02010600030101010101" pitchFamily="2" charset="-122"/>
                  <a:ea typeface="宋体" panose="02010600030101010101" pitchFamily="2" charset="-122"/>
                </a:rPr>
                <a:t>当     时，</a:t>
              </a:r>
            </a:p>
          </p:txBody>
        </p:sp>
        <p:graphicFrame>
          <p:nvGraphicFramePr>
            <p:cNvPr id="36" name="Object 7"/>
            <p:cNvGraphicFramePr>
              <a:graphicFrameLocks noChangeAspect="1"/>
            </p:cNvGraphicFramePr>
            <p:nvPr/>
          </p:nvGraphicFramePr>
          <p:xfrm>
            <a:off x="1214085" y="1731307"/>
            <a:ext cx="647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087" name="Equation" r:id="rId17" imgW="15544800" imgH="8229600" progId="Equation.DSMT4">
                    <p:embed/>
                  </p:oleObj>
                </mc:Choice>
                <mc:Fallback>
                  <p:oleObj name="Equation" r:id="rId17" imgW="15544800" imgH="822960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14085" y="1731307"/>
                          <a:ext cx="6477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9457824"/>
              </p:ext>
            </p:extLst>
          </p:nvPr>
        </p:nvGraphicFramePr>
        <p:xfrm>
          <a:off x="3763795" y="2538491"/>
          <a:ext cx="5715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088" name="Equation" r:id="rId19" imgW="13716000" imgH="20726400" progId="Equation.DSMT4">
                  <p:embed/>
                </p:oleObj>
              </mc:Choice>
              <mc:Fallback>
                <p:oleObj name="Equation" r:id="rId19" imgW="13716000" imgH="207264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3795" y="2538491"/>
                        <a:ext cx="5715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5040606"/>
              </p:ext>
            </p:extLst>
          </p:nvPr>
        </p:nvGraphicFramePr>
        <p:xfrm>
          <a:off x="4277904" y="2510234"/>
          <a:ext cx="4953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089" name="Equation" r:id="rId21" imgW="11887200" imgH="6705600" progId="Equation.DSMT4">
                  <p:embed/>
                </p:oleObj>
              </mc:Choice>
              <mc:Fallback>
                <p:oleObj name="Equation" r:id="rId21" imgW="11887200" imgH="67056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7904" y="2510234"/>
                        <a:ext cx="4953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5940023"/>
              </p:ext>
            </p:extLst>
          </p:nvPr>
        </p:nvGraphicFramePr>
        <p:xfrm>
          <a:off x="4180054" y="2850135"/>
          <a:ext cx="7493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090" name="Equation" r:id="rId23" imgW="17983200" imgH="19812000" progId="Equation.DSMT4">
                  <p:embed/>
                </p:oleObj>
              </mc:Choice>
              <mc:Fallback>
                <p:oleObj name="Equation" r:id="rId23" imgW="17983200" imgH="198120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0054" y="2850135"/>
                        <a:ext cx="7493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5726738"/>
              </p:ext>
            </p:extLst>
          </p:nvPr>
        </p:nvGraphicFramePr>
        <p:xfrm>
          <a:off x="5165906" y="2491049"/>
          <a:ext cx="711000" cy="34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091" name="Equation" r:id="rId25" imgW="711000" imgH="342720" progId="Equation.DSMT4">
                  <p:embed/>
                </p:oleObj>
              </mc:Choice>
              <mc:Fallback>
                <p:oleObj name="Equation" r:id="rId25" imgW="711000" imgH="34272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5906" y="2491049"/>
                        <a:ext cx="711000" cy="3427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3183928"/>
              </p:ext>
            </p:extLst>
          </p:nvPr>
        </p:nvGraphicFramePr>
        <p:xfrm>
          <a:off x="5169992" y="3083983"/>
          <a:ext cx="723600" cy="34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092" name="Equation" r:id="rId27" imgW="723600" imgH="342720" progId="Equation.DSMT4">
                  <p:embed/>
                </p:oleObj>
              </mc:Choice>
              <mc:Fallback>
                <p:oleObj name="Equation" r:id="rId27" imgW="723600" imgH="34272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9992" y="3083983"/>
                        <a:ext cx="723600" cy="3427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矩形 41"/>
          <p:cNvSpPr/>
          <p:nvPr/>
        </p:nvSpPr>
        <p:spPr>
          <a:xfrm>
            <a:off x="6099169" y="2362213"/>
            <a:ext cx="9715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发散</a:t>
            </a:r>
          </a:p>
        </p:txBody>
      </p:sp>
      <p:sp>
        <p:nvSpPr>
          <p:cNvPr id="43" name="矩形 42"/>
          <p:cNvSpPr/>
          <p:nvPr/>
        </p:nvSpPr>
        <p:spPr>
          <a:xfrm>
            <a:off x="6109219" y="3061386"/>
            <a:ext cx="9715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收敛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05018" y="3833344"/>
            <a:ext cx="6663957" cy="461665"/>
            <a:chOff x="824832" y="4634396"/>
            <a:chExt cx="6663957" cy="461665"/>
          </a:xfrm>
        </p:grpSpPr>
        <p:sp>
          <p:nvSpPr>
            <p:cNvPr id="26" name="Text Box 24"/>
            <p:cNvSpPr txBox="1">
              <a:spLocks noChangeArrowheads="1"/>
            </p:cNvSpPr>
            <p:nvPr/>
          </p:nvSpPr>
          <p:spPr bwMode="auto">
            <a:xfrm>
              <a:off x="824832" y="4634396"/>
              <a:ext cx="666395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b="1">
                  <a:latin typeface="宋体" panose="02010600030101010101" pitchFamily="2" charset="-122"/>
                </a:rPr>
                <a:t>故此反常积分当     时收敛，当     时发散</a:t>
              </a:r>
              <a:r>
                <a:rPr lang="en-US" altLang="zh-CN" sz="2400" b="1">
                  <a:latin typeface="宋体" panose="02010600030101010101" pitchFamily="2" charset="-122"/>
                </a:rPr>
                <a:t>.</a:t>
              </a:r>
              <a:endParaRPr lang="zh-CN" altLang="en-US" sz="2400" b="1">
                <a:latin typeface="宋体" panose="02010600030101010101" pitchFamily="2" charset="-122"/>
              </a:endParaRPr>
            </a:p>
          </p:txBody>
        </p:sp>
        <p:graphicFrame>
          <p:nvGraphicFramePr>
            <p:cNvPr id="27" name="Object 7"/>
            <p:cNvGraphicFramePr>
              <a:graphicFrameLocks noChangeAspect="1"/>
            </p:cNvGraphicFramePr>
            <p:nvPr/>
          </p:nvGraphicFramePr>
          <p:xfrm>
            <a:off x="5449168" y="4748599"/>
            <a:ext cx="635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093" name="Equation" r:id="rId29" imgW="15240000" imgH="8229600" progId="Equation.DSMT4">
                    <p:embed/>
                  </p:oleObj>
                </mc:Choice>
                <mc:Fallback>
                  <p:oleObj name="Equation" r:id="rId29" imgW="15240000" imgH="822960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49168" y="4748599"/>
                          <a:ext cx="6350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" name="Object 7"/>
            <p:cNvGraphicFramePr>
              <a:graphicFrameLocks noChangeAspect="1"/>
            </p:cNvGraphicFramePr>
            <p:nvPr/>
          </p:nvGraphicFramePr>
          <p:xfrm>
            <a:off x="3139281" y="4748599"/>
            <a:ext cx="635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094" name="Equation" r:id="rId31" imgW="15240000" imgH="8229600" progId="Equation.DSMT4">
                    <p:embed/>
                  </p:oleObj>
                </mc:Choice>
                <mc:Fallback>
                  <p:oleObj name="Equation" r:id="rId31" imgW="15240000" imgH="822960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39281" y="4748599"/>
                          <a:ext cx="6350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42" grpId="0"/>
      <p:bldP spid="4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388C2CB-7BF1-4F84-B12D-B5BCBCAFA2AE}"/>
              </a:ext>
            </a:extLst>
          </p:cNvPr>
          <p:cNvSpPr txBox="1">
            <a:spLocks noChangeArrowheads="1"/>
          </p:cNvSpPr>
          <p:nvPr/>
        </p:nvSpPr>
        <p:spPr>
          <a:xfrm>
            <a:off x="827584" y="483518"/>
            <a:ext cx="327025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j-ea"/>
              </a:rPr>
              <a:t>5</a:t>
            </a:r>
            <a:r>
              <a:rPr lang="en-US" altLang="zh-CN" sz="2400" b="1" dirty="0">
                <a:latin typeface="+mj-ea"/>
              </a:rPr>
              <a:t> </a:t>
            </a:r>
            <a:r>
              <a:rPr lang="zh-CN" altLang="en-US" sz="2400" b="1" dirty="0">
                <a:latin typeface="+mj-ea"/>
              </a:rPr>
              <a:t>计算反常积分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2F1255ED-EC8D-4ED7-A2C3-B2D8233B3F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3322699"/>
              </p:ext>
            </p:extLst>
          </p:nvPr>
        </p:nvGraphicFramePr>
        <p:xfrm>
          <a:off x="3500934" y="432038"/>
          <a:ext cx="23368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524" name="Equation" r:id="rId3" imgW="2336760" imgH="596880" progId="Equation.DSMT4">
                  <p:embed/>
                </p:oleObj>
              </mc:Choice>
              <mc:Fallback>
                <p:oleObj name="Equation" r:id="rId3" imgW="2336760" imgH="596880" progId="Equation.DSMT4">
                  <p:embed/>
                  <p:pic>
                    <p:nvPicPr>
                      <p:cNvPr id="666627" name="Object 3">
                        <a:extLst>
                          <a:ext uri="{FF2B5EF4-FFF2-40B4-BE49-F238E27FC236}">
                            <a16:creationId xmlns:a16="http://schemas.microsoft.com/office/drawing/2014/main" id="{DC8DCA03-4640-487F-873B-0FE9733E2A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0934" y="432038"/>
                        <a:ext cx="23368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4">
            <a:extLst>
              <a:ext uri="{FF2B5EF4-FFF2-40B4-BE49-F238E27FC236}">
                <a16:creationId xmlns:a16="http://schemas.microsoft.com/office/drawing/2014/main" id="{DC6B45B5-52FA-49AF-8C03-C5CCD9EE52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6649" y="1207417"/>
            <a:ext cx="10795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解</a:t>
            </a:r>
            <a:endParaRPr kumimoji="1" lang="en-US" altLang="zh-CN" sz="2400" b="1" dirty="0">
              <a:solidFill>
                <a:srgbClr val="0066FF"/>
              </a:solidFill>
              <a:latin typeface="+mj-ea"/>
              <a:ea typeface="+mj-ea"/>
            </a:endParaRP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CDA4F467-E1A1-44C3-9D0E-313F63059C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7459953"/>
              </p:ext>
            </p:extLst>
          </p:nvPr>
        </p:nvGraphicFramePr>
        <p:xfrm>
          <a:off x="2288067" y="1983727"/>
          <a:ext cx="1574640" cy="787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525" name="Equation" r:id="rId5" imgW="1574640" imgH="787320" progId="Equation.DSMT4">
                  <p:embed/>
                </p:oleObj>
              </mc:Choice>
              <mc:Fallback>
                <p:oleObj name="Equation" r:id="rId5" imgW="1574640" imgH="787320" progId="Equation.DSMT4">
                  <p:embed/>
                  <p:pic>
                    <p:nvPicPr>
                      <p:cNvPr id="666629" name="Object 5">
                        <a:extLst>
                          <a:ext uri="{FF2B5EF4-FFF2-40B4-BE49-F238E27FC236}">
                            <a16:creationId xmlns:a16="http://schemas.microsoft.com/office/drawing/2014/main" id="{F55A67EB-3E57-46AC-919D-14E4A40DC1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8067" y="1983727"/>
                        <a:ext cx="1574640" cy="7873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868BF501-FA6C-4E57-9015-A09414F50B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7672134"/>
              </p:ext>
            </p:extLst>
          </p:nvPr>
        </p:nvGraphicFramePr>
        <p:xfrm>
          <a:off x="3864201" y="1983727"/>
          <a:ext cx="17018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526" name="Equation" r:id="rId7" imgW="1701720" imgH="787320" progId="Equation.DSMT4">
                  <p:embed/>
                </p:oleObj>
              </mc:Choice>
              <mc:Fallback>
                <p:oleObj name="Equation" r:id="rId7" imgW="1701720" imgH="787320" progId="Equation.DSMT4">
                  <p:embed/>
                  <p:pic>
                    <p:nvPicPr>
                      <p:cNvPr id="666632" name="Object 8">
                        <a:extLst>
                          <a:ext uri="{FF2B5EF4-FFF2-40B4-BE49-F238E27FC236}">
                            <a16:creationId xmlns:a16="http://schemas.microsoft.com/office/drawing/2014/main" id="{FF323FFB-F924-4D8E-A451-C753BB062D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4201" y="1983727"/>
                        <a:ext cx="17018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10526E36-9CC0-4E7F-BA8B-37F9D1CDFC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7905700"/>
              </p:ext>
            </p:extLst>
          </p:nvPr>
        </p:nvGraphicFramePr>
        <p:xfrm>
          <a:off x="2289355" y="3156837"/>
          <a:ext cx="17145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527" name="Equation" r:id="rId9" imgW="1714320" imgH="787320" progId="Equation.DSMT4">
                  <p:embed/>
                </p:oleObj>
              </mc:Choice>
              <mc:Fallback>
                <p:oleObj name="Equation" r:id="rId9" imgW="1714320" imgH="787320" progId="Equation.DSMT4">
                  <p:embed/>
                  <p:pic>
                    <p:nvPicPr>
                      <p:cNvPr id="666633" name="Object 9">
                        <a:extLst>
                          <a:ext uri="{FF2B5EF4-FFF2-40B4-BE49-F238E27FC236}">
                            <a16:creationId xmlns:a16="http://schemas.microsoft.com/office/drawing/2014/main" id="{80A10913-9CF1-4FFB-A038-7C61581776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9355" y="3156837"/>
                        <a:ext cx="17145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C2A5971C-9359-4335-B522-B3197A77D5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3481167"/>
              </p:ext>
            </p:extLst>
          </p:nvPr>
        </p:nvGraphicFramePr>
        <p:xfrm>
          <a:off x="4097834" y="3156837"/>
          <a:ext cx="7366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528" name="Equation" r:id="rId11" imgW="736560" imgH="787320" progId="Equation.DSMT4">
                  <p:embed/>
                </p:oleObj>
              </mc:Choice>
              <mc:Fallback>
                <p:oleObj name="Equation" r:id="rId11" imgW="736560" imgH="787320" progId="Equation.DSMT4">
                  <p:embed/>
                  <p:pic>
                    <p:nvPicPr>
                      <p:cNvPr id="666636" name="Object 12">
                        <a:extLst>
                          <a:ext uri="{FF2B5EF4-FFF2-40B4-BE49-F238E27FC236}">
                            <a16:creationId xmlns:a16="http://schemas.microsoft.com/office/drawing/2014/main" id="{3E772C79-A2C5-4791-8F42-91D47CCFC3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7834" y="3156837"/>
                        <a:ext cx="7366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26">
            <a:extLst>
              <a:ext uri="{FF2B5EF4-FFF2-40B4-BE49-F238E27FC236}">
                <a16:creationId xmlns:a16="http://schemas.microsoft.com/office/drawing/2014/main" id="{F48FBF79-D3A6-421A-8962-073871DD94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1145948"/>
              </p:ext>
            </p:extLst>
          </p:nvPr>
        </p:nvGraphicFramePr>
        <p:xfrm>
          <a:off x="2219822" y="1104199"/>
          <a:ext cx="22225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529" name="Equation" r:id="rId13" imgW="2222280" imgH="787320" progId="Equation.DSMT4">
                  <p:embed/>
                </p:oleObj>
              </mc:Choice>
              <mc:Fallback>
                <p:oleObj name="Equation" r:id="rId13" imgW="2222280" imgH="787320" progId="Equation.DSMT4">
                  <p:embed/>
                  <p:pic>
                    <p:nvPicPr>
                      <p:cNvPr id="666650" name="Object 26">
                        <a:extLst>
                          <a:ext uri="{FF2B5EF4-FFF2-40B4-BE49-F238E27FC236}">
                            <a16:creationId xmlns:a16="http://schemas.microsoft.com/office/drawing/2014/main" id="{3DBF1F25-D668-4E09-ACA6-FAC24F9BDA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9822" y="1104199"/>
                        <a:ext cx="22225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28">
            <a:extLst>
              <a:ext uri="{FF2B5EF4-FFF2-40B4-BE49-F238E27FC236}">
                <a16:creationId xmlns:a16="http://schemas.microsoft.com/office/drawing/2014/main" id="{95F795C4-8885-438A-9591-1ECE794AEE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0846" y="1207418"/>
            <a:ext cx="14398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j-ea"/>
                <a:ea typeface="+mj-ea"/>
              </a:rPr>
              <a:t>原式</a:t>
            </a:r>
          </a:p>
        </p:txBody>
      </p:sp>
    </p:spTree>
    <p:extLst>
      <p:ext uri="{BB962C8B-B14F-4D97-AF65-F5344CB8AC3E}">
        <p14:creationId xmlns:p14="http://schemas.microsoft.com/office/powerpoint/2010/main" val="1826530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15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46F044B-1410-40F0-902E-96DF0DA644DA}"/>
              </a:ext>
            </a:extLst>
          </p:cNvPr>
          <p:cNvSpPr txBox="1"/>
          <p:nvPr/>
        </p:nvSpPr>
        <p:spPr>
          <a:xfrm>
            <a:off x="1907704" y="1851670"/>
            <a:ext cx="44409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无界函数的反常积分</a:t>
            </a:r>
          </a:p>
        </p:txBody>
      </p:sp>
    </p:spTree>
    <p:extLst>
      <p:ext uri="{BB962C8B-B14F-4D97-AF65-F5344CB8AC3E}">
        <p14:creationId xmlns:p14="http://schemas.microsoft.com/office/powerpoint/2010/main" val="10154034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732543" y="562959"/>
            <a:ext cx="13328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>
                <a:solidFill>
                  <a:srgbClr val="0070C0"/>
                </a:solidFill>
                <a:latin typeface="+mn-ea"/>
              </a:rPr>
              <a:t> </a:t>
            </a:r>
            <a:r>
              <a:rPr lang="zh-CN" altLang="en-US" sz="2400" b="1">
                <a:solidFill>
                  <a:srgbClr val="0064FF"/>
                </a:solidFill>
                <a:latin typeface="+mn-ea"/>
              </a:rPr>
              <a:t>引例</a:t>
            </a:r>
            <a:endParaRPr lang="en-US" altLang="zh-CN" sz="2800" b="1" dirty="0">
              <a:solidFill>
                <a:srgbClr val="0064FF"/>
              </a:solidFill>
              <a:latin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84932" y="1144182"/>
            <a:ext cx="28472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latin typeface="+mn-ea"/>
                <a:cs typeface="Times New Roman" panose="02020603050405020304" pitchFamily="18" charset="0"/>
              </a:rPr>
              <a:t>曲边梯形的面积 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2400">
                <a:latin typeface="+mn-ea"/>
              </a:rPr>
              <a:t>.</a:t>
            </a:r>
          </a:p>
        </p:txBody>
      </p:sp>
      <p:grpSp>
        <p:nvGrpSpPr>
          <p:cNvPr id="34" name="组合 33"/>
          <p:cNvGrpSpPr/>
          <p:nvPr/>
        </p:nvGrpSpPr>
        <p:grpSpPr>
          <a:xfrm>
            <a:off x="1691680" y="411510"/>
            <a:ext cx="6804469" cy="774360"/>
            <a:chOff x="1262459" y="1589226"/>
            <a:chExt cx="6804469" cy="774360"/>
          </a:xfrm>
        </p:grpSpPr>
        <p:sp>
          <p:nvSpPr>
            <p:cNvPr id="9" name="文本框 8"/>
            <p:cNvSpPr txBox="1"/>
            <p:nvPr/>
          </p:nvSpPr>
          <p:spPr>
            <a:xfrm>
              <a:off x="1262459" y="1727096"/>
              <a:ext cx="1208458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>
                  <a:latin typeface="+mn-ea"/>
                  <a:cs typeface="Times New Roman" panose="02020603050405020304" pitchFamily="18" charset="0"/>
                </a:rPr>
                <a:t>求曲线</a:t>
              </a:r>
              <a:endParaRPr lang="zh-CN" altLang="en-US" sz="2400" b="1" dirty="0">
                <a:latin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" name="矩形 1"/>
            <p:cNvSpPr/>
            <p:nvPr/>
          </p:nvSpPr>
          <p:spPr>
            <a:xfrm>
              <a:off x="3190047" y="1723448"/>
              <a:ext cx="111280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2400" b="1">
                  <a:latin typeface="+mn-ea"/>
                  <a:cs typeface="Times New Roman" panose="02020603050405020304" pitchFamily="18" charset="0"/>
                </a:rPr>
                <a:t>和直线</a:t>
              </a:r>
            </a:p>
          </p:txBody>
        </p:sp>
        <p:graphicFrame>
          <p:nvGraphicFramePr>
            <p:cNvPr id="23" name="Object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27086193"/>
                </p:ext>
              </p:extLst>
            </p:nvPr>
          </p:nvGraphicFramePr>
          <p:xfrm>
            <a:off x="2316060" y="1589226"/>
            <a:ext cx="952200" cy="774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1865" name="Equation" r:id="rId4" imgW="952200" imgH="774360" progId="Equation.DSMT4">
                    <p:embed/>
                  </p:oleObj>
                </mc:Choice>
                <mc:Fallback>
                  <p:oleObj name="Equation" r:id="rId4" imgW="952200" imgH="774360" progId="Equation.DSMT4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16060" y="1589226"/>
                          <a:ext cx="952200" cy="77436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Object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13240320"/>
                </p:ext>
              </p:extLst>
            </p:nvPr>
          </p:nvGraphicFramePr>
          <p:xfrm>
            <a:off x="4261751" y="1844666"/>
            <a:ext cx="596880" cy="279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1866" name="Equation" r:id="rId6" imgW="596880" imgH="279360" progId="Equation.DSMT4">
                    <p:embed/>
                  </p:oleObj>
                </mc:Choice>
                <mc:Fallback>
                  <p:oleObj name="Equation" r:id="rId6" imgW="596880" imgH="279360" progId="Equation.DSMT4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61751" y="1844666"/>
                          <a:ext cx="596880" cy="27936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矩形 5"/>
            <p:cNvSpPr/>
            <p:nvPr/>
          </p:nvSpPr>
          <p:spPr>
            <a:xfrm>
              <a:off x="4826938" y="1720208"/>
              <a:ext cx="323999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+mn-ea"/>
                  <a:cs typeface="Times New Roman" panose="02020603050405020304" pitchFamily="18" charset="0"/>
                </a:rPr>
                <a:t>及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kumimoji="1" lang="en-US" altLang="zh-CN" dirty="0"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lang="zh-CN" altLang="en-US" sz="2400" b="1" dirty="0">
                  <a:latin typeface="+mn-ea"/>
                  <a:cs typeface="Times New Roman" panose="02020603050405020304" pitchFamily="18" charset="0"/>
                </a:rPr>
                <a:t>轴所围成的</a:t>
              </a:r>
              <a:r>
                <a:rPr lang="zh-CN" altLang="en-US" sz="2400" b="1" dirty="0">
                  <a:solidFill>
                    <a:srgbClr val="FF0000"/>
                  </a:solidFill>
                  <a:latin typeface="+mn-ea"/>
                  <a:cs typeface="Times New Roman" panose="02020603050405020304" pitchFamily="18" charset="0"/>
                </a:rPr>
                <a:t>上开口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1685067" y="1646334"/>
            <a:ext cx="1865467" cy="461665"/>
            <a:chOff x="761005" y="3105859"/>
            <a:chExt cx="1865467" cy="461665"/>
          </a:xfrm>
        </p:grpSpPr>
        <p:sp>
          <p:nvSpPr>
            <p:cNvPr id="16" name="文本框 15"/>
            <p:cNvSpPr txBox="1"/>
            <p:nvPr/>
          </p:nvSpPr>
          <p:spPr>
            <a:xfrm>
              <a:off x="761005" y="3105859"/>
              <a:ext cx="94509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  <a:cs typeface="Times New Roman" panose="02020603050405020304" pitchFamily="18" charset="0"/>
                </a:rPr>
                <a:t>任取</a:t>
              </a:r>
              <a:endParaRPr lang="en-US" altLang="zh-CN" sz="2000" b="1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6" name="Object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48305170"/>
                </p:ext>
              </p:extLst>
            </p:nvPr>
          </p:nvGraphicFramePr>
          <p:xfrm>
            <a:off x="1496172" y="3195603"/>
            <a:ext cx="11303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1867" name="Equation" r:id="rId8" imgW="1130040" imgH="330120" progId="Equation.DSMT4">
                    <p:embed/>
                  </p:oleObj>
                </mc:Choice>
                <mc:Fallback>
                  <p:oleObj name="Equation" r:id="rId8" imgW="1130040" imgH="330120" progId="Equation.DSMT4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96172" y="3195603"/>
                          <a:ext cx="1130300" cy="330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7" name="组合 26"/>
          <p:cNvGrpSpPr/>
          <p:nvPr/>
        </p:nvGrpSpPr>
        <p:grpSpPr>
          <a:xfrm>
            <a:off x="3510798" y="1646334"/>
            <a:ext cx="1967494" cy="461665"/>
            <a:chOff x="890603" y="3112874"/>
            <a:chExt cx="1967494" cy="461665"/>
          </a:xfrm>
        </p:grpSpPr>
        <p:sp>
          <p:nvSpPr>
            <p:cNvPr id="28" name="文本框 27"/>
            <p:cNvSpPr txBox="1"/>
            <p:nvPr/>
          </p:nvSpPr>
          <p:spPr>
            <a:xfrm>
              <a:off x="890603" y="3112874"/>
              <a:ext cx="196749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>
                  <a:solidFill>
                    <a:schemeClr val="tx1"/>
                  </a:solidFill>
                  <a:latin typeface="+mn-ea"/>
                  <a:cs typeface="Times New Roman" panose="02020603050405020304" pitchFamily="18" charset="0"/>
                </a:rPr>
                <a:t>在     上，</a:t>
              </a:r>
              <a:r>
                <a:rPr lang="zh-CN" altLang="en-US" sz="24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endPara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9" name="Object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07748744"/>
                </p:ext>
              </p:extLst>
            </p:nvPr>
          </p:nvGraphicFramePr>
          <p:xfrm>
            <a:off x="1374524" y="3191531"/>
            <a:ext cx="634680" cy="3427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1868" name="Equation" r:id="rId10" imgW="634680" imgH="342720" progId="Equation.DSMT4">
                    <p:embed/>
                  </p:oleObj>
                </mc:Choice>
                <mc:Fallback>
                  <p:oleObj name="Equation" r:id="rId10" imgW="634680" imgH="342720" progId="Equation.DSMT4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74524" y="3191531"/>
                          <a:ext cx="634680" cy="34272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0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3429566"/>
              </p:ext>
            </p:extLst>
          </p:nvPr>
        </p:nvGraphicFramePr>
        <p:xfrm>
          <a:off x="985687" y="2432238"/>
          <a:ext cx="590976" cy="3255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869" name="Equation" r:id="rId12" imgW="622080" imgH="342720" progId="Equation.DSMT4">
                  <p:embed/>
                </p:oleObj>
              </mc:Choice>
              <mc:Fallback>
                <p:oleObj name="Equation" r:id="rId12" imgW="622080" imgH="34272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5687" y="2432238"/>
                        <a:ext cx="590976" cy="32558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3196886"/>
              </p:ext>
            </p:extLst>
          </p:nvPr>
        </p:nvGraphicFramePr>
        <p:xfrm>
          <a:off x="1629014" y="2224037"/>
          <a:ext cx="1230516" cy="7356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870" name="Equation" r:id="rId14" imgW="1295280" imgH="774360" progId="Equation.DSMT4">
                  <p:embed/>
                </p:oleObj>
              </mc:Choice>
              <mc:Fallback>
                <p:oleObj name="Equation" r:id="rId14" imgW="1295280" imgH="774360" progId="Equation.DSMT4">
                  <p:embed/>
                  <p:pic>
                    <p:nvPicPr>
                      <p:cNvPr id="0" name="对象 30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629014" y="2224037"/>
                        <a:ext cx="1230516" cy="7356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3918011"/>
              </p:ext>
            </p:extLst>
          </p:nvPr>
        </p:nvGraphicFramePr>
        <p:xfrm>
          <a:off x="2966071" y="2268626"/>
          <a:ext cx="1230516" cy="6029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871" name="Equation" r:id="rId16" imgW="1295280" imgH="634680" progId="Equation.DSMT4">
                  <p:embed/>
                </p:oleObj>
              </mc:Choice>
              <mc:Fallback>
                <p:oleObj name="Equation" r:id="rId16" imgW="1295280" imgH="634680" progId="Equation.DSMT4">
                  <p:embed/>
                  <p:pic>
                    <p:nvPicPr>
                      <p:cNvPr id="0" name="对象 31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966071" y="2268626"/>
                        <a:ext cx="1230516" cy="6029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7479220"/>
              </p:ext>
            </p:extLst>
          </p:nvPr>
        </p:nvGraphicFramePr>
        <p:xfrm>
          <a:off x="4151766" y="2347385"/>
          <a:ext cx="125412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872" name="Equation" r:id="rId18" imgW="1320480" imgH="419040" progId="Equation.DSMT4">
                  <p:embed/>
                </p:oleObj>
              </mc:Choice>
              <mc:Fallback>
                <p:oleObj name="Equation" r:id="rId18" imgW="1320480" imgH="419040" progId="Equation.DSMT4">
                  <p:embed/>
                  <p:pic>
                    <p:nvPicPr>
                      <p:cNvPr id="0" name="对象 32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4151766" y="2347385"/>
                        <a:ext cx="1254125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7732797"/>
              </p:ext>
            </p:extLst>
          </p:nvPr>
        </p:nvGraphicFramePr>
        <p:xfrm>
          <a:off x="1496207" y="3042826"/>
          <a:ext cx="1182294" cy="7356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873" name="Equation" r:id="rId20" imgW="1244520" imgH="774360" progId="Equation.DSMT4">
                  <p:embed/>
                </p:oleObj>
              </mc:Choice>
              <mc:Fallback>
                <p:oleObj name="Equation" r:id="rId20" imgW="1244520" imgH="774360" progId="Equation.DSMT4">
                  <p:embed/>
                  <p:pic>
                    <p:nvPicPr>
                      <p:cNvPr id="0" name="对象 44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496207" y="3042826"/>
                        <a:ext cx="1182294" cy="7356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对象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4015571"/>
              </p:ext>
            </p:extLst>
          </p:nvPr>
        </p:nvGraphicFramePr>
        <p:xfrm>
          <a:off x="2849072" y="3130248"/>
          <a:ext cx="1809522" cy="5307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874" name="Equation" r:id="rId22" imgW="1904760" imgH="558720" progId="Equation.DSMT4">
                  <p:embed/>
                </p:oleObj>
              </mc:Choice>
              <mc:Fallback>
                <p:oleObj name="Equation" r:id="rId22" imgW="1904760" imgH="558720" progId="Equation.DSMT4">
                  <p:embed/>
                  <p:pic>
                    <p:nvPicPr>
                      <p:cNvPr id="0" name="对象 45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2849072" y="3130248"/>
                        <a:ext cx="1809522" cy="5307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对象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3758791"/>
              </p:ext>
            </p:extLst>
          </p:nvPr>
        </p:nvGraphicFramePr>
        <p:xfrm>
          <a:off x="4631191" y="3209398"/>
          <a:ext cx="4699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875" name="Equation" r:id="rId24" imgW="495000" imgH="279360" progId="Equation.DSMT4">
                  <p:embed/>
                </p:oleObj>
              </mc:Choice>
              <mc:Fallback>
                <p:oleObj name="Equation" r:id="rId24" imgW="495000" imgH="279360" progId="Equation.DSMT4">
                  <p:embed/>
                  <p:pic>
                    <p:nvPicPr>
                      <p:cNvPr id="0" name="对象 46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4631191" y="3209398"/>
                        <a:ext cx="4699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AutoShape 11"/>
          <p:cNvSpPr>
            <a:spLocks noChangeArrowheads="1"/>
          </p:cNvSpPr>
          <p:nvPr/>
        </p:nvSpPr>
        <p:spPr bwMode="auto">
          <a:xfrm>
            <a:off x="4354071" y="3903875"/>
            <a:ext cx="3087964" cy="447675"/>
          </a:xfrm>
          <a:prstGeom prst="wedgeRoundRectCallout">
            <a:avLst>
              <a:gd name="adj1" fmla="val -36989"/>
              <a:gd name="adj2" fmla="val -100954"/>
              <a:gd name="adj3" fmla="val 16667"/>
            </a:avLst>
          </a:prstGeom>
          <a:noFill/>
          <a:ln w="9525">
            <a:solidFill>
              <a:srgbClr val="FF3300"/>
            </a:solidFill>
            <a:miter lim="800000"/>
          </a:ln>
          <a:effectLst/>
          <a:extLst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200" b="1">
                <a:solidFill>
                  <a:srgbClr val="FF33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上开口曲边梯形的面积</a:t>
            </a:r>
          </a:p>
        </p:txBody>
      </p:sp>
      <p:sp>
        <p:nvSpPr>
          <p:cNvPr id="50" name="文本框 49"/>
          <p:cNvSpPr txBox="1"/>
          <p:nvPr/>
        </p:nvSpPr>
        <p:spPr>
          <a:xfrm>
            <a:off x="732543" y="1639175"/>
            <a:ext cx="13328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>
                <a:solidFill>
                  <a:srgbClr val="0070C0"/>
                </a:solidFill>
                <a:latin typeface="+mn-ea"/>
              </a:rPr>
              <a:t> </a:t>
            </a:r>
            <a:r>
              <a:rPr lang="zh-CN" altLang="en-US" sz="2400" b="1">
                <a:solidFill>
                  <a:srgbClr val="0064FF"/>
                </a:solidFill>
                <a:latin typeface="+mn-ea"/>
              </a:rPr>
              <a:t>分析</a:t>
            </a:r>
            <a:endParaRPr lang="en-US" altLang="zh-CN" sz="2800" b="1" dirty="0">
              <a:solidFill>
                <a:srgbClr val="0064FF"/>
              </a:solidFill>
              <a:latin typeface="+mn-ea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957746"/>
              </p:ext>
            </p:extLst>
          </p:nvPr>
        </p:nvGraphicFramePr>
        <p:xfrm>
          <a:off x="995714" y="3223793"/>
          <a:ext cx="458280" cy="253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876" name="Equation" r:id="rId26" imgW="482400" imgH="266400" progId="Equation.DSMT4">
                  <p:embed/>
                </p:oleObj>
              </mc:Choice>
              <mc:Fallback>
                <p:oleObj name="Equation" r:id="rId26" imgW="482400" imgH="266400" progId="Equation.DSMT4">
                  <p:embed/>
                  <p:pic>
                    <p:nvPicPr>
                      <p:cNvPr id="0" name="图片 79327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995714" y="3223793"/>
                        <a:ext cx="458280" cy="2530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任意多边形: 形状 39"/>
          <p:cNvSpPr/>
          <p:nvPr/>
        </p:nvSpPr>
        <p:spPr>
          <a:xfrm>
            <a:off x="6257446" y="1375026"/>
            <a:ext cx="1474124" cy="2070000"/>
          </a:xfrm>
          <a:custGeom>
            <a:avLst/>
            <a:gdLst>
              <a:gd name="connsiteX0" fmla="*/ 11084 w 1474124"/>
              <a:gd name="connsiteY0" fmla="*/ 0 h 2033848"/>
              <a:gd name="connsiteX1" fmla="*/ 171796 w 1474124"/>
              <a:gd name="connsiteY1" fmla="*/ 5542 h 2033848"/>
              <a:gd name="connsiteX2" fmla="*/ 221673 w 1474124"/>
              <a:gd name="connsiteY2" fmla="*/ 293717 h 2033848"/>
              <a:gd name="connsiteX3" fmla="*/ 288175 w 1474124"/>
              <a:gd name="connsiteY3" fmla="*/ 576349 h 2033848"/>
              <a:gd name="connsiteX4" fmla="*/ 360218 w 1474124"/>
              <a:gd name="connsiteY4" fmla="*/ 836815 h 2033848"/>
              <a:gd name="connsiteX5" fmla="*/ 465513 w 1474124"/>
              <a:gd name="connsiteY5" fmla="*/ 1036320 h 2033848"/>
              <a:gd name="connsiteX6" fmla="*/ 581891 w 1474124"/>
              <a:gd name="connsiteY6" fmla="*/ 1180408 h 2033848"/>
              <a:gd name="connsiteX7" fmla="*/ 770313 w 1474124"/>
              <a:gd name="connsiteY7" fmla="*/ 1335578 h 2033848"/>
              <a:gd name="connsiteX8" fmla="*/ 953193 w 1474124"/>
              <a:gd name="connsiteY8" fmla="*/ 1413164 h 2033848"/>
              <a:gd name="connsiteX9" fmla="*/ 1213658 w 1474124"/>
              <a:gd name="connsiteY9" fmla="*/ 1479666 h 2033848"/>
              <a:gd name="connsiteX10" fmla="*/ 1474124 w 1474124"/>
              <a:gd name="connsiteY10" fmla="*/ 1540626 h 2033848"/>
              <a:gd name="connsiteX11" fmla="*/ 1468582 w 1474124"/>
              <a:gd name="connsiteY11" fmla="*/ 2033848 h 2033848"/>
              <a:gd name="connsiteX12" fmla="*/ 0 w 1474124"/>
              <a:gd name="connsiteY12" fmla="*/ 2028306 h 2033848"/>
              <a:gd name="connsiteX13" fmla="*/ 11084 w 1474124"/>
              <a:gd name="connsiteY13" fmla="*/ 0 h 2033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74124" h="2033848">
                <a:moveTo>
                  <a:pt x="11084" y="0"/>
                </a:moveTo>
                <a:lnTo>
                  <a:pt x="171796" y="5542"/>
                </a:lnTo>
                <a:lnTo>
                  <a:pt x="221673" y="293717"/>
                </a:lnTo>
                <a:lnTo>
                  <a:pt x="288175" y="576349"/>
                </a:lnTo>
                <a:lnTo>
                  <a:pt x="360218" y="836815"/>
                </a:lnTo>
                <a:lnTo>
                  <a:pt x="465513" y="1036320"/>
                </a:lnTo>
                <a:lnTo>
                  <a:pt x="581891" y="1180408"/>
                </a:lnTo>
                <a:lnTo>
                  <a:pt x="770313" y="1335578"/>
                </a:lnTo>
                <a:lnTo>
                  <a:pt x="953193" y="1413164"/>
                </a:lnTo>
                <a:lnTo>
                  <a:pt x="1213658" y="1479666"/>
                </a:lnTo>
                <a:lnTo>
                  <a:pt x="1474124" y="1540626"/>
                </a:lnTo>
                <a:cubicBezTo>
                  <a:pt x="1472277" y="1705033"/>
                  <a:pt x="1470429" y="1869441"/>
                  <a:pt x="1468582" y="2033848"/>
                </a:cubicBezTo>
                <a:lnTo>
                  <a:pt x="0" y="2028306"/>
                </a:lnTo>
                <a:cubicBezTo>
                  <a:pt x="3695" y="1355899"/>
                  <a:pt x="7389" y="683491"/>
                  <a:pt x="11084" y="0"/>
                </a:cubicBez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2" name="组合 41"/>
          <p:cNvGrpSpPr/>
          <p:nvPr/>
        </p:nvGrpSpPr>
        <p:grpSpPr bwMode="auto">
          <a:xfrm>
            <a:off x="6009827" y="1115796"/>
            <a:ext cx="2639524" cy="2738399"/>
            <a:chOff x="5756112" y="2962873"/>
            <a:chExt cx="2639523" cy="2738399"/>
          </a:xfrm>
        </p:grpSpPr>
        <p:graphicFrame>
          <p:nvGraphicFramePr>
            <p:cNvPr id="43" name="Object 21"/>
            <p:cNvGraphicFramePr>
              <a:graphicFrameLocks noChangeAspect="1"/>
            </p:cNvGraphicFramePr>
            <p:nvPr/>
          </p:nvGraphicFramePr>
          <p:xfrm>
            <a:off x="8221010" y="5363920"/>
            <a:ext cx="174625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1877" name="Equation" r:id="rId28" imgW="4267200" imgH="4572000" progId="Equation.DSMT4">
                    <p:embed/>
                  </p:oleObj>
                </mc:Choice>
                <mc:Fallback>
                  <p:oleObj name="Equation" r:id="rId28" imgW="4267200" imgH="4572000" progId="Equation.DSMT4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biLevel thresh="50000"/>
                          <a:grayscl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21010" y="5363920"/>
                          <a:ext cx="174625" cy="190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" name="Line 22"/>
            <p:cNvSpPr>
              <a:spLocks noChangeShapeType="1"/>
            </p:cNvSpPr>
            <p:nvPr/>
          </p:nvSpPr>
          <p:spPr bwMode="auto">
            <a:xfrm>
              <a:off x="5770634" y="5294313"/>
              <a:ext cx="2574919" cy="591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Line 23"/>
            <p:cNvSpPr>
              <a:spLocks noChangeShapeType="1"/>
            </p:cNvSpPr>
            <p:nvPr/>
          </p:nvSpPr>
          <p:spPr bwMode="auto">
            <a:xfrm flipV="1">
              <a:off x="6012532" y="2962873"/>
              <a:ext cx="0" cy="273839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62" name="Object 26"/>
            <p:cNvGraphicFramePr>
              <a:graphicFrameLocks noChangeAspect="1"/>
            </p:cNvGraphicFramePr>
            <p:nvPr/>
          </p:nvGraphicFramePr>
          <p:xfrm>
            <a:off x="5756112" y="3045007"/>
            <a:ext cx="190440" cy="241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1878" name="Equation" r:id="rId30" imgW="4572000" imgH="5791200" progId="Equation.DSMT4">
                    <p:embed/>
                  </p:oleObj>
                </mc:Choice>
                <mc:Fallback>
                  <p:oleObj name="Equation" r:id="rId30" imgW="4572000" imgH="5791200" progId="Equation.DSMT4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56112" y="3045007"/>
                          <a:ext cx="190440" cy="241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" name="Object 27"/>
            <p:cNvGraphicFramePr>
              <a:graphicFrameLocks noChangeAspect="1"/>
            </p:cNvGraphicFramePr>
            <p:nvPr/>
          </p:nvGraphicFramePr>
          <p:xfrm>
            <a:off x="5766339" y="5331940"/>
            <a:ext cx="2286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1879" name="Equation" r:id="rId32" imgW="5486400" imgH="5791200" progId="Equation.DSMT4">
                    <p:embed/>
                  </p:oleObj>
                </mc:Choice>
                <mc:Fallback>
                  <p:oleObj name="Equation" r:id="rId32" imgW="5486400" imgH="5791200" progId="Equation.DSMT4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66339" y="5331940"/>
                          <a:ext cx="228600" cy="241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8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5542162"/>
              </p:ext>
            </p:extLst>
          </p:nvPr>
        </p:nvGraphicFramePr>
        <p:xfrm>
          <a:off x="7123976" y="2172564"/>
          <a:ext cx="812520" cy="672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880" name="Equation" r:id="rId34" imgW="812520" imgH="672840" progId="Equation.DSMT4">
                  <p:embed/>
                </p:oleObj>
              </mc:Choice>
              <mc:Fallback>
                <p:oleObj name="Equation" r:id="rId34" imgW="812520" imgH="67284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23976" y="2172564"/>
                        <a:ext cx="812520" cy="6728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4112174"/>
              </p:ext>
            </p:extLst>
          </p:nvPr>
        </p:nvGraphicFramePr>
        <p:xfrm>
          <a:off x="6734137" y="2904587"/>
          <a:ext cx="300038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881" name="Equation" r:id="rId36" imgW="5791200" imgH="6400800" progId="Equation.DSMT4">
                  <p:embed/>
                </p:oleObj>
              </mc:Choice>
              <mc:Fallback>
                <p:oleObj name="Equation" r:id="rId36" imgW="5791200" imgH="64008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4137" y="2904587"/>
                        <a:ext cx="300038" cy="350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任意多边形: 形状 9"/>
          <p:cNvSpPr/>
          <p:nvPr/>
        </p:nvSpPr>
        <p:spPr>
          <a:xfrm>
            <a:off x="6511925" y="1877167"/>
            <a:ext cx="1211885" cy="1566333"/>
          </a:xfrm>
          <a:custGeom>
            <a:avLst/>
            <a:gdLst>
              <a:gd name="connsiteX0" fmla="*/ 5385 w 1211885"/>
              <a:gd name="connsiteY0" fmla="*/ 0 h 1566333"/>
              <a:gd name="connsiteX1" fmla="*/ 111218 w 1211885"/>
              <a:gd name="connsiteY1" fmla="*/ 368300 h 1566333"/>
              <a:gd name="connsiteX2" fmla="*/ 233985 w 1211885"/>
              <a:gd name="connsiteY2" fmla="*/ 592666 h 1566333"/>
              <a:gd name="connsiteX3" fmla="*/ 390618 w 1211885"/>
              <a:gd name="connsiteY3" fmla="*/ 762000 h 1566333"/>
              <a:gd name="connsiteX4" fmla="*/ 513385 w 1211885"/>
              <a:gd name="connsiteY4" fmla="*/ 842433 h 1566333"/>
              <a:gd name="connsiteX5" fmla="*/ 835118 w 1211885"/>
              <a:gd name="connsiteY5" fmla="*/ 973666 h 1566333"/>
              <a:gd name="connsiteX6" fmla="*/ 1063718 w 1211885"/>
              <a:gd name="connsiteY6" fmla="*/ 1028700 h 1566333"/>
              <a:gd name="connsiteX7" fmla="*/ 1207652 w 1211885"/>
              <a:gd name="connsiteY7" fmla="*/ 1054100 h 1566333"/>
              <a:gd name="connsiteX8" fmla="*/ 1211885 w 1211885"/>
              <a:gd name="connsiteY8" fmla="*/ 1566333 h 1566333"/>
              <a:gd name="connsiteX9" fmla="*/ 1152 w 1211885"/>
              <a:gd name="connsiteY9" fmla="*/ 1562100 h 1566333"/>
              <a:gd name="connsiteX10" fmla="*/ 5385 w 1211885"/>
              <a:gd name="connsiteY10" fmla="*/ 0 h 1566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1885" h="1566333">
                <a:moveTo>
                  <a:pt x="5385" y="0"/>
                </a:moveTo>
                <a:lnTo>
                  <a:pt x="111218" y="368300"/>
                </a:lnTo>
                <a:lnTo>
                  <a:pt x="233985" y="592666"/>
                </a:lnTo>
                <a:lnTo>
                  <a:pt x="390618" y="762000"/>
                </a:lnTo>
                <a:lnTo>
                  <a:pt x="513385" y="842433"/>
                </a:lnTo>
                <a:lnTo>
                  <a:pt x="835118" y="973666"/>
                </a:lnTo>
                <a:lnTo>
                  <a:pt x="1063718" y="1028700"/>
                </a:lnTo>
                <a:lnTo>
                  <a:pt x="1207652" y="1054100"/>
                </a:lnTo>
                <a:lnTo>
                  <a:pt x="1211885" y="1566333"/>
                </a:lnTo>
                <a:lnTo>
                  <a:pt x="1152" y="1562100"/>
                </a:lnTo>
                <a:cubicBezTo>
                  <a:pt x="-259" y="1031522"/>
                  <a:pt x="-1671" y="500944"/>
                  <a:pt x="5385" y="0"/>
                </a:cubicBezTo>
                <a:close/>
              </a:path>
            </a:pathLst>
          </a:cu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任意多边形: 形状 70"/>
          <p:cNvSpPr/>
          <p:nvPr/>
        </p:nvSpPr>
        <p:spPr>
          <a:xfrm rot="21448017">
            <a:off x="6464881" y="1328033"/>
            <a:ext cx="1877185" cy="1691612"/>
          </a:xfrm>
          <a:custGeom>
            <a:avLst/>
            <a:gdLst>
              <a:gd name="connsiteX0" fmla="*/ 0 w 2077156"/>
              <a:gd name="connsiteY0" fmla="*/ 0 h 1569156"/>
              <a:gd name="connsiteX1" fmla="*/ 451556 w 2077156"/>
              <a:gd name="connsiteY1" fmla="*/ 1185334 h 1569156"/>
              <a:gd name="connsiteX2" fmla="*/ 2077156 w 2077156"/>
              <a:gd name="connsiteY2" fmla="*/ 1569156 h 1569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77156" h="1569156">
                <a:moveTo>
                  <a:pt x="0" y="0"/>
                </a:moveTo>
                <a:cubicBezTo>
                  <a:pt x="52681" y="461904"/>
                  <a:pt x="105363" y="923808"/>
                  <a:pt x="451556" y="1185334"/>
                </a:cubicBezTo>
                <a:cubicBezTo>
                  <a:pt x="797749" y="1446860"/>
                  <a:pt x="1437452" y="1508008"/>
                  <a:pt x="2077156" y="1569156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5" name="组合 64"/>
          <p:cNvGrpSpPr/>
          <p:nvPr/>
        </p:nvGrpSpPr>
        <p:grpSpPr>
          <a:xfrm>
            <a:off x="6423878" y="1877167"/>
            <a:ext cx="177800" cy="1819444"/>
            <a:chOff x="6244446" y="1818370"/>
            <a:chExt cx="177800" cy="1819444"/>
          </a:xfrm>
        </p:grpSpPr>
        <p:graphicFrame>
          <p:nvGraphicFramePr>
            <p:cNvPr id="66" name="Object 24"/>
            <p:cNvGraphicFramePr>
              <a:graphicFrameLocks noChangeAspect="1"/>
            </p:cNvGraphicFramePr>
            <p:nvPr/>
          </p:nvGraphicFramePr>
          <p:xfrm>
            <a:off x="6244446" y="3447314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1882" name="Equation" r:id="rId38" imgW="4267200" imgH="4572000" progId="Equation.DSMT4">
                    <p:embed/>
                  </p:oleObj>
                </mc:Choice>
                <mc:Fallback>
                  <p:oleObj name="Equation" r:id="rId38" imgW="4267200" imgH="4572000" progId="Equation.DSMT4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44446" y="3447314"/>
                          <a:ext cx="177800" cy="190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67" name="直接连接符 66"/>
            <p:cNvCxnSpPr/>
            <p:nvPr/>
          </p:nvCxnSpPr>
          <p:spPr bwMode="auto">
            <a:xfrm>
              <a:off x="6326302" y="1818370"/>
              <a:ext cx="0" cy="1548000"/>
            </a:xfrm>
            <a:prstGeom prst="line">
              <a:avLst/>
            </a:prstGeom>
            <a:noFill/>
            <a:ln w="19050" algn="ctr">
              <a:solidFill>
                <a:srgbClr val="FF00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7666660" y="2933107"/>
            <a:ext cx="114300" cy="780717"/>
            <a:chOff x="7611697" y="3584379"/>
            <a:chExt cx="114300" cy="780717"/>
          </a:xfrm>
        </p:grpSpPr>
        <p:graphicFrame>
          <p:nvGraphicFramePr>
            <p:cNvPr id="41" name="Object 25"/>
            <p:cNvGraphicFramePr>
              <a:graphicFrameLocks noChangeAspect="1"/>
            </p:cNvGraphicFramePr>
            <p:nvPr/>
          </p:nvGraphicFramePr>
          <p:xfrm>
            <a:off x="7611697" y="4136496"/>
            <a:ext cx="1143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1883" name="Equation" r:id="rId40" imgW="2743200" imgH="5486400" progId="Equation.DSMT4">
                    <p:embed/>
                  </p:oleObj>
                </mc:Choice>
                <mc:Fallback>
                  <p:oleObj name="Equation" r:id="rId40" imgW="2743200" imgH="5486400" progId="Equation.DSMT4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>
                          <a:biLevel thresh="50000"/>
                          <a:grayscl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11697" y="4136496"/>
                          <a:ext cx="114300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72" name="直接连接符 71"/>
            <p:cNvCxnSpPr/>
            <p:nvPr/>
          </p:nvCxnSpPr>
          <p:spPr>
            <a:xfrm>
              <a:off x="7669516" y="3584379"/>
              <a:ext cx="0" cy="504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1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3147371"/>
              </p:ext>
            </p:extLst>
          </p:nvPr>
        </p:nvGraphicFramePr>
        <p:xfrm>
          <a:off x="6814798" y="2976526"/>
          <a:ext cx="622080" cy="34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884" name="Equation" r:id="rId42" imgW="622080" imgH="342720" progId="Equation.DSMT4">
                  <p:embed/>
                </p:oleObj>
              </mc:Choice>
              <mc:Fallback>
                <p:oleObj name="Equation" r:id="rId42" imgW="622080" imgH="34272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4798" y="2976526"/>
                        <a:ext cx="622080" cy="34272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椭圆 51">
            <a:extLst>
              <a:ext uri="{FF2B5EF4-FFF2-40B4-BE49-F238E27FC236}">
                <a16:creationId xmlns:a16="http://schemas.microsoft.com/office/drawing/2014/main" id="{D535F11E-D667-40B2-85CE-204F2F7201FD}"/>
              </a:ext>
            </a:extLst>
          </p:cNvPr>
          <p:cNvSpPr/>
          <p:nvPr/>
        </p:nvSpPr>
        <p:spPr>
          <a:xfrm>
            <a:off x="1340345" y="3042826"/>
            <a:ext cx="1474124" cy="761423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53" name="对象 52">
            <a:extLst>
              <a:ext uri="{FF2B5EF4-FFF2-40B4-BE49-F238E27FC236}">
                <a16:creationId xmlns:a16="http://schemas.microsoft.com/office/drawing/2014/main" id="{8F75298B-0483-4EE4-A9E4-B28337B4DC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3998221"/>
              </p:ext>
            </p:extLst>
          </p:nvPr>
        </p:nvGraphicFramePr>
        <p:xfrm>
          <a:off x="1696254" y="4040790"/>
          <a:ext cx="1047750" cy="738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885" name="Equation" r:id="rId44" imgW="1104840" imgH="774360" progId="Equation.DSMT4">
                  <p:embed/>
                </p:oleObj>
              </mc:Choice>
              <mc:Fallback>
                <p:oleObj name="Equation" r:id="rId44" imgW="1104840" imgH="774360" progId="Equation.DSMT4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1696254" y="4040790"/>
                        <a:ext cx="1047750" cy="7381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" name="文本框 53">
            <a:extLst>
              <a:ext uri="{FF2B5EF4-FFF2-40B4-BE49-F238E27FC236}">
                <a16:creationId xmlns:a16="http://schemas.microsoft.com/office/drawing/2014/main" id="{019EC89A-D347-4900-8BF9-E895747D4CA6}"/>
              </a:ext>
            </a:extLst>
          </p:cNvPr>
          <p:cNvSpPr txBox="1"/>
          <p:nvPr/>
        </p:nvSpPr>
        <p:spPr>
          <a:xfrm>
            <a:off x="721392" y="4148941"/>
            <a:ext cx="13328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70C0"/>
                </a:solidFill>
                <a:latin typeface="+mn-ea"/>
              </a:rPr>
              <a:t> </a:t>
            </a:r>
            <a:r>
              <a:rPr lang="zh-CN" altLang="en-US" sz="2400" b="1" dirty="0">
                <a:latin typeface="+mn-ea"/>
              </a:rPr>
              <a:t>记作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7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500"/>
                            </p:stCondLst>
                            <p:childTnLst>
                              <p:par>
                                <p:cTn id="1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/>
      <p:bldP spid="48" grpId="0" animBg="1" autoUpdateAnimBg="0"/>
      <p:bldP spid="50" grpId="0"/>
      <p:bldP spid="40" grpId="0" animBg="1"/>
      <p:bldP spid="10" grpId="0" animBg="1"/>
      <p:bldP spid="71" grpId="0" animBg="1"/>
      <p:bldP spid="52" grpId="0" animBg="1"/>
      <p:bldP spid="5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947909" y="146407"/>
            <a:ext cx="885047" cy="559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>
                <a:solidFill>
                  <a:srgbClr val="0064FF"/>
                </a:solidFill>
                <a:latin typeface="+mn-ea"/>
              </a:rPr>
              <a:t>瑕点</a:t>
            </a:r>
            <a:endParaRPr lang="zh-CN" altLang="en-US" sz="2400" b="1" dirty="0">
              <a:solidFill>
                <a:srgbClr val="0064FF"/>
              </a:solidFill>
              <a:latin typeface="+mn-ea"/>
            </a:endParaRPr>
          </a:p>
        </p:txBody>
      </p:sp>
      <p:graphicFrame>
        <p:nvGraphicFramePr>
          <p:cNvPr id="15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4058896"/>
              </p:ext>
            </p:extLst>
          </p:nvPr>
        </p:nvGraphicFramePr>
        <p:xfrm>
          <a:off x="6494666" y="1593562"/>
          <a:ext cx="939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553" name="Equation" r:id="rId3" imgW="22555200" imgH="8229600" progId="Equation.DSMT4">
                  <p:embed/>
                </p:oleObj>
              </mc:Choice>
              <mc:Fallback>
                <p:oleObj name="Equation" r:id="rId3" imgW="22555200" imgH="822960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4666" y="1593562"/>
                        <a:ext cx="9398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" name="组合 22"/>
          <p:cNvGrpSpPr/>
          <p:nvPr/>
        </p:nvGrpSpPr>
        <p:grpSpPr>
          <a:xfrm>
            <a:off x="449263" y="2040216"/>
            <a:ext cx="6548074" cy="688002"/>
            <a:chOff x="3217244" y="2369356"/>
            <a:chExt cx="6548074" cy="688002"/>
          </a:xfrm>
        </p:grpSpPr>
        <p:graphicFrame>
          <p:nvGraphicFramePr>
            <p:cNvPr id="16" name="对象 15"/>
            <p:cNvGraphicFramePr>
              <a:graphicFrameLocks noChangeAspect="1"/>
            </p:cNvGraphicFramePr>
            <p:nvPr/>
          </p:nvGraphicFramePr>
          <p:xfrm>
            <a:off x="3217244" y="2435058"/>
            <a:ext cx="1689100" cy="622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1554" name="Equation" r:id="rId5" imgW="40538400" imgH="14935200" progId="Equation.DSMT4">
                    <p:embed/>
                  </p:oleObj>
                </mc:Choice>
                <mc:Fallback>
                  <p:oleObj name="Equation" r:id="rId5" imgW="40538400" imgH="14935200" progId="Equation.DSMT4">
                    <p:embed/>
                    <p:pic>
                      <p:nvPicPr>
                        <p:cNvPr id="0" name="对象 15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217244" y="2435058"/>
                          <a:ext cx="1689100" cy="622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8" name="组合 7"/>
            <p:cNvGrpSpPr/>
            <p:nvPr/>
          </p:nvGrpSpPr>
          <p:grpSpPr>
            <a:xfrm>
              <a:off x="4760127" y="2369356"/>
              <a:ext cx="5005191" cy="583108"/>
              <a:chOff x="395535" y="2006627"/>
              <a:chExt cx="5005191" cy="583108"/>
            </a:xfrm>
          </p:grpSpPr>
          <p:sp>
            <p:nvSpPr>
              <p:cNvPr id="12" name="文本框 11"/>
              <p:cNvSpPr txBox="1"/>
              <p:nvPr/>
            </p:nvSpPr>
            <p:spPr>
              <a:xfrm>
                <a:off x="395535" y="2006627"/>
                <a:ext cx="5005191" cy="5831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2400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400" b="1">
                    <a:solidFill>
                      <a:schemeClr val="tx1"/>
                    </a:solidFill>
                    <a:latin typeface="+mn-ea"/>
                    <a:cs typeface="Times New Roman" panose="02020603050405020304" pitchFamily="18" charset="0"/>
                  </a:rPr>
                  <a:t>为</a:t>
                </a:r>
                <a:r>
                  <a:rPr lang="zh-CN" altLang="en-US" sz="2400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</a:t>
                </a:r>
                <a:r>
                  <a:rPr lang="zh-CN" altLang="en-US" sz="2400" b="1">
                    <a:solidFill>
                      <a:schemeClr val="tx1"/>
                    </a:solidFill>
                    <a:latin typeface="+mn-ea"/>
                    <a:cs typeface="Times New Roman" panose="02020603050405020304" pitchFamily="18" charset="0"/>
                  </a:rPr>
                  <a:t>在区间</a:t>
                </a:r>
                <a:r>
                  <a:rPr lang="zh-CN" altLang="en-US" sz="2400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</a:t>
                </a:r>
                <a:r>
                  <a:rPr lang="zh-CN" altLang="en-US" sz="2400" b="1">
                    <a:latin typeface="+mn-ea"/>
                    <a:cs typeface="Times New Roman" panose="02020603050405020304" pitchFamily="18" charset="0"/>
                  </a:rPr>
                  <a:t>上的反常积分，</a:t>
                </a:r>
              </a:p>
            </p:txBody>
          </p:sp>
          <p:graphicFrame>
            <p:nvGraphicFramePr>
              <p:cNvPr id="17" name="Object 24"/>
              <p:cNvGraphicFramePr>
                <a:graphicFrameLocks noChangeAspect="1"/>
              </p:cNvGraphicFramePr>
              <p:nvPr/>
            </p:nvGraphicFramePr>
            <p:xfrm>
              <a:off x="857026" y="2208904"/>
              <a:ext cx="6223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1555" name="Equation" r:id="rId7" imgW="14935200" imgH="8229600" progId="Equation.DSMT4">
                      <p:embed/>
                    </p:oleObj>
                  </mc:Choice>
                  <mc:Fallback>
                    <p:oleObj name="Equation" r:id="rId7" imgW="14935200" imgH="8229600" progId="Equation.DSMT4">
                      <p:embed/>
                      <p:pic>
                        <p:nvPicPr>
                          <p:cNvPr id="0" name="Object 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57026" y="2208904"/>
                            <a:ext cx="622300" cy="3429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" name="Object 24"/>
              <p:cNvGraphicFramePr>
                <a:graphicFrameLocks noChangeAspect="1"/>
              </p:cNvGraphicFramePr>
              <p:nvPr/>
            </p:nvGraphicFramePr>
            <p:xfrm>
              <a:off x="2413967" y="2182820"/>
              <a:ext cx="6477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1556" name="Equation" r:id="rId9" imgW="15544800" imgH="8229600" progId="Equation.DSMT4">
                      <p:embed/>
                    </p:oleObj>
                  </mc:Choice>
                  <mc:Fallback>
                    <p:oleObj name="Equation" r:id="rId9" imgW="15544800" imgH="8229600" progId="Equation.DSMT4">
                      <p:embed/>
                      <p:pic>
                        <p:nvPicPr>
                          <p:cNvPr id="0" name="Object 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13967" y="2182820"/>
                            <a:ext cx="647700" cy="3429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9" name="文本框 18"/>
          <p:cNvSpPr txBox="1"/>
          <p:nvPr/>
        </p:nvSpPr>
        <p:spPr>
          <a:xfrm>
            <a:off x="6682305" y="2114841"/>
            <a:ext cx="1224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latin typeface="+mn-ea"/>
                <a:cs typeface="Times New Roman" panose="02020603050405020304" pitchFamily="18" charset="0"/>
              </a:rPr>
              <a:t>记作</a:t>
            </a:r>
            <a:endParaRPr lang="zh-CN" altLang="en-US" sz="2800" b="1" dirty="0">
              <a:latin typeface="+mn-ea"/>
            </a:endParaRPr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6493068"/>
              </p:ext>
            </p:extLst>
          </p:nvPr>
        </p:nvGraphicFramePr>
        <p:xfrm>
          <a:off x="7446182" y="2047672"/>
          <a:ext cx="12827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557" name="Equation" r:id="rId11" imgW="30784800" imgH="14325600" progId="Equation.DSMT4">
                  <p:embed/>
                </p:oleObj>
              </mc:Choice>
              <mc:Fallback>
                <p:oleObj name="Equation" r:id="rId11" imgW="30784800" imgH="14325600" progId="Equation.DSMT4">
                  <p:embed/>
                  <p:pic>
                    <p:nvPicPr>
                      <p:cNvPr id="0" name="对象 1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446182" y="2047672"/>
                        <a:ext cx="12827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文本框 20"/>
          <p:cNvSpPr txBox="1"/>
          <p:nvPr/>
        </p:nvSpPr>
        <p:spPr>
          <a:xfrm>
            <a:off x="374263" y="2828110"/>
            <a:ext cx="1224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即</a:t>
            </a:r>
            <a:endParaRPr lang="zh-CN" altLang="en-US" sz="2800" b="1" dirty="0">
              <a:latin typeface="+mn-ea"/>
            </a:endParaRPr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4235269"/>
              </p:ext>
            </p:extLst>
          </p:nvPr>
        </p:nvGraphicFramePr>
        <p:xfrm>
          <a:off x="2721628" y="2767008"/>
          <a:ext cx="3225600" cy="622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558" name="Equation" r:id="rId13" imgW="3225600" imgH="622080" progId="Equation.DSMT4">
                  <p:embed/>
                </p:oleObj>
              </mc:Choice>
              <mc:Fallback>
                <p:oleObj name="Equation" r:id="rId13" imgW="3225600" imgH="622080" progId="Equation.DSMT4">
                  <p:embed/>
                  <p:pic>
                    <p:nvPicPr>
                      <p:cNvPr id="0" name="对象 2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721628" y="2767008"/>
                        <a:ext cx="3225600" cy="6220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" name="组合 25"/>
          <p:cNvGrpSpPr/>
          <p:nvPr/>
        </p:nvGrpSpPr>
        <p:grpSpPr>
          <a:xfrm>
            <a:off x="1835696" y="267494"/>
            <a:ext cx="6861369" cy="461665"/>
            <a:chOff x="1648668" y="680481"/>
            <a:chExt cx="6861369" cy="461665"/>
          </a:xfrm>
        </p:grpSpPr>
        <p:sp>
          <p:nvSpPr>
            <p:cNvPr id="27" name="文本框 26"/>
            <p:cNvSpPr txBox="1"/>
            <p:nvPr/>
          </p:nvSpPr>
          <p:spPr>
            <a:xfrm>
              <a:off x="1648668" y="680481"/>
              <a:ext cx="68613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  <a:cs typeface="Times New Roman" panose="02020603050405020304" pitchFamily="18" charset="0"/>
                </a:rPr>
                <a:t>若函数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</a:t>
              </a:r>
              <a:r>
                <a:rPr lang="zh-CN" altLang="en-US" sz="2400" b="1" dirty="0">
                  <a:latin typeface="+mn-ea"/>
                  <a:cs typeface="Times New Roman" panose="02020603050405020304" pitchFamily="18" charset="0"/>
                </a:rPr>
                <a:t>在点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 </a:t>
              </a:r>
              <a:r>
                <a:rPr lang="zh-CN" altLang="en-US" sz="2400" b="1" dirty="0">
                  <a:latin typeface="+mn-ea"/>
                  <a:cs typeface="Times New Roman" panose="02020603050405020304" pitchFamily="18" charset="0"/>
                </a:rPr>
                <a:t>的任一邻域（左邻域或右邻域）</a:t>
              </a:r>
            </a:p>
          </p:txBody>
        </p:sp>
        <p:graphicFrame>
          <p:nvGraphicFramePr>
            <p:cNvPr id="28" name="Object 24"/>
            <p:cNvGraphicFramePr>
              <a:graphicFrameLocks noChangeAspect="1"/>
            </p:cNvGraphicFramePr>
            <p:nvPr/>
          </p:nvGraphicFramePr>
          <p:xfrm>
            <a:off x="2668635" y="776263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1559" name="Equation" r:id="rId15" imgW="14935200" imgH="8229600" progId="Equation.DSMT4">
                    <p:embed/>
                  </p:oleObj>
                </mc:Choice>
                <mc:Fallback>
                  <p:oleObj name="Equation" r:id="rId15" imgW="14935200" imgH="8229600" progId="Equation.DSMT4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68635" y="776263"/>
                          <a:ext cx="6223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" name="组合 1"/>
          <p:cNvGrpSpPr/>
          <p:nvPr/>
        </p:nvGrpSpPr>
        <p:grpSpPr>
          <a:xfrm>
            <a:off x="323931" y="834905"/>
            <a:ext cx="5236496" cy="461665"/>
            <a:chOff x="310966" y="943774"/>
            <a:chExt cx="5236496" cy="461665"/>
          </a:xfrm>
        </p:grpSpPr>
        <p:sp>
          <p:nvSpPr>
            <p:cNvPr id="29" name="文本框 28"/>
            <p:cNvSpPr txBox="1"/>
            <p:nvPr/>
          </p:nvSpPr>
          <p:spPr>
            <a:xfrm>
              <a:off x="310966" y="943774"/>
              <a:ext cx="52364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>
                  <a:latin typeface="+mn-ea"/>
                  <a:cs typeface="Times New Roman" panose="02020603050405020304" pitchFamily="18" charset="0"/>
                </a:rPr>
                <a:t>内都无界，则点 </a:t>
              </a:r>
              <a:r>
                <a:rPr lang="en-US" altLang="zh-CN" sz="2400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 </a:t>
              </a:r>
              <a:r>
                <a:rPr lang="zh-CN" altLang="en-US" sz="2400" b="1">
                  <a:latin typeface="+mn-ea"/>
                  <a:cs typeface="Times New Roman" panose="02020603050405020304" pitchFamily="18" charset="0"/>
                </a:rPr>
                <a:t>称为</a:t>
              </a: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</a:t>
              </a:r>
              <a:r>
                <a:rPr lang="zh-CN" altLang="en-US" sz="2400" b="1">
                  <a:latin typeface="+mn-ea"/>
                  <a:cs typeface="Times New Roman" panose="02020603050405020304" pitchFamily="18" charset="0"/>
                </a:rPr>
                <a:t>的瑕点</a:t>
              </a:r>
              <a:r>
                <a:rPr lang="en-US" altLang="zh-CN" sz="2400" b="1">
                  <a:latin typeface="+mn-ea"/>
                  <a:cs typeface="Times New Roman" panose="02020603050405020304" pitchFamily="18" charset="0"/>
                </a:rPr>
                <a:t>.</a:t>
              </a:r>
              <a:r>
                <a:rPr lang="zh-CN" altLang="en-US" sz="2400" b="1">
                  <a:latin typeface="+mn-ea"/>
                  <a:cs typeface="Times New Roman" panose="02020603050405020304" pitchFamily="18" charset="0"/>
                </a:rPr>
                <a:t>               </a:t>
              </a:r>
              <a:endParaRPr lang="zh-CN" altLang="en-US" sz="2400" b="1" dirty="0">
                <a:latin typeface="+mn-ea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0" name="Object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28104284"/>
                </p:ext>
              </p:extLst>
            </p:nvPr>
          </p:nvGraphicFramePr>
          <p:xfrm>
            <a:off x="3537294" y="1034102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1560" name="Equation" r:id="rId17" imgW="14935200" imgH="8229600" progId="Equation.DSMT4">
                    <p:embed/>
                  </p:oleObj>
                </mc:Choice>
                <mc:Fallback>
                  <p:oleObj name="Equation" r:id="rId17" imgW="14935200" imgH="8229600" progId="Equation.DSMT4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37294" y="1034102"/>
                          <a:ext cx="6223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1" name="文本框 30"/>
          <p:cNvSpPr txBox="1"/>
          <p:nvPr/>
        </p:nvSpPr>
        <p:spPr>
          <a:xfrm>
            <a:off x="974655" y="1396184"/>
            <a:ext cx="885047" cy="576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>
                <a:solidFill>
                  <a:srgbClr val="0064FF"/>
                </a:solidFill>
                <a:latin typeface="+mn-ea"/>
              </a:rPr>
              <a:t>定义</a:t>
            </a:r>
            <a:endParaRPr lang="zh-CN" altLang="en-US" sz="2400" b="1" dirty="0">
              <a:solidFill>
                <a:srgbClr val="0064FF"/>
              </a:solidFill>
              <a:latin typeface="+mn-ea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4345251" y="1503083"/>
            <a:ext cx="21736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latin typeface="+mn-ea"/>
                <a:cs typeface="Times New Roman" panose="02020603050405020304" pitchFamily="18" charset="0"/>
              </a:rPr>
              <a:t>点</a:t>
            </a:r>
            <a:r>
              <a:rPr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zh-CN" altLang="en-US" sz="2400" b="1">
                <a:latin typeface="+mn-ea"/>
                <a:cs typeface="Times New Roman" panose="02020603050405020304" pitchFamily="18" charset="0"/>
              </a:rPr>
              <a:t>为其瑕点</a:t>
            </a:r>
            <a:r>
              <a:rPr lang="en-US" altLang="zh-CN" sz="2400" b="1">
                <a:latin typeface="+mn-ea"/>
                <a:cs typeface="Times New Roman" panose="02020603050405020304" pitchFamily="18" charset="0"/>
              </a:rPr>
              <a:t>.</a:t>
            </a:r>
            <a:r>
              <a:rPr lang="zh-CN" altLang="en-US" sz="2400" b="1">
                <a:latin typeface="+mn-ea"/>
                <a:cs typeface="Times New Roman" panose="02020603050405020304" pitchFamily="18" charset="0"/>
              </a:rPr>
              <a:t>               </a:t>
            </a:r>
            <a:endParaRPr lang="zh-CN" altLang="en-US" sz="2400" b="1" dirty="0">
              <a:latin typeface="+mn-ea"/>
              <a:cs typeface="Times New Roman" panose="02020603050405020304" pitchFamily="18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929982" y="1506386"/>
            <a:ext cx="2626504" cy="461665"/>
            <a:chOff x="1640623" y="667837"/>
            <a:chExt cx="2626504" cy="461665"/>
          </a:xfrm>
        </p:grpSpPr>
        <p:sp>
          <p:nvSpPr>
            <p:cNvPr id="7" name="文本框 6"/>
            <p:cNvSpPr txBox="1"/>
            <p:nvPr/>
          </p:nvSpPr>
          <p:spPr>
            <a:xfrm>
              <a:off x="1640623" y="667837"/>
              <a:ext cx="26265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>
                  <a:latin typeface="+mn-ea"/>
                  <a:cs typeface="Times New Roman" panose="02020603050405020304" pitchFamily="18" charset="0"/>
                </a:rPr>
                <a:t>设</a:t>
              </a: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    ，      </a:t>
              </a:r>
              <a:endParaRPr lang="zh-CN" altLang="en-US" sz="2400" b="1" dirty="0">
                <a:latin typeface="+mn-ea"/>
              </a:endParaRPr>
            </a:p>
          </p:txBody>
        </p:sp>
        <p:graphicFrame>
          <p:nvGraphicFramePr>
            <p:cNvPr id="9" name="Object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15115626"/>
                </p:ext>
              </p:extLst>
            </p:nvPr>
          </p:nvGraphicFramePr>
          <p:xfrm>
            <a:off x="2007514" y="756676"/>
            <a:ext cx="1739880" cy="3427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1561" name="Equation" r:id="rId19" imgW="1739880" imgH="342720" progId="Equation.DSMT4">
                    <p:embed/>
                  </p:oleObj>
                </mc:Choice>
                <mc:Fallback>
                  <p:oleObj name="Equation" r:id="rId19" imgW="1739880" imgH="342720" progId="Equation.DSMT4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07514" y="756676"/>
                          <a:ext cx="1739880" cy="34272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5" name="文本框 34"/>
          <p:cNvSpPr txBox="1"/>
          <p:nvPr/>
        </p:nvSpPr>
        <p:spPr>
          <a:xfrm>
            <a:off x="7504746" y="1436513"/>
            <a:ext cx="122413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称算式</a:t>
            </a:r>
            <a:r>
              <a:rPr lang="zh-CN" altLang="en-US" sz="2800" b="1">
                <a:latin typeface="+mn-ea"/>
                <a:cs typeface="Times New Roman" panose="02020603050405020304" pitchFamily="18" charset="0"/>
              </a:rPr>
              <a:t>                </a:t>
            </a:r>
            <a:endParaRPr lang="zh-CN" altLang="en-US" sz="2800" b="1" dirty="0">
              <a:latin typeface="+mn-ea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323931" y="4030991"/>
            <a:ext cx="3848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latin typeface="+mn-ea"/>
              </a:rPr>
              <a:t>该极限称为反常积分的值；</a:t>
            </a:r>
            <a:endParaRPr lang="zh-CN" altLang="en-US" sz="2400" b="1" dirty="0">
              <a:latin typeface="+mn-ea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867C6D75-F2FE-4072-80AB-A94B40534369}"/>
              </a:ext>
            </a:extLst>
          </p:cNvPr>
          <p:cNvGrpSpPr/>
          <p:nvPr/>
        </p:nvGrpSpPr>
        <p:grpSpPr>
          <a:xfrm>
            <a:off x="950439" y="3411281"/>
            <a:ext cx="7221961" cy="567036"/>
            <a:chOff x="950439" y="3699313"/>
            <a:chExt cx="7221961" cy="567036"/>
          </a:xfrm>
        </p:grpSpPr>
        <p:sp>
          <p:nvSpPr>
            <p:cNvPr id="36" name="文本框 35"/>
            <p:cNvSpPr txBox="1"/>
            <p:nvPr/>
          </p:nvSpPr>
          <p:spPr>
            <a:xfrm>
              <a:off x="950439" y="3752010"/>
              <a:ext cx="722196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>
                  <a:latin typeface="+mn-ea"/>
                </a:rPr>
                <a:t>若上式中的极限存在，则称反常积分        </a:t>
              </a:r>
              <a:r>
                <a:rPr lang="zh-CN" altLang="en-US" sz="2400" b="1">
                  <a:solidFill>
                    <a:srgbClr val="FF0000"/>
                  </a:solidFill>
                  <a:latin typeface="+mn-ea"/>
                </a:rPr>
                <a:t>收敛</a:t>
              </a:r>
              <a:r>
                <a:rPr lang="zh-CN" altLang="en-US" sz="2400" b="1">
                  <a:latin typeface="+mn-ea"/>
                </a:rPr>
                <a:t>，</a:t>
              </a:r>
              <a:endParaRPr lang="zh-CN" altLang="en-US" sz="2400" b="1" dirty="0">
                <a:latin typeface="+mn-ea"/>
              </a:endParaRPr>
            </a:p>
          </p:txBody>
        </p:sp>
        <p:graphicFrame>
          <p:nvGraphicFramePr>
            <p:cNvPr id="32" name="对象 31">
              <a:extLst>
                <a:ext uri="{FF2B5EF4-FFF2-40B4-BE49-F238E27FC236}">
                  <a16:creationId xmlns:a16="http://schemas.microsoft.com/office/drawing/2014/main" id="{5FCC597B-58D1-4B71-9BC9-507D690B19D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11205642"/>
                </p:ext>
              </p:extLst>
            </p:nvPr>
          </p:nvGraphicFramePr>
          <p:xfrm>
            <a:off x="6012160" y="3699313"/>
            <a:ext cx="1206234" cy="5670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1562" name="Equation" r:id="rId21" imgW="1269720" imgH="596880" progId="Equation.DSMT4">
                    <p:embed/>
                  </p:oleObj>
                </mc:Choice>
                <mc:Fallback>
                  <p:oleObj name="Equation" r:id="rId21" imgW="1269720" imgH="596880" progId="Equation.DSMT4">
                    <p:embed/>
                    <p:pic>
                      <p:nvPicPr>
                        <p:cNvPr id="20" name="对象 19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6012160" y="3699313"/>
                          <a:ext cx="1206234" cy="56703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id="{ABF05EAF-AD99-40F4-B67C-AE8205EAB68F}"/>
              </a:ext>
            </a:extLst>
          </p:cNvPr>
          <p:cNvSpPr/>
          <p:nvPr/>
        </p:nvSpPr>
        <p:spPr>
          <a:xfrm>
            <a:off x="7925457" y="3463966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>
                <a:latin typeface="+mn-ea"/>
              </a:rPr>
              <a:t>并把</a:t>
            </a:r>
            <a:endParaRPr lang="zh-CN" altLang="en-US" sz="240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DACD3972-D8BC-415C-A876-D36BD86FD0C3}"/>
              </a:ext>
            </a:extLst>
          </p:cNvPr>
          <p:cNvGrpSpPr/>
          <p:nvPr/>
        </p:nvGrpSpPr>
        <p:grpSpPr>
          <a:xfrm>
            <a:off x="4010578" y="3993525"/>
            <a:ext cx="4946479" cy="567036"/>
            <a:chOff x="3946000" y="4297424"/>
            <a:chExt cx="4946479" cy="567036"/>
          </a:xfrm>
        </p:grpSpPr>
        <p:sp>
          <p:nvSpPr>
            <p:cNvPr id="37" name="文本框 36"/>
            <p:cNvSpPr txBox="1"/>
            <p:nvPr/>
          </p:nvSpPr>
          <p:spPr>
            <a:xfrm>
              <a:off x="3946000" y="4334415"/>
              <a:ext cx="49464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>
                  <a:latin typeface="+mn-ea"/>
                </a:rPr>
                <a:t>否则，称此反常积分        </a:t>
              </a:r>
              <a:r>
                <a:rPr lang="zh-CN" altLang="en-US" sz="2400" b="1">
                  <a:solidFill>
                    <a:srgbClr val="FF0000"/>
                  </a:solidFill>
                  <a:latin typeface="+mn-ea"/>
                </a:rPr>
                <a:t>发散</a:t>
              </a:r>
              <a:r>
                <a:rPr lang="en-US" altLang="zh-CN" sz="2400" b="1">
                  <a:latin typeface="+mn-ea"/>
                </a:rPr>
                <a:t>.</a:t>
              </a:r>
              <a:endParaRPr lang="zh-CN" altLang="en-US" sz="2400" b="1" dirty="0">
                <a:latin typeface="+mn-ea"/>
              </a:endParaRPr>
            </a:p>
          </p:txBody>
        </p:sp>
        <p:graphicFrame>
          <p:nvGraphicFramePr>
            <p:cNvPr id="34" name="对象 33">
              <a:extLst>
                <a:ext uri="{FF2B5EF4-FFF2-40B4-BE49-F238E27FC236}">
                  <a16:creationId xmlns:a16="http://schemas.microsoft.com/office/drawing/2014/main" id="{967B501D-5493-4FDA-8D1E-6F2B83C9F24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94144237"/>
                </p:ext>
              </p:extLst>
            </p:nvPr>
          </p:nvGraphicFramePr>
          <p:xfrm>
            <a:off x="6843065" y="4297424"/>
            <a:ext cx="1206234" cy="5670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1563" name="Equation" r:id="rId23" imgW="1269720" imgH="596880" progId="Equation.DSMT4">
                    <p:embed/>
                  </p:oleObj>
                </mc:Choice>
                <mc:Fallback>
                  <p:oleObj name="Equation" r:id="rId23" imgW="1269720" imgH="596880" progId="Equation.DSMT4">
                    <p:embed/>
                    <p:pic>
                      <p:nvPicPr>
                        <p:cNvPr id="32" name="对象 31">
                          <a:extLst>
                            <a:ext uri="{FF2B5EF4-FFF2-40B4-BE49-F238E27FC236}">
                              <a16:creationId xmlns:a16="http://schemas.microsoft.com/office/drawing/2014/main" id="{5FCC597B-58D1-4B71-9BC9-507D690B19D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6843065" y="4297424"/>
                          <a:ext cx="1206234" cy="56703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9" grpId="0"/>
      <p:bldP spid="21" grpId="0"/>
      <p:bldP spid="31" grpId="0"/>
      <p:bldP spid="33" grpId="0"/>
      <p:bldP spid="35" grpId="0"/>
      <p:bldP spid="38" grpId="0"/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25"/>
          <p:cNvSpPr txBox="1"/>
          <p:nvPr/>
        </p:nvSpPr>
        <p:spPr>
          <a:xfrm>
            <a:off x="827584" y="123478"/>
            <a:ext cx="2454513" cy="559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>
                <a:solidFill>
                  <a:srgbClr val="0064FF"/>
                </a:solidFill>
                <a:latin typeface="+mn-ea"/>
              </a:rPr>
              <a:t>类似的可定义：</a:t>
            </a:r>
            <a:endParaRPr lang="zh-CN" altLang="en-US" sz="2400" b="1" dirty="0">
              <a:solidFill>
                <a:srgbClr val="0064FF"/>
              </a:solidFill>
              <a:latin typeface="+mn-ea"/>
            </a:endParaRPr>
          </a:p>
        </p:txBody>
      </p:sp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4606023"/>
              </p:ext>
            </p:extLst>
          </p:nvPr>
        </p:nvGraphicFramePr>
        <p:xfrm>
          <a:off x="2178984" y="1350249"/>
          <a:ext cx="34925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535" name="Equation" r:id="rId3" imgW="83820000" imgH="14935200" progId="Equation.DSMT4">
                  <p:embed/>
                </p:oleObj>
              </mc:Choice>
              <mc:Fallback>
                <p:oleObj name="Equation" r:id="rId3" imgW="83820000" imgH="14935200" progId="Equation.DSMT4">
                  <p:embed/>
                  <p:pic>
                    <p:nvPicPr>
                      <p:cNvPr id="0" name="对象 2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78984" y="1350249"/>
                        <a:ext cx="3492500" cy="622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2674105"/>
              </p:ext>
            </p:extLst>
          </p:nvPr>
        </p:nvGraphicFramePr>
        <p:xfrm>
          <a:off x="2180041" y="2637855"/>
          <a:ext cx="43815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536" name="Equation" r:id="rId5" imgW="105156000" imgH="14325600" progId="Equation.DSMT4">
                  <p:embed/>
                </p:oleObj>
              </mc:Choice>
              <mc:Fallback>
                <p:oleObj name="Equation" r:id="rId5" imgW="105156000" imgH="14325600" progId="Equation.DSMT4">
                  <p:embed/>
                  <p:pic>
                    <p:nvPicPr>
                      <p:cNvPr id="0" name="对象 2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80041" y="2637855"/>
                        <a:ext cx="43815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组合 11"/>
          <p:cNvGrpSpPr/>
          <p:nvPr/>
        </p:nvGrpSpPr>
        <p:grpSpPr>
          <a:xfrm>
            <a:off x="4216440" y="689537"/>
            <a:ext cx="3261377" cy="523220"/>
            <a:chOff x="310966" y="943774"/>
            <a:chExt cx="3261377" cy="523220"/>
          </a:xfrm>
        </p:grpSpPr>
        <p:sp>
          <p:nvSpPr>
            <p:cNvPr id="13" name="文本框 12"/>
            <p:cNvSpPr txBox="1"/>
            <p:nvPr/>
          </p:nvSpPr>
          <p:spPr>
            <a:xfrm>
              <a:off x="310966" y="943774"/>
              <a:ext cx="326137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点 </a:t>
              </a:r>
              <a:r>
                <a:rPr lang="en-US" altLang="zh-CN" sz="2400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 </a:t>
              </a:r>
              <a:r>
                <a:rPr lang="zh-CN" altLang="en-US" sz="2400" b="1">
                  <a:latin typeface="+mn-ea"/>
                  <a:cs typeface="Times New Roman" panose="02020603050405020304" pitchFamily="18" charset="0"/>
                </a:rPr>
                <a:t>为</a:t>
              </a: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</a:t>
              </a:r>
              <a:r>
                <a:rPr lang="zh-CN" altLang="en-US" sz="2400" b="1">
                  <a:latin typeface="+mn-ea"/>
                  <a:cs typeface="Times New Roman" panose="02020603050405020304" pitchFamily="18" charset="0"/>
                </a:rPr>
                <a:t>的瑕点，</a:t>
              </a:r>
              <a:r>
                <a:rPr lang="zh-CN" altLang="en-US" sz="2400" i="1">
                  <a:latin typeface="+mn-ea"/>
                  <a:cs typeface="Times New Roman" panose="02020603050405020304" pitchFamily="18" charset="0"/>
                </a:rPr>
                <a:t> </a:t>
              </a:r>
              <a:r>
                <a:rPr lang="zh-CN" altLang="en-US" sz="2800" b="1">
                  <a:latin typeface="+mn-ea"/>
                  <a:cs typeface="Times New Roman" panose="02020603050405020304" pitchFamily="18" charset="0"/>
                </a:rPr>
                <a:t>              </a:t>
              </a:r>
              <a:endParaRPr lang="zh-CN" altLang="en-US" sz="2800" b="1" dirty="0">
                <a:latin typeface="+mn-ea"/>
              </a:endParaRPr>
            </a:p>
          </p:txBody>
        </p:sp>
        <p:graphicFrame>
          <p:nvGraphicFramePr>
            <p:cNvPr id="14" name="Object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34477969"/>
                </p:ext>
              </p:extLst>
            </p:nvPr>
          </p:nvGraphicFramePr>
          <p:xfrm>
            <a:off x="1316137" y="1107825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537" name="Equation" r:id="rId7" imgW="14935200" imgH="8229600" progId="Equation.DSMT4">
                    <p:embed/>
                  </p:oleObj>
                </mc:Choice>
                <mc:Fallback>
                  <p:oleObj name="Equation" r:id="rId7" imgW="14935200" imgH="8229600" progId="Equation.DSMT4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16137" y="1107825"/>
                          <a:ext cx="6223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2" name="组合 31"/>
          <p:cNvGrpSpPr/>
          <p:nvPr/>
        </p:nvGrpSpPr>
        <p:grpSpPr>
          <a:xfrm>
            <a:off x="618871" y="756313"/>
            <a:ext cx="3698519" cy="461665"/>
            <a:chOff x="2089512" y="1882828"/>
            <a:chExt cx="3637175" cy="461665"/>
          </a:xfrm>
        </p:grpSpPr>
        <p:grpSp>
          <p:nvGrpSpPr>
            <p:cNvPr id="33" name="组合 32"/>
            <p:cNvGrpSpPr/>
            <p:nvPr/>
          </p:nvGrpSpPr>
          <p:grpSpPr>
            <a:xfrm>
              <a:off x="2089512" y="1882828"/>
              <a:ext cx="3637175" cy="461665"/>
              <a:chOff x="1640622" y="667838"/>
              <a:chExt cx="3637175" cy="461665"/>
            </a:xfrm>
          </p:grpSpPr>
          <p:sp>
            <p:nvSpPr>
              <p:cNvPr id="35" name="文本框 34"/>
              <p:cNvSpPr txBox="1"/>
              <p:nvPr/>
            </p:nvSpPr>
            <p:spPr>
              <a:xfrm>
                <a:off x="1640622" y="667838"/>
                <a:ext cx="363717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>
                    <a:latin typeface="+mn-ea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400" b="1" dirty="0">
                    <a:latin typeface="+mn-ea"/>
                    <a:cs typeface="Times New Roman" panose="02020603050405020304" pitchFamily="18" charset="0"/>
                  </a:rPr>
                  <a:t>1</a:t>
                </a:r>
                <a:r>
                  <a:rPr lang="zh-CN" altLang="en-US" sz="2400" b="1" dirty="0">
                    <a:latin typeface="+mn-ea"/>
                    <a:cs typeface="Times New Roman" panose="02020603050405020304" pitchFamily="18" charset="0"/>
                  </a:rPr>
                  <a:t>）设    在</a:t>
                </a:r>
                <a:r>
                  <a:rPr lang="zh-CN" alt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</a:t>
                </a:r>
                <a:r>
                  <a:rPr lang="zh-CN" altLang="en-US" sz="2400" b="1" dirty="0">
                    <a:solidFill>
                      <a:srgbClr val="0066FF"/>
                    </a:solidFill>
                    <a:latin typeface="+mn-ea"/>
                    <a:cs typeface="Times New Roman" panose="02020603050405020304" pitchFamily="18" charset="0"/>
                  </a:rPr>
                  <a:t>连续</a:t>
                </a:r>
                <a:r>
                  <a:rPr lang="zh-CN" altLang="en-US" sz="2400" b="1" dirty="0">
                    <a:latin typeface="+mn-ea"/>
                    <a:cs typeface="Times New Roman" panose="02020603050405020304" pitchFamily="18" charset="0"/>
                  </a:rPr>
                  <a:t>，      </a:t>
                </a:r>
              </a:p>
            </p:txBody>
          </p:sp>
          <p:graphicFrame>
            <p:nvGraphicFramePr>
              <p:cNvPr id="36" name="Object 2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05910492"/>
                  </p:ext>
                </p:extLst>
              </p:nvPr>
            </p:nvGraphicFramePr>
            <p:xfrm>
              <a:off x="2758863" y="765113"/>
              <a:ext cx="6223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5538" name="Equation" r:id="rId9" imgW="14935200" imgH="8229600" progId="Equation.DSMT4">
                      <p:embed/>
                    </p:oleObj>
                  </mc:Choice>
                  <mc:Fallback>
                    <p:oleObj name="Equation" r:id="rId9" imgW="14935200" imgH="8229600" progId="Equation.DSMT4">
                      <p:embed/>
                      <p:pic>
                        <p:nvPicPr>
                          <p:cNvPr id="0" name="Object 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58863" y="765113"/>
                            <a:ext cx="622300" cy="3429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4" name="对象 3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52113374"/>
                </p:ext>
              </p:extLst>
            </p:nvPr>
          </p:nvGraphicFramePr>
          <p:xfrm>
            <a:off x="4215613" y="1956158"/>
            <a:ext cx="647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539" name="Equation" r:id="rId11" imgW="15544800" imgH="8229600" progId="Equation.DSMT4">
                    <p:embed/>
                  </p:oleObj>
                </mc:Choice>
                <mc:Fallback>
                  <p:oleObj name="Equation" r:id="rId11" imgW="15544800" imgH="8229600" progId="Equation.DSMT4">
                    <p:embed/>
                    <p:pic>
                      <p:nvPicPr>
                        <p:cNvPr id="0" name="对象 33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215613" y="1956158"/>
                          <a:ext cx="6477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7" name="组合 36"/>
          <p:cNvGrpSpPr/>
          <p:nvPr/>
        </p:nvGrpSpPr>
        <p:grpSpPr>
          <a:xfrm>
            <a:off x="6917070" y="2034252"/>
            <a:ext cx="1466547" cy="461665"/>
            <a:chOff x="310967" y="943774"/>
            <a:chExt cx="1466547" cy="461665"/>
          </a:xfrm>
        </p:grpSpPr>
        <p:sp>
          <p:nvSpPr>
            <p:cNvPr id="38" name="文本框 37"/>
            <p:cNvSpPr txBox="1"/>
            <p:nvPr/>
          </p:nvSpPr>
          <p:spPr>
            <a:xfrm>
              <a:off x="310967" y="943774"/>
              <a:ext cx="111223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tx1"/>
                  </a:solidFill>
                  <a:latin typeface="+mn-ea"/>
                  <a:cs typeface="Times New Roman" panose="02020603050405020304" pitchFamily="18" charset="0"/>
                </a:rPr>
                <a:t>点</a:t>
              </a:r>
              <a:r>
                <a:rPr lang="en-US" altLang="zh-CN" sz="24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zh-CN" altLang="en-US" sz="2400" b="1" dirty="0">
                  <a:latin typeface="+mn-ea"/>
                  <a:cs typeface="Times New Roman" panose="02020603050405020304" pitchFamily="18" charset="0"/>
                </a:rPr>
                <a:t>为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</a:t>
              </a:r>
              <a:endParaRPr lang="zh-CN" altLang="en-US" sz="2800" b="1" dirty="0">
                <a:latin typeface="+mn-ea"/>
              </a:endParaRPr>
            </a:p>
          </p:txBody>
        </p:sp>
        <p:graphicFrame>
          <p:nvGraphicFramePr>
            <p:cNvPr id="39" name="Object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05692847"/>
                </p:ext>
              </p:extLst>
            </p:nvPr>
          </p:nvGraphicFramePr>
          <p:xfrm>
            <a:off x="1155214" y="1039588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540" name="Equation" r:id="rId13" imgW="14935200" imgH="8229600" progId="Equation.DSMT4">
                    <p:embed/>
                  </p:oleObj>
                </mc:Choice>
                <mc:Fallback>
                  <p:oleObj name="Equation" r:id="rId13" imgW="14935200" imgH="8229600" progId="Equation.DSMT4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5214" y="1039588"/>
                          <a:ext cx="6223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" name="组合 1"/>
          <p:cNvGrpSpPr/>
          <p:nvPr/>
        </p:nvGrpSpPr>
        <p:grpSpPr>
          <a:xfrm>
            <a:off x="596242" y="2079881"/>
            <a:ext cx="6457451" cy="461665"/>
            <a:chOff x="557213" y="2709989"/>
            <a:chExt cx="6457451" cy="461665"/>
          </a:xfrm>
        </p:grpSpPr>
        <p:grpSp>
          <p:nvGrpSpPr>
            <p:cNvPr id="40" name="组合 39"/>
            <p:cNvGrpSpPr/>
            <p:nvPr/>
          </p:nvGrpSpPr>
          <p:grpSpPr>
            <a:xfrm>
              <a:off x="557213" y="2709989"/>
              <a:ext cx="6457451" cy="461665"/>
              <a:chOff x="2089512" y="1882828"/>
              <a:chExt cx="6457451" cy="461665"/>
            </a:xfrm>
          </p:grpSpPr>
          <p:grpSp>
            <p:nvGrpSpPr>
              <p:cNvPr id="41" name="组合 40"/>
              <p:cNvGrpSpPr/>
              <p:nvPr/>
            </p:nvGrpSpPr>
            <p:grpSpPr>
              <a:xfrm>
                <a:off x="2089512" y="1882828"/>
                <a:ext cx="6457451" cy="461665"/>
                <a:chOff x="1640622" y="667838"/>
                <a:chExt cx="6457451" cy="461665"/>
              </a:xfrm>
            </p:grpSpPr>
            <p:sp>
              <p:nvSpPr>
                <p:cNvPr id="43" name="文本框 42"/>
                <p:cNvSpPr txBox="1"/>
                <p:nvPr/>
              </p:nvSpPr>
              <p:spPr>
                <a:xfrm>
                  <a:off x="1640622" y="667838"/>
                  <a:ext cx="6457451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2400" b="1">
                      <a:latin typeface="+mn-ea"/>
                      <a:cs typeface="Times New Roman" panose="02020603050405020304" pitchFamily="18" charset="0"/>
                    </a:rPr>
                    <a:t>（</a:t>
                  </a:r>
                  <a:r>
                    <a:rPr lang="en-US" altLang="zh-CN" sz="2400" b="1">
                      <a:latin typeface="+mn-ea"/>
                      <a:cs typeface="Times New Roman" panose="02020603050405020304" pitchFamily="18" charset="0"/>
                    </a:rPr>
                    <a:t>2</a:t>
                  </a:r>
                  <a:r>
                    <a:rPr lang="zh-CN" altLang="en-US" sz="2400" b="1">
                      <a:latin typeface="+mn-ea"/>
                      <a:cs typeface="Times New Roman" panose="02020603050405020304" pitchFamily="18" charset="0"/>
                    </a:rPr>
                    <a:t>）设    </a:t>
                  </a:r>
                  <a:r>
                    <a:rPr lang="zh-CN" altLang="en-US" sz="24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在          </a:t>
                  </a:r>
                  <a:r>
                    <a:rPr lang="zh-CN" altLang="en-US" sz="2400" b="1">
                      <a:latin typeface="+mn-ea"/>
                      <a:cs typeface="Times New Roman" panose="02020603050405020304" pitchFamily="18" charset="0"/>
                    </a:rPr>
                    <a:t>上除点      </a:t>
                  </a:r>
                  <a:r>
                    <a:rPr lang="zh-CN" altLang="en-US" sz="24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       外</a:t>
                  </a:r>
                  <a:r>
                    <a:rPr lang="zh-CN" altLang="en-US" sz="2400" b="1">
                      <a:latin typeface="+mn-ea"/>
                      <a:cs typeface="Times New Roman" panose="02020603050405020304" pitchFamily="18" charset="0"/>
                    </a:rPr>
                    <a:t>连续，      </a:t>
                  </a:r>
                  <a:endParaRPr lang="zh-CN" altLang="en-US" sz="2400" b="1" dirty="0">
                    <a:latin typeface="+mn-ea"/>
                  </a:endParaRPr>
                </a:p>
              </p:txBody>
            </p:sp>
            <p:graphicFrame>
              <p:nvGraphicFramePr>
                <p:cNvPr id="44" name="Object 24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839760984"/>
                    </p:ext>
                  </p:extLst>
                </p:nvPr>
              </p:nvGraphicFramePr>
              <p:xfrm>
                <a:off x="2810848" y="755208"/>
                <a:ext cx="622300" cy="3429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35541" name="Equation" r:id="rId14" imgW="14935200" imgH="8229600" progId="Equation.DSMT4">
                        <p:embed/>
                      </p:oleObj>
                    </mc:Choice>
                    <mc:Fallback>
                      <p:oleObj name="Equation" r:id="rId14" imgW="14935200" imgH="8229600" progId="Equation.DSMT4">
                        <p:embed/>
                        <p:pic>
                          <p:nvPicPr>
                            <p:cNvPr id="0" name="Object 2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0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10848" y="755208"/>
                              <a:ext cx="622300" cy="34290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aphicFrame>
            <p:nvGraphicFramePr>
              <p:cNvPr id="42" name="对象 4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422999850"/>
                  </p:ext>
                </p:extLst>
              </p:nvPr>
            </p:nvGraphicFramePr>
            <p:xfrm>
              <a:off x="4253447" y="1964063"/>
              <a:ext cx="635000" cy="330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5542" name="Equation" r:id="rId15" imgW="634680" imgH="330120" progId="Equation.DSMT4">
                      <p:embed/>
                    </p:oleObj>
                  </mc:Choice>
                  <mc:Fallback>
                    <p:oleObj name="Equation" r:id="rId15" imgW="634680" imgH="330120" progId="Equation.DSMT4">
                      <p:embed/>
                      <p:pic>
                        <p:nvPicPr>
                          <p:cNvPr id="0" name="对象 41"/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4253447" y="1964063"/>
                            <a:ext cx="635000" cy="3302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45" name="对象 4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89537842"/>
                </p:ext>
              </p:extLst>
            </p:nvPr>
          </p:nvGraphicFramePr>
          <p:xfrm>
            <a:off x="4331762" y="2784859"/>
            <a:ext cx="1473120" cy="3427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543" name="Equation" r:id="rId17" imgW="1473120" imgH="342720" progId="Equation.DSMT4">
                    <p:embed/>
                  </p:oleObj>
                </mc:Choice>
                <mc:Fallback>
                  <p:oleObj name="Equation" r:id="rId17" imgW="1473120" imgH="342720" progId="Equation.DSMT4">
                    <p:embed/>
                    <p:pic>
                      <p:nvPicPr>
                        <p:cNvPr id="0" name="对象 44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4331762" y="2784859"/>
                          <a:ext cx="1473120" cy="34272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6" name="文本框 45"/>
          <p:cNvSpPr txBox="1"/>
          <p:nvPr/>
        </p:nvSpPr>
        <p:spPr>
          <a:xfrm>
            <a:off x="327411" y="1365835"/>
            <a:ext cx="1224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则</a:t>
            </a:r>
            <a:endParaRPr lang="zh-CN" altLang="en-US" sz="2800" b="1" dirty="0">
              <a:latin typeface="+mn-ea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827584" y="3363041"/>
            <a:ext cx="7806594" cy="621163"/>
            <a:chOff x="971600" y="3582932"/>
            <a:chExt cx="7806594" cy="621163"/>
          </a:xfrm>
        </p:grpSpPr>
        <p:sp>
          <p:nvSpPr>
            <p:cNvPr id="31" name="Text Box 7"/>
            <p:cNvSpPr txBox="1">
              <a:spLocks noChangeArrowheads="1"/>
            </p:cNvSpPr>
            <p:nvPr/>
          </p:nvSpPr>
          <p:spPr bwMode="auto">
            <a:xfrm>
              <a:off x="971600" y="3642213"/>
              <a:ext cx="780659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2400" b="1" dirty="0">
                  <a:latin typeface="+mn-ea"/>
                  <a:ea typeface="+mn-ea"/>
                  <a:cs typeface="微软雅黑" panose="020B0503020204020204" charset="-122"/>
                </a:rPr>
                <a:t>若         与         均收敛，则称         收敛； </a:t>
              </a:r>
              <a:endParaRPr lang="en-US" altLang="zh-CN" sz="2400" b="1" dirty="0">
                <a:latin typeface="+mn-ea"/>
                <a:ea typeface="+mn-ea"/>
                <a:cs typeface="微软雅黑" panose="020B0503020204020204" charset="-122"/>
              </a:endParaRPr>
            </a:p>
          </p:txBody>
        </p:sp>
        <p:graphicFrame>
          <p:nvGraphicFramePr>
            <p:cNvPr id="48" name="对象 47"/>
            <p:cNvGraphicFramePr>
              <a:graphicFrameLocks noChangeAspect="1"/>
            </p:cNvGraphicFramePr>
            <p:nvPr/>
          </p:nvGraphicFramePr>
          <p:xfrm>
            <a:off x="1421463" y="3607195"/>
            <a:ext cx="1219200" cy="596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544" name="Equation" r:id="rId19" imgW="29260800" imgH="14325600" progId="Equation.DSMT4">
                    <p:embed/>
                  </p:oleObj>
                </mc:Choice>
                <mc:Fallback>
                  <p:oleObj name="Equation" r:id="rId19" imgW="29260800" imgH="14325600" progId="Equation.DSMT4">
                    <p:embed/>
                    <p:pic>
                      <p:nvPicPr>
                        <p:cNvPr id="0" name="对象 47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1421463" y="3607195"/>
                          <a:ext cx="1219200" cy="596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" name="对象 48"/>
            <p:cNvGraphicFramePr>
              <a:graphicFrameLocks noChangeAspect="1"/>
            </p:cNvGraphicFramePr>
            <p:nvPr/>
          </p:nvGraphicFramePr>
          <p:xfrm>
            <a:off x="3128556" y="3602924"/>
            <a:ext cx="1231900" cy="596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545" name="Equation" r:id="rId21" imgW="29565600" imgH="14325600" progId="Equation.DSMT4">
                    <p:embed/>
                  </p:oleObj>
                </mc:Choice>
                <mc:Fallback>
                  <p:oleObj name="Equation" r:id="rId21" imgW="29565600" imgH="14325600" progId="Equation.DSMT4">
                    <p:embed/>
                    <p:pic>
                      <p:nvPicPr>
                        <p:cNvPr id="0" name="对象 48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3128556" y="3602924"/>
                          <a:ext cx="1231900" cy="596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0" name="对象 49"/>
            <p:cNvGraphicFramePr>
              <a:graphicFrameLocks noChangeAspect="1"/>
            </p:cNvGraphicFramePr>
            <p:nvPr/>
          </p:nvGraphicFramePr>
          <p:xfrm>
            <a:off x="6351325" y="3582932"/>
            <a:ext cx="1219200" cy="596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546" name="Equation" r:id="rId23" imgW="29260800" imgH="14325600" progId="Equation.DSMT4">
                    <p:embed/>
                  </p:oleObj>
                </mc:Choice>
                <mc:Fallback>
                  <p:oleObj name="Equation" r:id="rId23" imgW="29260800" imgH="14325600" progId="Equation.DSMT4">
                    <p:embed/>
                    <p:pic>
                      <p:nvPicPr>
                        <p:cNvPr id="0" name="对象 49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6351325" y="3582932"/>
                          <a:ext cx="1219200" cy="596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1" name="组合 50"/>
          <p:cNvGrpSpPr/>
          <p:nvPr/>
        </p:nvGrpSpPr>
        <p:grpSpPr>
          <a:xfrm>
            <a:off x="113824" y="4044514"/>
            <a:ext cx="8640960" cy="598488"/>
            <a:chOff x="971600" y="3574843"/>
            <a:chExt cx="8640960" cy="598488"/>
          </a:xfrm>
        </p:grpSpPr>
        <p:sp>
          <p:nvSpPr>
            <p:cNvPr id="52" name="Text Box 7"/>
            <p:cNvSpPr txBox="1">
              <a:spLocks noChangeArrowheads="1"/>
            </p:cNvSpPr>
            <p:nvPr/>
          </p:nvSpPr>
          <p:spPr bwMode="auto">
            <a:xfrm>
              <a:off x="971600" y="3642213"/>
              <a:ext cx="864096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2400" b="1" dirty="0">
                  <a:latin typeface="+mn-ea"/>
                  <a:ea typeface="+mn-ea"/>
                  <a:cs typeface="微软雅黑" panose="020B0503020204020204" charset="-122"/>
                </a:rPr>
                <a:t>若         与         只要有一个发散，则称         发散</a:t>
              </a:r>
              <a:r>
                <a:rPr lang="en-US" altLang="zh-CN" sz="2400" b="1" dirty="0">
                  <a:latin typeface="+mn-ea"/>
                  <a:ea typeface="+mn-ea"/>
                  <a:cs typeface="微软雅黑" panose="020B0503020204020204" charset="-122"/>
                </a:rPr>
                <a:t>.</a:t>
              </a:r>
              <a:r>
                <a:rPr lang="zh-CN" altLang="en-US" sz="2400" b="1" dirty="0">
                  <a:latin typeface="+mn-ea"/>
                  <a:ea typeface="+mn-ea"/>
                  <a:cs typeface="微软雅黑" panose="020B0503020204020204" charset="-122"/>
                </a:rPr>
                <a:t> </a:t>
              </a:r>
              <a:endParaRPr lang="en-US" altLang="zh-CN" sz="2400" b="1" dirty="0">
                <a:latin typeface="+mn-ea"/>
                <a:ea typeface="+mn-ea"/>
                <a:cs typeface="微软雅黑" panose="020B0503020204020204" charset="-122"/>
              </a:endParaRPr>
            </a:p>
          </p:txBody>
        </p:sp>
        <p:graphicFrame>
          <p:nvGraphicFramePr>
            <p:cNvPr id="53" name="对象 52"/>
            <p:cNvGraphicFramePr>
              <a:graphicFrameLocks noChangeAspect="1"/>
            </p:cNvGraphicFramePr>
            <p:nvPr/>
          </p:nvGraphicFramePr>
          <p:xfrm>
            <a:off x="1451918" y="3576431"/>
            <a:ext cx="1219200" cy="596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547" name="Equation" r:id="rId25" imgW="29260800" imgH="14325600" progId="Equation.DSMT4">
                    <p:embed/>
                  </p:oleObj>
                </mc:Choice>
                <mc:Fallback>
                  <p:oleObj name="Equation" r:id="rId25" imgW="29260800" imgH="14325600" progId="Equation.DSMT4">
                    <p:embed/>
                    <p:pic>
                      <p:nvPicPr>
                        <p:cNvPr id="0" name="对象 52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1451918" y="3576431"/>
                          <a:ext cx="1219200" cy="596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" name="对象 53"/>
            <p:cNvGraphicFramePr>
              <a:graphicFrameLocks noChangeAspect="1"/>
            </p:cNvGraphicFramePr>
            <p:nvPr/>
          </p:nvGraphicFramePr>
          <p:xfrm>
            <a:off x="3129905" y="3576431"/>
            <a:ext cx="1231900" cy="596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548" name="Equation" r:id="rId27" imgW="29565600" imgH="14325600" progId="Equation.DSMT4">
                    <p:embed/>
                  </p:oleObj>
                </mc:Choice>
                <mc:Fallback>
                  <p:oleObj name="Equation" r:id="rId27" imgW="29565600" imgH="14325600" progId="Equation.DSMT4">
                    <p:embed/>
                    <p:pic>
                      <p:nvPicPr>
                        <p:cNvPr id="0" name="对象 53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3129905" y="3576431"/>
                          <a:ext cx="1231900" cy="596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" name="对象 54"/>
            <p:cNvGraphicFramePr>
              <a:graphicFrameLocks noChangeAspect="1"/>
            </p:cNvGraphicFramePr>
            <p:nvPr/>
          </p:nvGraphicFramePr>
          <p:xfrm>
            <a:off x="7593955" y="3574843"/>
            <a:ext cx="1219200" cy="596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549" name="Equation" r:id="rId29" imgW="29260800" imgH="14325600" progId="Equation.DSMT4">
                    <p:embed/>
                  </p:oleObj>
                </mc:Choice>
                <mc:Fallback>
                  <p:oleObj name="Equation" r:id="rId29" imgW="29260800" imgH="14325600" progId="Equation.DSMT4">
                    <p:embed/>
                    <p:pic>
                      <p:nvPicPr>
                        <p:cNvPr id="0" name="对象 54"/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7593955" y="3574843"/>
                          <a:ext cx="1219200" cy="596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ABECBE5D-93D0-4DFF-AC5D-7D1AD2C257AB}"/>
              </a:ext>
            </a:extLst>
          </p:cNvPr>
          <p:cNvSpPr/>
          <p:nvPr/>
        </p:nvSpPr>
        <p:spPr>
          <a:xfrm>
            <a:off x="323276" y="2718650"/>
            <a:ext cx="17315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>
                <a:latin typeface="+mn-ea"/>
                <a:cs typeface="Times New Roman" panose="02020603050405020304" pitchFamily="18" charset="0"/>
              </a:rPr>
              <a:t>的瑕点，则</a:t>
            </a:r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885920" y="745108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  <a:cs typeface="微软雅黑" panose="020B0503020204020204" charset="-122"/>
              </a:rPr>
              <a:t>注</a:t>
            </a:r>
            <a:endParaRPr lang="zh-CN" altLang="en-US" sz="2400" b="1" dirty="0">
              <a:solidFill>
                <a:srgbClr val="0064FF"/>
              </a:solidFill>
              <a:latin typeface="+mn-ea"/>
            </a:endParaRP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899592" y="1170439"/>
            <a:ext cx="756084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400" b="1" dirty="0">
                <a:latin typeface="+mn-ea"/>
                <a:ea typeface="+mn-ea"/>
                <a:cs typeface="微软雅黑" panose="020B0503020204020204" charset="-122"/>
              </a:rPr>
              <a:t>(1)</a:t>
            </a:r>
            <a:r>
              <a:rPr lang="zh-CN" altLang="en-US" sz="2400" b="1" dirty="0">
                <a:latin typeface="+mn-ea"/>
                <a:ea typeface="+mn-ea"/>
                <a:cs typeface="微软雅黑" panose="020B0503020204020204" charset="-122"/>
              </a:rPr>
              <a:t>无界函数的积分又称作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  <a:cs typeface="微软雅黑" panose="020B0503020204020204" charset="-122"/>
              </a:rPr>
              <a:t>瑕积分</a:t>
            </a:r>
            <a:r>
              <a:rPr lang="zh-CN" altLang="en-US" sz="2400" b="1" dirty="0">
                <a:latin typeface="+mn-ea"/>
                <a:ea typeface="+mn-ea"/>
                <a:cs typeface="微软雅黑" panose="020B0503020204020204" charset="-122"/>
              </a:rPr>
              <a:t>，它不是</a:t>
            </a:r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  <a:cs typeface="微软雅黑" panose="020B0503020204020204" charset="-122"/>
              </a:rPr>
              <a:t>定积分</a:t>
            </a:r>
            <a:r>
              <a:rPr lang="en-US" altLang="zh-CN" sz="2400" b="1" dirty="0">
                <a:latin typeface="+mn-ea"/>
                <a:ea typeface="+mn-ea"/>
                <a:cs typeface="微软雅黑" panose="020B0503020204020204" charset="-122"/>
              </a:rPr>
              <a:t>.</a:t>
            </a:r>
          </a:p>
        </p:txBody>
      </p:sp>
      <p:sp>
        <p:nvSpPr>
          <p:cNvPr id="19" name="Text Box 7"/>
          <p:cNvSpPr txBox="1">
            <a:spLocks noChangeArrowheads="1"/>
          </p:cNvSpPr>
          <p:nvPr/>
        </p:nvSpPr>
        <p:spPr bwMode="auto">
          <a:xfrm>
            <a:off x="899592" y="1935891"/>
            <a:ext cx="79928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400" b="1" dirty="0">
                <a:latin typeface="+mn-ea"/>
                <a:ea typeface="+mn-ea"/>
                <a:cs typeface="微软雅黑" panose="020B0503020204020204" charset="-122"/>
              </a:rPr>
              <a:t>(2)</a:t>
            </a:r>
            <a:r>
              <a:rPr lang="zh-CN" altLang="en-US" sz="2400" b="1" dirty="0">
                <a:latin typeface="+mn-ea"/>
                <a:ea typeface="+mn-ea"/>
                <a:cs typeface="微软雅黑" panose="020B0503020204020204" charset="-122"/>
              </a:rPr>
              <a:t>若被积函数在积分区间上仅存在有限个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  <a:cs typeface="微软雅黑" panose="020B0503020204020204" charset="-122"/>
              </a:rPr>
              <a:t>第一类</a:t>
            </a:r>
            <a:r>
              <a:rPr lang="zh-CN" altLang="en-US" sz="2400" b="1" dirty="0">
                <a:latin typeface="+mn-ea"/>
                <a:ea typeface="+mn-ea"/>
                <a:cs typeface="微软雅黑" panose="020B0503020204020204" charset="-122"/>
              </a:rPr>
              <a:t>间断点，</a:t>
            </a:r>
            <a:endParaRPr lang="en-US" altLang="zh-CN" sz="2400" b="1" dirty="0">
              <a:latin typeface="+mn-ea"/>
              <a:ea typeface="+mn-ea"/>
              <a:cs typeface="微软雅黑" panose="020B050302020402020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66669" y="2610260"/>
            <a:ext cx="52902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+mn-ea"/>
                <a:cs typeface="微软雅黑" panose="020B0503020204020204" charset="-122"/>
              </a:rPr>
              <a:t>则本质上是定积分，而不是反常积分</a:t>
            </a:r>
            <a:r>
              <a:rPr lang="en-US" altLang="zh-CN" sz="2400" b="1" dirty="0">
                <a:latin typeface="+mn-ea"/>
                <a:cs typeface="微软雅黑" panose="020B0503020204020204" charset="-122"/>
              </a:rPr>
              <a:t>.</a:t>
            </a:r>
            <a:endParaRPr lang="zh-CN" altLang="en-US" sz="2400" dirty="0"/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2313285" y="3517635"/>
          <a:ext cx="13970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704" name="Equation" r:id="rId3" imgW="33528000" imgH="18592800" progId="Equation.DSMT4">
                  <p:embed/>
                </p:oleObj>
              </mc:Choice>
              <mc:Fallback>
                <p:oleObj name="Equation" r:id="rId3" imgW="33528000" imgH="18592800" progId="Equation.DSMT4">
                  <p:embed/>
                  <p:pic>
                    <p:nvPicPr>
                      <p:cNvPr id="0" name="对象 2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13285" y="3517635"/>
                        <a:ext cx="13970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文本框 22"/>
          <p:cNvSpPr txBox="1"/>
          <p:nvPr/>
        </p:nvSpPr>
        <p:spPr>
          <a:xfrm>
            <a:off x="899592" y="3636172"/>
            <a:ext cx="16549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rgbClr val="0064FF"/>
                </a:solidFill>
                <a:latin typeface="+mn-ea"/>
                <a:cs typeface="微软雅黑" panose="020B0503020204020204" charset="-122"/>
              </a:rPr>
              <a:t>例如，</a:t>
            </a:r>
            <a:endParaRPr lang="zh-CN" altLang="en-US" sz="2400" b="1" dirty="0">
              <a:solidFill>
                <a:srgbClr val="0064FF"/>
              </a:solidFill>
              <a:latin typeface="+mn-ea"/>
            </a:endParaRPr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9299239"/>
              </p:ext>
            </p:extLst>
          </p:nvPr>
        </p:nvGraphicFramePr>
        <p:xfrm>
          <a:off x="3822852" y="3606545"/>
          <a:ext cx="1714320" cy="596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705" name="Equation" r:id="rId5" imgW="1714320" imgH="596880" progId="Equation.DSMT4">
                  <p:embed/>
                </p:oleObj>
              </mc:Choice>
              <mc:Fallback>
                <p:oleObj name="Equation" r:id="rId5" imgW="1714320" imgH="596880" progId="Equation.DSMT4">
                  <p:embed/>
                  <p:pic>
                    <p:nvPicPr>
                      <p:cNvPr id="0" name="对象 2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822852" y="3606545"/>
                        <a:ext cx="1714320" cy="5968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9" grpId="0"/>
      <p:bldP spid="21" grpId="0"/>
      <p:bldP spid="2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Box 6"/>
          <p:cNvSpPr txBox="1">
            <a:spLocks noChangeArrowheads="1"/>
          </p:cNvSpPr>
          <p:nvPr/>
        </p:nvSpPr>
        <p:spPr bwMode="auto">
          <a:xfrm>
            <a:off x="362053" y="2330134"/>
            <a:ext cx="24931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>
                <a:latin typeface="宋体" panose="02010600030101010101" pitchFamily="2" charset="-122"/>
              </a:rPr>
              <a:t>若 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zh-CN" altLang="en-US" sz="2400" b="1">
                <a:latin typeface="宋体" panose="02010600030101010101" pitchFamily="2" charset="-122"/>
              </a:rPr>
              <a:t>为瑕点，则</a:t>
            </a:r>
            <a:endParaRPr lang="en-US" altLang="zh-CN" sz="2400" b="1">
              <a:latin typeface="宋体" panose="02010600030101010101" pitchFamily="2" charset="-122"/>
            </a:endParaRPr>
          </a:p>
        </p:txBody>
      </p:sp>
      <p:graphicFrame>
        <p:nvGraphicFramePr>
          <p:cNvPr id="20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4247117"/>
              </p:ext>
            </p:extLst>
          </p:nvPr>
        </p:nvGraphicFramePr>
        <p:xfrm>
          <a:off x="2852303" y="2265288"/>
          <a:ext cx="26289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418" name="Equation" r:id="rId3" imgW="63093600" imgH="14325600" progId="Equation.DSMT4">
                  <p:embed/>
                </p:oleObj>
              </mc:Choice>
              <mc:Fallback>
                <p:oleObj name="Equation" r:id="rId3" imgW="63093600" imgH="143256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2303" y="2265288"/>
                        <a:ext cx="26289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 Box 6"/>
          <p:cNvSpPr txBox="1">
            <a:spLocks noChangeArrowheads="1"/>
          </p:cNvSpPr>
          <p:nvPr/>
        </p:nvSpPr>
        <p:spPr bwMode="auto">
          <a:xfrm>
            <a:off x="971600" y="267494"/>
            <a:ext cx="3888432" cy="559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推广的牛顿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-</a:t>
            </a: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莱布尼茨公式</a:t>
            </a:r>
            <a:endParaRPr lang="en-US" altLang="zh-CN" sz="2400" b="1" dirty="0">
              <a:solidFill>
                <a:srgbClr val="0064FF"/>
              </a:solidFill>
              <a:latin typeface="+mn-ea"/>
              <a:ea typeface="+mn-ea"/>
            </a:endParaRPr>
          </a:p>
        </p:txBody>
      </p:sp>
      <p:sp>
        <p:nvSpPr>
          <p:cNvPr id="31" name="Text Box 6"/>
          <p:cNvSpPr txBox="1">
            <a:spLocks noChangeArrowheads="1"/>
          </p:cNvSpPr>
          <p:nvPr/>
        </p:nvSpPr>
        <p:spPr bwMode="auto">
          <a:xfrm>
            <a:off x="340172" y="3066931"/>
            <a:ext cx="24931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>
                <a:latin typeface="宋体" panose="02010600030101010101" pitchFamily="2" charset="-122"/>
              </a:rPr>
              <a:t>若 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zh-CN" altLang="en-US" sz="2400" b="1">
                <a:latin typeface="宋体" panose="02010600030101010101" pitchFamily="2" charset="-122"/>
              </a:rPr>
              <a:t>为瑕点，则</a:t>
            </a:r>
            <a:endParaRPr lang="en-US" altLang="zh-CN" sz="2400" b="1">
              <a:latin typeface="宋体" panose="02010600030101010101" pitchFamily="2" charset="-122"/>
            </a:endParaRPr>
          </a:p>
        </p:txBody>
      </p:sp>
      <p:sp>
        <p:nvSpPr>
          <p:cNvPr id="33" name="Text Box 6"/>
          <p:cNvSpPr txBox="1">
            <a:spLocks noChangeArrowheads="1"/>
          </p:cNvSpPr>
          <p:nvPr/>
        </p:nvSpPr>
        <p:spPr bwMode="auto">
          <a:xfrm>
            <a:off x="345203" y="3805251"/>
            <a:ext cx="317940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>
                <a:latin typeface="宋体" panose="02010600030101010101" pitchFamily="2" charset="-122"/>
              </a:rPr>
              <a:t>若 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a, b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均</a:t>
            </a:r>
            <a:r>
              <a:rPr lang="zh-CN" altLang="en-US" sz="2400" b="1">
                <a:latin typeface="宋体" panose="02010600030101010101" pitchFamily="2" charset="-122"/>
              </a:rPr>
              <a:t>为瑕点，则</a:t>
            </a:r>
            <a:endParaRPr lang="en-US" altLang="zh-CN" sz="2400" b="1">
              <a:latin typeface="宋体" panose="02010600030101010101" pitchFamily="2" charset="-122"/>
            </a:endParaRPr>
          </a:p>
        </p:txBody>
      </p:sp>
      <p:graphicFrame>
        <p:nvGraphicFramePr>
          <p:cNvPr id="3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3621427"/>
              </p:ext>
            </p:extLst>
          </p:nvPr>
        </p:nvGraphicFramePr>
        <p:xfrm>
          <a:off x="6084168" y="3832883"/>
          <a:ext cx="2184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419" name="Equation" r:id="rId5" imgW="52425600" imgH="9753600" progId="Equation.DSMT4">
                  <p:embed/>
                </p:oleObj>
              </mc:Choice>
              <mc:Fallback>
                <p:oleObj name="Equation" r:id="rId5" imgW="52425600" imgH="97536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168" y="3832883"/>
                        <a:ext cx="21844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" name="组合 4"/>
          <p:cNvGrpSpPr/>
          <p:nvPr/>
        </p:nvGrpSpPr>
        <p:grpSpPr bwMode="auto">
          <a:xfrm>
            <a:off x="361241" y="977465"/>
            <a:ext cx="3600400" cy="468757"/>
            <a:chOff x="990694" y="1138459"/>
            <a:chExt cx="3600306" cy="468455"/>
          </a:xfrm>
        </p:grpSpPr>
        <p:sp>
          <p:nvSpPr>
            <p:cNvPr id="36" name="矩形 1"/>
            <p:cNvSpPr>
              <a:spLocks noChangeArrowheads="1"/>
            </p:cNvSpPr>
            <p:nvPr/>
          </p:nvSpPr>
          <p:spPr bwMode="auto">
            <a:xfrm>
              <a:off x="990694" y="1138459"/>
              <a:ext cx="3600306" cy="461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latin typeface="宋体" panose="02010600030101010101" pitchFamily="2" charset="-122"/>
                </a:rPr>
                <a:t>设</a:t>
              </a:r>
              <a:r>
                <a:rPr lang="zh-CN" altLang="en-US" sz="2400">
                  <a:latin typeface="Times New Roman" panose="02020603050405020304" pitchFamily="18" charset="0"/>
                  <a:ea typeface="楷体_GB2312" pitchFamily="49" charset="-122"/>
                </a:rPr>
                <a:t>         </a:t>
              </a:r>
              <a:r>
                <a:rPr lang="zh-CN" altLang="en-US" sz="2400" b="1">
                  <a:latin typeface="宋体" panose="02010600030101010101" pitchFamily="2" charset="-122"/>
                </a:rPr>
                <a:t>是</a:t>
              </a:r>
              <a:r>
                <a:rPr lang="zh-CN" altLang="en-US" sz="2400">
                  <a:latin typeface="Times New Roman" panose="02020603050405020304" pitchFamily="18" charset="0"/>
                  <a:ea typeface="楷体_GB2312" pitchFamily="49" charset="-122"/>
                </a:rPr>
                <a:t>         </a:t>
              </a:r>
              <a:r>
                <a:rPr lang="zh-CN" altLang="en-US" sz="2400" b="1">
                  <a:latin typeface="宋体" panose="02010600030101010101" pitchFamily="2" charset="-122"/>
                </a:rPr>
                <a:t>的原函数，</a:t>
              </a:r>
            </a:p>
          </p:txBody>
        </p:sp>
        <p:graphicFrame>
          <p:nvGraphicFramePr>
            <p:cNvPr id="37" name="对象 2"/>
            <p:cNvGraphicFramePr>
              <a:graphicFrameLocks noChangeAspect="1"/>
            </p:cNvGraphicFramePr>
            <p:nvPr/>
          </p:nvGraphicFramePr>
          <p:xfrm>
            <a:off x="1422731" y="1173087"/>
            <a:ext cx="720625" cy="4270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6420" name="Equation" r:id="rId7" imgW="342900" imgH="203200" progId="Equation.DSMT4">
                    <p:embed/>
                  </p:oleObj>
                </mc:Choice>
                <mc:Fallback>
                  <p:oleObj name="Equation" r:id="rId7" imgW="342900" imgH="203200" progId="Equation.DSMT4">
                    <p:embed/>
                    <p:pic>
                      <p:nvPicPr>
                        <p:cNvPr id="0" name="对象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2731" y="1173087"/>
                          <a:ext cx="720625" cy="4270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" name="对象 3"/>
            <p:cNvGraphicFramePr>
              <a:graphicFrameLocks noChangeAspect="1"/>
            </p:cNvGraphicFramePr>
            <p:nvPr/>
          </p:nvGraphicFramePr>
          <p:xfrm>
            <a:off x="2330718" y="1179877"/>
            <a:ext cx="720625" cy="4270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6421" name="Equation" r:id="rId9" imgW="342900" imgH="203200" progId="Equation.DSMT4">
                    <p:embed/>
                  </p:oleObj>
                </mc:Choice>
                <mc:Fallback>
                  <p:oleObj name="Equation" r:id="rId9" imgW="342900" imgH="203200" progId="Equation.DSMT4">
                    <p:embed/>
                    <p:pic>
                      <p:nvPicPr>
                        <p:cNvPr id="0" name="对象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30718" y="1179877"/>
                          <a:ext cx="720625" cy="4270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6185360"/>
              </p:ext>
            </p:extLst>
          </p:nvPr>
        </p:nvGraphicFramePr>
        <p:xfrm>
          <a:off x="5550815" y="2364073"/>
          <a:ext cx="2032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422" name="Equation" r:id="rId11" imgW="48768000" imgH="9753600" progId="Equation.DSMT4">
                  <p:embed/>
                </p:oleObj>
              </mc:Choice>
              <mc:Fallback>
                <p:oleObj name="Equation" r:id="rId11" imgW="48768000" imgH="9753600" progId="Equation.DSMT4">
                  <p:embed/>
                  <p:pic>
                    <p:nvPicPr>
                      <p:cNvPr id="0" name="对象 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550815" y="2364073"/>
                        <a:ext cx="20320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5829988"/>
              </p:ext>
            </p:extLst>
          </p:nvPr>
        </p:nvGraphicFramePr>
        <p:xfrm>
          <a:off x="2883236" y="2987224"/>
          <a:ext cx="26289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423" name="Equation" r:id="rId13" imgW="63093600" imgH="14325600" progId="Equation.DSMT4">
                  <p:embed/>
                </p:oleObj>
              </mc:Choice>
              <mc:Fallback>
                <p:oleObj name="Equation" r:id="rId13" imgW="63093600" imgH="143256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3236" y="2987224"/>
                        <a:ext cx="26289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6906201"/>
              </p:ext>
            </p:extLst>
          </p:nvPr>
        </p:nvGraphicFramePr>
        <p:xfrm>
          <a:off x="5564336" y="3066931"/>
          <a:ext cx="2032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424" name="Equation" r:id="rId15" imgW="48768000" imgH="9753600" progId="Equation.DSMT4">
                  <p:embed/>
                </p:oleObj>
              </mc:Choice>
              <mc:Fallback>
                <p:oleObj name="Equation" r:id="rId15" imgW="48768000" imgH="9753600" progId="Equation.DSMT4">
                  <p:embed/>
                  <p:pic>
                    <p:nvPicPr>
                      <p:cNvPr id="0" name="对象 20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564336" y="3066931"/>
                        <a:ext cx="20320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0183938"/>
              </p:ext>
            </p:extLst>
          </p:nvPr>
        </p:nvGraphicFramePr>
        <p:xfrm>
          <a:off x="3376158" y="3746007"/>
          <a:ext cx="26289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425" name="Equation" r:id="rId17" imgW="63093600" imgH="14325600" progId="Equation.DSMT4">
                  <p:embed/>
                </p:oleObj>
              </mc:Choice>
              <mc:Fallback>
                <p:oleObj name="Equation" r:id="rId17" imgW="63093600" imgH="143256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6158" y="3746007"/>
                        <a:ext cx="26289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3028128"/>
              </p:ext>
            </p:extLst>
          </p:nvPr>
        </p:nvGraphicFramePr>
        <p:xfrm>
          <a:off x="2061622" y="1580038"/>
          <a:ext cx="22352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426" name="Equation" r:id="rId19" imgW="53644800" imgH="12801600" progId="Equation.DSMT4">
                  <p:embed/>
                </p:oleObj>
              </mc:Choice>
              <mc:Fallback>
                <p:oleObj name="Equation" r:id="rId19" imgW="53644800" imgH="128016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1622" y="1580038"/>
                        <a:ext cx="22352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5601512"/>
              </p:ext>
            </p:extLst>
          </p:nvPr>
        </p:nvGraphicFramePr>
        <p:xfrm>
          <a:off x="4572000" y="1582383"/>
          <a:ext cx="22606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427" name="Equation" r:id="rId21" imgW="54254400" imgH="12801600" progId="Equation.DSMT4">
                  <p:embed/>
                </p:oleObj>
              </mc:Choice>
              <mc:Fallback>
                <p:oleObj name="Equation" r:id="rId21" imgW="54254400" imgH="128016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1582383"/>
                        <a:ext cx="22606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矩形 26"/>
          <p:cNvSpPr/>
          <p:nvPr/>
        </p:nvSpPr>
        <p:spPr>
          <a:xfrm>
            <a:off x="3846267" y="971994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>
                <a:latin typeface="+mn-ea"/>
                <a:cs typeface="微软雅黑" panose="020B0503020204020204" charset="-122"/>
              </a:rPr>
              <a:t>记</a:t>
            </a:r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30" grpId="0"/>
      <p:bldP spid="31" grpId="0"/>
      <p:bldP spid="33" grpId="0"/>
      <p:bldP spid="2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1945106"/>
              </p:ext>
            </p:extLst>
          </p:nvPr>
        </p:nvGraphicFramePr>
        <p:xfrm>
          <a:off x="6132513" y="3608179"/>
          <a:ext cx="26987" cy="30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796" name="Equation" r:id="rId3" imgW="672840" imgH="723600" progId="Equation.DSMT4">
                  <p:embed/>
                </p:oleObj>
              </mc:Choice>
              <mc:Fallback>
                <p:oleObj name="Equation" r:id="rId3" imgW="672840" imgH="7236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2513" y="3608179"/>
                        <a:ext cx="26987" cy="30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组合 1"/>
          <p:cNvGrpSpPr/>
          <p:nvPr/>
        </p:nvGrpSpPr>
        <p:grpSpPr bwMode="auto">
          <a:xfrm>
            <a:off x="899592" y="411510"/>
            <a:ext cx="2879119" cy="812520"/>
            <a:chOff x="666750" y="506094"/>
            <a:chExt cx="2879119" cy="812520"/>
          </a:xfrm>
        </p:grpSpPr>
        <p:graphicFrame>
          <p:nvGraphicFramePr>
            <p:cNvPr id="9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83043859"/>
                </p:ext>
              </p:extLst>
            </p:nvPr>
          </p:nvGraphicFramePr>
          <p:xfrm>
            <a:off x="2034589" y="506094"/>
            <a:ext cx="1511280" cy="8125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797" name="Equation" r:id="rId5" imgW="1511280" imgH="812520" progId="Equation.DSMT4">
                    <p:embed/>
                  </p:oleObj>
                </mc:Choice>
                <mc:Fallback>
                  <p:oleObj name="Equation" r:id="rId5" imgW="1511280" imgH="81252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34589" y="506094"/>
                          <a:ext cx="1511280" cy="8125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Text Box 8"/>
            <p:cNvSpPr txBox="1">
              <a:spLocks noChangeArrowheads="1"/>
            </p:cNvSpPr>
            <p:nvPr/>
          </p:nvSpPr>
          <p:spPr bwMode="auto">
            <a:xfrm>
              <a:off x="666750" y="617538"/>
              <a:ext cx="18002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 dirty="0">
                  <a:solidFill>
                    <a:srgbClr val="0064FF"/>
                  </a:solidFill>
                  <a:latin typeface="+mn-ea"/>
                  <a:ea typeface="+mn-ea"/>
                </a:rPr>
                <a:t>例</a:t>
              </a:r>
              <a:r>
                <a:rPr lang="en-US" altLang="zh-CN" sz="2400" b="1" dirty="0">
                  <a:solidFill>
                    <a:srgbClr val="0064FF"/>
                  </a:solidFill>
                  <a:latin typeface="+mn-ea"/>
                  <a:ea typeface="+mn-ea"/>
                </a:rPr>
                <a:t>6 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计算</a:t>
              </a:r>
              <a:endParaRPr lang="en-US" altLang="zh-CN" sz="24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899592" y="1596654"/>
            <a:ext cx="762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64FF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12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8485045"/>
              </p:ext>
            </p:extLst>
          </p:nvPr>
        </p:nvGraphicFramePr>
        <p:xfrm>
          <a:off x="2881326" y="2600278"/>
          <a:ext cx="156051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798" name="Equation" r:id="rId7" imgW="37490400" imgH="12192000" progId="Equation.DSMT4">
                  <p:embed/>
                </p:oleObj>
              </mc:Choice>
              <mc:Fallback>
                <p:oleObj name="Equation" r:id="rId7" imgW="37490400" imgH="121920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1326" y="2600278"/>
                        <a:ext cx="1560513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4831420"/>
              </p:ext>
            </p:extLst>
          </p:nvPr>
        </p:nvGraphicFramePr>
        <p:xfrm>
          <a:off x="4530885" y="3481352"/>
          <a:ext cx="3429000" cy="72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799" name="Equation" r:id="rId9" imgW="3429000" imgH="723600" progId="Equation.DSMT4">
                  <p:embed/>
                </p:oleObj>
              </mc:Choice>
              <mc:Fallback>
                <p:oleObj name="Equation" r:id="rId9" imgW="3429000" imgH="7236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0885" y="3481352"/>
                        <a:ext cx="3429000" cy="72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3672488"/>
              </p:ext>
            </p:extLst>
          </p:nvPr>
        </p:nvGraphicFramePr>
        <p:xfrm>
          <a:off x="1574478" y="1506548"/>
          <a:ext cx="2897187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800" name="Equation" r:id="rId11" imgW="69799200" imgH="19507200" progId="Equation.DSMT4">
                  <p:embed/>
                </p:oleObj>
              </mc:Choice>
              <mc:Fallback>
                <p:oleObj name="Equation" r:id="rId11" imgW="69799200" imgH="195072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4478" y="1506548"/>
                        <a:ext cx="2897187" cy="811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7198147"/>
              </p:ext>
            </p:extLst>
          </p:nvPr>
        </p:nvGraphicFramePr>
        <p:xfrm>
          <a:off x="1549951" y="2486821"/>
          <a:ext cx="1434960" cy="812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801" name="Equation" r:id="rId13" imgW="1434960" imgH="812520" progId="Equation.DSMT4">
                  <p:embed/>
                </p:oleObj>
              </mc:Choice>
              <mc:Fallback>
                <p:oleObj name="Equation" r:id="rId13" imgW="1434960" imgH="81252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9951" y="2486821"/>
                        <a:ext cx="1434960" cy="8125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5187126"/>
              </p:ext>
            </p:extLst>
          </p:nvPr>
        </p:nvGraphicFramePr>
        <p:xfrm>
          <a:off x="4535936" y="2714598"/>
          <a:ext cx="2323800" cy="279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802" name="Equation" r:id="rId15" imgW="55778400" imgH="6705600" progId="Equation.DSMT4">
                  <p:embed/>
                </p:oleObj>
              </mc:Choice>
              <mc:Fallback>
                <p:oleObj name="Equation" r:id="rId15" imgW="55778400" imgH="67056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5936" y="2714598"/>
                        <a:ext cx="2323800" cy="2793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6"/>
          <p:cNvSpPr txBox="1">
            <a:spLocks noChangeArrowheads="1"/>
          </p:cNvSpPr>
          <p:nvPr/>
        </p:nvSpPr>
        <p:spPr bwMode="auto">
          <a:xfrm>
            <a:off x="326593" y="2595388"/>
            <a:ext cx="11459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>
                <a:latin typeface="宋体" panose="02010600030101010101" pitchFamily="2" charset="-122"/>
              </a:rPr>
              <a:t>于是</a:t>
            </a:r>
            <a:endParaRPr lang="en-US" altLang="zh-CN" sz="2400" b="1">
              <a:latin typeface="宋体" panose="02010600030101010101" pitchFamily="2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672337" y="1627181"/>
            <a:ext cx="2616200" cy="461665"/>
            <a:chOff x="4672337" y="1941715"/>
            <a:chExt cx="2616200" cy="461665"/>
          </a:xfrm>
        </p:grpSpPr>
        <p:sp>
          <p:nvSpPr>
            <p:cNvPr id="17" name="Text Box 6"/>
            <p:cNvSpPr txBox="1">
              <a:spLocks noChangeArrowheads="1"/>
            </p:cNvSpPr>
            <p:nvPr/>
          </p:nvSpPr>
          <p:spPr bwMode="auto">
            <a:xfrm>
              <a:off x="4672337" y="1941715"/>
              <a:ext cx="26162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b="1">
                  <a:latin typeface="宋体" panose="02010600030101010101" pitchFamily="2" charset="-122"/>
                </a:rPr>
                <a:t>所以    为瑕点</a:t>
              </a:r>
              <a:r>
                <a:rPr lang="en-US" altLang="zh-CN" sz="2400" b="1">
                  <a:latin typeface="宋体" panose="02010600030101010101" pitchFamily="2" charset="-122"/>
                </a:rPr>
                <a:t>.</a:t>
              </a:r>
            </a:p>
          </p:txBody>
        </p:sp>
        <p:graphicFrame>
          <p:nvGraphicFramePr>
            <p:cNvPr id="21" name="对象 3"/>
            <p:cNvGraphicFramePr>
              <a:graphicFrameLocks noChangeAspect="1"/>
            </p:cNvGraphicFramePr>
            <p:nvPr/>
          </p:nvGraphicFramePr>
          <p:xfrm>
            <a:off x="5292080" y="2044117"/>
            <a:ext cx="672840" cy="3427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803" name="Equation" r:id="rId17" imgW="16154400" imgH="8229600" progId="Equation.DSMT4">
                    <p:embed/>
                  </p:oleObj>
                </mc:Choice>
                <mc:Fallback>
                  <p:oleObj name="Equation" r:id="rId17" imgW="16154400" imgH="8229600" progId="Equation.DSMT4">
                    <p:embed/>
                    <p:pic>
                      <p:nvPicPr>
                        <p:cNvPr id="0" name="对象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92080" y="2044117"/>
                          <a:ext cx="672840" cy="3427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1"/>
          <p:cNvGrpSpPr/>
          <p:nvPr/>
        </p:nvGrpSpPr>
        <p:grpSpPr bwMode="auto">
          <a:xfrm>
            <a:off x="971600" y="267494"/>
            <a:ext cx="5418700" cy="736600"/>
            <a:chOff x="666749" y="475587"/>
            <a:chExt cx="5418700" cy="736600"/>
          </a:xfrm>
        </p:grpSpPr>
        <p:graphicFrame>
          <p:nvGraphicFramePr>
            <p:cNvPr id="9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40356805"/>
                </p:ext>
              </p:extLst>
            </p:nvPr>
          </p:nvGraphicFramePr>
          <p:xfrm>
            <a:off x="2053001" y="475587"/>
            <a:ext cx="8509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095" name="Equation" r:id="rId3" imgW="850680" imgH="736560" progId="Equation.DSMT4">
                    <p:embed/>
                  </p:oleObj>
                </mc:Choice>
                <mc:Fallback>
                  <p:oleObj name="Equation" r:id="rId3" imgW="850680" imgH="73656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53001" y="475587"/>
                          <a:ext cx="850900" cy="736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Text Box 8"/>
            <p:cNvSpPr txBox="1">
              <a:spLocks noChangeArrowheads="1"/>
            </p:cNvSpPr>
            <p:nvPr/>
          </p:nvSpPr>
          <p:spPr bwMode="auto">
            <a:xfrm>
              <a:off x="666749" y="617538"/>
              <a:ext cx="54187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 dirty="0">
                  <a:solidFill>
                    <a:srgbClr val="0064FF"/>
                  </a:solidFill>
                  <a:latin typeface="+mn-ea"/>
                  <a:ea typeface="+mn-ea"/>
                </a:rPr>
                <a:t>例</a:t>
              </a:r>
              <a:r>
                <a:rPr lang="en-US" altLang="zh-CN" sz="2400" b="1" dirty="0">
                  <a:solidFill>
                    <a:srgbClr val="0064FF"/>
                  </a:solidFill>
                  <a:latin typeface="+mn-ea"/>
                  <a:ea typeface="+mn-ea"/>
                </a:rPr>
                <a:t>7 </a:t>
              </a:r>
              <a:r>
                <a:rPr lang="zh-CN" altLang="en-US" sz="2400" b="1" dirty="0">
                  <a:latin typeface="宋体" panose="02010600030101010101" pitchFamily="2" charset="-122"/>
                  <a:ea typeface="+mn-ea"/>
                </a:rPr>
                <a:t>计算    </a:t>
              </a:r>
              <a:endParaRPr lang="en-US" altLang="zh-CN" sz="24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975786" y="1204500"/>
            <a:ext cx="762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1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6139431"/>
              </p:ext>
            </p:extLst>
          </p:nvPr>
        </p:nvGraphicFramePr>
        <p:xfrm>
          <a:off x="5814236" y="2108754"/>
          <a:ext cx="2628720" cy="888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096" name="Equation" r:id="rId5" imgW="2628720" imgH="888840" progId="Equation.DSMT4">
                  <p:embed/>
                </p:oleObj>
              </mc:Choice>
              <mc:Fallback>
                <p:oleObj name="Equation" r:id="rId5" imgW="2628720" imgH="88884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4236" y="2108754"/>
                        <a:ext cx="2628720" cy="88884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5069335"/>
              </p:ext>
            </p:extLst>
          </p:nvPr>
        </p:nvGraphicFramePr>
        <p:xfrm>
          <a:off x="7595238" y="3513932"/>
          <a:ext cx="7937" cy="1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097" name="Equation" r:id="rId7" imgW="177480" imgH="291960" progId="Equation.DSMT4">
                  <p:embed/>
                </p:oleObj>
              </mc:Choice>
              <mc:Fallback>
                <p:oleObj name="Equation" r:id="rId7" imgW="177480" imgH="29196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5238" y="3513932"/>
                        <a:ext cx="7937" cy="12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/>
          <p:cNvGrpSpPr/>
          <p:nvPr/>
        </p:nvGrpSpPr>
        <p:grpSpPr>
          <a:xfrm>
            <a:off x="379649" y="3929857"/>
            <a:ext cx="3646878" cy="736600"/>
            <a:chOff x="883250" y="4016813"/>
            <a:chExt cx="3646878" cy="736600"/>
          </a:xfrm>
        </p:grpSpPr>
        <p:sp>
          <p:nvSpPr>
            <p:cNvPr id="2" name="矩形 1"/>
            <p:cNvSpPr/>
            <p:nvPr/>
          </p:nvSpPr>
          <p:spPr>
            <a:xfrm>
              <a:off x="883250" y="4153892"/>
              <a:ext cx="364687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故反常积分       发散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.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19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77863571"/>
                </p:ext>
              </p:extLst>
            </p:nvPr>
          </p:nvGraphicFramePr>
          <p:xfrm>
            <a:off x="2661354" y="4016813"/>
            <a:ext cx="992187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098" name="Equation" r:id="rId9" imgW="23774400" imgH="17678400" progId="Equation.DSMT4">
                    <p:embed/>
                  </p:oleObj>
                </mc:Choice>
                <mc:Fallback>
                  <p:oleObj name="Equation" r:id="rId9" imgW="23774400" imgH="1767840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61354" y="4016813"/>
                          <a:ext cx="992187" cy="736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1979475"/>
              </p:ext>
            </p:extLst>
          </p:nvPr>
        </p:nvGraphicFramePr>
        <p:xfrm>
          <a:off x="1717501" y="1120684"/>
          <a:ext cx="2095200" cy="736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099" name="Equation" r:id="rId11" imgW="2095200" imgH="736560" progId="Equation.DSMT4">
                  <p:embed/>
                </p:oleObj>
              </mc:Choice>
              <mc:Fallback>
                <p:oleObj name="Equation" r:id="rId11" imgW="2095200" imgH="73656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7501" y="1120684"/>
                        <a:ext cx="2095200" cy="7365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9861196"/>
              </p:ext>
            </p:extLst>
          </p:nvPr>
        </p:nvGraphicFramePr>
        <p:xfrm>
          <a:off x="379649" y="2048025"/>
          <a:ext cx="1881187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100" name="Equation" r:id="rId13" imgW="45110400" imgH="17678400" progId="Equation.DSMT4">
                  <p:embed/>
                </p:oleObj>
              </mc:Choice>
              <mc:Fallback>
                <p:oleObj name="Equation" r:id="rId13" imgW="45110400" imgH="176784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649" y="2048025"/>
                        <a:ext cx="1881187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6997366"/>
              </p:ext>
            </p:extLst>
          </p:nvPr>
        </p:nvGraphicFramePr>
        <p:xfrm>
          <a:off x="2257497" y="2093251"/>
          <a:ext cx="2286000" cy="736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101" name="Equation" r:id="rId15" imgW="2286000" imgH="736560" progId="Equation.DSMT4">
                  <p:embed/>
                </p:oleObj>
              </mc:Choice>
              <mc:Fallback>
                <p:oleObj name="Equation" r:id="rId15" imgW="2286000" imgH="73656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7497" y="2093251"/>
                        <a:ext cx="2286000" cy="7365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7216303"/>
              </p:ext>
            </p:extLst>
          </p:nvPr>
        </p:nvGraphicFramePr>
        <p:xfrm>
          <a:off x="1956262" y="2935414"/>
          <a:ext cx="1206360" cy="888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102" name="Equation" r:id="rId17" imgW="1206360" imgH="888840" progId="Equation.DSMT4">
                  <p:embed/>
                </p:oleObj>
              </mc:Choice>
              <mc:Fallback>
                <p:oleObj name="Equation" r:id="rId17" imgW="1206360" imgH="88884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6262" y="2935414"/>
                        <a:ext cx="1206360" cy="8888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4402878"/>
              </p:ext>
            </p:extLst>
          </p:nvPr>
        </p:nvGraphicFramePr>
        <p:xfrm>
          <a:off x="1128391" y="3020184"/>
          <a:ext cx="774360" cy="736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103" name="Equation" r:id="rId19" imgW="774360" imgH="736560" progId="Equation.DSMT4">
                  <p:embed/>
                </p:oleObj>
              </mc:Choice>
              <mc:Fallback>
                <p:oleObj name="Equation" r:id="rId19" imgW="774360" imgH="736560" progId="Equation.DSMT4">
                  <p:embed/>
                  <p:pic>
                    <p:nvPicPr>
                      <p:cNvPr id="0" name="对象 4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128391" y="3020184"/>
                        <a:ext cx="774360" cy="7365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1840453"/>
              </p:ext>
            </p:extLst>
          </p:nvPr>
        </p:nvGraphicFramePr>
        <p:xfrm>
          <a:off x="3162622" y="3011554"/>
          <a:ext cx="1739880" cy="736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104" name="Equation" r:id="rId21" imgW="1739880" imgH="736560" progId="Equation.DSMT4">
                  <p:embed/>
                </p:oleObj>
              </mc:Choice>
              <mc:Fallback>
                <p:oleObj name="Equation" r:id="rId21" imgW="1739880" imgH="73656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2622" y="3011554"/>
                        <a:ext cx="1739880" cy="7365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Text Box 6"/>
          <p:cNvSpPr txBox="1">
            <a:spLocks noChangeArrowheads="1"/>
          </p:cNvSpPr>
          <p:nvPr/>
        </p:nvSpPr>
        <p:spPr bwMode="auto">
          <a:xfrm>
            <a:off x="379649" y="3119621"/>
            <a:ext cx="685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而</a:t>
            </a:r>
            <a:endParaRPr lang="en-US" altLang="zh-CN" sz="2400" b="1" dirty="0">
              <a:latin typeface="宋体" panose="02010600030101010101" pitchFamily="2" charset="-122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6712058" y="2116766"/>
            <a:ext cx="779956" cy="880828"/>
            <a:chOff x="6463814" y="694392"/>
            <a:chExt cx="779956" cy="880828"/>
          </a:xfrm>
        </p:grpSpPr>
        <p:cxnSp>
          <p:nvCxnSpPr>
            <p:cNvPr id="12" name="直接连接符 11"/>
            <p:cNvCxnSpPr/>
            <p:nvPr/>
          </p:nvCxnSpPr>
          <p:spPr>
            <a:xfrm>
              <a:off x="6496808" y="694392"/>
              <a:ext cx="746962" cy="880828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 flipV="1">
              <a:off x="6463814" y="694394"/>
              <a:ext cx="755163" cy="880826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1383589"/>
              </p:ext>
            </p:extLst>
          </p:nvPr>
        </p:nvGraphicFramePr>
        <p:xfrm>
          <a:off x="4956461" y="3266924"/>
          <a:ext cx="736560" cy="279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105" name="Equation" r:id="rId23" imgW="17678400" imgH="6705600" progId="Equation.DSMT4">
                  <p:embed/>
                </p:oleObj>
              </mc:Choice>
              <mc:Fallback>
                <p:oleObj name="Equation" r:id="rId23" imgW="17678400" imgH="6705600" progId="Equation.DSMT4">
                  <p:embed/>
                  <p:pic>
                    <p:nvPicPr>
                      <p:cNvPr id="0" name="图片 75309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4956461" y="3266924"/>
                        <a:ext cx="736560" cy="2793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/>
          <p:cNvGrpSpPr/>
          <p:nvPr/>
        </p:nvGrpSpPr>
        <p:grpSpPr>
          <a:xfrm>
            <a:off x="3937425" y="1204753"/>
            <a:ext cx="2774633" cy="461665"/>
            <a:chOff x="4098412" y="1472168"/>
            <a:chExt cx="2774633" cy="461665"/>
          </a:xfrm>
        </p:grpSpPr>
        <p:sp>
          <p:nvSpPr>
            <p:cNvPr id="27" name="Text Box 6"/>
            <p:cNvSpPr txBox="1">
              <a:spLocks noChangeArrowheads="1"/>
            </p:cNvSpPr>
            <p:nvPr/>
          </p:nvSpPr>
          <p:spPr bwMode="auto">
            <a:xfrm>
              <a:off x="4098412" y="1472168"/>
              <a:ext cx="277463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b="1">
                  <a:latin typeface="宋体" panose="02010600030101010101" pitchFamily="2" charset="-122"/>
                </a:rPr>
                <a:t>所以     为瑕点</a:t>
              </a:r>
              <a:r>
                <a:rPr lang="en-US" altLang="zh-CN" sz="2400" b="1">
                  <a:latin typeface="宋体" panose="02010600030101010101" pitchFamily="2" charset="-122"/>
                </a:rPr>
                <a:t>.</a:t>
              </a:r>
            </a:p>
          </p:txBody>
        </p:sp>
        <p:graphicFrame>
          <p:nvGraphicFramePr>
            <p:cNvPr id="35" name="对象 3"/>
            <p:cNvGraphicFramePr>
              <a:graphicFrameLocks noChangeAspect="1"/>
            </p:cNvGraphicFramePr>
            <p:nvPr/>
          </p:nvGraphicFramePr>
          <p:xfrm>
            <a:off x="4823134" y="1582939"/>
            <a:ext cx="6985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106" name="Equation" r:id="rId25" imgW="16764000" imgH="8229600" progId="Equation.DSMT4">
                    <p:embed/>
                  </p:oleObj>
                </mc:Choice>
                <mc:Fallback>
                  <p:oleObj name="Equation" r:id="rId25" imgW="16764000" imgH="8229600" progId="Equation.DSMT4">
                    <p:embed/>
                    <p:pic>
                      <p:nvPicPr>
                        <p:cNvPr id="0" name="对象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23134" y="1582939"/>
                          <a:ext cx="6985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825196" y="1377075"/>
            <a:ext cx="762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证</a:t>
            </a:r>
          </a:p>
        </p:txBody>
      </p:sp>
      <p:graphicFrame>
        <p:nvGraphicFramePr>
          <p:cNvPr id="1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9196983"/>
              </p:ext>
            </p:extLst>
          </p:nvPr>
        </p:nvGraphicFramePr>
        <p:xfrm>
          <a:off x="2609878" y="1985622"/>
          <a:ext cx="1568412" cy="482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758" name="Equation" r:id="rId3" imgW="39624000" imgH="12192000" progId="Equation.DSMT4">
                  <p:embed/>
                </p:oleObj>
              </mc:Choice>
              <mc:Fallback>
                <p:oleObj name="Equation" r:id="rId3" imgW="39624000" imgH="121920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9878" y="1985622"/>
                        <a:ext cx="1568412" cy="482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714933"/>
              </p:ext>
            </p:extLst>
          </p:nvPr>
        </p:nvGraphicFramePr>
        <p:xfrm>
          <a:off x="2895605" y="3176907"/>
          <a:ext cx="1761300" cy="9169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759" name="Equation" r:id="rId5" imgW="44500800" imgH="23164800" progId="Equation.DSMT4">
                  <p:embed/>
                </p:oleObj>
              </mc:Choice>
              <mc:Fallback>
                <p:oleObj name="Equation" r:id="rId5" imgW="44500800" imgH="231648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5" y="3176907"/>
                        <a:ext cx="1761300" cy="9169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7086327"/>
              </p:ext>
            </p:extLst>
          </p:nvPr>
        </p:nvGraphicFramePr>
        <p:xfrm>
          <a:off x="7310959" y="2150402"/>
          <a:ext cx="736560" cy="279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760" name="Equation" r:id="rId7" imgW="736560" imgH="279360" progId="Equation.DSMT4">
                  <p:embed/>
                </p:oleObj>
              </mc:Choice>
              <mc:Fallback>
                <p:oleObj name="Equation" r:id="rId7" imgW="736560" imgH="27936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0959" y="2150402"/>
                        <a:ext cx="736560" cy="2793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1351806" y="1373933"/>
            <a:ext cx="1943100" cy="461665"/>
            <a:chOff x="783872" y="1630665"/>
            <a:chExt cx="1943100" cy="461665"/>
          </a:xfrm>
        </p:grpSpPr>
        <p:sp>
          <p:nvSpPr>
            <p:cNvPr id="31" name="矩形 30"/>
            <p:cNvSpPr/>
            <p:nvPr/>
          </p:nvSpPr>
          <p:spPr>
            <a:xfrm>
              <a:off x="783872" y="1630665"/>
              <a:ext cx="194310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>
                  <a:latin typeface="宋体" panose="02010600030101010101" pitchFamily="2" charset="-122"/>
                  <a:ea typeface="宋体" panose="02010600030101010101" pitchFamily="2" charset="-122"/>
                </a:rPr>
                <a:t>当     时，</a:t>
              </a:r>
            </a:p>
          </p:txBody>
        </p:sp>
        <p:graphicFrame>
          <p:nvGraphicFramePr>
            <p:cNvPr id="32" name="Object 7"/>
            <p:cNvGraphicFramePr>
              <a:graphicFrameLocks noChangeAspect="1"/>
            </p:cNvGraphicFramePr>
            <p:nvPr/>
          </p:nvGraphicFramePr>
          <p:xfrm>
            <a:off x="1247315" y="1748730"/>
            <a:ext cx="596880" cy="3427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2761" name="Equation" r:id="rId9" imgW="14325600" imgH="8229600" progId="Equation.DSMT4">
                    <p:embed/>
                  </p:oleObj>
                </mc:Choice>
                <mc:Fallback>
                  <p:oleObj name="Equation" r:id="rId9" imgW="14325600" imgH="822960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7315" y="1748730"/>
                          <a:ext cx="596880" cy="3427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3" name="矩形 32"/>
          <p:cNvSpPr/>
          <p:nvPr/>
        </p:nvSpPr>
        <p:spPr>
          <a:xfrm>
            <a:off x="7920445" y="1968097"/>
            <a:ext cx="9715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发散</a:t>
            </a:r>
          </a:p>
        </p:txBody>
      </p:sp>
      <p:grpSp>
        <p:nvGrpSpPr>
          <p:cNvPr id="34" name="组合 33"/>
          <p:cNvGrpSpPr/>
          <p:nvPr/>
        </p:nvGrpSpPr>
        <p:grpSpPr>
          <a:xfrm>
            <a:off x="1366253" y="2659038"/>
            <a:ext cx="1943100" cy="461665"/>
            <a:chOff x="783872" y="1630665"/>
            <a:chExt cx="1943100" cy="461665"/>
          </a:xfrm>
        </p:grpSpPr>
        <p:sp>
          <p:nvSpPr>
            <p:cNvPr id="35" name="矩形 34"/>
            <p:cNvSpPr/>
            <p:nvPr/>
          </p:nvSpPr>
          <p:spPr>
            <a:xfrm>
              <a:off x="783872" y="1630665"/>
              <a:ext cx="194310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>
                  <a:latin typeface="宋体" panose="02010600030101010101" pitchFamily="2" charset="-122"/>
                  <a:ea typeface="宋体" panose="02010600030101010101" pitchFamily="2" charset="-122"/>
                </a:rPr>
                <a:t>当     时，</a:t>
              </a:r>
            </a:p>
          </p:txBody>
        </p:sp>
        <p:graphicFrame>
          <p:nvGraphicFramePr>
            <p:cNvPr id="36" name="Object 7"/>
            <p:cNvGraphicFramePr>
              <a:graphicFrameLocks noChangeAspect="1"/>
            </p:cNvGraphicFramePr>
            <p:nvPr/>
          </p:nvGraphicFramePr>
          <p:xfrm>
            <a:off x="1233574" y="1731689"/>
            <a:ext cx="6096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2762" name="Equation" r:id="rId11" imgW="14630400" imgH="8229600" progId="Equation.DSMT4">
                    <p:embed/>
                  </p:oleObj>
                </mc:Choice>
                <mc:Fallback>
                  <p:oleObj name="Equation" r:id="rId11" imgW="14630400" imgH="822960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33574" y="1731689"/>
                          <a:ext cx="6096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5708016"/>
              </p:ext>
            </p:extLst>
          </p:nvPr>
        </p:nvGraphicFramePr>
        <p:xfrm>
          <a:off x="4684076" y="3244570"/>
          <a:ext cx="542754" cy="820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763" name="Equation" r:id="rId13" imgW="13716000" imgH="20726400" progId="Equation.DSMT4">
                  <p:embed/>
                </p:oleObj>
              </mc:Choice>
              <mc:Fallback>
                <p:oleObj name="Equation" r:id="rId13" imgW="13716000" imgH="207264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4076" y="3244570"/>
                        <a:ext cx="542754" cy="8201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1117843"/>
              </p:ext>
            </p:extLst>
          </p:nvPr>
        </p:nvGraphicFramePr>
        <p:xfrm>
          <a:off x="5366198" y="3220491"/>
          <a:ext cx="470250" cy="2653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764" name="Equation" r:id="rId15" imgW="11887200" imgH="6705600" progId="Equation.DSMT4">
                  <p:embed/>
                </p:oleObj>
              </mc:Choice>
              <mc:Fallback>
                <p:oleObj name="Equation" r:id="rId15" imgW="11887200" imgH="67056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6198" y="3220491"/>
                        <a:ext cx="470250" cy="2653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2158821"/>
              </p:ext>
            </p:extLst>
          </p:nvPr>
        </p:nvGraphicFramePr>
        <p:xfrm>
          <a:off x="5086175" y="3600497"/>
          <a:ext cx="1218546" cy="7842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765" name="Equation" r:id="rId17" imgW="30784800" imgH="19812000" progId="Equation.DSMT4">
                  <p:embed/>
                </p:oleObj>
              </mc:Choice>
              <mc:Fallback>
                <p:oleObj name="Equation" r:id="rId17" imgW="30784800" imgH="198120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6175" y="3600497"/>
                        <a:ext cx="1218546" cy="7842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4367699"/>
              </p:ext>
            </p:extLst>
          </p:nvPr>
        </p:nvGraphicFramePr>
        <p:xfrm>
          <a:off x="6876580" y="3193925"/>
          <a:ext cx="672840" cy="34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766" name="Equation" r:id="rId19" imgW="672840" imgH="342720" progId="Equation.DSMT4">
                  <p:embed/>
                </p:oleObj>
              </mc:Choice>
              <mc:Fallback>
                <p:oleObj name="Equation" r:id="rId19" imgW="672840" imgH="34272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6580" y="3193925"/>
                        <a:ext cx="672840" cy="3427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3173823"/>
              </p:ext>
            </p:extLst>
          </p:nvPr>
        </p:nvGraphicFramePr>
        <p:xfrm>
          <a:off x="6688533" y="3828646"/>
          <a:ext cx="1130040" cy="34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767" name="Equation" r:id="rId21" imgW="1130040" imgH="342720" progId="Equation.DSMT4">
                  <p:embed/>
                </p:oleObj>
              </mc:Choice>
              <mc:Fallback>
                <p:oleObj name="Equation" r:id="rId21" imgW="1130040" imgH="34272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8533" y="3828646"/>
                        <a:ext cx="1130040" cy="3427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矩形 41"/>
          <p:cNvSpPr/>
          <p:nvPr/>
        </p:nvSpPr>
        <p:spPr>
          <a:xfrm>
            <a:off x="7818573" y="3074980"/>
            <a:ext cx="9715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发散</a:t>
            </a:r>
          </a:p>
        </p:txBody>
      </p:sp>
      <p:sp>
        <p:nvSpPr>
          <p:cNvPr id="43" name="矩形 42"/>
          <p:cNvSpPr/>
          <p:nvPr/>
        </p:nvSpPr>
        <p:spPr>
          <a:xfrm>
            <a:off x="7861426" y="3709873"/>
            <a:ext cx="9715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收敛</a:t>
            </a:r>
          </a:p>
        </p:txBody>
      </p:sp>
      <p:graphicFrame>
        <p:nvGraphicFramePr>
          <p:cNvPr id="2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5154267"/>
              </p:ext>
            </p:extLst>
          </p:nvPr>
        </p:nvGraphicFramePr>
        <p:xfrm>
          <a:off x="4215976" y="2057876"/>
          <a:ext cx="2955906" cy="47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768" name="Equation" r:id="rId23" imgW="74676000" imgH="11887200" progId="Equation.DSMT4">
                  <p:embed/>
                </p:oleObj>
              </mc:Choice>
              <mc:Fallback>
                <p:oleObj name="Equation" r:id="rId23" imgW="74676000" imgH="11887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5976" y="2057876"/>
                        <a:ext cx="2955906" cy="47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/>
          <p:cNvGrpSpPr/>
          <p:nvPr/>
        </p:nvGrpSpPr>
        <p:grpSpPr>
          <a:xfrm>
            <a:off x="827584" y="123478"/>
            <a:ext cx="7639683" cy="747954"/>
            <a:chOff x="251519" y="491366"/>
            <a:chExt cx="7639683" cy="747954"/>
          </a:xfrm>
        </p:grpSpPr>
        <p:sp>
          <p:nvSpPr>
            <p:cNvPr id="10" name="Text Box 8"/>
            <p:cNvSpPr txBox="1">
              <a:spLocks noChangeArrowheads="1"/>
            </p:cNvSpPr>
            <p:nvPr/>
          </p:nvSpPr>
          <p:spPr bwMode="auto">
            <a:xfrm>
              <a:off x="251519" y="616266"/>
              <a:ext cx="763968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 dirty="0">
                  <a:solidFill>
                    <a:srgbClr val="0064FF"/>
                  </a:solidFill>
                  <a:latin typeface="+mn-ea"/>
                  <a:ea typeface="+mn-ea"/>
                </a:rPr>
                <a:t>例</a:t>
              </a:r>
              <a:r>
                <a:rPr lang="en-US" altLang="zh-CN" sz="2400" b="1" dirty="0">
                  <a:solidFill>
                    <a:srgbClr val="0064FF"/>
                  </a:solidFill>
                  <a:latin typeface="+mn-ea"/>
                  <a:ea typeface="+mn-ea"/>
                </a:rPr>
                <a:t>8 </a:t>
              </a:r>
              <a:r>
                <a:rPr lang="zh-CN" altLang="en-US" sz="2400" b="1" dirty="0">
                  <a:latin typeface="宋体" panose="02010600030101010101" pitchFamily="2" charset="-122"/>
                  <a:ea typeface="+mn-ea"/>
                </a:rPr>
                <a:t>证明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反常积分   </a:t>
              </a:r>
              <a:r>
                <a:rPr lang="zh-CN" altLang="en-US" sz="2400" b="1" dirty="0">
                  <a:solidFill>
                    <a:srgbClr val="0064FF"/>
                  </a:solidFill>
                  <a:latin typeface="宋体" panose="02010600030101010101" pitchFamily="2" charset="-122"/>
                </a:rPr>
                <a:t>            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当        时收敛，</a:t>
              </a:r>
              <a:endParaRPr lang="en-US" altLang="zh-CN" sz="2400" b="1" dirty="0">
                <a:latin typeface="宋体" panose="02010600030101010101" pitchFamily="2" charset="-122"/>
              </a:endParaRPr>
            </a:p>
          </p:txBody>
        </p:sp>
        <p:graphicFrame>
          <p:nvGraphicFramePr>
            <p:cNvPr id="44" name="Object 3"/>
            <p:cNvGraphicFramePr>
              <a:graphicFrameLocks noChangeAspect="1"/>
            </p:cNvGraphicFramePr>
            <p:nvPr/>
          </p:nvGraphicFramePr>
          <p:xfrm>
            <a:off x="2853558" y="491366"/>
            <a:ext cx="2171700" cy="7479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2769" name="Equation" r:id="rId25" imgW="54864000" imgH="18897600" progId="Equation.DSMT4">
                    <p:embed/>
                  </p:oleObj>
                </mc:Choice>
                <mc:Fallback>
                  <p:oleObj name="Equation" r:id="rId25" imgW="54864000" imgH="18897600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biLevel thresh="50000"/>
                          <a:grayscl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53558" y="491366"/>
                          <a:ext cx="2171700" cy="7479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" name="Object 7"/>
            <p:cNvGraphicFramePr>
              <a:graphicFrameLocks noChangeAspect="1"/>
            </p:cNvGraphicFramePr>
            <p:nvPr/>
          </p:nvGraphicFramePr>
          <p:xfrm>
            <a:off x="5504950" y="746984"/>
            <a:ext cx="989064" cy="3255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2770" name="Equation" r:id="rId27" imgW="24993600" imgH="8229600" progId="Equation.DSMT4">
                    <p:embed/>
                  </p:oleObj>
                </mc:Choice>
                <mc:Fallback>
                  <p:oleObj name="Equation" r:id="rId27" imgW="24993600" imgH="822960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04950" y="746984"/>
                          <a:ext cx="989064" cy="3255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组合 5"/>
          <p:cNvGrpSpPr/>
          <p:nvPr/>
        </p:nvGrpSpPr>
        <p:grpSpPr>
          <a:xfrm>
            <a:off x="324475" y="805895"/>
            <a:ext cx="2510624" cy="461665"/>
            <a:chOff x="311953" y="1202085"/>
            <a:chExt cx="2510624" cy="461665"/>
          </a:xfrm>
        </p:grpSpPr>
        <p:graphicFrame>
          <p:nvGraphicFramePr>
            <p:cNvPr id="46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53951009"/>
                </p:ext>
              </p:extLst>
            </p:nvPr>
          </p:nvGraphicFramePr>
          <p:xfrm>
            <a:off x="895234" y="1284542"/>
            <a:ext cx="596880" cy="3427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2771" name="Equation" r:id="rId29" imgW="596880" imgH="342720" progId="Equation.DSMT4">
                    <p:embed/>
                  </p:oleObj>
                </mc:Choice>
                <mc:Fallback>
                  <p:oleObj name="Equation" r:id="rId29" imgW="596880" imgH="34272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95234" y="1284542"/>
                          <a:ext cx="596880" cy="3427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矩形 4"/>
            <p:cNvSpPr/>
            <p:nvPr/>
          </p:nvSpPr>
          <p:spPr>
            <a:xfrm>
              <a:off x="311953" y="1202085"/>
              <a:ext cx="251062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</a:rPr>
                <a:t>当      时发散</a:t>
              </a:r>
              <a:r>
                <a:rPr lang="en-US" altLang="zh-CN" sz="2400" b="1" dirty="0">
                  <a:latin typeface="宋体" panose="02010600030101010101" pitchFamily="2" charset="-122"/>
                </a:rPr>
                <a:t>.</a:t>
              </a:r>
              <a:endParaRPr lang="zh-CN" altLang="en-US" sz="2400" dirty="0"/>
            </a:p>
          </p:txBody>
        </p:sp>
      </p:grpSp>
      <p:graphicFrame>
        <p:nvGraphicFramePr>
          <p:cNvPr id="4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2634037"/>
              </p:ext>
            </p:extLst>
          </p:nvPr>
        </p:nvGraphicFramePr>
        <p:xfrm>
          <a:off x="1619692" y="1910112"/>
          <a:ext cx="952500" cy="700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772" name="Equation" r:id="rId31" imgW="24079200" imgH="17678400" progId="Equation.DSMT4">
                  <p:embed/>
                </p:oleObj>
              </mc:Choice>
              <mc:Fallback>
                <p:oleObj name="Equation" r:id="rId31" imgW="24079200" imgH="176784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biLevel thresh="50000"/>
                        <a:grayscl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692" y="1910112"/>
                        <a:ext cx="952500" cy="700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9860328"/>
              </p:ext>
            </p:extLst>
          </p:nvPr>
        </p:nvGraphicFramePr>
        <p:xfrm>
          <a:off x="1592268" y="3283609"/>
          <a:ext cx="1303337" cy="747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773" name="Equation" r:id="rId33" imgW="32918400" imgH="18897600" progId="Equation.DSMT4">
                  <p:embed/>
                </p:oleObj>
              </mc:Choice>
              <mc:Fallback>
                <p:oleObj name="Equation" r:id="rId33" imgW="32918400" imgH="18897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biLevel thresh="50000"/>
                        <a:grayscl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2268" y="3283609"/>
                        <a:ext cx="1303337" cy="747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9" name="组合 48"/>
          <p:cNvGrpSpPr/>
          <p:nvPr/>
        </p:nvGrpSpPr>
        <p:grpSpPr>
          <a:xfrm>
            <a:off x="358616" y="4278045"/>
            <a:ext cx="7361926" cy="461665"/>
            <a:chOff x="824832" y="4634396"/>
            <a:chExt cx="7361926" cy="461665"/>
          </a:xfrm>
        </p:grpSpPr>
        <p:sp>
          <p:nvSpPr>
            <p:cNvPr id="50" name="Text Box 24"/>
            <p:cNvSpPr txBox="1">
              <a:spLocks noChangeArrowheads="1"/>
            </p:cNvSpPr>
            <p:nvPr/>
          </p:nvSpPr>
          <p:spPr bwMode="auto">
            <a:xfrm>
              <a:off x="824832" y="4634396"/>
              <a:ext cx="736192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b="1">
                  <a:latin typeface="宋体" panose="02010600030101010101" pitchFamily="2" charset="-122"/>
                </a:rPr>
                <a:t>故此反常积分当        时收敛，当     时发散</a:t>
              </a:r>
              <a:r>
                <a:rPr lang="en-US" altLang="zh-CN" sz="2400" b="1">
                  <a:latin typeface="宋体" panose="02010600030101010101" pitchFamily="2" charset="-122"/>
                </a:rPr>
                <a:t>.</a:t>
              </a:r>
              <a:endParaRPr lang="zh-CN" altLang="en-US" sz="2400" b="1">
                <a:latin typeface="宋体" panose="02010600030101010101" pitchFamily="2" charset="-122"/>
              </a:endParaRPr>
            </a:p>
          </p:txBody>
        </p:sp>
        <p:graphicFrame>
          <p:nvGraphicFramePr>
            <p:cNvPr id="51" name="Object 7"/>
            <p:cNvGraphicFramePr>
              <a:graphicFrameLocks noChangeAspect="1"/>
            </p:cNvGraphicFramePr>
            <p:nvPr/>
          </p:nvGraphicFramePr>
          <p:xfrm>
            <a:off x="5915220" y="4748675"/>
            <a:ext cx="567036" cy="3255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2774" name="Equation" r:id="rId35" imgW="14325600" imgH="8229600" progId="Equation.DSMT4">
                    <p:embed/>
                  </p:oleObj>
                </mc:Choice>
                <mc:Fallback>
                  <p:oleObj name="Equation" r:id="rId35" imgW="14325600" imgH="822960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15220" y="4748675"/>
                          <a:ext cx="567036" cy="3255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" name="Object 7"/>
            <p:cNvGraphicFramePr>
              <a:graphicFrameLocks noChangeAspect="1"/>
            </p:cNvGraphicFramePr>
            <p:nvPr/>
          </p:nvGraphicFramePr>
          <p:xfrm>
            <a:off x="3184918" y="4748675"/>
            <a:ext cx="989064" cy="3255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2775" name="Equation" r:id="rId37" imgW="24993600" imgH="8229600" progId="Equation.DSMT4">
                    <p:embed/>
                  </p:oleObj>
                </mc:Choice>
                <mc:Fallback>
                  <p:oleObj name="Equation" r:id="rId37" imgW="24993600" imgH="822960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84918" y="4748675"/>
                          <a:ext cx="989064" cy="3255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42" grpId="0"/>
      <p:bldP spid="4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5070619"/>
              </p:ext>
            </p:extLst>
          </p:nvPr>
        </p:nvGraphicFramePr>
        <p:xfrm>
          <a:off x="771998" y="1895559"/>
          <a:ext cx="4711680" cy="787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450" name="Equation" r:id="rId3" imgW="4711680" imgH="787320" progId="Equation.DSMT4">
                  <p:embed/>
                </p:oleObj>
              </mc:Choice>
              <mc:Fallback>
                <p:oleObj name="Equation" r:id="rId3" imgW="4711680" imgH="78732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998" y="1895559"/>
                        <a:ext cx="4711680" cy="7873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3993553"/>
              </p:ext>
            </p:extLst>
          </p:nvPr>
        </p:nvGraphicFramePr>
        <p:xfrm>
          <a:off x="1429924" y="2933484"/>
          <a:ext cx="1314450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451" name="Equation" r:id="rId5" imgW="35052000" imgH="18897600" progId="Equation.DSMT4">
                  <p:embed/>
                </p:oleObj>
              </mc:Choice>
              <mc:Fallback>
                <p:oleObj name="Equation" r:id="rId5" imgW="35052000" imgH="188976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924" y="2933484"/>
                        <a:ext cx="1314450" cy="708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0512553"/>
              </p:ext>
            </p:extLst>
          </p:nvPr>
        </p:nvGraphicFramePr>
        <p:xfrm>
          <a:off x="2634172" y="2855193"/>
          <a:ext cx="1417637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452" name="Equation" r:id="rId7" imgW="37795200" imgH="21336000" progId="Equation.DSMT4">
                  <p:embed/>
                </p:oleObj>
              </mc:Choice>
              <mc:Fallback>
                <p:oleObj name="Equation" r:id="rId7" imgW="37795200" imgH="213360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4172" y="2855193"/>
                        <a:ext cx="1417637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组合 1"/>
          <p:cNvGrpSpPr/>
          <p:nvPr/>
        </p:nvGrpSpPr>
        <p:grpSpPr bwMode="auto">
          <a:xfrm>
            <a:off x="755576" y="339502"/>
            <a:ext cx="3146096" cy="747712"/>
            <a:chOff x="283470" y="211880"/>
            <a:chExt cx="3146096" cy="747712"/>
          </a:xfrm>
        </p:grpSpPr>
        <p:graphicFrame>
          <p:nvGraphicFramePr>
            <p:cNvPr id="11" name="Object 12"/>
            <p:cNvGraphicFramePr>
              <a:graphicFrameLocks noChangeAspect="1"/>
            </p:cNvGraphicFramePr>
            <p:nvPr/>
          </p:nvGraphicFramePr>
          <p:xfrm>
            <a:off x="1680141" y="211880"/>
            <a:ext cx="1749425" cy="7477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453" name="Equation" r:id="rId9" imgW="44196000" imgH="18897600" progId="Equation.DSMT4">
                    <p:embed/>
                  </p:oleObj>
                </mc:Choice>
                <mc:Fallback>
                  <p:oleObj name="Equation" r:id="rId9" imgW="44196000" imgH="18897600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80141" y="211880"/>
                          <a:ext cx="1749425" cy="7477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Text Box 8"/>
            <p:cNvSpPr txBox="1">
              <a:spLocks noChangeArrowheads="1"/>
            </p:cNvSpPr>
            <p:nvPr/>
          </p:nvSpPr>
          <p:spPr bwMode="auto">
            <a:xfrm>
              <a:off x="283470" y="341144"/>
              <a:ext cx="181099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 dirty="0">
                  <a:solidFill>
                    <a:srgbClr val="0064FF"/>
                  </a:solidFill>
                  <a:latin typeface="+mn-ea"/>
                  <a:ea typeface="+mn-ea"/>
                </a:rPr>
                <a:t>例</a:t>
              </a:r>
              <a:r>
                <a:rPr lang="en-US" altLang="zh-CN" sz="2400" b="1" dirty="0">
                  <a:solidFill>
                    <a:srgbClr val="0064FF"/>
                  </a:solidFill>
                  <a:latin typeface="+mn-ea"/>
                  <a:ea typeface="+mn-ea"/>
                </a:rPr>
                <a:t>9 </a:t>
              </a:r>
              <a:r>
                <a:rPr lang="zh-CN" altLang="en-US" sz="2400" b="1" dirty="0">
                  <a:latin typeface="+mn-ea"/>
                  <a:ea typeface="+mn-ea"/>
                </a:rPr>
                <a:t>计算</a:t>
              </a:r>
              <a:endParaRPr lang="en-US" altLang="zh-CN" sz="2400" b="1" dirty="0">
                <a:latin typeface="+mn-ea"/>
                <a:ea typeface="+mn-ea"/>
              </a:endParaRPr>
            </a:p>
          </p:txBody>
        </p:sp>
      </p:grp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771998" y="1389268"/>
            <a:ext cx="76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解</a:t>
            </a:r>
          </a:p>
        </p:txBody>
      </p:sp>
      <p:sp>
        <p:nvSpPr>
          <p:cNvPr id="19" name="Text Box 11"/>
          <p:cNvSpPr txBox="1">
            <a:spLocks noChangeArrowheads="1"/>
          </p:cNvSpPr>
          <p:nvPr/>
        </p:nvSpPr>
        <p:spPr bwMode="auto">
          <a:xfrm>
            <a:off x="1237595" y="1396153"/>
            <a:ext cx="9425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易知，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2024854" y="1422444"/>
            <a:ext cx="3780589" cy="461665"/>
            <a:chOff x="2469446" y="1633922"/>
            <a:chExt cx="3780589" cy="461665"/>
          </a:xfrm>
        </p:grpSpPr>
        <p:graphicFrame>
          <p:nvGraphicFramePr>
            <p:cNvPr id="8" name="Object 22"/>
            <p:cNvGraphicFramePr>
              <a:graphicFrameLocks noChangeAspect="1"/>
            </p:cNvGraphicFramePr>
            <p:nvPr/>
          </p:nvGraphicFramePr>
          <p:xfrm>
            <a:off x="2469446" y="1752184"/>
            <a:ext cx="1012825" cy="2651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454" name="Equation" r:id="rId11" imgW="25603200" imgH="6705600" progId="Equation.DSMT4">
                    <p:embed/>
                  </p:oleObj>
                </mc:Choice>
                <mc:Fallback>
                  <p:oleObj name="Equation" r:id="rId11" imgW="25603200" imgH="6705600" progId="Equation.DSMT4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69446" y="1752184"/>
                          <a:ext cx="1012825" cy="2651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Text Box 11"/>
            <p:cNvSpPr txBox="1">
              <a:spLocks noChangeArrowheads="1"/>
            </p:cNvSpPr>
            <p:nvPr/>
          </p:nvSpPr>
          <p:spPr bwMode="auto">
            <a:xfrm>
              <a:off x="3043761" y="1633922"/>
              <a:ext cx="320627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200" b="1" dirty="0">
                  <a:latin typeface="宋体" panose="02010600030101010101" pitchFamily="2" charset="-122"/>
                </a:rPr>
                <a:t>为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被积函数</a:t>
              </a:r>
              <a:r>
                <a:rPr lang="zh-CN" altLang="en-US" sz="2200" b="1" dirty="0">
                  <a:latin typeface="宋体" panose="02010600030101010101" pitchFamily="2" charset="-122"/>
                </a:rPr>
                <a:t>的瑕点</a:t>
              </a:r>
              <a:r>
                <a:rPr lang="en-US" altLang="zh-CN" sz="2200" b="1" dirty="0">
                  <a:latin typeface="宋体" panose="02010600030101010101" pitchFamily="2" charset="-122"/>
                </a:rPr>
                <a:t>.</a:t>
              </a:r>
              <a:endParaRPr lang="zh-CN" altLang="en-US" sz="22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615055" y="3030386"/>
            <a:ext cx="9425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因为</a:t>
            </a:r>
          </a:p>
        </p:txBody>
      </p:sp>
      <p:graphicFrame>
        <p:nvGraphicFramePr>
          <p:cNvPr id="23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7760248"/>
              </p:ext>
            </p:extLst>
          </p:nvPr>
        </p:nvGraphicFramePr>
        <p:xfrm>
          <a:off x="3996534" y="2965358"/>
          <a:ext cx="2263775" cy="661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455" name="Equation" r:id="rId13" imgW="60350400" imgH="17678400" progId="Equation.DSMT4">
                  <p:embed/>
                </p:oleObj>
              </mc:Choice>
              <mc:Fallback>
                <p:oleObj name="Equation" r:id="rId13" imgW="60350400" imgH="176784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6534" y="2965358"/>
                        <a:ext cx="2263775" cy="661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0704598"/>
              </p:ext>
            </p:extLst>
          </p:nvPr>
        </p:nvGraphicFramePr>
        <p:xfrm>
          <a:off x="6331436" y="3212691"/>
          <a:ext cx="736560" cy="279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456" name="Equation" r:id="rId15" imgW="736560" imgH="279360" progId="Equation.DSMT4">
                  <p:embed/>
                </p:oleObj>
              </mc:Choice>
              <mc:Fallback>
                <p:oleObj name="Equation" r:id="rId15" imgW="736560" imgH="27936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1436" y="3212691"/>
                        <a:ext cx="736560" cy="2793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517869" y="3914047"/>
            <a:ext cx="4308035" cy="708025"/>
            <a:chOff x="335973" y="3864091"/>
            <a:chExt cx="4308035" cy="708025"/>
          </a:xfrm>
        </p:grpSpPr>
        <p:sp>
          <p:nvSpPr>
            <p:cNvPr id="26" name="Text Box 11"/>
            <p:cNvSpPr txBox="1">
              <a:spLocks noChangeArrowheads="1"/>
            </p:cNvSpPr>
            <p:nvPr/>
          </p:nvSpPr>
          <p:spPr bwMode="auto">
            <a:xfrm>
              <a:off x="335973" y="3915753"/>
              <a:ext cx="430803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 dirty="0">
                  <a:latin typeface="宋体" panose="02010600030101010101" pitchFamily="2" charset="-122"/>
                </a:rPr>
                <a:t>即瑕积分         发散，</a:t>
              </a:r>
            </a:p>
          </p:txBody>
        </p:sp>
        <p:graphicFrame>
          <p:nvGraphicFramePr>
            <p:cNvPr id="27" name="Object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20894304"/>
                </p:ext>
              </p:extLst>
            </p:nvPr>
          </p:nvGraphicFramePr>
          <p:xfrm>
            <a:off x="1773179" y="3864091"/>
            <a:ext cx="1301750" cy="708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457" name="Equation" r:id="rId17" imgW="34747200" imgH="18897600" progId="Equation.DSMT4">
                    <p:embed/>
                  </p:oleObj>
                </mc:Choice>
                <mc:Fallback>
                  <p:oleObj name="Equation" r:id="rId17" imgW="34747200" imgH="18897600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73179" y="3864091"/>
                          <a:ext cx="1301750" cy="7080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8" name="组合 27"/>
          <p:cNvGrpSpPr/>
          <p:nvPr/>
        </p:nvGrpSpPr>
        <p:grpSpPr>
          <a:xfrm>
            <a:off x="3913179" y="3893164"/>
            <a:ext cx="4308035" cy="708025"/>
            <a:chOff x="371112" y="3826119"/>
            <a:chExt cx="4308035" cy="708025"/>
          </a:xfrm>
        </p:grpSpPr>
        <p:sp>
          <p:nvSpPr>
            <p:cNvPr id="29" name="Text Box 11"/>
            <p:cNvSpPr txBox="1">
              <a:spLocks noChangeArrowheads="1"/>
            </p:cNvSpPr>
            <p:nvPr/>
          </p:nvSpPr>
          <p:spPr bwMode="auto">
            <a:xfrm>
              <a:off x="371112" y="3915832"/>
              <a:ext cx="430803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 dirty="0">
                  <a:latin typeface="宋体" panose="02010600030101010101" pitchFamily="2" charset="-122"/>
                </a:rPr>
                <a:t>从而原积分          发散</a:t>
              </a:r>
              <a:r>
                <a:rPr lang="en-US" altLang="zh-CN" sz="2400" b="1" dirty="0">
                  <a:latin typeface="宋体" panose="02010600030101010101" pitchFamily="2" charset="-122"/>
                </a:rPr>
                <a:t>.</a:t>
              </a:r>
              <a:endParaRPr lang="zh-CN" altLang="en-US" sz="2400" b="1" dirty="0">
                <a:latin typeface="宋体" panose="02010600030101010101" pitchFamily="2" charset="-122"/>
              </a:endParaRPr>
            </a:p>
          </p:txBody>
        </p:sp>
        <p:graphicFrame>
          <p:nvGraphicFramePr>
            <p:cNvPr id="30" name="Object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19705028"/>
                </p:ext>
              </p:extLst>
            </p:nvPr>
          </p:nvGraphicFramePr>
          <p:xfrm>
            <a:off x="2112648" y="3826119"/>
            <a:ext cx="1395413" cy="708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458" name="Equation" r:id="rId19" imgW="37185600" imgH="18897600" progId="Equation.DSMT4">
                    <p:embed/>
                  </p:oleObj>
                </mc:Choice>
                <mc:Fallback>
                  <p:oleObj name="Equation" r:id="rId19" imgW="37185600" imgH="18897600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2648" y="3826119"/>
                          <a:ext cx="1395413" cy="7080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1" name="组合 30"/>
          <p:cNvGrpSpPr/>
          <p:nvPr/>
        </p:nvGrpSpPr>
        <p:grpSpPr>
          <a:xfrm>
            <a:off x="3986220" y="275223"/>
            <a:ext cx="5262231" cy="856289"/>
            <a:chOff x="4504931" y="565557"/>
            <a:chExt cx="5262231" cy="856289"/>
          </a:xfrm>
        </p:grpSpPr>
        <p:sp>
          <p:nvSpPr>
            <p:cNvPr id="32" name="矩形: 圆角 31"/>
            <p:cNvSpPr/>
            <p:nvPr/>
          </p:nvSpPr>
          <p:spPr>
            <a:xfrm>
              <a:off x="4504931" y="565557"/>
              <a:ext cx="4729687" cy="856289"/>
            </a:xfrm>
            <a:prstGeom prst="roundRect">
              <a:avLst/>
            </a:prstGeom>
            <a:solidFill>
              <a:srgbClr val="FFFF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3" name="组合 5"/>
            <p:cNvGrpSpPr/>
            <p:nvPr/>
          </p:nvGrpSpPr>
          <p:grpSpPr bwMode="auto">
            <a:xfrm>
              <a:off x="4505256" y="613183"/>
              <a:ext cx="5261906" cy="742557"/>
              <a:chOff x="4599131" y="225624"/>
              <a:chExt cx="5261648" cy="759476"/>
            </a:xfrm>
          </p:grpSpPr>
          <p:sp>
            <p:nvSpPr>
              <p:cNvPr id="34" name="文本框 2"/>
              <p:cNvSpPr txBox="1">
                <a:spLocks noChangeArrowheads="1"/>
              </p:cNvSpPr>
              <p:nvPr/>
            </p:nvSpPr>
            <p:spPr bwMode="auto">
              <a:xfrm>
                <a:off x="5060305" y="225624"/>
                <a:ext cx="4800474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zh-CN" altLang="en-US" sz="2000" b="1" dirty="0">
                    <a:latin typeface="宋体" panose="02010600030101010101" pitchFamily="2" charset="-122"/>
                  </a:rPr>
                  <a:t>这是无穷积分与瑕积分混合在一起</a:t>
                </a:r>
              </a:p>
            </p:txBody>
          </p:sp>
          <p:sp>
            <p:nvSpPr>
              <p:cNvPr id="35" name="矩形 3"/>
              <p:cNvSpPr>
                <a:spLocks noChangeArrowheads="1"/>
              </p:cNvSpPr>
              <p:nvPr/>
            </p:nvSpPr>
            <p:spPr bwMode="auto">
              <a:xfrm>
                <a:off x="4599131" y="512916"/>
                <a:ext cx="3436991" cy="472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000" b="1" dirty="0">
                    <a:latin typeface="宋体" panose="02010600030101010101" pitchFamily="2" charset="-122"/>
                  </a:rPr>
                  <a:t>的反常积分，应分区间讨论</a:t>
                </a:r>
                <a:r>
                  <a:rPr lang="en-US" altLang="zh-CN" sz="2400" b="1" dirty="0">
                    <a:latin typeface="宋体" panose="02010600030101010101" pitchFamily="2" charset="-122"/>
                  </a:rPr>
                  <a:t>.</a:t>
                </a:r>
                <a:endParaRPr lang="zh-CN" altLang="en-US" sz="2400" b="1" dirty="0">
                  <a:latin typeface="宋体" panose="02010600030101010101" pitchFamily="2" charset="-122"/>
                </a:endParaRPr>
              </a:p>
            </p:txBody>
          </p:sp>
        </p:grpSp>
      </p:grpSp>
      <p:sp>
        <p:nvSpPr>
          <p:cNvPr id="36" name="Text Box 11">
            <a:extLst>
              <a:ext uri="{FF2B5EF4-FFF2-40B4-BE49-F238E27FC236}">
                <a16:creationId xmlns:a16="http://schemas.microsoft.com/office/drawing/2014/main" id="{B46495E1-E8B9-4ABA-AE41-9ED1C0AF2D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4045" y="2054974"/>
            <a:ext cx="2151342" cy="369332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1800" b="1" dirty="0">
                <a:solidFill>
                  <a:srgbClr val="FF0000"/>
                </a:solidFill>
                <a:latin typeface="+mn-ea"/>
                <a:ea typeface="+mn-ea"/>
              </a:rPr>
              <a:t>任取一个分点即可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9" grpId="0"/>
      <p:bldP spid="22" grpId="0"/>
      <p:bldP spid="3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1">
            <a:extLst>
              <a:ext uri="{FF2B5EF4-FFF2-40B4-BE49-F238E27FC236}">
                <a16:creationId xmlns:a16="http://schemas.microsoft.com/office/drawing/2014/main" id="{4DDAE9B7-2811-4014-B93A-8D8F347074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2" y="195486"/>
            <a:ext cx="489654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注  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本题也可以不用分区间讨论</a:t>
            </a:r>
            <a:r>
              <a:rPr lang="en-US" altLang="zh-CN" sz="2400" b="1" dirty="0">
                <a:solidFill>
                  <a:srgbClr val="FF0000"/>
                </a:solidFill>
                <a:latin typeface="+mn-ea"/>
                <a:ea typeface="+mn-ea"/>
              </a:rPr>
              <a:t>.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  </a:t>
            </a:r>
          </a:p>
        </p:txBody>
      </p:sp>
      <p:grpSp>
        <p:nvGrpSpPr>
          <p:cNvPr id="3" name="组合 1">
            <a:extLst>
              <a:ext uri="{FF2B5EF4-FFF2-40B4-BE49-F238E27FC236}">
                <a16:creationId xmlns:a16="http://schemas.microsoft.com/office/drawing/2014/main" id="{27BD890B-B2F3-49D4-A072-BE175F3CBABE}"/>
              </a:ext>
            </a:extLst>
          </p:cNvPr>
          <p:cNvGrpSpPr/>
          <p:nvPr/>
        </p:nvGrpSpPr>
        <p:grpSpPr bwMode="auto">
          <a:xfrm>
            <a:off x="827584" y="843558"/>
            <a:ext cx="3146096" cy="747712"/>
            <a:chOff x="283470" y="211880"/>
            <a:chExt cx="3146096" cy="747712"/>
          </a:xfrm>
        </p:grpSpPr>
        <p:graphicFrame>
          <p:nvGraphicFramePr>
            <p:cNvPr id="4" name="Object 12">
              <a:extLst>
                <a:ext uri="{FF2B5EF4-FFF2-40B4-BE49-F238E27FC236}">
                  <a16:creationId xmlns:a16="http://schemas.microsoft.com/office/drawing/2014/main" id="{A08CB6D5-A8A2-4B98-B101-D84F2C4575D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80141" y="211880"/>
            <a:ext cx="1749425" cy="7477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239" name="Equation" r:id="rId3" imgW="44196000" imgH="18897600" progId="Equation.DSMT4">
                    <p:embed/>
                  </p:oleObj>
                </mc:Choice>
                <mc:Fallback>
                  <p:oleObj name="Equation" r:id="rId3" imgW="44196000" imgH="18897600" progId="Equation.DSMT4">
                    <p:embed/>
                    <p:pic>
                      <p:nvPicPr>
                        <p:cNvPr id="11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80141" y="211880"/>
                          <a:ext cx="1749425" cy="7477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Text Box 8">
              <a:extLst>
                <a:ext uri="{FF2B5EF4-FFF2-40B4-BE49-F238E27FC236}">
                  <a16:creationId xmlns:a16="http://schemas.microsoft.com/office/drawing/2014/main" id="{57088B2A-51DB-42C0-8B73-0D886C4E49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470" y="341144"/>
              <a:ext cx="181099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 dirty="0">
                  <a:solidFill>
                    <a:srgbClr val="0064FF"/>
                  </a:solidFill>
                  <a:latin typeface="+mn-ea"/>
                  <a:ea typeface="+mn-ea"/>
                </a:rPr>
                <a:t>例</a:t>
              </a:r>
              <a:r>
                <a:rPr lang="en-US" altLang="zh-CN" sz="2400" b="1" dirty="0">
                  <a:solidFill>
                    <a:srgbClr val="0064FF"/>
                  </a:solidFill>
                  <a:latin typeface="+mn-ea"/>
                  <a:ea typeface="+mn-ea"/>
                </a:rPr>
                <a:t>9 </a:t>
              </a:r>
              <a:r>
                <a:rPr lang="zh-CN" altLang="en-US" sz="2400" b="1" dirty="0">
                  <a:latin typeface="+mn-ea"/>
                  <a:ea typeface="+mn-ea"/>
                </a:rPr>
                <a:t>计算</a:t>
              </a:r>
              <a:endParaRPr lang="en-US" altLang="zh-CN" sz="2400" b="1" dirty="0">
                <a:latin typeface="+mn-ea"/>
                <a:ea typeface="+mn-ea"/>
              </a:endParaRPr>
            </a:p>
          </p:txBody>
        </p:sp>
      </p:grpSp>
      <p:sp>
        <p:nvSpPr>
          <p:cNvPr id="6" name="Text Box 11">
            <a:extLst>
              <a:ext uri="{FF2B5EF4-FFF2-40B4-BE49-F238E27FC236}">
                <a16:creationId xmlns:a16="http://schemas.microsoft.com/office/drawing/2014/main" id="{C9707400-4794-485E-842B-C0F4BB49ED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4" y="1849487"/>
            <a:ext cx="76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7" name="Object 12">
            <a:extLst>
              <a:ext uri="{FF2B5EF4-FFF2-40B4-BE49-F238E27FC236}">
                <a16:creationId xmlns:a16="http://schemas.microsoft.com/office/drawing/2014/main" id="{42534CC8-692B-4DC6-8602-7662DE4DD7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2100293"/>
              </p:ext>
            </p:extLst>
          </p:nvPr>
        </p:nvGraphicFramePr>
        <p:xfrm>
          <a:off x="1475656" y="1720534"/>
          <a:ext cx="4025880" cy="812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40" name="Equation" r:id="rId5" imgW="4025880" imgH="812520" progId="Equation.DSMT4">
                  <p:embed/>
                </p:oleObj>
              </mc:Choice>
              <mc:Fallback>
                <p:oleObj name="Equation" r:id="rId5" imgW="4025880" imgH="812520" progId="Equation.DSMT4">
                  <p:embed/>
                  <p:pic>
                    <p:nvPicPr>
                      <p:cNvPr id="4" name="Object 12">
                        <a:extLst>
                          <a:ext uri="{FF2B5EF4-FFF2-40B4-BE49-F238E27FC236}">
                            <a16:creationId xmlns:a16="http://schemas.microsoft.com/office/drawing/2014/main" id="{A08CB6D5-A8A2-4B98-B101-D84F2C4575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6" y="1720534"/>
                        <a:ext cx="4025880" cy="8125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2">
            <a:extLst>
              <a:ext uri="{FF2B5EF4-FFF2-40B4-BE49-F238E27FC236}">
                <a16:creationId xmlns:a16="http://schemas.microsoft.com/office/drawing/2014/main" id="{D394A863-9362-4FE3-B850-B3AFB4D80B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2137365"/>
              </p:ext>
            </p:extLst>
          </p:nvPr>
        </p:nvGraphicFramePr>
        <p:xfrm>
          <a:off x="2953082" y="2832696"/>
          <a:ext cx="25654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41" name="Equation" r:id="rId7" imgW="2565360" imgH="939600" progId="Equation.DSMT4">
                  <p:embed/>
                </p:oleObj>
              </mc:Choice>
              <mc:Fallback>
                <p:oleObj name="Equation" r:id="rId7" imgW="2565360" imgH="939600" progId="Equation.DSMT4">
                  <p:embed/>
                  <p:pic>
                    <p:nvPicPr>
                      <p:cNvPr id="7" name="Object 12">
                        <a:extLst>
                          <a:ext uri="{FF2B5EF4-FFF2-40B4-BE49-F238E27FC236}">
                            <a16:creationId xmlns:a16="http://schemas.microsoft.com/office/drawing/2014/main" id="{42534CC8-692B-4DC6-8602-7662DE4DD7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3082" y="2832696"/>
                        <a:ext cx="25654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11">
            <a:extLst>
              <a:ext uri="{FF2B5EF4-FFF2-40B4-BE49-F238E27FC236}">
                <a16:creationId xmlns:a16="http://schemas.microsoft.com/office/drawing/2014/main" id="{F91A6D56-1BA9-44A7-80FE-26A8CB6194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4" y="3723878"/>
            <a:ext cx="316835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400" b="1" dirty="0">
                <a:latin typeface="+mn-ea"/>
                <a:ea typeface="+mn-ea"/>
              </a:rPr>
              <a:t>所以该反常积分发散</a:t>
            </a:r>
            <a:r>
              <a:rPr lang="en-US" altLang="zh-CN" sz="2400" b="1" dirty="0">
                <a:latin typeface="+mn-ea"/>
                <a:ea typeface="+mn-ea"/>
              </a:rPr>
              <a:t>.</a:t>
            </a:r>
            <a:endParaRPr lang="zh-CN" altLang="en-US" sz="24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85035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8">
            <a:extLst>
              <a:ext uri="{FF2B5EF4-FFF2-40B4-BE49-F238E27FC236}">
                <a16:creationId xmlns:a16="http://schemas.microsoft.com/office/drawing/2014/main" id="{67E82CCB-B4EA-4FFD-BA92-7C58678AED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267494"/>
            <a:ext cx="158417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10 </a:t>
            </a:r>
            <a:r>
              <a:rPr lang="zh-CN" altLang="en-US" sz="2400" b="1" dirty="0">
                <a:latin typeface="宋体" panose="02010600030101010101" pitchFamily="2" charset="-122"/>
                <a:ea typeface="+mn-ea"/>
              </a:rPr>
              <a:t>计算    </a:t>
            </a:r>
            <a:endParaRPr lang="en-US" altLang="zh-CN" sz="2400" b="1" dirty="0">
              <a:latin typeface="宋体" panose="02010600030101010101" pitchFamily="2" charset="-122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6F09CE21-4F62-48AE-9637-67B53CB585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7081061"/>
              </p:ext>
            </p:extLst>
          </p:nvPr>
        </p:nvGraphicFramePr>
        <p:xfrm>
          <a:off x="2151804" y="126854"/>
          <a:ext cx="18288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768" name="Equation" r:id="rId3" imgW="1828800" imgH="876240" progId="Equation.DSMT4">
                  <p:embed/>
                </p:oleObj>
              </mc:Choice>
              <mc:Fallback>
                <p:oleObj name="Equation" r:id="rId3" imgW="1828800" imgH="876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51804" y="126854"/>
                        <a:ext cx="1828800" cy="876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11">
            <a:extLst>
              <a:ext uri="{FF2B5EF4-FFF2-40B4-BE49-F238E27FC236}">
                <a16:creationId xmlns:a16="http://schemas.microsoft.com/office/drawing/2014/main" id="{C53296DF-DBA2-4A96-A904-9A4E338BDC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1059582"/>
            <a:ext cx="76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解</a:t>
            </a:r>
          </a:p>
        </p:txBody>
      </p:sp>
      <p:sp>
        <p:nvSpPr>
          <p:cNvPr id="7" name="Text Box 11">
            <a:extLst>
              <a:ext uri="{FF2B5EF4-FFF2-40B4-BE49-F238E27FC236}">
                <a16:creationId xmlns:a16="http://schemas.microsoft.com/office/drawing/2014/main" id="{7AC8E1C5-8AEC-46E9-8FDA-1324B1A8CA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0137" y="1074118"/>
            <a:ext cx="54943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400" b="1" dirty="0">
                <a:latin typeface="+mn-ea"/>
                <a:ea typeface="+mn-ea"/>
              </a:rPr>
              <a:t>该反常积分既为无穷限反常积分，也为</a:t>
            </a:r>
          </a:p>
        </p:txBody>
      </p:sp>
      <p:sp>
        <p:nvSpPr>
          <p:cNvPr id="8" name="Text Box 11">
            <a:extLst>
              <a:ext uri="{FF2B5EF4-FFF2-40B4-BE49-F238E27FC236}">
                <a16:creationId xmlns:a16="http://schemas.microsoft.com/office/drawing/2014/main" id="{25505E8C-171A-4DD4-9695-F6D4A673FC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644461"/>
            <a:ext cx="15073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400" b="1" dirty="0">
                <a:latin typeface="+mn-ea"/>
                <a:ea typeface="+mn-ea"/>
              </a:rPr>
              <a:t> 瑕积分</a:t>
            </a:r>
            <a:r>
              <a:rPr lang="en-US" altLang="zh-CN" sz="2400" b="1" dirty="0">
                <a:latin typeface="+mn-ea"/>
                <a:ea typeface="+mn-ea"/>
              </a:rPr>
              <a:t>.</a:t>
            </a:r>
            <a:endParaRPr lang="zh-CN" altLang="en-US" sz="2400" b="1" dirty="0">
              <a:latin typeface="+mn-ea"/>
              <a:ea typeface="+mn-ea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EA431BDD-C6A5-4505-87A8-3467B7FDED6B}"/>
              </a:ext>
            </a:extLst>
          </p:cNvPr>
          <p:cNvGrpSpPr/>
          <p:nvPr/>
        </p:nvGrpSpPr>
        <p:grpSpPr>
          <a:xfrm>
            <a:off x="1341794" y="1096161"/>
            <a:ext cx="2069884" cy="461665"/>
            <a:chOff x="1517576" y="1390528"/>
            <a:chExt cx="2069884" cy="461665"/>
          </a:xfrm>
        </p:grpSpPr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2D0248C0-9740-42B5-AD0F-899746786D2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84752258"/>
                </p:ext>
              </p:extLst>
            </p:nvPr>
          </p:nvGraphicFramePr>
          <p:xfrm>
            <a:off x="1517576" y="1438746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769" name="Equation" r:id="rId5" imgW="647640" imgH="279360" progId="Equation.DSMT4">
                    <p:embed/>
                  </p:oleObj>
                </mc:Choice>
                <mc:Fallback>
                  <p:oleObj name="Equation" r:id="rId5" imgW="64764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517576" y="1438746"/>
                          <a:ext cx="6477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CD3A686A-76FE-429E-BE20-0AD13AA3D4BF}"/>
                </a:ext>
              </a:extLst>
            </p:cNvPr>
            <p:cNvSpPr/>
            <p:nvPr/>
          </p:nvSpPr>
          <p:spPr>
            <a:xfrm>
              <a:off x="2165276" y="1390528"/>
              <a:ext cx="142218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为瑕点，</a:t>
              </a:r>
              <a:endParaRPr lang="zh-CN" altLang="en-US" sz="2400" dirty="0"/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7F99C8C2-1BB7-4DBC-9CE8-58FBBB5515FD}"/>
              </a:ext>
            </a:extLst>
          </p:cNvPr>
          <p:cNvGrpSpPr/>
          <p:nvPr/>
        </p:nvGrpSpPr>
        <p:grpSpPr>
          <a:xfrm>
            <a:off x="683568" y="2086567"/>
            <a:ext cx="1432926" cy="461665"/>
            <a:chOff x="755576" y="2374599"/>
            <a:chExt cx="1432926" cy="461665"/>
          </a:xfrm>
        </p:grpSpPr>
        <p:sp>
          <p:nvSpPr>
            <p:cNvPr id="11" name="Text Box 11">
              <a:extLst>
                <a:ext uri="{FF2B5EF4-FFF2-40B4-BE49-F238E27FC236}">
                  <a16:creationId xmlns:a16="http://schemas.microsoft.com/office/drawing/2014/main" id="{9A48C0A2-FE18-4DAC-8DE9-0EDBAEB86C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5576" y="2374599"/>
              <a:ext cx="94250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 dirty="0">
                  <a:latin typeface="宋体" panose="02010600030101010101" pitchFamily="2" charset="-122"/>
                </a:rPr>
                <a:t>令</a:t>
              </a:r>
            </a:p>
          </p:txBody>
        </p: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7557BFC8-D61F-471B-B261-3ADB7F1DAF6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02889109"/>
                </p:ext>
              </p:extLst>
            </p:nvPr>
          </p:nvGraphicFramePr>
          <p:xfrm>
            <a:off x="1286802" y="2391108"/>
            <a:ext cx="9017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770" name="Equation" r:id="rId7" imgW="901440" imgH="419040" progId="Equation.DSMT4">
                    <p:embed/>
                  </p:oleObj>
                </mc:Choice>
                <mc:Fallback>
                  <p:oleObj name="Equation" r:id="rId7" imgW="901440" imgH="419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286802" y="2391108"/>
                          <a:ext cx="901700" cy="419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C5D7D8B1-F833-4881-8F96-189ECDDCED0A}"/>
              </a:ext>
            </a:extLst>
          </p:cNvPr>
          <p:cNvGrpSpPr/>
          <p:nvPr/>
        </p:nvGrpSpPr>
        <p:grpSpPr>
          <a:xfrm>
            <a:off x="2229334" y="2059831"/>
            <a:ext cx="6738602" cy="481961"/>
            <a:chOff x="2301342" y="2347863"/>
            <a:chExt cx="6738602" cy="481961"/>
          </a:xfrm>
        </p:grpSpPr>
        <p:sp>
          <p:nvSpPr>
            <p:cNvPr id="13" name="Text Box 11">
              <a:extLst>
                <a:ext uri="{FF2B5EF4-FFF2-40B4-BE49-F238E27FC236}">
                  <a16:creationId xmlns:a16="http://schemas.microsoft.com/office/drawing/2014/main" id="{3D05739C-215D-432C-B491-80C7D42082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1342" y="2347863"/>
              <a:ext cx="471893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 dirty="0">
                  <a:latin typeface="宋体" panose="02010600030101010101" pitchFamily="2" charset="-122"/>
                </a:rPr>
                <a:t>则</a:t>
              </a:r>
            </a:p>
          </p:txBody>
        </p:sp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DC4BFD8E-8B83-4164-8511-9B7E0248B6B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49508822"/>
                </p:ext>
              </p:extLst>
            </p:nvPr>
          </p:nvGraphicFramePr>
          <p:xfrm>
            <a:off x="2738162" y="2411178"/>
            <a:ext cx="80010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771" name="Equation" r:id="rId9" imgW="799920" imgH="393480" progId="Equation.DSMT4">
                    <p:embed/>
                  </p:oleObj>
                </mc:Choice>
                <mc:Fallback>
                  <p:oleObj name="Equation" r:id="rId9" imgW="799920" imgH="393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738162" y="2411178"/>
                          <a:ext cx="800100" cy="393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3D564F55-E09A-4833-8B7E-71108E38D05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49096680"/>
                </p:ext>
              </p:extLst>
            </p:nvPr>
          </p:nvGraphicFramePr>
          <p:xfrm>
            <a:off x="3729867" y="2474678"/>
            <a:ext cx="11938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772" name="Equation" r:id="rId11" imgW="1193760" imgH="330120" progId="Equation.DSMT4">
                    <p:embed/>
                  </p:oleObj>
                </mc:Choice>
                <mc:Fallback>
                  <p:oleObj name="Equation" r:id="rId11" imgW="1193760" imgH="330120" progId="Equation.DSMT4">
                    <p:embed/>
                    <p:pic>
                      <p:nvPicPr>
                        <p:cNvPr id="14" name="对象 13">
                          <a:extLst>
                            <a:ext uri="{FF2B5EF4-FFF2-40B4-BE49-F238E27FC236}">
                              <a16:creationId xmlns:a16="http://schemas.microsoft.com/office/drawing/2014/main" id="{DC4BFD8E-8B83-4164-8511-9B7E0248B6B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729867" y="2474678"/>
                          <a:ext cx="11938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206FEE4E-6B2F-4125-BDC6-67CAFAB8CC9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19601706"/>
                </p:ext>
              </p:extLst>
            </p:nvPr>
          </p:nvGraphicFramePr>
          <p:xfrm>
            <a:off x="5052144" y="2436124"/>
            <a:ext cx="190500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773" name="Equation" r:id="rId13" imgW="1904760" imgH="393480" progId="Equation.DSMT4">
                    <p:embed/>
                  </p:oleObj>
                </mc:Choice>
                <mc:Fallback>
                  <p:oleObj name="Equation" r:id="rId13" imgW="1904760" imgH="393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5052144" y="2436124"/>
                          <a:ext cx="1905000" cy="393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1A747B5E-384F-4172-83FF-CDA47FDDEB7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5396598"/>
                </p:ext>
              </p:extLst>
            </p:nvPr>
          </p:nvGraphicFramePr>
          <p:xfrm>
            <a:off x="6957144" y="2527576"/>
            <a:ext cx="2082800" cy="292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774" name="Equation" r:id="rId15" imgW="2082600" imgH="291960" progId="Equation.DSMT4">
                    <p:embed/>
                  </p:oleObj>
                </mc:Choice>
                <mc:Fallback>
                  <p:oleObj name="Equation" r:id="rId15" imgW="2082600" imgH="291960" progId="Equation.DSMT4">
                    <p:embed/>
                    <p:pic>
                      <p:nvPicPr>
                        <p:cNvPr id="16" name="对象 15">
                          <a:extLst>
                            <a:ext uri="{FF2B5EF4-FFF2-40B4-BE49-F238E27FC236}">
                              <a16:creationId xmlns:a16="http://schemas.microsoft.com/office/drawing/2014/main" id="{206FEE4E-6B2F-4125-BDC6-67CAFAB8CC9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6957144" y="2527576"/>
                          <a:ext cx="2082800" cy="292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" name="Text Box 11">
            <a:extLst>
              <a:ext uri="{FF2B5EF4-FFF2-40B4-BE49-F238E27FC236}">
                <a16:creationId xmlns:a16="http://schemas.microsoft.com/office/drawing/2014/main" id="{CA943B3C-FD76-43BE-B8CA-B3D3F6F1F2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3003798"/>
            <a:ext cx="9425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故</a:t>
            </a:r>
          </a:p>
        </p:txBody>
      </p: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8C250D37-1E1F-4E83-AEC0-704EA8C370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5041933"/>
              </p:ext>
            </p:extLst>
          </p:nvPr>
        </p:nvGraphicFramePr>
        <p:xfrm>
          <a:off x="1341794" y="2859782"/>
          <a:ext cx="20193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775" name="Equation" r:id="rId17" imgW="2019240" imgH="876240" progId="Equation.DSMT4">
                  <p:embed/>
                </p:oleObj>
              </mc:Choice>
              <mc:Fallback>
                <p:oleObj name="Equation" r:id="rId17" imgW="2019240" imgH="87624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6F09CE21-4F62-48AE-9637-67B53CB585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341794" y="2859782"/>
                        <a:ext cx="2019300" cy="876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1776CB0F-CD93-4B5B-BD81-2FA51BECD8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9483148"/>
              </p:ext>
            </p:extLst>
          </p:nvPr>
        </p:nvGraphicFramePr>
        <p:xfrm>
          <a:off x="3422841" y="2855419"/>
          <a:ext cx="20193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776" name="Equation" r:id="rId19" imgW="2019240" imgH="876240" progId="Equation.DSMT4">
                  <p:embed/>
                </p:oleObj>
              </mc:Choice>
              <mc:Fallback>
                <p:oleObj name="Equation" r:id="rId19" imgW="2019240" imgH="87624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8C250D37-1E1F-4E83-AEC0-704EA8C370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422841" y="2855419"/>
                        <a:ext cx="2019300" cy="876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CB208A64-4043-4FD4-9A21-1240FF9ED3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010318"/>
              </p:ext>
            </p:extLst>
          </p:nvPr>
        </p:nvGraphicFramePr>
        <p:xfrm>
          <a:off x="5534898" y="2845639"/>
          <a:ext cx="19177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777" name="Equation" r:id="rId21" imgW="1917360" imgH="876240" progId="Equation.DSMT4">
                  <p:embed/>
                </p:oleObj>
              </mc:Choice>
              <mc:Fallback>
                <p:oleObj name="Equation" r:id="rId21" imgW="1917360" imgH="87624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1776CB0F-CD93-4B5B-BD81-2FA51BECD8A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534898" y="2845639"/>
                        <a:ext cx="1917700" cy="876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11">
            <a:extLst>
              <a:ext uri="{FF2B5EF4-FFF2-40B4-BE49-F238E27FC236}">
                <a16:creationId xmlns:a16="http://schemas.microsoft.com/office/drawing/2014/main" id="{7A73A28F-D266-43D4-8FBD-7601954119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300" y="3878010"/>
            <a:ext cx="694691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（通过换元，仅为无穷限反常积分）</a:t>
            </a:r>
          </a:p>
        </p:txBody>
      </p:sp>
    </p:spTree>
    <p:extLst>
      <p:ext uri="{BB962C8B-B14F-4D97-AF65-F5344CB8AC3E}">
        <p14:creationId xmlns:p14="http://schemas.microsoft.com/office/powerpoint/2010/main" val="1390638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8" grpId="0"/>
      <p:bldP spid="2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1EABAC4E-7571-4785-BC1C-E455C59ED3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9606215"/>
              </p:ext>
            </p:extLst>
          </p:nvPr>
        </p:nvGraphicFramePr>
        <p:xfrm>
          <a:off x="1331640" y="267494"/>
          <a:ext cx="20193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82" name="Equation" r:id="rId3" imgW="2019240" imgH="876240" progId="Equation.DSMT4">
                  <p:embed/>
                </p:oleObj>
              </mc:Choice>
              <mc:Fallback>
                <p:oleObj name="Equation" r:id="rId3" imgW="2019240" imgH="87624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8C250D37-1E1F-4E83-AEC0-704EA8C370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31640" y="267494"/>
                        <a:ext cx="2019300" cy="876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BB1AA211-42C3-4947-AD5A-3D25E46829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7970160"/>
              </p:ext>
            </p:extLst>
          </p:nvPr>
        </p:nvGraphicFramePr>
        <p:xfrm>
          <a:off x="3395663" y="267593"/>
          <a:ext cx="19177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83" name="Equation" r:id="rId5" imgW="1917360" imgH="876240" progId="Equation.DSMT4">
                  <p:embed/>
                </p:oleObj>
              </mc:Choice>
              <mc:Fallback>
                <p:oleObj name="Equation" r:id="rId5" imgW="1917360" imgH="87624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CB208A64-4043-4FD4-9A21-1240FF9ED3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395663" y="267593"/>
                        <a:ext cx="1917700" cy="876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11">
            <a:extLst>
              <a:ext uri="{FF2B5EF4-FFF2-40B4-BE49-F238E27FC236}">
                <a16:creationId xmlns:a16="http://schemas.microsoft.com/office/drawing/2014/main" id="{B6C15699-F407-4196-8891-4B2D5E723D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000" y="1345123"/>
            <a:ext cx="9425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令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5968FC34-4686-4CFA-A68C-47D0EDFA46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3685192"/>
              </p:ext>
            </p:extLst>
          </p:nvPr>
        </p:nvGraphicFramePr>
        <p:xfrm>
          <a:off x="1331640" y="1472144"/>
          <a:ext cx="10922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84" name="Equation" r:id="rId7" imgW="1091880" imgH="304560" progId="Equation.DSMT4">
                  <p:embed/>
                </p:oleObj>
              </mc:Choice>
              <mc:Fallback>
                <p:oleObj name="Equation" r:id="rId7" imgW="1091880" imgH="30456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7557BFC8-D61F-471B-B261-3ADB7F1DAF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331640" y="1472144"/>
                        <a:ext cx="109220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1C51C701-7166-46D9-A393-9E550B0ED8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2902416"/>
              </p:ext>
            </p:extLst>
          </p:nvPr>
        </p:nvGraphicFramePr>
        <p:xfrm>
          <a:off x="2684589" y="1383244"/>
          <a:ext cx="1676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85" name="Equation" r:id="rId9" imgW="1676160" imgH="393480" progId="Equation.DSMT4">
                  <p:embed/>
                </p:oleObj>
              </mc:Choice>
              <mc:Fallback>
                <p:oleObj name="Equation" r:id="rId9" imgW="167616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684589" y="1383244"/>
                        <a:ext cx="16764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068650E3-F188-47C9-BFC5-8016550ADD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2616475"/>
              </p:ext>
            </p:extLst>
          </p:nvPr>
        </p:nvGraphicFramePr>
        <p:xfrm>
          <a:off x="6719457" y="559594"/>
          <a:ext cx="137160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86" name="Equation" r:id="rId11" imgW="1371600" imgH="1168200" progId="Equation.DSMT4">
                  <p:embed/>
                </p:oleObj>
              </mc:Choice>
              <mc:Fallback>
                <p:oleObj name="Equation" r:id="rId11" imgW="1371600" imgH="1168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719457" y="559594"/>
                        <a:ext cx="1371600" cy="11684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01A6A512-652B-4C14-B751-A46C7A0D77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8322185"/>
              </p:ext>
            </p:extLst>
          </p:nvPr>
        </p:nvGraphicFramePr>
        <p:xfrm>
          <a:off x="1022350" y="2209106"/>
          <a:ext cx="20828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87" name="Equation" r:id="rId13" imgW="2082600" imgH="876240" progId="Equation.DSMT4">
                  <p:embed/>
                </p:oleObj>
              </mc:Choice>
              <mc:Fallback>
                <p:oleObj name="Equation" r:id="rId13" imgW="2082600" imgH="87624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BB1AA211-42C3-4947-AD5A-3D25E46829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022350" y="2209106"/>
                        <a:ext cx="2082800" cy="876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6E6D04B3-3AC4-44FE-88F3-09C80A2CA4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542106"/>
              </p:ext>
            </p:extLst>
          </p:nvPr>
        </p:nvGraphicFramePr>
        <p:xfrm>
          <a:off x="3113712" y="2191661"/>
          <a:ext cx="32639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88" name="Equation" r:id="rId15" imgW="3263760" imgH="787320" progId="Equation.DSMT4">
                  <p:embed/>
                </p:oleObj>
              </mc:Choice>
              <mc:Fallback>
                <p:oleObj name="Equation" r:id="rId15" imgW="3263760" imgH="7873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01A6A512-652B-4C14-B751-A46C7A0D77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113712" y="2191661"/>
                        <a:ext cx="32639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4C1E3621-ED71-45D9-A2E5-7646D2381A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1886514"/>
              </p:ext>
            </p:extLst>
          </p:nvPr>
        </p:nvGraphicFramePr>
        <p:xfrm>
          <a:off x="6525708" y="2208744"/>
          <a:ext cx="18796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89" name="Equation" r:id="rId17" imgW="1879560" imgH="622080" progId="Equation.DSMT4">
                  <p:embed/>
                </p:oleObj>
              </mc:Choice>
              <mc:Fallback>
                <p:oleObj name="Equation" r:id="rId17" imgW="1879560" imgH="622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525708" y="2208744"/>
                        <a:ext cx="1879600" cy="622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11">
            <a:extLst>
              <a:ext uri="{FF2B5EF4-FFF2-40B4-BE49-F238E27FC236}">
                <a16:creationId xmlns:a16="http://schemas.microsoft.com/office/drawing/2014/main" id="{0A617895-18B8-4A74-8808-F1C5AB3DEF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723" y="3127077"/>
            <a:ext cx="396033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（通过换元，化为定积分）</a:t>
            </a:r>
          </a:p>
        </p:txBody>
      </p:sp>
      <p:sp>
        <p:nvSpPr>
          <p:cNvPr id="13" name="Text Box 11">
            <a:extLst>
              <a:ext uri="{FF2B5EF4-FFF2-40B4-BE49-F238E27FC236}">
                <a16:creationId xmlns:a16="http://schemas.microsoft.com/office/drawing/2014/main" id="{0F444E1E-6385-4D3C-95F8-4B13B3CCAB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000" y="3838277"/>
            <a:ext cx="3720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注  </a:t>
            </a:r>
            <a:r>
              <a:rPr lang="zh-CN" altLang="en-US" sz="2400" b="1" dirty="0">
                <a:latin typeface="+mn-ea"/>
                <a:ea typeface="+mn-ea"/>
              </a:rPr>
              <a:t>反常积分换元要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单调</a:t>
            </a:r>
            <a:r>
              <a:rPr lang="en-US" altLang="zh-CN" sz="2400" b="1" dirty="0">
                <a:latin typeface="+mn-ea"/>
                <a:ea typeface="+mn-ea"/>
              </a:rPr>
              <a:t>.</a:t>
            </a:r>
            <a:endParaRPr lang="zh-CN" altLang="en-US" sz="24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99461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  <p:bldP spid="1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B0D0599-E5F0-4E18-8E53-2EFDBBAC819C}"/>
              </a:ext>
            </a:extLst>
          </p:cNvPr>
          <p:cNvSpPr txBox="1"/>
          <p:nvPr/>
        </p:nvSpPr>
        <p:spPr>
          <a:xfrm>
            <a:off x="1907704" y="1851670"/>
            <a:ext cx="6264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三、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反常积分的审敛法       函数     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581E483D-687C-4028-88D6-B75DEF78D9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3008515"/>
              </p:ext>
            </p:extLst>
          </p:nvPr>
        </p:nvGraphicFramePr>
        <p:xfrm>
          <a:off x="5927725" y="1966913"/>
          <a:ext cx="2413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242" name="Equation" r:id="rId3" imgW="241200" imgH="291960" progId="Equation.DSMT4">
                  <p:embed/>
                </p:oleObj>
              </mc:Choice>
              <mc:Fallback>
                <p:oleObj name="Equation" r:id="rId3" imgW="24120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927725" y="1966913"/>
                        <a:ext cx="241300" cy="292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323598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D83D077-6BC7-4485-B25B-CDCE021977FE}"/>
              </a:ext>
            </a:extLst>
          </p:cNvPr>
          <p:cNvSpPr txBox="1"/>
          <p:nvPr/>
        </p:nvSpPr>
        <p:spPr>
          <a:xfrm>
            <a:off x="755576" y="555526"/>
            <a:ext cx="7056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  <a:cs typeface="微软雅黑" panose="020B0503020204020204" charset="-122"/>
              </a:rPr>
              <a:t>一、无穷限反常积分的审敛法</a:t>
            </a:r>
            <a:r>
              <a:rPr lang="en-US" altLang="zh-CN" sz="2400" b="1" dirty="0">
                <a:solidFill>
                  <a:srgbClr val="0066FF"/>
                </a:solidFill>
                <a:latin typeface="+mj-ea"/>
                <a:ea typeface="+mj-ea"/>
                <a:cs typeface="微软雅黑" panose="020B0503020204020204" charset="-122"/>
              </a:rPr>
              <a:t>(</a:t>
            </a: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  <a:cs typeface="微软雅黑" panose="020B0503020204020204" charset="-122"/>
              </a:rPr>
              <a:t>两个结论</a:t>
            </a:r>
            <a:r>
              <a:rPr lang="en-US" altLang="zh-CN" sz="2400" b="1" dirty="0">
                <a:solidFill>
                  <a:srgbClr val="0066FF"/>
                </a:solidFill>
                <a:latin typeface="+mj-ea"/>
                <a:ea typeface="+mj-ea"/>
                <a:cs typeface="微软雅黑" panose="020B0503020204020204" charset="-122"/>
              </a:rPr>
              <a:t>)</a:t>
            </a:r>
            <a:endParaRPr lang="zh-CN" altLang="en-US" sz="2400" b="1" dirty="0">
              <a:solidFill>
                <a:srgbClr val="0066FF"/>
              </a:solidFill>
              <a:latin typeface="+mj-ea"/>
              <a:ea typeface="+mj-ea"/>
              <a:cs typeface="微软雅黑" panose="020B050302020402020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B29923D-4D8D-49D7-8995-5E17437748B3}"/>
              </a:ext>
            </a:extLst>
          </p:cNvPr>
          <p:cNvSpPr txBox="1"/>
          <p:nvPr/>
        </p:nvSpPr>
        <p:spPr>
          <a:xfrm>
            <a:off x="683568" y="1352827"/>
            <a:ext cx="1008112" cy="559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定理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1</a:t>
            </a:r>
            <a:endParaRPr lang="zh-CN" altLang="en-US" sz="2400" b="1" dirty="0">
              <a:solidFill>
                <a:srgbClr val="0064FF"/>
              </a:solidFill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BDE83A0-B316-486D-9214-5C298D374C04}"/>
              </a:ext>
            </a:extLst>
          </p:cNvPr>
          <p:cNvSpPr txBox="1"/>
          <p:nvPr/>
        </p:nvSpPr>
        <p:spPr>
          <a:xfrm>
            <a:off x="1547664" y="1355240"/>
            <a:ext cx="6408712" cy="559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+mn-ea"/>
              </a:rPr>
              <a:t>设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非负</a:t>
            </a:r>
            <a:r>
              <a:rPr lang="zh-CN" altLang="en-US" sz="2400" b="1" dirty="0">
                <a:latin typeface="+mn-ea"/>
              </a:rPr>
              <a:t>函数     在区间      上连续，若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A5D24218-6327-408E-AB49-A29341393F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7384625"/>
              </p:ext>
            </p:extLst>
          </p:nvPr>
        </p:nvGraphicFramePr>
        <p:xfrm>
          <a:off x="3203848" y="1544296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382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03848" y="1544296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13C5D983-F933-4AE1-9237-45A0490A4D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9173911"/>
              </p:ext>
            </p:extLst>
          </p:nvPr>
        </p:nvGraphicFramePr>
        <p:xfrm>
          <a:off x="4931916" y="1538106"/>
          <a:ext cx="889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383" name="Equation" r:id="rId5" imgW="888840" imgH="342720" progId="Equation.DSMT4">
                  <p:embed/>
                </p:oleObj>
              </mc:Choice>
              <mc:Fallback>
                <p:oleObj name="Equation" r:id="rId5" imgW="88884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931916" y="1538106"/>
                        <a:ext cx="889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1C5DFFDB-93C7-4848-884F-841451721A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3840627"/>
              </p:ext>
            </p:extLst>
          </p:nvPr>
        </p:nvGraphicFramePr>
        <p:xfrm>
          <a:off x="3122613" y="2120900"/>
          <a:ext cx="20193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384" name="Equation" r:id="rId7" imgW="2019240" imgH="596880" progId="Equation.DSMT4">
                  <p:embed/>
                </p:oleObj>
              </mc:Choice>
              <mc:Fallback>
                <p:oleObj name="Equation" r:id="rId7" imgW="201924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122613" y="2120900"/>
                        <a:ext cx="20193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161159E4-9048-425A-850F-68549423CBA2}"/>
              </a:ext>
            </a:extLst>
          </p:cNvPr>
          <p:cNvSpPr txBox="1"/>
          <p:nvPr/>
        </p:nvSpPr>
        <p:spPr>
          <a:xfrm>
            <a:off x="539552" y="2809644"/>
            <a:ext cx="8352928" cy="559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+mn-ea"/>
              </a:rPr>
              <a:t>在        上有界，则反常积分           收敛</a:t>
            </a:r>
            <a:r>
              <a:rPr lang="en-US" altLang="zh-CN" sz="2400" b="1" dirty="0">
                <a:latin typeface="+mn-ea"/>
              </a:rPr>
              <a:t>.</a:t>
            </a:r>
            <a:endParaRPr lang="zh-CN" altLang="en-US" sz="2400" b="1" dirty="0">
              <a:latin typeface="+mn-ea"/>
            </a:endParaRP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ED9D2AD4-7659-4BFF-B8D7-D62A5A1064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4769035"/>
              </p:ext>
            </p:extLst>
          </p:nvPr>
        </p:nvGraphicFramePr>
        <p:xfrm>
          <a:off x="1103313" y="3000375"/>
          <a:ext cx="889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385" name="Equation" r:id="rId9" imgW="888840" imgH="342720" progId="Equation.DSMT4">
                  <p:embed/>
                </p:oleObj>
              </mc:Choice>
              <mc:Fallback>
                <p:oleObj name="Equation" r:id="rId9" imgW="888840" imgH="34272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13C5D983-F933-4AE1-9237-45A0490A4D3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103313" y="3000375"/>
                        <a:ext cx="889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45484014-B305-4E1A-881E-1F5859BA4F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4771557"/>
              </p:ext>
            </p:extLst>
          </p:nvPr>
        </p:nvGraphicFramePr>
        <p:xfrm>
          <a:off x="5040313" y="2851150"/>
          <a:ext cx="13462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386" name="Equation" r:id="rId11" imgW="1346040" imgH="596880" progId="Equation.DSMT4">
                  <p:embed/>
                </p:oleObj>
              </mc:Choice>
              <mc:Fallback>
                <p:oleObj name="Equation" r:id="rId11" imgW="134604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040313" y="2851150"/>
                        <a:ext cx="13462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702600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26628E0-6B0F-490B-BF89-88746908F771}"/>
              </a:ext>
            </a:extLst>
          </p:cNvPr>
          <p:cNvSpPr txBox="1"/>
          <p:nvPr/>
        </p:nvSpPr>
        <p:spPr>
          <a:xfrm>
            <a:off x="683568" y="769137"/>
            <a:ext cx="1008112" cy="559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定理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2</a:t>
            </a:r>
            <a:endParaRPr lang="zh-CN" altLang="en-US" sz="2400" b="1" dirty="0">
              <a:solidFill>
                <a:srgbClr val="0064FF"/>
              </a:solidFill>
              <a:latin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D03051B-4221-4703-9BEA-3266CB3A2B67}"/>
              </a:ext>
            </a:extLst>
          </p:cNvPr>
          <p:cNvSpPr txBox="1"/>
          <p:nvPr/>
        </p:nvSpPr>
        <p:spPr>
          <a:xfrm>
            <a:off x="1547664" y="771550"/>
            <a:ext cx="6408712" cy="559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+mn-ea"/>
              </a:rPr>
              <a:t>若反常积分           收敛，则反常积分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4C1921F-DC8A-4961-918A-0225D1F69F37}"/>
              </a:ext>
            </a:extLst>
          </p:cNvPr>
          <p:cNvSpPr txBox="1"/>
          <p:nvPr/>
        </p:nvSpPr>
        <p:spPr>
          <a:xfrm>
            <a:off x="395536" y="1779662"/>
            <a:ext cx="2088232" cy="559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+mn-ea"/>
              </a:rPr>
              <a:t>一定收敛，且</a:t>
            </a: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9C15725D-A597-4D4C-89EE-62F6176798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3931234"/>
              </p:ext>
            </p:extLst>
          </p:nvPr>
        </p:nvGraphicFramePr>
        <p:xfrm>
          <a:off x="3140648" y="782011"/>
          <a:ext cx="16129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354" name="Equation" r:id="rId3" imgW="1612800" imgH="596880" progId="Equation.DSMT4">
                  <p:embed/>
                </p:oleObj>
              </mc:Choice>
              <mc:Fallback>
                <p:oleObj name="Equation" r:id="rId3" imgW="1612800" imgH="59688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C3099425-E919-41DD-89B5-CD1EF29E45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40648" y="782011"/>
                        <a:ext cx="16129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07262456-E634-45F6-B61F-0E73EBC2BC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277964"/>
              </p:ext>
            </p:extLst>
          </p:nvPr>
        </p:nvGraphicFramePr>
        <p:xfrm>
          <a:off x="7380312" y="796228"/>
          <a:ext cx="13462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355" name="Equation" r:id="rId5" imgW="1346040" imgH="596880" progId="Equation.DSMT4">
                  <p:embed/>
                </p:oleObj>
              </mc:Choice>
              <mc:Fallback>
                <p:oleObj name="Equation" r:id="rId5" imgW="134604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380312" y="796228"/>
                        <a:ext cx="13462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091CF0EF-24A9-4F24-86F7-FD8C173771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4540771"/>
              </p:ext>
            </p:extLst>
          </p:nvPr>
        </p:nvGraphicFramePr>
        <p:xfrm>
          <a:off x="2627784" y="1785744"/>
          <a:ext cx="33909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356" name="Equation" r:id="rId7" imgW="3390840" imgH="685800" progId="Equation.DSMT4">
                  <p:embed/>
                </p:oleObj>
              </mc:Choice>
              <mc:Fallback>
                <p:oleObj name="Equation" r:id="rId7" imgW="3390840" imgH="685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627784" y="1785744"/>
                        <a:ext cx="3390900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728892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1">
            <a:extLst>
              <a:ext uri="{FF2B5EF4-FFF2-40B4-BE49-F238E27FC236}">
                <a16:creationId xmlns:a16="http://schemas.microsoft.com/office/drawing/2014/main" id="{991B0513-214D-4084-91F3-1F3F84EBC7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267494"/>
            <a:ext cx="136815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练习题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43B6028-AD5F-4733-BFA1-D6155D9C6E8F}"/>
              </a:ext>
            </a:extLst>
          </p:cNvPr>
          <p:cNvSpPr txBox="1"/>
          <p:nvPr/>
        </p:nvSpPr>
        <p:spPr>
          <a:xfrm>
            <a:off x="467544" y="729159"/>
            <a:ext cx="8424936" cy="559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+mn-ea"/>
              </a:rPr>
              <a:t>1.</a:t>
            </a:r>
            <a:r>
              <a:rPr lang="zh-CN" altLang="en-US" sz="2400" b="1" dirty="0">
                <a:latin typeface="+mn-ea"/>
              </a:rPr>
              <a:t> 判断下列各反常积分的敛散性，如果收敛，计算反常积分</a:t>
            </a:r>
          </a:p>
        </p:txBody>
      </p:sp>
      <p:sp>
        <p:nvSpPr>
          <p:cNvPr id="4" name="Text Box 11">
            <a:extLst>
              <a:ext uri="{FF2B5EF4-FFF2-40B4-BE49-F238E27FC236}">
                <a16:creationId xmlns:a16="http://schemas.microsoft.com/office/drawing/2014/main" id="{12FE0315-0132-41D8-BC2A-E3E0CB94F6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1300113"/>
            <a:ext cx="136815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400" b="1" dirty="0">
                <a:latin typeface="+mn-ea"/>
                <a:ea typeface="+mn-ea"/>
              </a:rPr>
              <a:t>的值</a:t>
            </a:r>
            <a:r>
              <a:rPr lang="en-US" altLang="zh-CN" sz="2400" b="1" dirty="0">
                <a:latin typeface="+mn-ea"/>
                <a:ea typeface="+mn-ea"/>
              </a:rPr>
              <a:t>.</a:t>
            </a:r>
            <a:endParaRPr lang="zh-CN" altLang="en-US" sz="2400" b="1" dirty="0">
              <a:latin typeface="+mn-ea"/>
              <a:ea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4294E64-5A2E-4FF8-8C60-2FA1ED32B551}"/>
              </a:ext>
            </a:extLst>
          </p:cNvPr>
          <p:cNvSpPr/>
          <p:nvPr/>
        </p:nvSpPr>
        <p:spPr>
          <a:xfrm>
            <a:off x="382527" y="1871067"/>
            <a:ext cx="7330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(1)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 </a:t>
            </a:r>
            <a:endParaRPr lang="zh-CN" altLang="en-US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3997E517-B54F-4AE5-8E79-805E5DD3C3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2355925"/>
              </p:ext>
            </p:extLst>
          </p:nvPr>
        </p:nvGraphicFramePr>
        <p:xfrm>
          <a:off x="1108075" y="1712019"/>
          <a:ext cx="1879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54" name="Equation" r:id="rId3" imgW="1879560" imgH="736560" progId="Equation.DSMT4">
                  <p:embed/>
                </p:oleObj>
              </mc:Choice>
              <mc:Fallback>
                <p:oleObj name="Equation" r:id="rId3" imgW="187956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08075" y="1712019"/>
                        <a:ext cx="18796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59E816CD-B8E9-4DC0-B145-3524BFEA7279}"/>
              </a:ext>
            </a:extLst>
          </p:cNvPr>
          <p:cNvSpPr/>
          <p:nvPr/>
        </p:nvSpPr>
        <p:spPr>
          <a:xfrm>
            <a:off x="4427984" y="1871066"/>
            <a:ext cx="7330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(2)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 </a:t>
            </a:r>
            <a:endParaRPr lang="zh-CN" altLang="en-US" dirty="0"/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78E5F289-3CF2-4798-8EDD-E3C688C309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8864879"/>
              </p:ext>
            </p:extLst>
          </p:nvPr>
        </p:nvGraphicFramePr>
        <p:xfrm>
          <a:off x="5004048" y="1728339"/>
          <a:ext cx="21590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55" name="Equation" r:id="rId5" imgW="2158920" imgH="787320" progId="Equation.DSMT4">
                  <p:embed/>
                </p:oleObj>
              </mc:Choice>
              <mc:Fallback>
                <p:oleObj name="Equation" r:id="rId5" imgW="2158920" imgH="78732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3997E517-B54F-4AE5-8E79-805E5DD3C3A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04048" y="1728339"/>
                        <a:ext cx="21590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11">
            <a:extLst>
              <a:ext uri="{FF2B5EF4-FFF2-40B4-BE49-F238E27FC236}">
                <a16:creationId xmlns:a16="http://schemas.microsoft.com/office/drawing/2014/main" id="{DF79A5F1-6172-4B16-B963-DC3E110564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538" y="2796728"/>
            <a:ext cx="76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解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03F026F-128D-4C35-94BA-4CD27410BA47}"/>
              </a:ext>
            </a:extLst>
          </p:cNvPr>
          <p:cNvSpPr/>
          <p:nvPr/>
        </p:nvSpPr>
        <p:spPr>
          <a:xfrm>
            <a:off x="745971" y="2796729"/>
            <a:ext cx="7330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(1)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 </a:t>
            </a:r>
            <a:endParaRPr lang="zh-CN" altLang="en-US" dirty="0"/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7244AB37-0D1A-4003-B4EB-C1D88BE3E1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8468467"/>
              </p:ext>
            </p:extLst>
          </p:nvPr>
        </p:nvGraphicFramePr>
        <p:xfrm>
          <a:off x="1461104" y="2663078"/>
          <a:ext cx="38608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56" name="Equation" r:id="rId7" imgW="3860640" imgH="787320" progId="Equation.DSMT4">
                  <p:embed/>
                </p:oleObj>
              </mc:Choice>
              <mc:Fallback>
                <p:oleObj name="Equation" r:id="rId7" imgW="3860640" imgH="78732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3997E517-B54F-4AE5-8E79-805E5DD3C3A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61104" y="2663078"/>
                        <a:ext cx="38608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A9E6716C-28BC-40BE-856A-4170C62654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153535"/>
              </p:ext>
            </p:extLst>
          </p:nvPr>
        </p:nvGraphicFramePr>
        <p:xfrm>
          <a:off x="1043608" y="3706881"/>
          <a:ext cx="54356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57" name="Equation" r:id="rId9" imgW="5435280" imgH="914400" progId="Equation.DSMT4">
                  <p:embed/>
                </p:oleObj>
              </mc:Choice>
              <mc:Fallback>
                <p:oleObj name="Equation" r:id="rId9" imgW="5435280" imgH="914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043608" y="3706881"/>
                        <a:ext cx="54356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11803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8532594-A80C-4222-91A3-4750E8E78505}"/>
              </a:ext>
            </a:extLst>
          </p:cNvPr>
          <p:cNvSpPr/>
          <p:nvPr/>
        </p:nvSpPr>
        <p:spPr>
          <a:xfrm>
            <a:off x="539552" y="338213"/>
            <a:ext cx="7330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(2)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 </a:t>
            </a:r>
            <a:endParaRPr lang="zh-CN" altLang="en-US" dirty="0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066E8197-873C-42FC-84A9-B5A9002974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3344941"/>
              </p:ext>
            </p:extLst>
          </p:nvPr>
        </p:nvGraphicFramePr>
        <p:xfrm>
          <a:off x="1115616" y="195486"/>
          <a:ext cx="21590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501" name="Equation" r:id="rId3" imgW="2158920" imgH="787320" progId="Equation.DSMT4">
                  <p:embed/>
                </p:oleObj>
              </mc:Choice>
              <mc:Fallback>
                <p:oleObj name="Equation" r:id="rId3" imgW="2158920" imgH="78732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78E5F289-3CF2-4798-8EDD-E3C688C309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15616" y="195486"/>
                        <a:ext cx="21590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11">
            <a:extLst>
              <a:ext uri="{FF2B5EF4-FFF2-40B4-BE49-F238E27FC236}">
                <a16:creationId xmlns:a16="http://schemas.microsoft.com/office/drawing/2014/main" id="{8A4EB708-BDD7-465D-ADAE-8C8DB547C4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526" y="1275606"/>
            <a:ext cx="6420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91283D98-0DA7-49F1-9ED5-9B23F68B9C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4722765"/>
              </p:ext>
            </p:extLst>
          </p:nvPr>
        </p:nvGraphicFramePr>
        <p:xfrm>
          <a:off x="1115616" y="1114978"/>
          <a:ext cx="5245101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502" name="Equation" r:id="rId5" imgW="5244840" imgH="812520" progId="Equation.DSMT4">
                  <p:embed/>
                </p:oleObj>
              </mc:Choice>
              <mc:Fallback>
                <p:oleObj name="Equation" r:id="rId5" imgW="5244840" imgH="8125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066E8197-873C-42FC-84A9-B5A9002974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15616" y="1114978"/>
                        <a:ext cx="5245101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E6F7BE77-C934-4F85-B2C9-CF20FCCD63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8224602"/>
              </p:ext>
            </p:extLst>
          </p:nvPr>
        </p:nvGraphicFramePr>
        <p:xfrm>
          <a:off x="755576" y="2220498"/>
          <a:ext cx="40767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503" name="Equation" r:id="rId7" imgW="4076640" imgH="812520" progId="Equation.DSMT4">
                  <p:embed/>
                </p:oleObj>
              </mc:Choice>
              <mc:Fallback>
                <p:oleObj name="Equation" r:id="rId7" imgW="407664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55576" y="2220498"/>
                        <a:ext cx="40767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6BD4FE04-A18A-4AE7-A154-A303452E08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1829820"/>
              </p:ext>
            </p:extLst>
          </p:nvPr>
        </p:nvGraphicFramePr>
        <p:xfrm>
          <a:off x="755576" y="3147814"/>
          <a:ext cx="82931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504" name="Equation" r:id="rId9" imgW="8292960" imgH="965160" progId="Equation.DSMT4">
                  <p:embed/>
                </p:oleObj>
              </mc:Choice>
              <mc:Fallback>
                <p:oleObj name="Equation" r:id="rId9" imgW="8292960" imgH="965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55576" y="3147814"/>
                        <a:ext cx="8293100" cy="965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4BAC9986-2C10-4D67-B845-3AA6FF2B58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789822"/>
              </p:ext>
            </p:extLst>
          </p:nvPr>
        </p:nvGraphicFramePr>
        <p:xfrm>
          <a:off x="746076" y="4113014"/>
          <a:ext cx="5715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505" name="Equation" r:id="rId11" imgW="571320" imgH="723600" progId="Equation.DSMT4">
                  <p:embed/>
                </p:oleObj>
              </mc:Choice>
              <mc:Fallback>
                <p:oleObj name="Equation" r:id="rId11" imgW="57132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46076" y="4113014"/>
                        <a:ext cx="5715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42790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66CAA0A-04F1-4B04-BE3A-B05F236FD88C}"/>
              </a:ext>
            </a:extLst>
          </p:cNvPr>
          <p:cNvSpPr txBox="1"/>
          <p:nvPr/>
        </p:nvSpPr>
        <p:spPr>
          <a:xfrm>
            <a:off x="467544" y="195486"/>
            <a:ext cx="1008112" cy="559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+mn-ea"/>
              </a:rPr>
              <a:t>2.</a:t>
            </a:r>
            <a:r>
              <a:rPr lang="zh-CN" altLang="en-US" sz="2400" b="1" dirty="0">
                <a:latin typeface="+mn-ea"/>
              </a:rPr>
              <a:t>设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9CAB6E31-0209-46DF-9284-E16AA56D8D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9494520"/>
              </p:ext>
            </p:extLst>
          </p:nvPr>
        </p:nvGraphicFramePr>
        <p:xfrm>
          <a:off x="1187624" y="51470"/>
          <a:ext cx="27940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589" name="Equation" r:id="rId3" imgW="2793960" imgH="876240" progId="Equation.DSMT4">
                  <p:embed/>
                </p:oleObj>
              </mc:Choice>
              <mc:Fallback>
                <p:oleObj name="Equation" r:id="rId3" imgW="2793960" imgH="876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87624" y="51470"/>
                        <a:ext cx="2794000" cy="876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8D90BC6C-766E-4217-B1AF-6FAF64752F34}"/>
              </a:ext>
            </a:extLst>
          </p:cNvPr>
          <p:cNvSpPr txBox="1"/>
          <p:nvPr/>
        </p:nvSpPr>
        <p:spPr>
          <a:xfrm>
            <a:off x="4067944" y="123478"/>
            <a:ext cx="1584176" cy="559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+mn-ea"/>
              </a:rPr>
              <a:t>求  的值</a:t>
            </a:r>
            <a:r>
              <a:rPr lang="en-US" altLang="zh-CN" sz="2400" b="1" dirty="0">
                <a:latin typeface="+mn-ea"/>
              </a:rPr>
              <a:t>.</a:t>
            </a:r>
            <a:endParaRPr lang="zh-CN" altLang="en-US" sz="2400" b="1" dirty="0">
              <a:latin typeface="+mn-ea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59F1A1B7-FCB3-447D-9492-4BC994B716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9516201"/>
              </p:ext>
            </p:extLst>
          </p:nvPr>
        </p:nvGraphicFramePr>
        <p:xfrm>
          <a:off x="4523904" y="378307"/>
          <a:ext cx="1778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590" name="Equation" r:id="rId5" imgW="177480" imgH="203040" progId="Equation.DSMT4">
                  <p:embed/>
                </p:oleObj>
              </mc:Choice>
              <mc:Fallback>
                <p:oleObj name="Equation" r:id="rId5" imgW="1774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23904" y="378307"/>
                        <a:ext cx="1778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11">
            <a:extLst>
              <a:ext uri="{FF2B5EF4-FFF2-40B4-BE49-F238E27FC236}">
                <a16:creationId xmlns:a16="http://schemas.microsoft.com/office/drawing/2014/main" id="{E2E18CBE-2DEE-467A-97F4-AA5D465CA5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055" y="1491630"/>
            <a:ext cx="6420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0D130223-D138-4EFA-BFD4-B59FBDF5E4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9583759"/>
              </p:ext>
            </p:extLst>
          </p:nvPr>
        </p:nvGraphicFramePr>
        <p:xfrm>
          <a:off x="1187624" y="927770"/>
          <a:ext cx="4673600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591" name="Equation" r:id="rId7" imgW="4673520" imgH="1371600" progId="Equation.DSMT4">
                  <p:embed/>
                </p:oleObj>
              </mc:Choice>
              <mc:Fallback>
                <p:oleObj name="Equation" r:id="rId7" imgW="4673520" imgH="1371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87624" y="927770"/>
                        <a:ext cx="4673600" cy="1371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FB589BD9-0D02-4CAE-8CFF-05219DA3B4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2498276"/>
              </p:ext>
            </p:extLst>
          </p:nvPr>
        </p:nvGraphicFramePr>
        <p:xfrm>
          <a:off x="5652120" y="1491630"/>
          <a:ext cx="698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592" name="Equation" r:id="rId9" imgW="698400" imgH="393480" progId="Equation.DSMT4">
                  <p:embed/>
                </p:oleObj>
              </mc:Choice>
              <mc:Fallback>
                <p:oleObj name="Equation" r:id="rId9" imgW="69840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652120" y="1491630"/>
                        <a:ext cx="6985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C6614AD1-0ED1-4A6B-9FBF-D21FE5BDD0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904568"/>
              </p:ext>
            </p:extLst>
          </p:nvPr>
        </p:nvGraphicFramePr>
        <p:xfrm>
          <a:off x="1043608" y="2571750"/>
          <a:ext cx="25273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593" name="Equation" r:id="rId11" imgW="2527200" imgH="723600" progId="Equation.DSMT4">
                  <p:embed/>
                </p:oleObj>
              </mc:Choice>
              <mc:Fallback>
                <p:oleObj name="Equation" r:id="rId11" imgW="252720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043608" y="2571750"/>
                        <a:ext cx="25273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267C6D4A-C63B-44A2-B366-DE3D863AE7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382236"/>
              </p:ext>
            </p:extLst>
          </p:nvPr>
        </p:nvGraphicFramePr>
        <p:xfrm>
          <a:off x="3595525" y="2543893"/>
          <a:ext cx="26797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594" name="Equation" r:id="rId13" imgW="2679480" imgH="723600" progId="Equation.DSMT4">
                  <p:embed/>
                </p:oleObj>
              </mc:Choice>
              <mc:Fallback>
                <p:oleObj name="Equation" r:id="rId13" imgW="267948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595525" y="2543893"/>
                        <a:ext cx="26797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AF635F83-79D6-4E0B-8E6C-A9FD8A2E56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2574030"/>
              </p:ext>
            </p:extLst>
          </p:nvPr>
        </p:nvGraphicFramePr>
        <p:xfrm>
          <a:off x="6262688" y="2498725"/>
          <a:ext cx="18796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595" name="Equation" r:id="rId15" imgW="1879560" imgH="812520" progId="Equation.DSMT4">
                  <p:embed/>
                </p:oleObj>
              </mc:Choice>
              <mc:Fallback>
                <p:oleObj name="Equation" r:id="rId15" imgW="187956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262688" y="2498725"/>
                        <a:ext cx="18796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5191C34E-3AE9-4D43-9527-4CFC23A770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2226435"/>
              </p:ext>
            </p:extLst>
          </p:nvPr>
        </p:nvGraphicFramePr>
        <p:xfrm>
          <a:off x="971600" y="3709465"/>
          <a:ext cx="22987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596" name="Equation" r:id="rId17" imgW="2298600" imgH="812520" progId="Equation.DSMT4">
                  <p:embed/>
                </p:oleObj>
              </mc:Choice>
              <mc:Fallback>
                <p:oleObj name="Equation" r:id="rId17" imgW="229860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971600" y="3709465"/>
                        <a:ext cx="22987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6A735312-3ECF-48EA-ABB4-B4D49A2FD0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4612628"/>
              </p:ext>
            </p:extLst>
          </p:nvPr>
        </p:nvGraphicFramePr>
        <p:xfrm>
          <a:off x="3419872" y="3753915"/>
          <a:ext cx="7620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597" name="Equation" r:id="rId19" imgW="761760" imgH="723600" progId="Equation.DSMT4">
                  <p:embed/>
                </p:oleObj>
              </mc:Choice>
              <mc:Fallback>
                <p:oleObj name="Equation" r:id="rId19" imgW="76176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419872" y="3753915"/>
                        <a:ext cx="7620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79482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7DE100E-463A-4200-8457-3B13C8D49F58}"/>
              </a:ext>
            </a:extLst>
          </p:cNvPr>
          <p:cNvSpPr txBox="1"/>
          <p:nvPr/>
        </p:nvSpPr>
        <p:spPr>
          <a:xfrm>
            <a:off x="2411760" y="224783"/>
            <a:ext cx="4249218" cy="559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+mn-ea"/>
              </a:rPr>
              <a:t>在区间     上均连续，证明：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055D425F-6035-4BD0-85A8-426D2C4BBD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0983319"/>
              </p:ext>
            </p:extLst>
          </p:nvPr>
        </p:nvGraphicFramePr>
        <p:xfrm>
          <a:off x="1187624" y="412355"/>
          <a:ext cx="1295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611" name="Equation" r:id="rId3" imgW="1295280" imgH="342720" progId="Equation.DSMT4">
                  <p:embed/>
                </p:oleObj>
              </mc:Choice>
              <mc:Fallback>
                <p:oleObj name="Equation" r:id="rId3" imgW="12952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87624" y="412355"/>
                        <a:ext cx="12954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B2AE077E-99FA-47BE-A872-42333B4CCE7B}"/>
              </a:ext>
            </a:extLst>
          </p:cNvPr>
          <p:cNvSpPr txBox="1"/>
          <p:nvPr/>
        </p:nvSpPr>
        <p:spPr>
          <a:xfrm>
            <a:off x="467544" y="195552"/>
            <a:ext cx="864096" cy="559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+mn-ea"/>
              </a:rPr>
              <a:t>3.</a:t>
            </a:r>
            <a:r>
              <a:rPr lang="zh-CN" altLang="en-US" sz="2400" b="1" dirty="0">
                <a:latin typeface="+mn-ea"/>
              </a:rPr>
              <a:t>设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9B2B1561-B8C3-41DD-A5AF-D6E5B6BCE3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4685210"/>
              </p:ext>
            </p:extLst>
          </p:nvPr>
        </p:nvGraphicFramePr>
        <p:xfrm>
          <a:off x="3495677" y="412355"/>
          <a:ext cx="6350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612" name="Equation" r:id="rId5" imgW="634680" imgH="330120" progId="Equation.DSMT4">
                  <p:embed/>
                </p:oleObj>
              </mc:Choice>
              <mc:Fallback>
                <p:oleObj name="Equation" r:id="rId5" imgW="63468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495677" y="412355"/>
                        <a:ext cx="6350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E3F57A29-DC01-4F22-B192-32191C6705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1335403"/>
              </p:ext>
            </p:extLst>
          </p:nvPr>
        </p:nvGraphicFramePr>
        <p:xfrm>
          <a:off x="695327" y="843558"/>
          <a:ext cx="56007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613" name="Equation" r:id="rId7" imgW="5600520" imgH="749160" progId="Equation.DSMT4">
                  <p:embed/>
                </p:oleObj>
              </mc:Choice>
              <mc:Fallback>
                <p:oleObj name="Equation" r:id="rId7" imgW="5600520" imgH="749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95327" y="843558"/>
                        <a:ext cx="5600700" cy="749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E75B938E-1812-4436-AA2D-5FDC4E65AEE4}"/>
              </a:ext>
            </a:extLst>
          </p:cNvPr>
          <p:cNvSpPr/>
          <p:nvPr/>
        </p:nvSpPr>
        <p:spPr>
          <a:xfrm>
            <a:off x="6228184" y="1033542"/>
            <a:ext cx="25922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66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b="1" dirty="0">
                <a:solidFill>
                  <a:srgbClr val="0066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柯西</a:t>
            </a:r>
            <a:r>
              <a:rPr lang="en-US" altLang="zh-CN" b="1" dirty="0">
                <a:solidFill>
                  <a:srgbClr val="0066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—</a:t>
            </a:r>
            <a:r>
              <a:rPr lang="zh-CN" altLang="en-US" b="1" dirty="0">
                <a:solidFill>
                  <a:srgbClr val="0066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施瓦兹不等式</a:t>
            </a:r>
            <a:r>
              <a:rPr lang="en-US" altLang="zh-CN" b="1" dirty="0">
                <a:solidFill>
                  <a:srgbClr val="0066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</a:rPr>
              <a:t>；</a:t>
            </a:r>
            <a:endParaRPr lang="zh-CN" altLang="en-US" dirty="0"/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F6A7EB5D-7789-477E-935F-E7B86D613C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782870"/>
              </p:ext>
            </p:extLst>
          </p:nvPr>
        </p:nvGraphicFramePr>
        <p:xfrm>
          <a:off x="695327" y="1651864"/>
          <a:ext cx="71247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614" name="Equation" r:id="rId9" imgW="7124400" imgH="850680" progId="Equation.DSMT4">
                  <p:embed/>
                </p:oleObj>
              </mc:Choice>
              <mc:Fallback>
                <p:oleObj name="Equation" r:id="rId9" imgW="7124400" imgH="85068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E3F57A29-DC01-4F22-B192-32191C6705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95327" y="1651864"/>
                        <a:ext cx="7124700" cy="850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D15E5E06-F925-4F28-A471-4150A11B85BC}"/>
              </a:ext>
            </a:extLst>
          </p:cNvPr>
          <p:cNvSpPr/>
          <p:nvPr/>
        </p:nvSpPr>
        <p:spPr>
          <a:xfrm>
            <a:off x="6012160" y="2502764"/>
            <a:ext cx="25922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66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b="1" dirty="0">
                <a:solidFill>
                  <a:srgbClr val="0066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闵可夫斯基不等式</a:t>
            </a:r>
            <a:r>
              <a:rPr lang="en-US" altLang="zh-CN" b="1" dirty="0">
                <a:solidFill>
                  <a:srgbClr val="0066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  <a:endParaRPr lang="zh-CN" altLang="en-US" dirty="0"/>
          </a:p>
        </p:txBody>
      </p:sp>
      <p:sp>
        <p:nvSpPr>
          <p:cNvPr id="10" name="Text Box 11">
            <a:extLst>
              <a:ext uri="{FF2B5EF4-FFF2-40B4-BE49-F238E27FC236}">
                <a16:creationId xmlns:a16="http://schemas.microsoft.com/office/drawing/2014/main" id="{35D4821B-5026-4C44-848A-894753DF2F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2872096"/>
            <a:ext cx="6420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证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A4BBAC5D-E0B3-4797-B647-6EBC8E564481}"/>
              </a:ext>
            </a:extLst>
          </p:cNvPr>
          <p:cNvGrpSpPr/>
          <p:nvPr/>
        </p:nvGrpSpPr>
        <p:grpSpPr>
          <a:xfrm>
            <a:off x="1010590" y="2872096"/>
            <a:ext cx="2485087" cy="461665"/>
            <a:chOff x="1010590" y="2872096"/>
            <a:chExt cx="2485087" cy="461665"/>
          </a:xfrm>
        </p:grpSpPr>
        <p:sp>
          <p:nvSpPr>
            <p:cNvPr id="11" name="Text Box 11">
              <a:extLst>
                <a:ext uri="{FF2B5EF4-FFF2-40B4-BE49-F238E27FC236}">
                  <a16:creationId xmlns:a16="http://schemas.microsoft.com/office/drawing/2014/main" id="{BEEC0700-A2FE-4CF7-8A4E-8977160FCD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0590" y="2872096"/>
              <a:ext cx="248508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zh-CN" altLang="en-US" sz="2400" b="1" dirty="0">
                  <a:latin typeface="+mn-ea"/>
                  <a:ea typeface="+mn-ea"/>
                </a:rPr>
                <a:t>对任意实数   有</a:t>
              </a:r>
            </a:p>
          </p:txBody>
        </p: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73F2F78F-EDF2-4D76-A0A7-73BDD9CD2B2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25714072"/>
                </p:ext>
              </p:extLst>
            </p:nvPr>
          </p:nvGraphicFramePr>
          <p:xfrm>
            <a:off x="2695575" y="3003561"/>
            <a:ext cx="2921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7615" name="Equation" r:id="rId11" imgW="291960" imgH="330120" progId="Equation.DSMT4">
                    <p:embed/>
                  </p:oleObj>
                </mc:Choice>
                <mc:Fallback>
                  <p:oleObj name="Equation" r:id="rId11" imgW="29196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695575" y="3003561"/>
                          <a:ext cx="2921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E3EA9A0B-3516-42C1-9C5A-3474F32423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4880434"/>
              </p:ext>
            </p:extLst>
          </p:nvPr>
        </p:nvGraphicFramePr>
        <p:xfrm>
          <a:off x="3495677" y="2826502"/>
          <a:ext cx="30480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616" name="Equation" r:id="rId13" imgW="3047760" imgH="596880" progId="Equation.DSMT4">
                  <p:embed/>
                </p:oleObj>
              </mc:Choice>
              <mc:Fallback>
                <p:oleObj name="Equation" r:id="rId13" imgW="304776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495677" y="2826502"/>
                        <a:ext cx="30480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428A3649-DBD6-4786-867C-088C04DCD381}"/>
              </a:ext>
            </a:extLst>
          </p:cNvPr>
          <p:cNvSpPr/>
          <p:nvPr/>
        </p:nvSpPr>
        <p:spPr>
          <a:xfrm>
            <a:off x="6543677" y="2883228"/>
            <a:ext cx="8450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即</a:t>
            </a:r>
            <a:endParaRPr lang="zh-CN" altLang="en-US" dirty="0"/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7F94DD3D-D19F-4BD1-A3C7-90134AFEFF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2001294"/>
              </p:ext>
            </p:extLst>
          </p:nvPr>
        </p:nvGraphicFramePr>
        <p:xfrm>
          <a:off x="1317625" y="3867150"/>
          <a:ext cx="60833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617" name="Equation" r:id="rId15" imgW="6083280" imgH="596880" progId="Equation.DSMT4">
                  <p:embed/>
                </p:oleObj>
              </mc:Choice>
              <mc:Fallback>
                <p:oleObj name="Equation" r:id="rId15" imgW="6083280" imgH="59688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E3EA9A0B-3516-42C1-9C5A-3474F32423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317625" y="3867150"/>
                        <a:ext cx="60833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19959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68FFB7D7-2295-41B1-93EE-C631ACF0F5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4163088"/>
              </p:ext>
            </p:extLst>
          </p:nvPr>
        </p:nvGraphicFramePr>
        <p:xfrm>
          <a:off x="1187624" y="267494"/>
          <a:ext cx="60833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519" name="Equation" r:id="rId3" imgW="6083280" imgH="596880" progId="Equation.DSMT4">
                  <p:embed/>
                </p:oleObj>
              </mc:Choice>
              <mc:Fallback>
                <p:oleObj name="Equation" r:id="rId3" imgW="6083280" imgH="59688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7F94DD3D-D19F-4BD1-A3C7-90134AFEFF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87624" y="267494"/>
                        <a:ext cx="60833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>
            <a:extLst>
              <a:ext uri="{FF2B5EF4-FFF2-40B4-BE49-F238E27FC236}">
                <a16:creationId xmlns:a16="http://schemas.microsoft.com/office/drawing/2014/main" id="{8D33A127-559D-437B-8BCF-314A431E9C90}"/>
              </a:ext>
            </a:extLst>
          </p:cNvPr>
          <p:cNvGrpSpPr/>
          <p:nvPr/>
        </p:nvGrpSpPr>
        <p:grpSpPr>
          <a:xfrm>
            <a:off x="664878" y="1059582"/>
            <a:ext cx="7939570" cy="461665"/>
            <a:chOff x="664878" y="1059582"/>
            <a:chExt cx="7939570" cy="461665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541DF613-0567-4707-824C-7BDB07884779}"/>
                </a:ext>
              </a:extLst>
            </p:cNvPr>
            <p:cNvSpPr/>
            <p:nvPr/>
          </p:nvSpPr>
          <p:spPr>
            <a:xfrm>
              <a:off x="664878" y="1059582"/>
              <a:ext cx="793957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上式左边是关于  的二次三项式，它非负的条件是其系数</a:t>
              </a:r>
              <a:endParaRPr lang="zh-CN" altLang="en-US" dirty="0"/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1FD0385D-DF0C-45DC-8D56-7ACE001EC5B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84573029"/>
                </p:ext>
              </p:extLst>
            </p:nvPr>
          </p:nvGraphicFramePr>
          <p:xfrm>
            <a:off x="2873375" y="1150714"/>
            <a:ext cx="2286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8520" name="Equation" r:id="rId5" imgW="228600" imgH="279360" progId="Equation.DSMT4">
                    <p:embed/>
                  </p:oleObj>
                </mc:Choice>
                <mc:Fallback>
                  <p:oleObj name="Equation" r:id="rId5" imgW="22860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873375" y="1150714"/>
                          <a:ext cx="2286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id="{01BC2778-C722-4C10-9695-3851EE2C2E1E}"/>
              </a:ext>
            </a:extLst>
          </p:cNvPr>
          <p:cNvSpPr/>
          <p:nvPr/>
        </p:nvSpPr>
        <p:spPr>
          <a:xfrm>
            <a:off x="35496" y="1635646"/>
            <a:ext cx="24842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判别式非正，即</a:t>
            </a:r>
            <a:endParaRPr lang="zh-CN" altLang="en-US" dirty="0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3C8B27B1-9FCC-470C-8836-E506A13594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1828015"/>
              </p:ext>
            </p:extLst>
          </p:nvPr>
        </p:nvGraphicFramePr>
        <p:xfrm>
          <a:off x="827584" y="2211985"/>
          <a:ext cx="5994401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521" name="Equation" r:id="rId7" imgW="5994360" imgH="749160" progId="Equation.DSMT4">
                  <p:embed/>
                </p:oleObj>
              </mc:Choice>
              <mc:Fallback>
                <p:oleObj name="Equation" r:id="rId7" imgW="5994360" imgH="749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27584" y="2211985"/>
                        <a:ext cx="5994401" cy="749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192D0AFF-3F91-4216-8F9E-081AE8D9D472}"/>
              </a:ext>
            </a:extLst>
          </p:cNvPr>
          <p:cNvSpPr/>
          <p:nvPr/>
        </p:nvSpPr>
        <p:spPr>
          <a:xfrm>
            <a:off x="659733" y="3584251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即</a:t>
            </a:r>
            <a:endParaRPr lang="zh-CN" altLang="en-US" sz="2400" dirty="0"/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A889E101-29BD-4B6E-8114-1C83183AD0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9022382"/>
              </p:ext>
            </p:extLst>
          </p:nvPr>
        </p:nvGraphicFramePr>
        <p:xfrm>
          <a:off x="1475656" y="3440434"/>
          <a:ext cx="52070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522" name="Equation" r:id="rId9" imgW="5206680" imgH="749160" progId="Equation.DSMT4">
                  <p:embed/>
                </p:oleObj>
              </mc:Choice>
              <mc:Fallback>
                <p:oleObj name="Equation" r:id="rId9" imgW="5206680" imgH="749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475656" y="3440434"/>
                        <a:ext cx="5207000" cy="749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98368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6FAC8197-E069-4504-9BC5-6ACF8D319F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3807745"/>
              </p:ext>
            </p:extLst>
          </p:nvPr>
        </p:nvGraphicFramePr>
        <p:xfrm>
          <a:off x="539552" y="-14669"/>
          <a:ext cx="71247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588" name="Equation" r:id="rId3" imgW="7124400" imgH="850680" progId="Equation.DSMT4">
                  <p:embed/>
                </p:oleObj>
              </mc:Choice>
              <mc:Fallback>
                <p:oleObj name="Equation" r:id="rId3" imgW="7124400" imgH="85068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F6A7EB5D-7789-477E-935F-E7B86D613CA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9552" y="-14669"/>
                        <a:ext cx="7124700" cy="850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85D21D87-82B2-4C03-8DCC-599610234FEC}"/>
              </a:ext>
            </a:extLst>
          </p:cNvPr>
          <p:cNvSpPr/>
          <p:nvPr/>
        </p:nvSpPr>
        <p:spPr>
          <a:xfrm>
            <a:off x="6115448" y="685831"/>
            <a:ext cx="24169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66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b="1" dirty="0">
                <a:solidFill>
                  <a:srgbClr val="0066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闵可夫斯基不等式</a:t>
            </a:r>
            <a:r>
              <a:rPr lang="en-US" altLang="zh-CN" b="1" dirty="0">
                <a:solidFill>
                  <a:srgbClr val="0066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  <a:endParaRPr lang="zh-CN" altLang="en-US" dirty="0"/>
          </a:p>
        </p:txBody>
      </p:sp>
      <p:sp>
        <p:nvSpPr>
          <p:cNvPr id="4" name="Text Box 11">
            <a:extLst>
              <a:ext uri="{FF2B5EF4-FFF2-40B4-BE49-F238E27FC236}">
                <a16:creationId xmlns:a16="http://schemas.microsoft.com/office/drawing/2014/main" id="{8476794A-A9F0-4694-98C1-9E55FE86E6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899" y="1077196"/>
            <a:ext cx="6420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证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EF6DF774-7410-40D1-A64D-684BB5CFBE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9096319"/>
              </p:ext>
            </p:extLst>
          </p:nvPr>
        </p:nvGraphicFramePr>
        <p:xfrm>
          <a:off x="1065735" y="1039012"/>
          <a:ext cx="66421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589" name="Equation" r:id="rId5" imgW="6642000" imgH="596880" progId="Equation.DSMT4">
                  <p:embed/>
                </p:oleObj>
              </mc:Choice>
              <mc:Fallback>
                <p:oleObj name="Equation" r:id="rId5" imgW="664200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65735" y="1039012"/>
                        <a:ext cx="66421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136919A4-057C-45A8-BAA1-8CC9570275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7279199"/>
              </p:ext>
            </p:extLst>
          </p:nvPr>
        </p:nvGraphicFramePr>
        <p:xfrm>
          <a:off x="844948" y="1790700"/>
          <a:ext cx="52705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590" name="Equation" r:id="rId7" imgW="5270400" imgH="596880" progId="Equation.DSMT4">
                  <p:embed/>
                </p:oleObj>
              </mc:Choice>
              <mc:Fallback>
                <p:oleObj name="Equation" r:id="rId7" imgW="527040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44948" y="1790700"/>
                        <a:ext cx="52705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F87A39F3-CAA8-479B-A53A-F6942EB06D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0076677"/>
              </p:ext>
            </p:extLst>
          </p:nvPr>
        </p:nvGraphicFramePr>
        <p:xfrm>
          <a:off x="844948" y="2755901"/>
          <a:ext cx="2032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591" name="Equation" r:id="rId9" imgW="203040" imgH="241200" progId="Equation.DSMT4">
                  <p:embed/>
                </p:oleObj>
              </mc:Choice>
              <mc:Fallback>
                <p:oleObj name="Equation" r:id="rId9" imgW="20304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44948" y="2755901"/>
                        <a:ext cx="2032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3DE16C41-B53E-4F4D-8A52-15C7B5383E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388153"/>
              </p:ext>
            </p:extLst>
          </p:nvPr>
        </p:nvGraphicFramePr>
        <p:xfrm>
          <a:off x="1065735" y="2343896"/>
          <a:ext cx="64262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592" name="Equation" r:id="rId11" imgW="6426000" imgH="850680" progId="Equation.DSMT4">
                  <p:embed/>
                </p:oleObj>
              </mc:Choice>
              <mc:Fallback>
                <p:oleObj name="Equation" r:id="rId11" imgW="6426000" imgH="850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065735" y="2343896"/>
                        <a:ext cx="6426200" cy="850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68DAB1A5-A0C5-4B4E-A8EE-D207EB57E864}"/>
              </a:ext>
            </a:extLst>
          </p:cNvPr>
          <p:cNvSpPr/>
          <p:nvPr/>
        </p:nvSpPr>
        <p:spPr>
          <a:xfrm>
            <a:off x="3090641" y="3130265"/>
            <a:ext cx="25922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66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b="1" dirty="0">
                <a:solidFill>
                  <a:srgbClr val="0066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柯西</a:t>
            </a:r>
            <a:r>
              <a:rPr lang="en-US" altLang="zh-CN" b="1" dirty="0">
                <a:solidFill>
                  <a:srgbClr val="0066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—</a:t>
            </a:r>
            <a:r>
              <a:rPr lang="zh-CN" altLang="en-US" b="1" dirty="0">
                <a:solidFill>
                  <a:srgbClr val="0066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施瓦兹不等式</a:t>
            </a:r>
            <a:r>
              <a:rPr lang="en-US" altLang="zh-CN" b="1" dirty="0">
                <a:solidFill>
                  <a:srgbClr val="0066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</a:rPr>
              <a:t>；</a:t>
            </a:r>
            <a:endParaRPr lang="zh-CN" altLang="en-US" dirty="0"/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FC5A8390-42FE-4AAA-A2B5-FD85592441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8405091"/>
              </p:ext>
            </p:extLst>
          </p:nvPr>
        </p:nvGraphicFramePr>
        <p:xfrm>
          <a:off x="844948" y="3539338"/>
          <a:ext cx="4406900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593" name="Equation" r:id="rId13" imgW="4406760" imgH="1130040" progId="Equation.DSMT4">
                  <p:embed/>
                </p:oleObj>
              </mc:Choice>
              <mc:Fallback>
                <p:oleObj name="Equation" r:id="rId13" imgW="4406760" imgH="1130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44948" y="3539338"/>
                        <a:ext cx="4406900" cy="1130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1">
            <a:extLst>
              <a:ext uri="{FF2B5EF4-FFF2-40B4-BE49-F238E27FC236}">
                <a16:creationId xmlns:a16="http://schemas.microsoft.com/office/drawing/2014/main" id="{B59DD0AD-FD65-405E-A71B-BC24122010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104" y="3873655"/>
            <a:ext cx="97085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400" b="1" dirty="0">
                <a:latin typeface="+mn-ea"/>
                <a:ea typeface="+mn-ea"/>
              </a:rPr>
              <a:t>得证</a:t>
            </a:r>
            <a:r>
              <a:rPr lang="en-US" altLang="zh-CN" sz="2400" b="1" dirty="0">
                <a:latin typeface="+mn-ea"/>
                <a:ea typeface="+mn-ea"/>
              </a:rPr>
              <a:t>.</a:t>
            </a:r>
            <a:endParaRPr lang="zh-CN" altLang="en-US" sz="24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16539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5620989-7DE9-4795-A914-0DA47212E24D}"/>
              </a:ext>
            </a:extLst>
          </p:cNvPr>
          <p:cNvSpPr txBox="1"/>
          <p:nvPr/>
        </p:nvSpPr>
        <p:spPr>
          <a:xfrm>
            <a:off x="467544" y="82292"/>
            <a:ext cx="7128792" cy="559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+mn-ea"/>
              </a:rPr>
              <a:t>4.</a:t>
            </a:r>
            <a:r>
              <a:rPr lang="zh-CN" altLang="en-US" sz="2400" b="1" dirty="0">
                <a:latin typeface="+mn-ea"/>
              </a:rPr>
              <a:t>设    在区间     上连续，且         证明：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C9951925-84AD-415E-9CA9-E9E970ECEC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5407190"/>
              </p:ext>
            </p:extLst>
          </p:nvPr>
        </p:nvGraphicFramePr>
        <p:xfrm>
          <a:off x="1187624" y="280647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634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87624" y="280647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5EBB9DD4-49FB-4CB0-BD6A-1AB8FAB137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2172033"/>
              </p:ext>
            </p:extLst>
          </p:nvPr>
        </p:nvGraphicFramePr>
        <p:xfrm>
          <a:off x="2771800" y="286997"/>
          <a:ext cx="6350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635" name="Equation" r:id="rId5" imgW="634680" imgH="330120" progId="Equation.DSMT4">
                  <p:embed/>
                </p:oleObj>
              </mc:Choice>
              <mc:Fallback>
                <p:oleObj name="Equation" r:id="rId5" imgW="63468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71800" y="286997"/>
                        <a:ext cx="6350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3E7903D5-6CD4-4B81-82EC-80C3E59BBF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5443229"/>
              </p:ext>
            </p:extLst>
          </p:nvPr>
        </p:nvGraphicFramePr>
        <p:xfrm>
          <a:off x="5076056" y="299161"/>
          <a:ext cx="1143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636" name="Equation" r:id="rId7" imgW="1143000" imgH="342720" progId="Equation.DSMT4">
                  <p:embed/>
                </p:oleObj>
              </mc:Choice>
              <mc:Fallback>
                <p:oleObj name="Equation" r:id="rId7" imgW="11430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76056" y="299161"/>
                        <a:ext cx="1143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F5BBBE27-5B48-4DDF-B8FD-C345129CC7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9402917"/>
              </p:ext>
            </p:extLst>
          </p:nvPr>
        </p:nvGraphicFramePr>
        <p:xfrm>
          <a:off x="2357156" y="710026"/>
          <a:ext cx="38608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637" name="Equation" r:id="rId9" imgW="3860640" imgH="787320" progId="Equation.DSMT4">
                  <p:embed/>
                </p:oleObj>
              </mc:Choice>
              <mc:Fallback>
                <p:oleObj name="Equation" r:id="rId9" imgW="386064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357156" y="710026"/>
                        <a:ext cx="38608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1">
            <a:extLst>
              <a:ext uri="{FF2B5EF4-FFF2-40B4-BE49-F238E27FC236}">
                <a16:creationId xmlns:a16="http://schemas.microsoft.com/office/drawing/2014/main" id="{310AC566-67E5-4679-963D-5E0E597A0D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535" y="1391964"/>
            <a:ext cx="57606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证</a:t>
            </a:r>
          </a:p>
        </p:txBody>
      </p:sp>
      <p:sp>
        <p:nvSpPr>
          <p:cNvPr id="8" name="Text Box 11">
            <a:extLst>
              <a:ext uri="{FF2B5EF4-FFF2-40B4-BE49-F238E27FC236}">
                <a16:creationId xmlns:a16="http://schemas.microsoft.com/office/drawing/2014/main" id="{D5948503-03C4-4032-8A3B-BD03C46C0A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3735" y="1418397"/>
            <a:ext cx="34563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400" b="1" dirty="0">
                <a:latin typeface="+mn-ea"/>
                <a:ea typeface="+mn-ea"/>
              </a:rPr>
              <a:t>由柯西</a:t>
            </a:r>
            <a:r>
              <a:rPr lang="en-US" altLang="zh-CN" sz="2400" b="1" dirty="0">
                <a:latin typeface="+mn-ea"/>
                <a:ea typeface="+mn-ea"/>
              </a:rPr>
              <a:t>—</a:t>
            </a:r>
            <a:r>
              <a:rPr lang="zh-CN" altLang="en-US" sz="2400" b="1" dirty="0">
                <a:latin typeface="+mn-ea"/>
                <a:ea typeface="+mn-ea"/>
              </a:rPr>
              <a:t>施瓦兹不等式</a:t>
            </a: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59234015-AED8-4F43-AB33-62255C71C8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1050640"/>
              </p:ext>
            </p:extLst>
          </p:nvPr>
        </p:nvGraphicFramePr>
        <p:xfrm>
          <a:off x="2051720" y="1915757"/>
          <a:ext cx="51562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638" name="Equation" r:id="rId11" imgW="5155920" imgH="749160" progId="Equation.DSMT4">
                  <p:embed/>
                </p:oleObj>
              </mc:Choice>
              <mc:Fallback>
                <p:oleObj name="Equation" r:id="rId11" imgW="5155920" imgH="749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051720" y="1915757"/>
                        <a:ext cx="5156200" cy="749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E09C9420-5AFF-4DB4-9F70-5A7E09DCD2DA}"/>
              </a:ext>
            </a:extLst>
          </p:cNvPr>
          <p:cNvSpPr/>
          <p:nvPr/>
        </p:nvSpPr>
        <p:spPr>
          <a:xfrm>
            <a:off x="372921" y="4083918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即</a:t>
            </a:r>
            <a:endParaRPr lang="zh-CN" altLang="en-US" dirty="0"/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3EF9BEE8-F90A-40AA-A7C1-A32542B78D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1577662"/>
              </p:ext>
            </p:extLst>
          </p:nvPr>
        </p:nvGraphicFramePr>
        <p:xfrm>
          <a:off x="1167109" y="2775520"/>
          <a:ext cx="65532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639" name="Equation" r:id="rId13" imgW="6553080" imgH="1028520" progId="Equation.DSMT4">
                  <p:embed/>
                </p:oleObj>
              </mc:Choice>
              <mc:Fallback>
                <p:oleObj name="Equation" r:id="rId13" imgW="6553080" imgH="1028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167109" y="2775520"/>
                        <a:ext cx="6553200" cy="1028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10DB1348-751D-4D33-BD9C-165FD56DA474}"/>
              </a:ext>
            </a:extLst>
          </p:cNvPr>
          <p:cNvSpPr/>
          <p:nvPr/>
        </p:nvSpPr>
        <p:spPr>
          <a:xfrm>
            <a:off x="372921" y="3059038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得</a:t>
            </a:r>
            <a:endParaRPr lang="zh-CN" altLang="en-US" dirty="0"/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484DA950-AE0D-4007-8955-00CBCCBC11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2532506"/>
              </p:ext>
            </p:extLst>
          </p:nvPr>
        </p:nvGraphicFramePr>
        <p:xfrm>
          <a:off x="1158900" y="3938753"/>
          <a:ext cx="38608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640" name="Equation" r:id="rId15" imgW="3860640" imgH="787320" progId="Equation.DSMT4">
                  <p:embed/>
                </p:oleObj>
              </mc:Choice>
              <mc:Fallback>
                <p:oleObj name="Equation" r:id="rId15" imgW="386064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158900" y="3938753"/>
                        <a:ext cx="38608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44123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1" grpId="0"/>
      <p:bldP spid="1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BA1FE084-7527-4539-845C-34377FD60A66}"/>
              </a:ext>
            </a:extLst>
          </p:cNvPr>
          <p:cNvSpPr/>
          <p:nvPr/>
        </p:nvSpPr>
        <p:spPr>
          <a:xfrm>
            <a:off x="143755" y="843558"/>
            <a:ext cx="11079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/>
              <a:t>证明：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3AFE1B5A-8288-45CD-8995-9341CB974E55}"/>
              </a:ext>
            </a:extLst>
          </p:cNvPr>
          <p:cNvGrpSpPr/>
          <p:nvPr/>
        </p:nvGrpSpPr>
        <p:grpSpPr>
          <a:xfrm>
            <a:off x="539552" y="161095"/>
            <a:ext cx="7859100" cy="613409"/>
            <a:chOff x="467544" y="82292"/>
            <a:chExt cx="7859100" cy="613409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6F7467A9-7F4A-4918-A503-848A1525BD3F}"/>
                </a:ext>
              </a:extLst>
            </p:cNvPr>
            <p:cNvSpPr txBox="1"/>
            <p:nvPr/>
          </p:nvSpPr>
          <p:spPr>
            <a:xfrm>
              <a:off x="467544" y="82292"/>
              <a:ext cx="7128792" cy="559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2400" b="1" dirty="0">
                  <a:latin typeface="+mn-ea"/>
                </a:rPr>
                <a:t>5.</a:t>
              </a:r>
              <a:r>
                <a:rPr lang="zh-CN" altLang="en-US" sz="2400" b="1" dirty="0">
                  <a:latin typeface="+mn-ea"/>
                </a:rPr>
                <a:t>设    在区间     上连续，且</a:t>
              </a:r>
            </a:p>
          </p:txBody>
        </p:sp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F3DFB147-D9A3-490F-9B2E-756105497B5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82443625"/>
                </p:ext>
              </p:extLst>
            </p:nvPr>
          </p:nvGraphicFramePr>
          <p:xfrm>
            <a:off x="1187624" y="299161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1624" name="Equation" r:id="rId3" imgW="622080" imgH="342720" progId="Equation.DSMT4">
                    <p:embed/>
                  </p:oleObj>
                </mc:Choice>
                <mc:Fallback>
                  <p:oleObj name="Equation" r:id="rId3" imgW="622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187624" y="299161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39EC42E4-E682-4D03-9C4F-7995DFD19CD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14307177"/>
                </p:ext>
              </p:extLst>
            </p:nvPr>
          </p:nvGraphicFramePr>
          <p:xfrm>
            <a:off x="2843808" y="299161"/>
            <a:ext cx="5588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1625" name="Equation" r:id="rId5" imgW="558720" imgH="330120" progId="Equation.DSMT4">
                    <p:embed/>
                  </p:oleObj>
                </mc:Choice>
                <mc:Fallback>
                  <p:oleObj name="Equation" r:id="rId5" imgW="55872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843808" y="299161"/>
                          <a:ext cx="5588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FABB21AB-84BA-4BD5-8A71-7503B378B21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00405968"/>
                </p:ext>
              </p:extLst>
            </p:nvPr>
          </p:nvGraphicFramePr>
          <p:xfrm>
            <a:off x="5138944" y="98801"/>
            <a:ext cx="3187700" cy="596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1626" name="Equation" r:id="rId7" imgW="3187440" imgH="596880" progId="Equation.DSMT4">
                    <p:embed/>
                  </p:oleObj>
                </mc:Choice>
                <mc:Fallback>
                  <p:oleObj name="Equation" r:id="rId7" imgW="3187440" imgH="596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138944" y="98801"/>
                          <a:ext cx="3187700" cy="596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A3B5AE98-EE30-4F32-B4F3-C71D8BF62F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5126037"/>
              </p:ext>
            </p:extLst>
          </p:nvPr>
        </p:nvGraphicFramePr>
        <p:xfrm>
          <a:off x="1059152" y="775940"/>
          <a:ext cx="18161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627" name="Equation" r:id="rId9" imgW="1815840" imgH="596880" progId="Equation.DSMT4">
                  <p:embed/>
                </p:oleObj>
              </mc:Choice>
              <mc:Fallback>
                <p:oleObj name="Equation" r:id="rId9" imgW="181584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059152" y="775940"/>
                        <a:ext cx="18161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11">
            <a:extLst>
              <a:ext uri="{FF2B5EF4-FFF2-40B4-BE49-F238E27FC236}">
                <a16:creationId xmlns:a16="http://schemas.microsoft.com/office/drawing/2014/main" id="{B9569243-E2C1-4A64-B778-66A574ADD9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535" y="1391964"/>
            <a:ext cx="57606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证</a:t>
            </a:r>
          </a:p>
        </p:txBody>
      </p:sp>
      <p:sp>
        <p:nvSpPr>
          <p:cNvPr id="10" name="Text Box 11">
            <a:extLst>
              <a:ext uri="{FF2B5EF4-FFF2-40B4-BE49-F238E27FC236}">
                <a16:creationId xmlns:a16="http://schemas.microsoft.com/office/drawing/2014/main" id="{E81A46FB-D6DC-4A0E-A709-BBA73629A4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3735" y="1418397"/>
            <a:ext cx="34563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400" b="1" dirty="0">
                <a:latin typeface="+mn-ea"/>
                <a:ea typeface="+mn-ea"/>
              </a:rPr>
              <a:t>由柯西</a:t>
            </a:r>
            <a:r>
              <a:rPr lang="en-US" altLang="zh-CN" sz="2400" b="1" dirty="0">
                <a:latin typeface="+mn-ea"/>
                <a:ea typeface="+mn-ea"/>
              </a:rPr>
              <a:t>—</a:t>
            </a:r>
            <a:r>
              <a:rPr lang="zh-CN" altLang="en-US" sz="2400" b="1" dirty="0">
                <a:latin typeface="+mn-ea"/>
                <a:ea typeface="+mn-ea"/>
              </a:rPr>
              <a:t>施瓦兹不等式</a:t>
            </a: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FF44E97A-7DB9-426A-8823-E6CCECD2A0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1136047"/>
              </p:ext>
            </p:extLst>
          </p:nvPr>
        </p:nvGraphicFramePr>
        <p:xfrm>
          <a:off x="2051720" y="1915757"/>
          <a:ext cx="51562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628" name="Equation" r:id="rId11" imgW="5155920" imgH="749160" progId="Equation.DSMT4">
                  <p:embed/>
                </p:oleObj>
              </mc:Choice>
              <mc:Fallback>
                <p:oleObj name="Equation" r:id="rId11" imgW="5155920" imgH="74916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59234015-AED8-4F43-AB33-62255C71C8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051720" y="1915757"/>
                        <a:ext cx="5156200" cy="749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5D0C0098-90AA-45C7-88BD-A42F13410589}"/>
              </a:ext>
            </a:extLst>
          </p:cNvPr>
          <p:cNvSpPr/>
          <p:nvPr/>
        </p:nvSpPr>
        <p:spPr>
          <a:xfrm>
            <a:off x="419689" y="3059039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得</a:t>
            </a:r>
            <a:endParaRPr lang="zh-CN" altLang="en-US" dirty="0"/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F7A1EB2B-8DF5-44C6-A681-A6C34C3F15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6786413"/>
              </p:ext>
            </p:extLst>
          </p:nvPr>
        </p:nvGraphicFramePr>
        <p:xfrm>
          <a:off x="1023415" y="2799889"/>
          <a:ext cx="58674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629" name="Equation" r:id="rId13" imgW="5867280" imgH="927000" progId="Equation.DSMT4">
                  <p:embed/>
                </p:oleObj>
              </mc:Choice>
              <mc:Fallback>
                <p:oleObj name="Equation" r:id="rId13" imgW="5867280" imgH="927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023415" y="2799889"/>
                        <a:ext cx="5867400" cy="927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E752476C-23F3-4312-9638-4CB8BA742D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4981588"/>
              </p:ext>
            </p:extLst>
          </p:nvPr>
        </p:nvGraphicFramePr>
        <p:xfrm>
          <a:off x="1059152" y="3839052"/>
          <a:ext cx="51308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630" name="Equation" r:id="rId15" imgW="5130720" imgH="876240" progId="Equation.DSMT4">
                  <p:embed/>
                </p:oleObj>
              </mc:Choice>
              <mc:Fallback>
                <p:oleObj name="Equation" r:id="rId15" imgW="5130720" imgH="876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059152" y="3839052"/>
                        <a:ext cx="5130800" cy="876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44E16A34-2831-41C7-9069-A6F7EDAEBF98}"/>
              </a:ext>
            </a:extLst>
          </p:cNvPr>
          <p:cNvSpPr/>
          <p:nvPr/>
        </p:nvSpPr>
        <p:spPr>
          <a:xfrm>
            <a:off x="426535" y="4155926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即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63265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2" grpId="0"/>
      <p:bldP spid="1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D349DD83-A013-4157-ADD9-DFF2CB637B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6393913"/>
              </p:ext>
            </p:extLst>
          </p:nvPr>
        </p:nvGraphicFramePr>
        <p:xfrm>
          <a:off x="2555776" y="1953742"/>
          <a:ext cx="28702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606" name="Equation" r:id="rId3" imgW="2869920" imgH="876240" progId="Equation.DSMT4">
                  <p:embed/>
                </p:oleObj>
              </mc:Choice>
              <mc:Fallback>
                <p:oleObj name="Equation" r:id="rId3" imgW="2869920" imgH="876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55776" y="1953742"/>
                        <a:ext cx="2870200" cy="876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A1E60FAC-882F-4D51-AB77-9E1BD5E0B5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3228755"/>
              </p:ext>
            </p:extLst>
          </p:nvPr>
        </p:nvGraphicFramePr>
        <p:xfrm>
          <a:off x="1835696" y="123478"/>
          <a:ext cx="51308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607" name="Equation" r:id="rId5" imgW="5130720" imgH="876240" progId="Equation.DSMT4">
                  <p:embed/>
                </p:oleObj>
              </mc:Choice>
              <mc:Fallback>
                <p:oleObj name="Equation" r:id="rId5" imgW="5130720" imgH="87624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E752476C-23F3-4312-9638-4CB8BA742D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35696" y="123478"/>
                        <a:ext cx="5130800" cy="876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27DDBE69-84A5-498A-A959-162A0B0D3D1A}"/>
              </a:ext>
            </a:extLst>
          </p:cNvPr>
          <p:cNvSpPr/>
          <p:nvPr/>
        </p:nvSpPr>
        <p:spPr>
          <a:xfrm>
            <a:off x="611560" y="1203598"/>
            <a:ext cx="94101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由于</a:t>
            </a:r>
            <a:endParaRPr lang="zh-CN" altLang="en-US" dirty="0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DB4B6A35-CDE8-4010-90E2-023673DB8B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4287637"/>
              </p:ext>
            </p:extLst>
          </p:nvPr>
        </p:nvGraphicFramePr>
        <p:xfrm>
          <a:off x="1393825" y="1135980"/>
          <a:ext cx="31877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608" name="Equation" r:id="rId7" imgW="3187440" imgH="596880" progId="Equation.DSMT4">
                  <p:embed/>
                </p:oleObj>
              </mc:Choice>
              <mc:Fallback>
                <p:oleObj name="Equation" r:id="rId7" imgW="318744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393825" y="1135980"/>
                        <a:ext cx="31877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9225E55E-166E-4378-88A9-A74A95E2A309}"/>
              </a:ext>
            </a:extLst>
          </p:cNvPr>
          <p:cNvSpPr/>
          <p:nvPr/>
        </p:nvSpPr>
        <p:spPr>
          <a:xfrm>
            <a:off x="4624532" y="1203597"/>
            <a:ext cx="11716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故有</a:t>
            </a:r>
            <a:endParaRPr lang="zh-CN" altLang="en-US" dirty="0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6503BC6F-B604-44F2-96A5-502E2A85F2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0233186"/>
              </p:ext>
            </p:extLst>
          </p:nvPr>
        </p:nvGraphicFramePr>
        <p:xfrm>
          <a:off x="2051720" y="3229144"/>
          <a:ext cx="2108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609" name="Equation" r:id="rId9" imgW="2108160" imgH="736560" progId="Equation.DSMT4">
                  <p:embed/>
                </p:oleObj>
              </mc:Choice>
              <mc:Fallback>
                <p:oleObj name="Equation" r:id="rId9" imgW="210816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051720" y="3229144"/>
                        <a:ext cx="21082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AFFE7D06-3C48-4C6C-AAC8-9530828F7ED6}"/>
              </a:ext>
            </a:extLst>
          </p:cNvPr>
          <p:cNvSpPr/>
          <p:nvPr/>
        </p:nvSpPr>
        <p:spPr>
          <a:xfrm>
            <a:off x="643786" y="3371137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即</a:t>
            </a:r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04CF8BD-84F2-4801-B726-C8CDB818C098}"/>
              </a:ext>
            </a:extLst>
          </p:cNvPr>
          <p:cNvSpPr/>
          <p:nvPr/>
        </p:nvSpPr>
        <p:spPr>
          <a:xfrm>
            <a:off x="643786" y="4155926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即</a:t>
            </a:r>
            <a:endParaRPr lang="zh-CN" altLang="en-US" dirty="0"/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0C91FD63-BCA6-49AC-9B57-8A7E0A3E05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6509829"/>
              </p:ext>
            </p:extLst>
          </p:nvPr>
        </p:nvGraphicFramePr>
        <p:xfrm>
          <a:off x="1979712" y="4155926"/>
          <a:ext cx="18161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610" name="Equation" r:id="rId11" imgW="1815840" imgH="596880" progId="Equation.DSMT4">
                  <p:embed/>
                </p:oleObj>
              </mc:Choice>
              <mc:Fallback>
                <p:oleObj name="Equation" r:id="rId11" imgW="1815840" imgH="59688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A3B5AE98-EE30-4F32-B4F3-C71D8BF62F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979712" y="4155926"/>
                        <a:ext cx="18161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42036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/>
      <p:bldP spid="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1">
            <a:extLst>
              <a:ext uri="{FF2B5EF4-FFF2-40B4-BE49-F238E27FC236}">
                <a16:creationId xmlns:a16="http://schemas.microsoft.com/office/drawing/2014/main" id="{B9C398F4-AE62-424D-8479-DDBDD6B52D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640" y="1059582"/>
            <a:ext cx="172819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作业</a:t>
            </a:r>
          </a:p>
        </p:txBody>
      </p:sp>
      <p:sp>
        <p:nvSpPr>
          <p:cNvPr id="3" name="Text Box 11">
            <a:extLst>
              <a:ext uri="{FF2B5EF4-FFF2-40B4-BE49-F238E27FC236}">
                <a16:creationId xmlns:a16="http://schemas.microsoft.com/office/drawing/2014/main" id="{F638D4C7-7EB5-411F-83EB-A35BC4BA4C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640" y="1635646"/>
            <a:ext cx="412654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1.</a:t>
            </a: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练习册  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第五章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第五节；</a:t>
            </a:r>
          </a:p>
        </p:txBody>
      </p:sp>
      <p:sp>
        <p:nvSpPr>
          <p:cNvPr id="4" name="Text Box 11">
            <a:extLst>
              <a:ext uri="{FF2B5EF4-FFF2-40B4-BE49-F238E27FC236}">
                <a16:creationId xmlns:a16="http://schemas.microsoft.com/office/drawing/2014/main" id="{BDF5E839-85EF-4F31-94BB-BE4A6F1BEE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640" y="2427734"/>
            <a:ext cx="302433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2.</a:t>
            </a:r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课后习题  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习题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5-5</a:t>
            </a:r>
            <a:endParaRPr lang="zh-CN" altLang="en-US" sz="24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4436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94C070-7B28-4287-8241-EDC792F81A46}"/>
              </a:ext>
            </a:extLst>
          </p:cNvPr>
          <p:cNvSpPr txBox="1">
            <a:spLocks/>
          </p:cNvSpPr>
          <p:nvPr/>
        </p:nvSpPr>
        <p:spPr>
          <a:xfrm>
            <a:off x="4716016" y="2139702"/>
            <a:ext cx="3933258" cy="1135443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 w="9525">
                  <a:noFill/>
                  <a:round/>
                  <a:headEnd/>
                  <a:tailEnd/>
                </a:ln>
                <a:gradFill rotWithShape="0">
                  <a:gsLst>
                    <a:gs pos="0">
                      <a:srgbClr val="CC0099">
                        <a:gamma/>
                        <a:shade val="46275"/>
                        <a:invGamma/>
                      </a:srgbClr>
                    </a:gs>
                    <a:gs pos="50000">
                      <a:srgbClr val="CC0099"/>
                    </a:gs>
                    <a:gs pos="100000">
                      <a:srgbClr val="CC0099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effectLst>
                  <a:outerShdw dist="53882" dir="2700000" algn="ctr" rotWithShape="0">
                    <a:srgbClr val="C0C0C0"/>
                  </a:outerShdw>
                </a:effectLst>
                <a:uLnTx/>
                <a:uFillTx/>
                <a:latin typeface="隶书"/>
                <a:ea typeface="隶书"/>
                <a:cs typeface="+mn-cs"/>
              </a:rPr>
              <a:t>谢  谢 ！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F8AD069-E893-40EA-AEDA-D4A20BCA3A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43" y="627534"/>
            <a:ext cx="3742857" cy="37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2732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2143</TotalTime>
  <Words>990</Words>
  <Application>Microsoft Office PowerPoint</Application>
  <PresentationFormat>全屏显示(16:9)</PresentationFormat>
  <Paragraphs>208</Paragraphs>
  <Slides>39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39</vt:i4>
      </vt:variant>
    </vt:vector>
  </HeadingPairs>
  <TitlesOfParts>
    <vt:vector size="52" baseType="lpstr">
      <vt:lpstr>等线</vt:lpstr>
      <vt:lpstr>华文楷体</vt:lpstr>
      <vt:lpstr>楷体</vt:lpstr>
      <vt:lpstr>楷体_GB2312</vt:lpstr>
      <vt:lpstr>隶书</vt:lpstr>
      <vt:lpstr>宋体</vt:lpstr>
      <vt:lpstr>微软雅黑</vt:lpstr>
      <vt:lpstr>Arial</vt:lpstr>
      <vt:lpstr>Calibri</vt:lpstr>
      <vt:lpstr>Times New Roman</vt:lpstr>
      <vt:lpstr>Office 主题</vt:lpstr>
      <vt:lpstr>Equation</vt:lpstr>
      <vt:lpstr>MathType 7.0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郭 晓峰</cp:lastModifiedBy>
  <cp:revision>575</cp:revision>
  <dcterms:created xsi:type="dcterms:W3CDTF">2018-09-27T06:48:00Z</dcterms:created>
  <dcterms:modified xsi:type="dcterms:W3CDTF">2023-12-07T15:01:04Z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2052-11.1.0.8894</vt:lpwstr>
  </property>
</Properties>
</file>