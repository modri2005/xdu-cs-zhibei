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3"/>
  </p:notesMasterIdLst>
  <p:sldIdLst>
    <p:sldId id="386" r:id="rId2"/>
    <p:sldId id="401" r:id="rId3"/>
    <p:sldId id="446" r:id="rId4"/>
    <p:sldId id="447" r:id="rId5"/>
    <p:sldId id="448" r:id="rId6"/>
    <p:sldId id="449" r:id="rId7"/>
    <p:sldId id="450" r:id="rId8"/>
    <p:sldId id="451" r:id="rId9"/>
    <p:sldId id="431" r:id="rId10"/>
    <p:sldId id="433" r:id="rId11"/>
    <p:sldId id="434" r:id="rId12"/>
    <p:sldId id="435" r:id="rId13"/>
    <p:sldId id="436" r:id="rId14"/>
    <p:sldId id="432" r:id="rId15"/>
    <p:sldId id="437" r:id="rId16"/>
    <p:sldId id="438" r:id="rId17"/>
    <p:sldId id="406" r:id="rId18"/>
    <p:sldId id="413" r:id="rId19"/>
    <p:sldId id="402" r:id="rId20"/>
    <p:sldId id="417" r:id="rId21"/>
    <p:sldId id="277" r:id="rId22"/>
    <p:sldId id="415" r:id="rId23"/>
    <p:sldId id="416" r:id="rId24"/>
    <p:sldId id="412" r:id="rId25"/>
    <p:sldId id="418" r:id="rId26"/>
    <p:sldId id="404" r:id="rId27"/>
    <p:sldId id="405" r:id="rId28"/>
    <p:sldId id="407" r:id="rId29"/>
    <p:sldId id="408" r:id="rId30"/>
    <p:sldId id="409" r:id="rId31"/>
    <p:sldId id="419" r:id="rId32"/>
    <p:sldId id="420" r:id="rId33"/>
    <p:sldId id="428" r:id="rId34"/>
    <p:sldId id="421" r:id="rId35"/>
    <p:sldId id="422" r:id="rId36"/>
    <p:sldId id="410" r:id="rId37"/>
    <p:sldId id="444" r:id="rId38"/>
    <p:sldId id="423" r:id="rId39"/>
    <p:sldId id="424" r:id="rId40"/>
    <p:sldId id="425" r:id="rId41"/>
    <p:sldId id="429" r:id="rId42"/>
    <p:sldId id="439" r:id="rId43"/>
    <p:sldId id="441" r:id="rId44"/>
    <p:sldId id="442" r:id="rId45"/>
    <p:sldId id="452" r:id="rId46"/>
    <p:sldId id="453" r:id="rId47"/>
    <p:sldId id="454" r:id="rId48"/>
    <p:sldId id="455" r:id="rId49"/>
    <p:sldId id="456" r:id="rId50"/>
    <p:sldId id="443" r:id="rId51"/>
    <p:sldId id="330" r:id="rId52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31" userDrawn="1">
          <p15:clr>
            <a:srgbClr val="A4A3A4"/>
          </p15:clr>
        </p15:guide>
        <p15:guide id="2" pos="930" userDrawn="1">
          <p15:clr>
            <a:srgbClr val="A4A3A4"/>
          </p15:clr>
        </p15:guide>
        <p15:guide id="3" orient="horz" pos="1938" userDrawn="1">
          <p15:clr>
            <a:srgbClr val="A4A3A4"/>
          </p15:clr>
        </p15:guide>
        <p15:guide id="4" orient="horz" pos="1620" userDrawn="1">
          <p15:clr>
            <a:srgbClr val="A4A3A4"/>
          </p15:clr>
        </p15:guide>
        <p15:guide id="5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CCA104"/>
    <a:srgbClr val="FFD03B"/>
    <a:srgbClr val="75FBF5"/>
    <a:srgbClr val="AFFFE4"/>
    <a:srgbClr val="85FFD6"/>
    <a:srgbClr val="FFDC6D"/>
    <a:srgbClr val="99FF66"/>
    <a:srgbClr val="00FFFF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80" autoAdjust="0"/>
  </p:normalViewPr>
  <p:slideViewPr>
    <p:cSldViewPr>
      <p:cViewPr varScale="1">
        <p:scale>
          <a:sx n="135" d="100"/>
          <a:sy n="135" d="100"/>
        </p:scale>
        <p:origin x="126" y="144"/>
      </p:cViewPr>
      <p:guideLst>
        <p:guide orient="horz" pos="531"/>
        <p:guide pos="930"/>
        <p:guide orient="horz" pos="1938"/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51" d="100"/>
          <a:sy n="51" d="100"/>
        </p:scale>
        <p:origin x="2692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4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4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4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13" Type="http://schemas.openxmlformats.org/officeDocument/2006/relationships/image" Target="../media/image29.wmf"/><Relationship Id="rId3" Type="http://schemas.openxmlformats.org/officeDocument/2006/relationships/image" Target="../media/image19.wmf"/><Relationship Id="rId7" Type="http://schemas.openxmlformats.org/officeDocument/2006/relationships/image" Target="../media/image23.wmf"/><Relationship Id="rId12" Type="http://schemas.openxmlformats.org/officeDocument/2006/relationships/image" Target="../media/image28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11" Type="http://schemas.openxmlformats.org/officeDocument/2006/relationships/image" Target="../media/image27.wmf"/><Relationship Id="rId5" Type="http://schemas.openxmlformats.org/officeDocument/2006/relationships/image" Target="../media/image21.wmf"/><Relationship Id="rId15" Type="http://schemas.openxmlformats.org/officeDocument/2006/relationships/image" Target="../media/image31.wmf"/><Relationship Id="rId10" Type="http://schemas.openxmlformats.org/officeDocument/2006/relationships/image" Target="../media/image26.wmf"/><Relationship Id="rId4" Type="http://schemas.openxmlformats.org/officeDocument/2006/relationships/image" Target="../media/image20.wmf"/><Relationship Id="rId9" Type="http://schemas.openxmlformats.org/officeDocument/2006/relationships/image" Target="../media/image25.wmf"/><Relationship Id="rId14" Type="http://schemas.openxmlformats.org/officeDocument/2006/relationships/image" Target="../media/image30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image" Target="../media/image34.wmf"/><Relationship Id="rId7" Type="http://schemas.openxmlformats.org/officeDocument/2006/relationships/image" Target="../media/image37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6" Type="http://schemas.openxmlformats.org/officeDocument/2006/relationships/image" Target="../media/image2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Relationship Id="rId9" Type="http://schemas.openxmlformats.org/officeDocument/2006/relationships/image" Target="../media/image39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image" Target="../media/image42.wmf"/><Relationship Id="rId7" Type="http://schemas.openxmlformats.org/officeDocument/2006/relationships/image" Target="../media/image46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6" Type="http://schemas.openxmlformats.org/officeDocument/2006/relationships/image" Target="../media/image45.wmf"/><Relationship Id="rId5" Type="http://schemas.openxmlformats.org/officeDocument/2006/relationships/image" Target="../media/image44.wmf"/><Relationship Id="rId10" Type="http://schemas.openxmlformats.org/officeDocument/2006/relationships/image" Target="../media/image49.wmf"/><Relationship Id="rId4" Type="http://schemas.openxmlformats.org/officeDocument/2006/relationships/image" Target="../media/image43.wmf"/><Relationship Id="rId9" Type="http://schemas.openxmlformats.org/officeDocument/2006/relationships/image" Target="../media/image48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13" Type="http://schemas.openxmlformats.org/officeDocument/2006/relationships/image" Target="../media/image62.wmf"/><Relationship Id="rId18" Type="http://schemas.openxmlformats.org/officeDocument/2006/relationships/image" Target="../media/image67.wmf"/><Relationship Id="rId3" Type="http://schemas.openxmlformats.org/officeDocument/2006/relationships/image" Target="../media/image52.wmf"/><Relationship Id="rId21" Type="http://schemas.openxmlformats.org/officeDocument/2006/relationships/image" Target="../media/image70.wmf"/><Relationship Id="rId7" Type="http://schemas.openxmlformats.org/officeDocument/2006/relationships/image" Target="../media/image56.wmf"/><Relationship Id="rId12" Type="http://schemas.openxmlformats.org/officeDocument/2006/relationships/image" Target="../media/image61.wmf"/><Relationship Id="rId17" Type="http://schemas.openxmlformats.org/officeDocument/2006/relationships/image" Target="../media/image66.wmf"/><Relationship Id="rId2" Type="http://schemas.openxmlformats.org/officeDocument/2006/relationships/image" Target="../media/image51.wmf"/><Relationship Id="rId16" Type="http://schemas.openxmlformats.org/officeDocument/2006/relationships/image" Target="../media/image65.wmf"/><Relationship Id="rId20" Type="http://schemas.openxmlformats.org/officeDocument/2006/relationships/image" Target="../media/image69.wmf"/><Relationship Id="rId1" Type="http://schemas.openxmlformats.org/officeDocument/2006/relationships/image" Target="../media/image50.wmf"/><Relationship Id="rId6" Type="http://schemas.openxmlformats.org/officeDocument/2006/relationships/image" Target="../media/image55.wmf"/><Relationship Id="rId11" Type="http://schemas.openxmlformats.org/officeDocument/2006/relationships/image" Target="../media/image60.wmf"/><Relationship Id="rId24" Type="http://schemas.openxmlformats.org/officeDocument/2006/relationships/image" Target="../media/image73.wmf"/><Relationship Id="rId5" Type="http://schemas.openxmlformats.org/officeDocument/2006/relationships/image" Target="../media/image54.wmf"/><Relationship Id="rId15" Type="http://schemas.openxmlformats.org/officeDocument/2006/relationships/image" Target="../media/image64.wmf"/><Relationship Id="rId23" Type="http://schemas.openxmlformats.org/officeDocument/2006/relationships/image" Target="../media/image72.wmf"/><Relationship Id="rId10" Type="http://schemas.openxmlformats.org/officeDocument/2006/relationships/image" Target="../media/image59.wmf"/><Relationship Id="rId19" Type="http://schemas.openxmlformats.org/officeDocument/2006/relationships/image" Target="../media/image68.wmf"/><Relationship Id="rId4" Type="http://schemas.openxmlformats.org/officeDocument/2006/relationships/image" Target="../media/image53.wmf"/><Relationship Id="rId9" Type="http://schemas.openxmlformats.org/officeDocument/2006/relationships/image" Target="../media/image58.wmf"/><Relationship Id="rId14" Type="http://schemas.openxmlformats.org/officeDocument/2006/relationships/image" Target="../media/image63.wmf"/><Relationship Id="rId22" Type="http://schemas.openxmlformats.org/officeDocument/2006/relationships/image" Target="../media/image71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3" Type="http://schemas.openxmlformats.org/officeDocument/2006/relationships/image" Target="../media/image52.wmf"/><Relationship Id="rId7" Type="http://schemas.openxmlformats.org/officeDocument/2006/relationships/image" Target="../media/image72.wmf"/><Relationship Id="rId12" Type="http://schemas.openxmlformats.org/officeDocument/2006/relationships/image" Target="../media/image79.wmf"/><Relationship Id="rId2" Type="http://schemas.openxmlformats.org/officeDocument/2006/relationships/image" Target="../media/image74.wmf"/><Relationship Id="rId1" Type="http://schemas.openxmlformats.org/officeDocument/2006/relationships/image" Target="../media/image50.wmf"/><Relationship Id="rId6" Type="http://schemas.openxmlformats.org/officeDocument/2006/relationships/image" Target="../media/image71.wmf"/><Relationship Id="rId11" Type="http://schemas.openxmlformats.org/officeDocument/2006/relationships/image" Target="../media/image78.wmf"/><Relationship Id="rId5" Type="http://schemas.openxmlformats.org/officeDocument/2006/relationships/image" Target="../media/image75.wmf"/><Relationship Id="rId10" Type="http://schemas.openxmlformats.org/officeDocument/2006/relationships/image" Target="../media/image77.wmf"/><Relationship Id="rId4" Type="http://schemas.openxmlformats.org/officeDocument/2006/relationships/image" Target="../media/image53.wmf"/><Relationship Id="rId9" Type="http://schemas.openxmlformats.org/officeDocument/2006/relationships/image" Target="../media/image76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3" Type="http://schemas.openxmlformats.org/officeDocument/2006/relationships/image" Target="../media/image82.wmf"/><Relationship Id="rId7" Type="http://schemas.openxmlformats.org/officeDocument/2006/relationships/image" Target="../media/image86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Relationship Id="rId6" Type="http://schemas.openxmlformats.org/officeDocument/2006/relationships/image" Target="../media/image85.wmf"/><Relationship Id="rId5" Type="http://schemas.openxmlformats.org/officeDocument/2006/relationships/image" Target="../media/image84.wmf"/><Relationship Id="rId4" Type="http://schemas.openxmlformats.org/officeDocument/2006/relationships/image" Target="../media/image83.wmf"/><Relationship Id="rId9" Type="http://schemas.openxmlformats.org/officeDocument/2006/relationships/image" Target="../media/image88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1.wmf"/><Relationship Id="rId2" Type="http://schemas.openxmlformats.org/officeDocument/2006/relationships/image" Target="../media/image90.wmf"/><Relationship Id="rId1" Type="http://schemas.openxmlformats.org/officeDocument/2006/relationships/image" Target="../media/image89.wmf"/><Relationship Id="rId6" Type="http://schemas.openxmlformats.org/officeDocument/2006/relationships/image" Target="../media/image94.wmf"/><Relationship Id="rId5" Type="http://schemas.openxmlformats.org/officeDocument/2006/relationships/image" Target="../media/image93.wmf"/><Relationship Id="rId4" Type="http://schemas.openxmlformats.org/officeDocument/2006/relationships/image" Target="../media/image92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13" Type="http://schemas.openxmlformats.org/officeDocument/2006/relationships/image" Target="../media/image62.wmf"/><Relationship Id="rId18" Type="http://schemas.openxmlformats.org/officeDocument/2006/relationships/image" Target="../media/image108.wmf"/><Relationship Id="rId3" Type="http://schemas.openxmlformats.org/officeDocument/2006/relationships/image" Target="../media/image97.wmf"/><Relationship Id="rId21" Type="http://schemas.openxmlformats.org/officeDocument/2006/relationships/image" Target="../media/image111.wmf"/><Relationship Id="rId7" Type="http://schemas.openxmlformats.org/officeDocument/2006/relationships/image" Target="../media/image101.wmf"/><Relationship Id="rId12" Type="http://schemas.openxmlformats.org/officeDocument/2006/relationships/image" Target="../media/image103.wmf"/><Relationship Id="rId17" Type="http://schemas.openxmlformats.org/officeDocument/2006/relationships/image" Target="../media/image107.wmf"/><Relationship Id="rId2" Type="http://schemas.openxmlformats.org/officeDocument/2006/relationships/image" Target="../media/image96.wmf"/><Relationship Id="rId16" Type="http://schemas.openxmlformats.org/officeDocument/2006/relationships/image" Target="../media/image106.wmf"/><Relationship Id="rId20" Type="http://schemas.openxmlformats.org/officeDocument/2006/relationships/image" Target="../media/image110.wmf"/><Relationship Id="rId1" Type="http://schemas.openxmlformats.org/officeDocument/2006/relationships/image" Target="../media/image95.wmf"/><Relationship Id="rId6" Type="http://schemas.openxmlformats.org/officeDocument/2006/relationships/image" Target="../media/image100.wmf"/><Relationship Id="rId11" Type="http://schemas.openxmlformats.org/officeDocument/2006/relationships/image" Target="../media/image102.wmf"/><Relationship Id="rId5" Type="http://schemas.openxmlformats.org/officeDocument/2006/relationships/image" Target="../media/image99.wmf"/><Relationship Id="rId15" Type="http://schemas.openxmlformats.org/officeDocument/2006/relationships/image" Target="../media/image105.wmf"/><Relationship Id="rId23" Type="http://schemas.openxmlformats.org/officeDocument/2006/relationships/image" Target="../media/image113.wmf"/><Relationship Id="rId10" Type="http://schemas.openxmlformats.org/officeDocument/2006/relationships/image" Target="../media/image59.wmf"/><Relationship Id="rId19" Type="http://schemas.openxmlformats.org/officeDocument/2006/relationships/image" Target="../media/image109.wmf"/><Relationship Id="rId4" Type="http://schemas.openxmlformats.org/officeDocument/2006/relationships/image" Target="../media/image98.wmf"/><Relationship Id="rId9" Type="http://schemas.openxmlformats.org/officeDocument/2006/relationships/image" Target="../media/image58.wmf"/><Relationship Id="rId14" Type="http://schemas.openxmlformats.org/officeDocument/2006/relationships/image" Target="../media/image104.wmf"/><Relationship Id="rId22" Type="http://schemas.openxmlformats.org/officeDocument/2006/relationships/image" Target="../media/image112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Relationship Id="rId5" Type="http://schemas.openxmlformats.org/officeDocument/2006/relationships/image" Target="../media/image116.wmf"/><Relationship Id="rId4" Type="http://schemas.openxmlformats.org/officeDocument/2006/relationships/image" Target="../media/image115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3" Type="http://schemas.openxmlformats.org/officeDocument/2006/relationships/image" Target="../media/image119.wmf"/><Relationship Id="rId7" Type="http://schemas.openxmlformats.org/officeDocument/2006/relationships/image" Target="../media/image123.wmf"/><Relationship Id="rId2" Type="http://schemas.openxmlformats.org/officeDocument/2006/relationships/image" Target="../media/image118.wmf"/><Relationship Id="rId1" Type="http://schemas.openxmlformats.org/officeDocument/2006/relationships/image" Target="../media/image117.wmf"/><Relationship Id="rId6" Type="http://schemas.openxmlformats.org/officeDocument/2006/relationships/image" Target="../media/image122.wmf"/><Relationship Id="rId5" Type="http://schemas.openxmlformats.org/officeDocument/2006/relationships/image" Target="../media/image121.wmf"/><Relationship Id="rId4" Type="http://schemas.openxmlformats.org/officeDocument/2006/relationships/image" Target="../media/image120.wmf"/><Relationship Id="rId9" Type="http://schemas.openxmlformats.org/officeDocument/2006/relationships/image" Target="../media/image125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wmf"/><Relationship Id="rId2" Type="http://schemas.openxmlformats.org/officeDocument/2006/relationships/image" Target="../media/image127.wmf"/><Relationship Id="rId1" Type="http://schemas.openxmlformats.org/officeDocument/2006/relationships/image" Target="../media/image126.wmf"/><Relationship Id="rId6" Type="http://schemas.openxmlformats.org/officeDocument/2006/relationships/image" Target="../media/image131.wmf"/><Relationship Id="rId5" Type="http://schemas.openxmlformats.org/officeDocument/2006/relationships/image" Target="../media/image130.wmf"/><Relationship Id="rId4" Type="http://schemas.openxmlformats.org/officeDocument/2006/relationships/image" Target="../media/image129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wmf"/><Relationship Id="rId3" Type="http://schemas.openxmlformats.org/officeDocument/2006/relationships/image" Target="../media/image134.wmf"/><Relationship Id="rId7" Type="http://schemas.openxmlformats.org/officeDocument/2006/relationships/image" Target="../media/image138.wmf"/><Relationship Id="rId2" Type="http://schemas.openxmlformats.org/officeDocument/2006/relationships/image" Target="../media/image133.wmf"/><Relationship Id="rId1" Type="http://schemas.openxmlformats.org/officeDocument/2006/relationships/image" Target="../media/image132.wmf"/><Relationship Id="rId6" Type="http://schemas.openxmlformats.org/officeDocument/2006/relationships/image" Target="../media/image137.wmf"/><Relationship Id="rId5" Type="http://schemas.openxmlformats.org/officeDocument/2006/relationships/image" Target="../media/image136.wmf"/><Relationship Id="rId4" Type="http://schemas.openxmlformats.org/officeDocument/2006/relationships/image" Target="../media/image135.wmf"/><Relationship Id="rId9" Type="http://schemas.openxmlformats.org/officeDocument/2006/relationships/image" Target="../media/image140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13" Type="http://schemas.openxmlformats.org/officeDocument/2006/relationships/image" Target="../media/image153.wmf"/><Relationship Id="rId3" Type="http://schemas.openxmlformats.org/officeDocument/2006/relationships/image" Target="../media/image143.wmf"/><Relationship Id="rId7" Type="http://schemas.openxmlformats.org/officeDocument/2006/relationships/image" Target="../media/image147.wmf"/><Relationship Id="rId12" Type="http://schemas.openxmlformats.org/officeDocument/2006/relationships/image" Target="../media/image152.wmf"/><Relationship Id="rId2" Type="http://schemas.openxmlformats.org/officeDocument/2006/relationships/image" Target="../media/image142.wmf"/><Relationship Id="rId1" Type="http://schemas.openxmlformats.org/officeDocument/2006/relationships/image" Target="../media/image141.wmf"/><Relationship Id="rId6" Type="http://schemas.openxmlformats.org/officeDocument/2006/relationships/image" Target="../media/image146.wmf"/><Relationship Id="rId11" Type="http://schemas.openxmlformats.org/officeDocument/2006/relationships/image" Target="../media/image151.wmf"/><Relationship Id="rId5" Type="http://schemas.openxmlformats.org/officeDocument/2006/relationships/image" Target="../media/image145.wmf"/><Relationship Id="rId10" Type="http://schemas.openxmlformats.org/officeDocument/2006/relationships/image" Target="../media/image150.wmf"/><Relationship Id="rId4" Type="http://schemas.openxmlformats.org/officeDocument/2006/relationships/image" Target="../media/image144.wmf"/><Relationship Id="rId9" Type="http://schemas.openxmlformats.org/officeDocument/2006/relationships/image" Target="../media/image149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wmf"/><Relationship Id="rId2" Type="http://schemas.openxmlformats.org/officeDocument/2006/relationships/image" Target="../media/image155.wmf"/><Relationship Id="rId1" Type="http://schemas.openxmlformats.org/officeDocument/2006/relationships/image" Target="../media/image154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wmf"/><Relationship Id="rId3" Type="http://schemas.openxmlformats.org/officeDocument/2006/relationships/image" Target="../media/image159.wmf"/><Relationship Id="rId7" Type="http://schemas.openxmlformats.org/officeDocument/2006/relationships/image" Target="../media/image163.wmf"/><Relationship Id="rId2" Type="http://schemas.openxmlformats.org/officeDocument/2006/relationships/image" Target="../media/image158.wmf"/><Relationship Id="rId1" Type="http://schemas.openxmlformats.org/officeDocument/2006/relationships/image" Target="../media/image157.wmf"/><Relationship Id="rId6" Type="http://schemas.openxmlformats.org/officeDocument/2006/relationships/image" Target="../media/image162.wmf"/><Relationship Id="rId11" Type="http://schemas.openxmlformats.org/officeDocument/2006/relationships/image" Target="../media/image167.wmf"/><Relationship Id="rId5" Type="http://schemas.openxmlformats.org/officeDocument/2006/relationships/image" Target="../media/image161.wmf"/><Relationship Id="rId10" Type="http://schemas.openxmlformats.org/officeDocument/2006/relationships/image" Target="../media/image166.wmf"/><Relationship Id="rId4" Type="http://schemas.openxmlformats.org/officeDocument/2006/relationships/image" Target="../media/image160.wmf"/><Relationship Id="rId9" Type="http://schemas.openxmlformats.org/officeDocument/2006/relationships/image" Target="../media/image165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wmf"/><Relationship Id="rId7" Type="http://schemas.openxmlformats.org/officeDocument/2006/relationships/image" Target="../media/image174.wmf"/><Relationship Id="rId2" Type="http://schemas.openxmlformats.org/officeDocument/2006/relationships/image" Target="../media/image169.wmf"/><Relationship Id="rId1" Type="http://schemas.openxmlformats.org/officeDocument/2006/relationships/image" Target="../media/image168.wmf"/><Relationship Id="rId6" Type="http://schemas.openxmlformats.org/officeDocument/2006/relationships/image" Target="../media/image173.wmf"/><Relationship Id="rId5" Type="http://schemas.openxmlformats.org/officeDocument/2006/relationships/image" Target="../media/image172.wmf"/><Relationship Id="rId4" Type="http://schemas.openxmlformats.org/officeDocument/2006/relationships/image" Target="../media/image171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wmf"/><Relationship Id="rId3" Type="http://schemas.openxmlformats.org/officeDocument/2006/relationships/image" Target="../media/image177.wmf"/><Relationship Id="rId7" Type="http://schemas.openxmlformats.org/officeDocument/2006/relationships/image" Target="../media/image181.wmf"/><Relationship Id="rId12" Type="http://schemas.openxmlformats.org/officeDocument/2006/relationships/image" Target="../media/image186.wmf"/><Relationship Id="rId2" Type="http://schemas.openxmlformats.org/officeDocument/2006/relationships/image" Target="../media/image176.wmf"/><Relationship Id="rId1" Type="http://schemas.openxmlformats.org/officeDocument/2006/relationships/image" Target="../media/image175.wmf"/><Relationship Id="rId6" Type="http://schemas.openxmlformats.org/officeDocument/2006/relationships/image" Target="../media/image180.wmf"/><Relationship Id="rId11" Type="http://schemas.openxmlformats.org/officeDocument/2006/relationships/image" Target="../media/image185.wmf"/><Relationship Id="rId5" Type="http://schemas.openxmlformats.org/officeDocument/2006/relationships/image" Target="../media/image179.wmf"/><Relationship Id="rId10" Type="http://schemas.openxmlformats.org/officeDocument/2006/relationships/image" Target="../media/image184.wmf"/><Relationship Id="rId4" Type="http://schemas.openxmlformats.org/officeDocument/2006/relationships/image" Target="../media/image178.wmf"/><Relationship Id="rId9" Type="http://schemas.openxmlformats.org/officeDocument/2006/relationships/image" Target="../media/image183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wmf"/><Relationship Id="rId7" Type="http://schemas.openxmlformats.org/officeDocument/2006/relationships/image" Target="../media/image193.wmf"/><Relationship Id="rId2" Type="http://schemas.openxmlformats.org/officeDocument/2006/relationships/image" Target="../media/image188.wmf"/><Relationship Id="rId1" Type="http://schemas.openxmlformats.org/officeDocument/2006/relationships/image" Target="../media/image187.wmf"/><Relationship Id="rId6" Type="http://schemas.openxmlformats.org/officeDocument/2006/relationships/image" Target="../media/image192.wmf"/><Relationship Id="rId5" Type="http://schemas.openxmlformats.org/officeDocument/2006/relationships/image" Target="../media/image191.wmf"/><Relationship Id="rId4" Type="http://schemas.openxmlformats.org/officeDocument/2006/relationships/image" Target="../media/image190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wmf"/><Relationship Id="rId2" Type="http://schemas.openxmlformats.org/officeDocument/2006/relationships/image" Target="../media/image195.wmf"/><Relationship Id="rId1" Type="http://schemas.openxmlformats.org/officeDocument/2006/relationships/image" Target="../media/image194.wmf"/><Relationship Id="rId5" Type="http://schemas.openxmlformats.org/officeDocument/2006/relationships/image" Target="../media/image198.wmf"/><Relationship Id="rId4" Type="http://schemas.openxmlformats.org/officeDocument/2006/relationships/image" Target="../media/image197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wmf"/><Relationship Id="rId3" Type="http://schemas.openxmlformats.org/officeDocument/2006/relationships/image" Target="../media/image201.wmf"/><Relationship Id="rId7" Type="http://schemas.openxmlformats.org/officeDocument/2006/relationships/image" Target="../media/image205.wmf"/><Relationship Id="rId2" Type="http://schemas.openxmlformats.org/officeDocument/2006/relationships/image" Target="../media/image200.wmf"/><Relationship Id="rId1" Type="http://schemas.openxmlformats.org/officeDocument/2006/relationships/image" Target="../media/image199.wmf"/><Relationship Id="rId6" Type="http://schemas.openxmlformats.org/officeDocument/2006/relationships/image" Target="../media/image204.wmf"/><Relationship Id="rId5" Type="http://schemas.openxmlformats.org/officeDocument/2006/relationships/image" Target="../media/image203.wmf"/><Relationship Id="rId4" Type="http://schemas.openxmlformats.org/officeDocument/2006/relationships/image" Target="../media/image202.wmf"/><Relationship Id="rId9" Type="http://schemas.openxmlformats.org/officeDocument/2006/relationships/image" Target="../media/image207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5.wmf"/><Relationship Id="rId3" Type="http://schemas.openxmlformats.org/officeDocument/2006/relationships/image" Target="../media/image210.wmf"/><Relationship Id="rId7" Type="http://schemas.openxmlformats.org/officeDocument/2006/relationships/image" Target="../media/image214.wmf"/><Relationship Id="rId2" Type="http://schemas.openxmlformats.org/officeDocument/2006/relationships/image" Target="../media/image209.wmf"/><Relationship Id="rId1" Type="http://schemas.openxmlformats.org/officeDocument/2006/relationships/image" Target="../media/image208.wmf"/><Relationship Id="rId6" Type="http://schemas.openxmlformats.org/officeDocument/2006/relationships/image" Target="../media/image213.wmf"/><Relationship Id="rId11" Type="http://schemas.openxmlformats.org/officeDocument/2006/relationships/image" Target="../media/image218.wmf"/><Relationship Id="rId5" Type="http://schemas.openxmlformats.org/officeDocument/2006/relationships/image" Target="../media/image212.wmf"/><Relationship Id="rId10" Type="http://schemas.openxmlformats.org/officeDocument/2006/relationships/image" Target="../media/image217.wmf"/><Relationship Id="rId4" Type="http://schemas.openxmlformats.org/officeDocument/2006/relationships/image" Target="../media/image211.wmf"/><Relationship Id="rId9" Type="http://schemas.openxmlformats.org/officeDocument/2006/relationships/image" Target="../media/image216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6.wmf"/><Relationship Id="rId3" Type="http://schemas.openxmlformats.org/officeDocument/2006/relationships/image" Target="../media/image221.wmf"/><Relationship Id="rId7" Type="http://schemas.openxmlformats.org/officeDocument/2006/relationships/image" Target="../media/image225.wmf"/><Relationship Id="rId2" Type="http://schemas.openxmlformats.org/officeDocument/2006/relationships/image" Target="../media/image220.wmf"/><Relationship Id="rId1" Type="http://schemas.openxmlformats.org/officeDocument/2006/relationships/image" Target="../media/image219.wmf"/><Relationship Id="rId6" Type="http://schemas.openxmlformats.org/officeDocument/2006/relationships/image" Target="../media/image224.wmf"/><Relationship Id="rId5" Type="http://schemas.openxmlformats.org/officeDocument/2006/relationships/image" Target="../media/image223.wmf"/><Relationship Id="rId4" Type="http://schemas.openxmlformats.org/officeDocument/2006/relationships/image" Target="../media/image222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8.wmf"/><Relationship Id="rId2" Type="http://schemas.openxmlformats.org/officeDocument/2006/relationships/image" Target="../media/image227.wmf"/><Relationship Id="rId1" Type="http://schemas.openxmlformats.org/officeDocument/2006/relationships/image" Target="../media/image226.wmf"/><Relationship Id="rId5" Type="http://schemas.openxmlformats.org/officeDocument/2006/relationships/image" Target="../media/image230.wmf"/><Relationship Id="rId4" Type="http://schemas.openxmlformats.org/officeDocument/2006/relationships/image" Target="../media/image229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wmf"/><Relationship Id="rId3" Type="http://schemas.openxmlformats.org/officeDocument/2006/relationships/image" Target="../media/image233.wmf"/><Relationship Id="rId7" Type="http://schemas.openxmlformats.org/officeDocument/2006/relationships/image" Target="../media/image237.wmf"/><Relationship Id="rId2" Type="http://schemas.openxmlformats.org/officeDocument/2006/relationships/image" Target="../media/image232.wmf"/><Relationship Id="rId1" Type="http://schemas.openxmlformats.org/officeDocument/2006/relationships/image" Target="../media/image231.wmf"/><Relationship Id="rId6" Type="http://schemas.openxmlformats.org/officeDocument/2006/relationships/image" Target="../media/image236.wmf"/><Relationship Id="rId5" Type="http://schemas.openxmlformats.org/officeDocument/2006/relationships/image" Target="../media/image235.wmf"/><Relationship Id="rId4" Type="http://schemas.openxmlformats.org/officeDocument/2006/relationships/image" Target="../media/image234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wmf"/><Relationship Id="rId2" Type="http://schemas.openxmlformats.org/officeDocument/2006/relationships/image" Target="../media/image239.wmf"/><Relationship Id="rId1" Type="http://schemas.openxmlformats.org/officeDocument/2006/relationships/image" Target="../media/image231.wmf"/><Relationship Id="rId6" Type="http://schemas.openxmlformats.org/officeDocument/2006/relationships/image" Target="../media/image243.wmf"/><Relationship Id="rId5" Type="http://schemas.openxmlformats.org/officeDocument/2006/relationships/image" Target="../media/image242.wmf"/><Relationship Id="rId4" Type="http://schemas.openxmlformats.org/officeDocument/2006/relationships/image" Target="../media/image241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wmf"/><Relationship Id="rId3" Type="http://schemas.openxmlformats.org/officeDocument/2006/relationships/image" Target="../media/image245.wmf"/><Relationship Id="rId7" Type="http://schemas.openxmlformats.org/officeDocument/2006/relationships/image" Target="../media/image249.wmf"/><Relationship Id="rId2" Type="http://schemas.openxmlformats.org/officeDocument/2006/relationships/image" Target="../media/image244.wmf"/><Relationship Id="rId1" Type="http://schemas.openxmlformats.org/officeDocument/2006/relationships/image" Target="../media/image243.wmf"/><Relationship Id="rId6" Type="http://schemas.openxmlformats.org/officeDocument/2006/relationships/image" Target="../media/image248.wmf"/><Relationship Id="rId5" Type="http://schemas.openxmlformats.org/officeDocument/2006/relationships/image" Target="../media/image247.wmf"/><Relationship Id="rId4" Type="http://schemas.openxmlformats.org/officeDocument/2006/relationships/image" Target="../media/image246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wmf"/><Relationship Id="rId7" Type="http://schemas.openxmlformats.org/officeDocument/2006/relationships/image" Target="../media/image256.wmf"/><Relationship Id="rId2" Type="http://schemas.openxmlformats.org/officeDocument/2006/relationships/image" Target="../media/image251.wmf"/><Relationship Id="rId1" Type="http://schemas.openxmlformats.org/officeDocument/2006/relationships/image" Target="../media/image231.wmf"/><Relationship Id="rId6" Type="http://schemas.openxmlformats.org/officeDocument/2006/relationships/image" Target="../media/image255.wmf"/><Relationship Id="rId5" Type="http://schemas.openxmlformats.org/officeDocument/2006/relationships/image" Target="../media/image254.wmf"/><Relationship Id="rId4" Type="http://schemas.openxmlformats.org/officeDocument/2006/relationships/image" Target="../media/image253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4.wmf"/><Relationship Id="rId13" Type="http://schemas.openxmlformats.org/officeDocument/2006/relationships/image" Target="../media/image269.wmf"/><Relationship Id="rId3" Type="http://schemas.openxmlformats.org/officeDocument/2006/relationships/image" Target="../media/image259.wmf"/><Relationship Id="rId7" Type="http://schemas.openxmlformats.org/officeDocument/2006/relationships/image" Target="../media/image263.wmf"/><Relationship Id="rId12" Type="http://schemas.openxmlformats.org/officeDocument/2006/relationships/image" Target="../media/image268.wmf"/><Relationship Id="rId2" Type="http://schemas.openxmlformats.org/officeDocument/2006/relationships/image" Target="../media/image258.wmf"/><Relationship Id="rId1" Type="http://schemas.openxmlformats.org/officeDocument/2006/relationships/image" Target="../media/image257.wmf"/><Relationship Id="rId6" Type="http://schemas.openxmlformats.org/officeDocument/2006/relationships/image" Target="../media/image262.wmf"/><Relationship Id="rId11" Type="http://schemas.openxmlformats.org/officeDocument/2006/relationships/image" Target="../media/image267.wmf"/><Relationship Id="rId5" Type="http://schemas.openxmlformats.org/officeDocument/2006/relationships/image" Target="../media/image261.wmf"/><Relationship Id="rId10" Type="http://schemas.openxmlformats.org/officeDocument/2006/relationships/image" Target="../media/image266.wmf"/><Relationship Id="rId4" Type="http://schemas.openxmlformats.org/officeDocument/2006/relationships/image" Target="../media/image260.wmf"/><Relationship Id="rId9" Type="http://schemas.openxmlformats.org/officeDocument/2006/relationships/image" Target="../media/image265.wmf"/><Relationship Id="rId14" Type="http://schemas.openxmlformats.org/officeDocument/2006/relationships/image" Target="../media/image270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3.wmf"/><Relationship Id="rId7" Type="http://schemas.openxmlformats.org/officeDocument/2006/relationships/image" Target="../media/image277.wmf"/><Relationship Id="rId2" Type="http://schemas.openxmlformats.org/officeDocument/2006/relationships/image" Target="../media/image272.wmf"/><Relationship Id="rId1" Type="http://schemas.openxmlformats.org/officeDocument/2006/relationships/image" Target="../media/image271.wmf"/><Relationship Id="rId6" Type="http://schemas.openxmlformats.org/officeDocument/2006/relationships/image" Target="../media/image276.wmf"/><Relationship Id="rId5" Type="http://schemas.openxmlformats.org/officeDocument/2006/relationships/image" Target="../media/image275.wmf"/><Relationship Id="rId4" Type="http://schemas.openxmlformats.org/officeDocument/2006/relationships/image" Target="../media/image274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9.wmf"/><Relationship Id="rId2" Type="http://schemas.openxmlformats.org/officeDocument/2006/relationships/image" Target="../media/image278.wmf"/><Relationship Id="rId1" Type="http://schemas.openxmlformats.org/officeDocument/2006/relationships/image" Target="../media/image277.wmf"/><Relationship Id="rId4" Type="http://schemas.openxmlformats.org/officeDocument/2006/relationships/image" Target="../media/image280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3.wmf"/><Relationship Id="rId7" Type="http://schemas.openxmlformats.org/officeDocument/2006/relationships/image" Target="../media/image287.wmf"/><Relationship Id="rId2" Type="http://schemas.openxmlformats.org/officeDocument/2006/relationships/image" Target="../media/image282.wmf"/><Relationship Id="rId1" Type="http://schemas.openxmlformats.org/officeDocument/2006/relationships/image" Target="../media/image281.wmf"/><Relationship Id="rId6" Type="http://schemas.openxmlformats.org/officeDocument/2006/relationships/image" Target="../media/image286.wmf"/><Relationship Id="rId5" Type="http://schemas.openxmlformats.org/officeDocument/2006/relationships/image" Target="../media/image285.wmf"/><Relationship Id="rId4" Type="http://schemas.openxmlformats.org/officeDocument/2006/relationships/image" Target="../media/image284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5.wmf"/><Relationship Id="rId3" Type="http://schemas.openxmlformats.org/officeDocument/2006/relationships/image" Target="../media/image290.wmf"/><Relationship Id="rId7" Type="http://schemas.openxmlformats.org/officeDocument/2006/relationships/image" Target="../media/image294.wmf"/><Relationship Id="rId2" Type="http://schemas.openxmlformats.org/officeDocument/2006/relationships/image" Target="../media/image289.wmf"/><Relationship Id="rId1" Type="http://schemas.openxmlformats.org/officeDocument/2006/relationships/image" Target="../media/image288.wmf"/><Relationship Id="rId6" Type="http://schemas.openxmlformats.org/officeDocument/2006/relationships/image" Target="../media/image293.wmf"/><Relationship Id="rId5" Type="http://schemas.openxmlformats.org/officeDocument/2006/relationships/image" Target="../media/image292.wmf"/><Relationship Id="rId4" Type="http://schemas.openxmlformats.org/officeDocument/2006/relationships/image" Target="../media/image291.wmf"/><Relationship Id="rId9" Type="http://schemas.openxmlformats.org/officeDocument/2006/relationships/image" Target="../media/image296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4.wmf"/><Relationship Id="rId3" Type="http://schemas.openxmlformats.org/officeDocument/2006/relationships/image" Target="../media/image299.wmf"/><Relationship Id="rId7" Type="http://schemas.openxmlformats.org/officeDocument/2006/relationships/image" Target="../media/image303.wmf"/><Relationship Id="rId2" Type="http://schemas.openxmlformats.org/officeDocument/2006/relationships/image" Target="../media/image298.wmf"/><Relationship Id="rId1" Type="http://schemas.openxmlformats.org/officeDocument/2006/relationships/image" Target="../media/image297.wmf"/><Relationship Id="rId6" Type="http://schemas.openxmlformats.org/officeDocument/2006/relationships/image" Target="../media/image302.wmf"/><Relationship Id="rId5" Type="http://schemas.openxmlformats.org/officeDocument/2006/relationships/image" Target="../media/image301.wmf"/><Relationship Id="rId4" Type="http://schemas.openxmlformats.org/officeDocument/2006/relationships/image" Target="../media/image300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wmf"/><Relationship Id="rId3" Type="http://schemas.openxmlformats.org/officeDocument/2006/relationships/image" Target="../media/image306.wmf"/><Relationship Id="rId7" Type="http://schemas.openxmlformats.org/officeDocument/2006/relationships/image" Target="../media/image310.wmf"/><Relationship Id="rId2" Type="http://schemas.openxmlformats.org/officeDocument/2006/relationships/image" Target="../media/image305.wmf"/><Relationship Id="rId1" Type="http://schemas.openxmlformats.org/officeDocument/2006/relationships/image" Target="../media/image304.wmf"/><Relationship Id="rId6" Type="http://schemas.openxmlformats.org/officeDocument/2006/relationships/image" Target="../media/image309.wmf"/><Relationship Id="rId5" Type="http://schemas.openxmlformats.org/officeDocument/2006/relationships/image" Target="../media/image308.wmf"/><Relationship Id="rId4" Type="http://schemas.openxmlformats.org/officeDocument/2006/relationships/image" Target="../media/image307.wmf"/></Relationships>
</file>

<file path=ppt/drawings/_rels/vmlDrawing3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9.wmf"/><Relationship Id="rId3" Type="http://schemas.openxmlformats.org/officeDocument/2006/relationships/image" Target="../media/image314.wmf"/><Relationship Id="rId7" Type="http://schemas.openxmlformats.org/officeDocument/2006/relationships/image" Target="../media/image318.wmf"/><Relationship Id="rId2" Type="http://schemas.openxmlformats.org/officeDocument/2006/relationships/image" Target="../media/image313.wmf"/><Relationship Id="rId1" Type="http://schemas.openxmlformats.org/officeDocument/2006/relationships/image" Target="../media/image312.wmf"/><Relationship Id="rId6" Type="http://schemas.openxmlformats.org/officeDocument/2006/relationships/image" Target="../media/image317.wmf"/><Relationship Id="rId5" Type="http://schemas.openxmlformats.org/officeDocument/2006/relationships/image" Target="../media/image316.wmf"/><Relationship Id="rId10" Type="http://schemas.openxmlformats.org/officeDocument/2006/relationships/image" Target="../media/image321.wmf"/><Relationship Id="rId4" Type="http://schemas.openxmlformats.org/officeDocument/2006/relationships/image" Target="../media/image315.wmf"/><Relationship Id="rId9" Type="http://schemas.openxmlformats.org/officeDocument/2006/relationships/image" Target="../media/image320.wmf"/></Relationships>
</file>

<file path=ppt/drawings/_rels/vmlDrawing4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9.wmf"/><Relationship Id="rId3" Type="http://schemas.openxmlformats.org/officeDocument/2006/relationships/image" Target="../media/image324.wmf"/><Relationship Id="rId7" Type="http://schemas.openxmlformats.org/officeDocument/2006/relationships/image" Target="../media/image328.wmf"/><Relationship Id="rId12" Type="http://schemas.openxmlformats.org/officeDocument/2006/relationships/image" Target="../media/image333.wmf"/><Relationship Id="rId2" Type="http://schemas.openxmlformats.org/officeDocument/2006/relationships/image" Target="../media/image323.wmf"/><Relationship Id="rId1" Type="http://schemas.openxmlformats.org/officeDocument/2006/relationships/image" Target="../media/image322.wmf"/><Relationship Id="rId6" Type="http://schemas.openxmlformats.org/officeDocument/2006/relationships/image" Target="../media/image327.wmf"/><Relationship Id="rId11" Type="http://schemas.openxmlformats.org/officeDocument/2006/relationships/image" Target="../media/image332.wmf"/><Relationship Id="rId5" Type="http://schemas.openxmlformats.org/officeDocument/2006/relationships/image" Target="../media/image326.wmf"/><Relationship Id="rId10" Type="http://schemas.openxmlformats.org/officeDocument/2006/relationships/image" Target="../media/image331.wmf"/><Relationship Id="rId4" Type="http://schemas.openxmlformats.org/officeDocument/2006/relationships/image" Target="../media/image325.wmf"/><Relationship Id="rId9" Type="http://schemas.openxmlformats.org/officeDocument/2006/relationships/image" Target="../media/image330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6.wmf"/><Relationship Id="rId2" Type="http://schemas.openxmlformats.org/officeDocument/2006/relationships/image" Target="../media/image335.wmf"/><Relationship Id="rId1" Type="http://schemas.openxmlformats.org/officeDocument/2006/relationships/image" Target="../media/image334.wmf"/><Relationship Id="rId4" Type="http://schemas.openxmlformats.org/officeDocument/2006/relationships/image" Target="../media/image325.wmf"/></Relationships>
</file>

<file path=ppt/drawings/_rels/vmlDrawing4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4.wmf"/><Relationship Id="rId3" Type="http://schemas.openxmlformats.org/officeDocument/2006/relationships/image" Target="../media/image339.wmf"/><Relationship Id="rId7" Type="http://schemas.openxmlformats.org/officeDocument/2006/relationships/image" Target="../media/image343.wmf"/><Relationship Id="rId2" Type="http://schemas.openxmlformats.org/officeDocument/2006/relationships/image" Target="../media/image338.wmf"/><Relationship Id="rId1" Type="http://schemas.openxmlformats.org/officeDocument/2006/relationships/image" Target="../media/image337.wmf"/><Relationship Id="rId6" Type="http://schemas.openxmlformats.org/officeDocument/2006/relationships/image" Target="../media/image342.wmf"/><Relationship Id="rId5" Type="http://schemas.openxmlformats.org/officeDocument/2006/relationships/image" Target="../media/image341.wmf"/><Relationship Id="rId4" Type="http://schemas.openxmlformats.org/officeDocument/2006/relationships/image" Target="../media/image340.wmf"/><Relationship Id="rId9" Type="http://schemas.openxmlformats.org/officeDocument/2006/relationships/image" Target="../media/image345.wmf"/></Relationships>
</file>

<file path=ppt/drawings/_rels/vmlDrawing4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8.wmf"/><Relationship Id="rId2" Type="http://schemas.openxmlformats.org/officeDocument/2006/relationships/image" Target="../media/image347.wmf"/><Relationship Id="rId1" Type="http://schemas.openxmlformats.org/officeDocument/2006/relationships/image" Target="../media/image346.wmf"/><Relationship Id="rId5" Type="http://schemas.openxmlformats.org/officeDocument/2006/relationships/image" Target="../media/image350.wmf"/><Relationship Id="rId4" Type="http://schemas.openxmlformats.org/officeDocument/2006/relationships/image" Target="../media/image349.w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3.wmf"/><Relationship Id="rId2" Type="http://schemas.openxmlformats.org/officeDocument/2006/relationships/image" Target="../media/image352.wmf"/><Relationship Id="rId1" Type="http://schemas.openxmlformats.org/officeDocument/2006/relationships/image" Target="../media/image351.wmf"/><Relationship Id="rId5" Type="http://schemas.openxmlformats.org/officeDocument/2006/relationships/image" Target="../media/image355.wmf"/><Relationship Id="rId4" Type="http://schemas.openxmlformats.org/officeDocument/2006/relationships/image" Target="../media/image354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8.wmf"/><Relationship Id="rId2" Type="http://schemas.openxmlformats.org/officeDocument/2006/relationships/image" Target="../media/image357.wmf"/><Relationship Id="rId1" Type="http://schemas.openxmlformats.org/officeDocument/2006/relationships/image" Target="../media/image356.wmf"/><Relationship Id="rId4" Type="http://schemas.openxmlformats.org/officeDocument/2006/relationships/image" Target="../media/image359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2.wmf"/><Relationship Id="rId2" Type="http://schemas.openxmlformats.org/officeDocument/2006/relationships/image" Target="../media/image361.wmf"/><Relationship Id="rId1" Type="http://schemas.openxmlformats.org/officeDocument/2006/relationships/image" Target="../media/image360.wmf"/><Relationship Id="rId4" Type="http://schemas.openxmlformats.org/officeDocument/2006/relationships/image" Target="../media/image36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B8A403-59A5-4F2E-9015-C3DD0425EC43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E60E94-33A7-4BDF-9F4E-588597920D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9947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3BC0268-565B-4C2B-A008-D7995EB7A07E}"/>
              </a:ext>
            </a:extLst>
          </p:cNvPr>
          <p:cNvSpPr txBox="1"/>
          <p:nvPr userDrawn="1"/>
        </p:nvSpPr>
        <p:spPr>
          <a:xfrm>
            <a:off x="5293060" y="0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数学与统计学院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27534"/>
            <a:ext cx="8229600" cy="857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29">
            <a:extLst>
              <a:ext uri="{FF2B5EF4-FFF2-40B4-BE49-F238E27FC236}">
                <a16:creationId xmlns:a16="http://schemas.microsoft.com/office/drawing/2014/main" id="{F119A3CF-54C1-40ED-BE69-FEBD0D322A90}"/>
              </a:ext>
            </a:extLst>
          </p:cNvPr>
          <p:cNvSpPr txBox="1">
            <a:spLocks/>
          </p:cNvSpPr>
          <p:nvPr userDrawn="1"/>
        </p:nvSpPr>
        <p:spPr>
          <a:xfrm>
            <a:off x="2915816" y="20782"/>
            <a:ext cx="5891546" cy="2738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1800" b="1" kern="12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j-cs"/>
              </a:defRPr>
            </a:lvl1pPr>
          </a:lstStyle>
          <a:p>
            <a:r>
              <a:rPr lang="zh-CN" altLang="en-US" sz="1800" dirty="0"/>
              <a:t>第一讲微分方程的基本概念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2023/12/5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11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5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oleObject" Target="../embeddings/oleObject21.bin"/><Relationship Id="rId18" Type="http://schemas.openxmlformats.org/officeDocument/2006/relationships/image" Target="../media/image24.wmf"/><Relationship Id="rId26" Type="http://schemas.openxmlformats.org/officeDocument/2006/relationships/image" Target="../media/image28.wmf"/><Relationship Id="rId3" Type="http://schemas.openxmlformats.org/officeDocument/2006/relationships/oleObject" Target="../embeddings/oleObject16.bin"/><Relationship Id="rId21" Type="http://schemas.openxmlformats.org/officeDocument/2006/relationships/oleObject" Target="../embeddings/oleObject25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23.bin"/><Relationship Id="rId25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.wmf"/><Relationship Id="rId20" Type="http://schemas.openxmlformats.org/officeDocument/2006/relationships/image" Target="../media/image25.wmf"/><Relationship Id="rId29" Type="http://schemas.openxmlformats.org/officeDocument/2006/relationships/oleObject" Target="../embeddings/oleObject29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20.bin"/><Relationship Id="rId24" Type="http://schemas.openxmlformats.org/officeDocument/2006/relationships/image" Target="../media/image27.wmf"/><Relationship Id="rId32" Type="http://schemas.openxmlformats.org/officeDocument/2006/relationships/image" Target="../media/image31.wmf"/><Relationship Id="rId5" Type="http://schemas.openxmlformats.org/officeDocument/2006/relationships/oleObject" Target="../embeddings/oleObject17.bin"/><Relationship Id="rId15" Type="http://schemas.openxmlformats.org/officeDocument/2006/relationships/oleObject" Target="../embeddings/oleObject22.bin"/><Relationship Id="rId23" Type="http://schemas.openxmlformats.org/officeDocument/2006/relationships/oleObject" Target="../embeddings/oleObject26.bin"/><Relationship Id="rId28" Type="http://schemas.openxmlformats.org/officeDocument/2006/relationships/image" Target="../media/image29.wmf"/><Relationship Id="rId10" Type="http://schemas.openxmlformats.org/officeDocument/2006/relationships/image" Target="../media/image20.wmf"/><Relationship Id="rId19" Type="http://schemas.openxmlformats.org/officeDocument/2006/relationships/oleObject" Target="../embeddings/oleObject24.bin"/><Relationship Id="rId31" Type="http://schemas.openxmlformats.org/officeDocument/2006/relationships/oleObject" Target="../embeddings/oleObject30.bin"/><Relationship Id="rId4" Type="http://schemas.openxmlformats.org/officeDocument/2006/relationships/image" Target="../media/image17.w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22.wmf"/><Relationship Id="rId22" Type="http://schemas.openxmlformats.org/officeDocument/2006/relationships/image" Target="../media/image26.wmf"/><Relationship Id="rId27" Type="http://schemas.openxmlformats.org/officeDocument/2006/relationships/oleObject" Target="../embeddings/oleObject28.bin"/><Relationship Id="rId30" Type="http://schemas.openxmlformats.org/officeDocument/2006/relationships/image" Target="../media/image30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36.bin"/><Relationship Id="rId18" Type="http://schemas.openxmlformats.org/officeDocument/2006/relationships/image" Target="../media/image38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36.wmf"/><Relationship Id="rId17" Type="http://schemas.openxmlformats.org/officeDocument/2006/relationships/oleObject" Target="../embeddings/oleObject3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7.wmf"/><Relationship Id="rId20" Type="http://schemas.openxmlformats.org/officeDocument/2006/relationships/image" Target="../media/image39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5" Type="http://schemas.openxmlformats.org/officeDocument/2006/relationships/oleObject" Target="../embeddings/oleObject37.bin"/><Relationship Id="rId10" Type="http://schemas.openxmlformats.org/officeDocument/2006/relationships/image" Target="../media/image35.wmf"/><Relationship Id="rId19" Type="http://schemas.openxmlformats.org/officeDocument/2006/relationships/oleObject" Target="../embeddings/oleObject39.bin"/><Relationship Id="rId4" Type="http://schemas.openxmlformats.org/officeDocument/2006/relationships/image" Target="../media/image32.wmf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27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13" Type="http://schemas.openxmlformats.org/officeDocument/2006/relationships/oleObject" Target="../embeddings/oleObject45.bin"/><Relationship Id="rId18" Type="http://schemas.openxmlformats.org/officeDocument/2006/relationships/image" Target="../media/image47.wmf"/><Relationship Id="rId3" Type="http://schemas.openxmlformats.org/officeDocument/2006/relationships/oleObject" Target="../embeddings/oleObject40.bin"/><Relationship Id="rId21" Type="http://schemas.openxmlformats.org/officeDocument/2006/relationships/oleObject" Target="../embeddings/oleObject49.bin"/><Relationship Id="rId7" Type="http://schemas.openxmlformats.org/officeDocument/2006/relationships/oleObject" Target="../embeddings/oleObject42.bin"/><Relationship Id="rId12" Type="http://schemas.openxmlformats.org/officeDocument/2006/relationships/image" Target="../media/image44.wmf"/><Relationship Id="rId17" Type="http://schemas.openxmlformats.org/officeDocument/2006/relationships/oleObject" Target="../embeddings/oleObject4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6.wmf"/><Relationship Id="rId20" Type="http://schemas.openxmlformats.org/officeDocument/2006/relationships/image" Target="../media/image48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44.bin"/><Relationship Id="rId5" Type="http://schemas.openxmlformats.org/officeDocument/2006/relationships/oleObject" Target="../embeddings/oleObject41.bin"/><Relationship Id="rId15" Type="http://schemas.openxmlformats.org/officeDocument/2006/relationships/oleObject" Target="../embeddings/oleObject46.bin"/><Relationship Id="rId10" Type="http://schemas.openxmlformats.org/officeDocument/2006/relationships/image" Target="../media/image43.wmf"/><Relationship Id="rId19" Type="http://schemas.openxmlformats.org/officeDocument/2006/relationships/oleObject" Target="../embeddings/oleObject48.bin"/><Relationship Id="rId4" Type="http://schemas.openxmlformats.org/officeDocument/2006/relationships/image" Target="../media/image40.wmf"/><Relationship Id="rId9" Type="http://schemas.openxmlformats.org/officeDocument/2006/relationships/oleObject" Target="../embeddings/oleObject43.bin"/><Relationship Id="rId14" Type="http://schemas.openxmlformats.org/officeDocument/2006/relationships/image" Target="../media/image45.wmf"/><Relationship Id="rId22" Type="http://schemas.openxmlformats.org/officeDocument/2006/relationships/image" Target="../media/image49.wmf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5.bin"/><Relationship Id="rId18" Type="http://schemas.openxmlformats.org/officeDocument/2006/relationships/image" Target="../media/image57.wmf"/><Relationship Id="rId26" Type="http://schemas.openxmlformats.org/officeDocument/2006/relationships/image" Target="../media/image61.wmf"/><Relationship Id="rId39" Type="http://schemas.openxmlformats.org/officeDocument/2006/relationships/oleObject" Target="../embeddings/oleObject68.bin"/><Relationship Id="rId21" Type="http://schemas.openxmlformats.org/officeDocument/2006/relationships/oleObject" Target="../embeddings/oleObject59.bin"/><Relationship Id="rId34" Type="http://schemas.openxmlformats.org/officeDocument/2006/relationships/image" Target="../media/image65.wmf"/><Relationship Id="rId42" Type="http://schemas.openxmlformats.org/officeDocument/2006/relationships/image" Target="../media/image69.wmf"/><Relationship Id="rId47" Type="http://schemas.openxmlformats.org/officeDocument/2006/relationships/oleObject" Target="../embeddings/oleObject72.bin"/><Relationship Id="rId50" Type="http://schemas.openxmlformats.org/officeDocument/2006/relationships/image" Target="../media/image73.wmf"/><Relationship Id="rId7" Type="http://schemas.openxmlformats.org/officeDocument/2006/relationships/oleObject" Target="../embeddings/oleObject5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6.wmf"/><Relationship Id="rId29" Type="http://schemas.openxmlformats.org/officeDocument/2006/relationships/oleObject" Target="../embeddings/oleObject63.bin"/><Relationship Id="rId11" Type="http://schemas.openxmlformats.org/officeDocument/2006/relationships/oleObject" Target="../embeddings/oleObject54.bin"/><Relationship Id="rId24" Type="http://schemas.openxmlformats.org/officeDocument/2006/relationships/image" Target="../media/image60.wmf"/><Relationship Id="rId32" Type="http://schemas.openxmlformats.org/officeDocument/2006/relationships/image" Target="../media/image64.wmf"/><Relationship Id="rId37" Type="http://schemas.openxmlformats.org/officeDocument/2006/relationships/oleObject" Target="../embeddings/oleObject67.bin"/><Relationship Id="rId40" Type="http://schemas.openxmlformats.org/officeDocument/2006/relationships/image" Target="../media/image68.wmf"/><Relationship Id="rId45" Type="http://schemas.openxmlformats.org/officeDocument/2006/relationships/oleObject" Target="../embeddings/oleObject71.bin"/><Relationship Id="rId5" Type="http://schemas.openxmlformats.org/officeDocument/2006/relationships/oleObject" Target="../embeddings/oleObject51.bin"/><Relationship Id="rId15" Type="http://schemas.openxmlformats.org/officeDocument/2006/relationships/oleObject" Target="../embeddings/oleObject56.bin"/><Relationship Id="rId23" Type="http://schemas.openxmlformats.org/officeDocument/2006/relationships/oleObject" Target="../embeddings/oleObject60.bin"/><Relationship Id="rId28" Type="http://schemas.openxmlformats.org/officeDocument/2006/relationships/image" Target="../media/image62.wmf"/><Relationship Id="rId36" Type="http://schemas.openxmlformats.org/officeDocument/2006/relationships/image" Target="../media/image66.wmf"/><Relationship Id="rId49" Type="http://schemas.openxmlformats.org/officeDocument/2006/relationships/oleObject" Target="../embeddings/oleObject73.bin"/><Relationship Id="rId10" Type="http://schemas.openxmlformats.org/officeDocument/2006/relationships/image" Target="../media/image53.wmf"/><Relationship Id="rId19" Type="http://schemas.openxmlformats.org/officeDocument/2006/relationships/oleObject" Target="../embeddings/oleObject58.bin"/><Relationship Id="rId31" Type="http://schemas.openxmlformats.org/officeDocument/2006/relationships/oleObject" Target="../embeddings/oleObject64.bin"/><Relationship Id="rId44" Type="http://schemas.openxmlformats.org/officeDocument/2006/relationships/image" Target="../media/image70.wmf"/><Relationship Id="rId4" Type="http://schemas.openxmlformats.org/officeDocument/2006/relationships/image" Target="../media/image50.wmf"/><Relationship Id="rId9" Type="http://schemas.openxmlformats.org/officeDocument/2006/relationships/oleObject" Target="../embeddings/oleObject53.bin"/><Relationship Id="rId14" Type="http://schemas.openxmlformats.org/officeDocument/2006/relationships/image" Target="../media/image55.wmf"/><Relationship Id="rId22" Type="http://schemas.openxmlformats.org/officeDocument/2006/relationships/image" Target="../media/image59.wmf"/><Relationship Id="rId27" Type="http://schemas.openxmlformats.org/officeDocument/2006/relationships/oleObject" Target="../embeddings/oleObject62.bin"/><Relationship Id="rId30" Type="http://schemas.openxmlformats.org/officeDocument/2006/relationships/image" Target="../media/image63.wmf"/><Relationship Id="rId35" Type="http://schemas.openxmlformats.org/officeDocument/2006/relationships/oleObject" Target="../embeddings/oleObject66.bin"/><Relationship Id="rId43" Type="http://schemas.openxmlformats.org/officeDocument/2006/relationships/oleObject" Target="../embeddings/oleObject70.bin"/><Relationship Id="rId48" Type="http://schemas.openxmlformats.org/officeDocument/2006/relationships/image" Target="../media/image72.wmf"/><Relationship Id="rId8" Type="http://schemas.openxmlformats.org/officeDocument/2006/relationships/image" Target="../media/image52.wmf"/><Relationship Id="rId3" Type="http://schemas.openxmlformats.org/officeDocument/2006/relationships/oleObject" Target="../embeddings/oleObject50.bin"/><Relationship Id="rId12" Type="http://schemas.openxmlformats.org/officeDocument/2006/relationships/image" Target="../media/image54.wmf"/><Relationship Id="rId17" Type="http://schemas.openxmlformats.org/officeDocument/2006/relationships/oleObject" Target="../embeddings/oleObject57.bin"/><Relationship Id="rId25" Type="http://schemas.openxmlformats.org/officeDocument/2006/relationships/oleObject" Target="../embeddings/oleObject61.bin"/><Relationship Id="rId33" Type="http://schemas.openxmlformats.org/officeDocument/2006/relationships/oleObject" Target="../embeddings/oleObject65.bin"/><Relationship Id="rId38" Type="http://schemas.openxmlformats.org/officeDocument/2006/relationships/image" Target="../media/image67.wmf"/><Relationship Id="rId46" Type="http://schemas.openxmlformats.org/officeDocument/2006/relationships/image" Target="../media/image71.wmf"/><Relationship Id="rId20" Type="http://schemas.openxmlformats.org/officeDocument/2006/relationships/image" Target="../media/image58.wmf"/><Relationship Id="rId41" Type="http://schemas.openxmlformats.org/officeDocument/2006/relationships/oleObject" Target="../embeddings/oleObject69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51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13" Type="http://schemas.openxmlformats.org/officeDocument/2006/relationships/oleObject" Target="../embeddings/oleObject79.bin"/><Relationship Id="rId18" Type="http://schemas.openxmlformats.org/officeDocument/2006/relationships/image" Target="../media/image73.wmf"/><Relationship Id="rId26" Type="http://schemas.openxmlformats.org/officeDocument/2006/relationships/image" Target="../media/image79.wmf"/><Relationship Id="rId3" Type="http://schemas.openxmlformats.org/officeDocument/2006/relationships/oleObject" Target="../embeddings/oleObject74.bin"/><Relationship Id="rId21" Type="http://schemas.openxmlformats.org/officeDocument/2006/relationships/oleObject" Target="../embeddings/oleObject83.bin"/><Relationship Id="rId7" Type="http://schemas.openxmlformats.org/officeDocument/2006/relationships/oleObject" Target="../embeddings/oleObject76.bin"/><Relationship Id="rId12" Type="http://schemas.openxmlformats.org/officeDocument/2006/relationships/image" Target="../media/image75.wmf"/><Relationship Id="rId17" Type="http://schemas.openxmlformats.org/officeDocument/2006/relationships/oleObject" Target="../embeddings/oleObject81.bin"/><Relationship Id="rId25" Type="http://schemas.openxmlformats.org/officeDocument/2006/relationships/oleObject" Target="../embeddings/oleObject8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2.wmf"/><Relationship Id="rId20" Type="http://schemas.openxmlformats.org/officeDocument/2006/relationships/image" Target="../media/image76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74.wmf"/><Relationship Id="rId11" Type="http://schemas.openxmlformats.org/officeDocument/2006/relationships/oleObject" Target="../embeddings/oleObject78.bin"/><Relationship Id="rId24" Type="http://schemas.openxmlformats.org/officeDocument/2006/relationships/image" Target="../media/image78.wmf"/><Relationship Id="rId5" Type="http://schemas.openxmlformats.org/officeDocument/2006/relationships/oleObject" Target="../embeddings/oleObject75.bin"/><Relationship Id="rId15" Type="http://schemas.openxmlformats.org/officeDocument/2006/relationships/oleObject" Target="../embeddings/oleObject80.bin"/><Relationship Id="rId23" Type="http://schemas.openxmlformats.org/officeDocument/2006/relationships/oleObject" Target="../embeddings/oleObject84.bin"/><Relationship Id="rId10" Type="http://schemas.openxmlformats.org/officeDocument/2006/relationships/image" Target="../media/image53.wmf"/><Relationship Id="rId19" Type="http://schemas.openxmlformats.org/officeDocument/2006/relationships/oleObject" Target="../embeddings/oleObject82.bin"/><Relationship Id="rId4" Type="http://schemas.openxmlformats.org/officeDocument/2006/relationships/image" Target="../media/image50.wmf"/><Relationship Id="rId9" Type="http://schemas.openxmlformats.org/officeDocument/2006/relationships/oleObject" Target="../embeddings/oleObject77.bin"/><Relationship Id="rId14" Type="http://schemas.openxmlformats.org/officeDocument/2006/relationships/image" Target="../media/image71.wmf"/><Relationship Id="rId22" Type="http://schemas.openxmlformats.org/officeDocument/2006/relationships/image" Target="../media/image77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13" Type="http://schemas.openxmlformats.org/officeDocument/2006/relationships/oleObject" Target="../embeddings/oleObject91.bin"/><Relationship Id="rId18" Type="http://schemas.openxmlformats.org/officeDocument/2006/relationships/image" Target="../media/image87.wmf"/><Relationship Id="rId3" Type="http://schemas.openxmlformats.org/officeDocument/2006/relationships/oleObject" Target="../embeddings/oleObject86.bin"/><Relationship Id="rId7" Type="http://schemas.openxmlformats.org/officeDocument/2006/relationships/oleObject" Target="../embeddings/oleObject88.bin"/><Relationship Id="rId12" Type="http://schemas.openxmlformats.org/officeDocument/2006/relationships/image" Target="../media/image84.wmf"/><Relationship Id="rId17" Type="http://schemas.openxmlformats.org/officeDocument/2006/relationships/oleObject" Target="../embeddings/oleObject9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6.wmf"/><Relationship Id="rId20" Type="http://schemas.openxmlformats.org/officeDocument/2006/relationships/image" Target="../media/image88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81.wmf"/><Relationship Id="rId11" Type="http://schemas.openxmlformats.org/officeDocument/2006/relationships/oleObject" Target="../embeddings/oleObject90.bin"/><Relationship Id="rId5" Type="http://schemas.openxmlformats.org/officeDocument/2006/relationships/oleObject" Target="../embeddings/oleObject87.bin"/><Relationship Id="rId15" Type="http://schemas.openxmlformats.org/officeDocument/2006/relationships/oleObject" Target="../embeddings/oleObject92.bin"/><Relationship Id="rId10" Type="http://schemas.openxmlformats.org/officeDocument/2006/relationships/image" Target="../media/image83.wmf"/><Relationship Id="rId19" Type="http://schemas.openxmlformats.org/officeDocument/2006/relationships/oleObject" Target="../embeddings/oleObject94.bin"/><Relationship Id="rId4" Type="http://schemas.openxmlformats.org/officeDocument/2006/relationships/image" Target="../media/image80.wmf"/><Relationship Id="rId9" Type="http://schemas.openxmlformats.org/officeDocument/2006/relationships/oleObject" Target="../embeddings/oleObject89.bin"/><Relationship Id="rId14" Type="http://schemas.openxmlformats.org/officeDocument/2006/relationships/image" Target="../media/image85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13" Type="http://schemas.openxmlformats.org/officeDocument/2006/relationships/oleObject" Target="../embeddings/oleObject100.bin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9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90.wmf"/><Relationship Id="rId11" Type="http://schemas.openxmlformats.org/officeDocument/2006/relationships/oleObject" Target="../embeddings/oleObject99.bin"/><Relationship Id="rId5" Type="http://schemas.openxmlformats.org/officeDocument/2006/relationships/oleObject" Target="../embeddings/oleObject96.bin"/><Relationship Id="rId10" Type="http://schemas.openxmlformats.org/officeDocument/2006/relationships/image" Target="../media/image92.wmf"/><Relationship Id="rId4" Type="http://schemas.openxmlformats.org/officeDocument/2006/relationships/image" Target="../media/image89.wmf"/><Relationship Id="rId9" Type="http://schemas.openxmlformats.org/officeDocument/2006/relationships/oleObject" Target="../embeddings/oleObject98.bin"/><Relationship Id="rId14" Type="http://schemas.openxmlformats.org/officeDocument/2006/relationships/image" Target="../media/image94.wmf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06.bin"/><Relationship Id="rId18" Type="http://schemas.openxmlformats.org/officeDocument/2006/relationships/image" Target="../media/image57.wmf"/><Relationship Id="rId26" Type="http://schemas.openxmlformats.org/officeDocument/2006/relationships/image" Target="../media/image103.wmf"/><Relationship Id="rId39" Type="http://schemas.openxmlformats.org/officeDocument/2006/relationships/oleObject" Target="../embeddings/oleObject119.bin"/><Relationship Id="rId21" Type="http://schemas.openxmlformats.org/officeDocument/2006/relationships/oleObject" Target="../embeddings/oleObject110.bin"/><Relationship Id="rId34" Type="http://schemas.openxmlformats.org/officeDocument/2006/relationships/image" Target="../media/image106.wmf"/><Relationship Id="rId42" Type="http://schemas.openxmlformats.org/officeDocument/2006/relationships/image" Target="../media/image110.wmf"/><Relationship Id="rId47" Type="http://schemas.openxmlformats.org/officeDocument/2006/relationships/oleObject" Target="../embeddings/oleObject123.bin"/><Relationship Id="rId7" Type="http://schemas.openxmlformats.org/officeDocument/2006/relationships/oleObject" Target="../embeddings/oleObject10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1.wmf"/><Relationship Id="rId29" Type="http://schemas.openxmlformats.org/officeDocument/2006/relationships/oleObject" Target="../embeddings/oleObject114.bin"/><Relationship Id="rId1" Type="http://schemas.openxmlformats.org/officeDocument/2006/relationships/vmlDrawing" Target="../drawings/vmlDrawing12.vml"/><Relationship Id="rId6" Type="http://schemas.openxmlformats.org/officeDocument/2006/relationships/image" Target="../media/image96.wmf"/><Relationship Id="rId11" Type="http://schemas.openxmlformats.org/officeDocument/2006/relationships/oleObject" Target="../embeddings/oleObject105.bin"/><Relationship Id="rId24" Type="http://schemas.openxmlformats.org/officeDocument/2006/relationships/image" Target="../media/image102.wmf"/><Relationship Id="rId32" Type="http://schemas.openxmlformats.org/officeDocument/2006/relationships/image" Target="../media/image105.wmf"/><Relationship Id="rId37" Type="http://schemas.openxmlformats.org/officeDocument/2006/relationships/oleObject" Target="../embeddings/oleObject118.bin"/><Relationship Id="rId40" Type="http://schemas.openxmlformats.org/officeDocument/2006/relationships/image" Target="../media/image109.wmf"/><Relationship Id="rId45" Type="http://schemas.openxmlformats.org/officeDocument/2006/relationships/oleObject" Target="../embeddings/oleObject122.bin"/><Relationship Id="rId5" Type="http://schemas.openxmlformats.org/officeDocument/2006/relationships/oleObject" Target="../embeddings/oleObject102.bin"/><Relationship Id="rId15" Type="http://schemas.openxmlformats.org/officeDocument/2006/relationships/oleObject" Target="../embeddings/oleObject107.bin"/><Relationship Id="rId23" Type="http://schemas.openxmlformats.org/officeDocument/2006/relationships/oleObject" Target="../embeddings/oleObject111.bin"/><Relationship Id="rId28" Type="http://schemas.openxmlformats.org/officeDocument/2006/relationships/image" Target="../media/image62.wmf"/><Relationship Id="rId36" Type="http://schemas.openxmlformats.org/officeDocument/2006/relationships/image" Target="../media/image107.wmf"/><Relationship Id="rId10" Type="http://schemas.openxmlformats.org/officeDocument/2006/relationships/image" Target="../media/image98.wmf"/><Relationship Id="rId19" Type="http://schemas.openxmlformats.org/officeDocument/2006/relationships/oleObject" Target="../embeddings/oleObject109.bin"/><Relationship Id="rId31" Type="http://schemas.openxmlformats.org/officeDocument/2006/relationships/oleObject" Target="../embeddings/oleObject115.bin"/><Relationship Id="rId44" Type="http://schemas.openxmlformats.org/officeDocument/2006/relationships/image" Target="../media/image111.wmf"/><Relationship Id="rId4" Type="http://schemas.openxmlformats.org/officeDocument/2006/relationships/image" Target="../media/image95.wmf"/><Relationship Id="rId9" Type="http://schemas.openxmlformats.org/officeDocument/2006/relationships/oleObject" Target="../embeddings/oleObject104.bin"/><Relationship Id="rId14" Type="http://schemas.openxmlformats.org/officeDocument/2006/relationships/image" Target="../media/image100.wmf"/><Relationship Id="rId22" Type="http://schemas.openxmlformats.org/officeDocument/2006/relationships/image" Target="../media/image59.wmf"/><Relationship Id="rId27" Type="http://schemas.openxmlformats.org/officeDocument/2006/relationships/oleObject" Target="../embeddings/oleObject113.bin"/><Relationship Id="rId30" Type="http://schemas.openxmlformats.org/officeDocument/2006/relationships/image" Target="../media/image104.wmf"/><Relationship Id="rId35" Type="http://schemas.openxmlformats.org/officeDocument/2006/relationships/oleObject" Target="../embeddings/oleObject117.bin"/><Relationship Id="rId43" Type="http://schemas.openxmlformats.org/officeDocument/2006/relationships/oleObject" Target="../embeddings/oleObject121.bin"/><Relationship Id="rId48" Type="http://schemas.openxmlformats.org/officeDocument/2006/relationships/image" Target="../media/image113.wmf"/><Relationship Id="rId8" Type="http://schemas.openxmlformats.org/officeDocument/2006/relationships/image" Target="../media/image97.wmf"/><Relationship Id="rId3" Type="http://schemas.openxmlformats.org/officeDocument/2006/relationships/oleObject" Target="../embeddings/oleObject101.bin"/><Relationship Id="rId12" Type="http://schemas.openxmlformats.org/officeDocument/2006/relationships/image" Target="../media/image99.wmf"/><Relationship Id="rId17" Type="http://schemas.openxmlformats.org/officeDocument/2006/relationships/oleObject" Target="../embeddings/oleObject108.bin"/><Relationship Id="rId25" Type="http://schemas.openxmlformats.org/officeDocument/2006/relationships/oleObject" Target="../embeddings/oleObject112.bin"/><Relationship Id="rId33" Type="http://schemas.openxmlformats.org/officeDocument/2006/relationships/oleObject" Target="../embeddings/oleObject116.bin"/><Relationship Id="rId38" Type="http://schemas.openxmlformats.org/officeDocument/2006/relationships/image" Target="../media/image108.wmf"/><Relationship Id="rId46" Type="http://schemas.openxmlformats.org/officeDocument/2006/relationships/image" Target="../media/image112.wmf"/><Relationship Id="rId20" Type="http://schemas.openxmlformats.org/officeDocument/2006/relationships/image" Target="../media/image58.wmf"/><Relationship Id="rId41" Type="http://schemas.openxmlformats.org/officeDocument/2006/relationships/oleObject" Target="../embeddings/oleObject120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3" Type="http://schemas.openxmlformats.org/officeDocument/2006/relationships/oleObject" Target="../embeddings/oleObject124.bin"/><Relationship Id="rId7" Type="http://schemas.openxmlformats.org/officeDocument/2006/relationships/oleObject" Target="../embeddings/oleObject126.bin"/><Relationship Id="rId12" Type="http://schemas.openxmlformats.org/officeDocument/2006/relationships/image" Target="../media/image11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14.wmf"/><Relationship Id="rId11" Type="http://schemas.openxmlformats.org/officeDocument/2006/relationships/oleObject" Target="../embeddings/oleObject128.bin"/><Relationship Id="rId5" Type="http://schemas.openxmlformats.org/officeDocument/2006/relationships/oleObject" Target="../embeddings/oleObject125.bin"/><Relationship Id="rId10" Type="http://schemas.openxmlformats.org/officeDocument/2006/relationships/image" Target="../media/image115.wmf"/><Relationship Id="rId4" Type="http://schemas.openxmlformats.org/officeDocument/2006/relationships/image" Target="../media/image113.wmf"/><Relationship Id="rId9" Type="http://schemas.openxmlformats.org/officeDocument/2006/relationships/oleObject" Target="../embeddings/oleObject127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wmf"/><Relationship Id="rId13" Type="http://schemas.openxmlformats.org/officeDocument/2006/relationships/oleObject" Target="../embeddings/oleObject134.bin"/><Relationship Id="rId18" Type="http://schemas.openxmlformats.org/officeDocument/2006/relationships/image" Target="../media/image124.wmf"/><Relationship Id="rId3" Type="http://schemas.openxmlformats.org/officeDocument/2006/relationships/oleObject" Target="../embeddings/oleObject129.bin"/><Relationship Id="rId7" Type="http://schemas.openxmlformats.org/officeDocument/2006/relationships/oleObject" Target="../embeddings/oleObject131.bin"/><Relationship Id="rId12" Type="http://schemas.openxmlformats.org/officeDocument/2006/relationships/image" Target="../media/image121.wmf"/><Relationship Id="rId17" Type="http://schemas.openxmlformats.org/officeDocument/2006/relationships/oleObject" Target="../embeddings/oleObject136.bin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123.wmf"/><Relationship Id="rId20" Type="http://schemas.openxmlformats.org/officeDocument/2006/relationships/image" Target="../media/image125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18.wmf"/><Relationship Id="rId11" Type="http://schemas.openxmlformats.org/officeDocument/2006/relationships/oleObject" Target="../embeddings/oleObject133.bin"/><Relationship Id="rId5" Type="http://schemas.openxmlformats.org/officeDocument/2006/relationships/oleObject" Target="../embeddings/oleObject130.bin"/><Relationship Id="rId15" Type="http://schemas.openxmlformats.org/officeDocument/2006/relationships/oleObject" Target="../embeddings/oleObject135.bin"/><Relationship Id="rId10" Type="http://schemas.openxmlformats.org/officeDocument/2006/relationships/image" Target="../media/image120.wmf"/><Relationship Id="rId19" Type="http://schemas.openxmlformats.org/officeDocument/2006/relationships/oleObject" Target="../embeddings/oleObject137.bin"/><Relationship Id="rId4" Type="http://schemas.openxmlformats.org/officeDocument/2006/relationships/image" Target="../media/image117.wmf"/><Relationship Id="rId9" Type="http://schemas.openxmlformats.org/officeDocument/2006/relationships/oleObject" Target="../embeddings/oleObject132.bin"/><Relationship Id="rId14" Type="http://schemas.openxmlformats.org/officeDocument/2006/relationships/image" Target="../media/image122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wmf"/><Relationship Id="rId13" Type="http://schemas.openxmlformats.org/officeDocument/2006/relationships/oleObject" Target="../embeddings/oleObject143.bin"/><Relationship Id="rId3" Type="http://schemas.openxmlformats.org/officeDocument/2006/relationships/oleObject" Target="../embeddings/oleObject138.bin"/><Relationship Id="rId7" Type="http://schemas.openxmlformats.org/officeDocument/2006/relationships/oleObject" Target="../embeddings/oleObject140.bin"/><Relationship Id="rId12" Type="http://schemas.openxmlformats.org/officeDocument/2006/relationships/image" Target="../media/image130.wmf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27.wmf"/><Relationship Id="rId11" Type="http://schemas.openxmlformats.org/officeDocument/2006/relationships/oleObject" Target="../embeddings/oleObject142.bin"/><Relationship Id="rId5" Type="http://schemas.openxmlformats.org/officeDocument/2006/relationships/oleObject" Target="../embeddings/oleObject139.bin"/><Relationship Id="rId10" Type="http://schemas.openxmlformats.org/officeDocument/2006/relationships/image" Target="../media/image129.wmf"/><Relationship Id="rId4" Type="http://schemas.openxmlformats.org/officeDocument/2006/relationships/image" Target="../media/image126.wmf"/><Relationship Id="rId9" Type="http://schemas.openxmlformats.org/officeDocument/2006/relationships/oleObject" Target="../embeddings/oleObject141.bin"/><Relationship Id="rId14" Type="http://schemas.openxmlformats.org/officeDocument/2006/relationships/image" Target="../media/image131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13" Type="http://schemas.openxmlformats.org/officeDocument/2006/relationships/oleObject" Target="../embeddings/oleObject149.bin"/><Relationship Id="rId18" Type="http://schemas.openxmlformats.org/officeDocument/2006/relationships/image" Target="../media/image139.wmf"/><Relationship Id="rId3" Type="http://schemas.openxmlformats.org/officeDocument/2006/relationships/oleObject" Target="../embeddings/oleObject144.bin"/><Relationship Id="rId7" Type="http://schemas.openxmlformats.org/officeDocument/2006/relationships/oleObject" Target="../embeddings/oleObject146.bin"/><Relationship Id="rId12" Type="http://schemas.openxmlformats.org/officeDocument/2006/relationships/image" Target="../media/image136.wmf"/><Relationship Id="rId17" Type="http://schemas.openxmlformats.org/officeDocument/2006/relationships/oleObject" Target="../embeddings/oleObject151.bin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138.wmf"/><Relationship Id="rId20" Type="http://schemas.openxmlformats.org/officeDocument/2006/relationships/image" Target="../media/image140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33.wmf"/><Relationship Id="rId11" Type="http://schemas.openxmlformats.org/officeDocument/2006/relationships/oleObject" Target="../embeddings/oleObject148.bin"/><Relationship Id="rId5" Type="http://schemas.openxmlformats.org/officeDocument/2006/relationships/oleObject" Target="../embeddings/oleObject145.bin"/><Relationship Id="rId15" Type="http://schemas.openxmlformats.org/officeDocument/2006/relationships/oleObject" Target="../embeddings/oleObject150.bin"/><Relationship Id="rId10" Type="http://schemas.openxmlformats.org/officeDocument/2006/relationships/image" Target="../media/image135.wmf"/><Relationship Id="rId19" Type="http://schemas.openxmlformats.org/officeDocument/2006/relationships/oleObject" Target="../embeddings/oleObject152.bin"/><Relationship Id="rId4" Type="http://schemas.openxmlformats.org/officeDocument/2006/relationships/image" Target="../media/image132.wmf"/><Relationship Id="rId9" Type="http://schemas.openxmlformats.org/officeDocument/2006/relationships/oleObject" Target="../embeddings/oleObject147.bin"/><Relationship Id="rId14" Type="http://schemas.openxmlformats.org/officeDocument/2006/relationships/image" Target="../media/image137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wmf"/><Relationship Id="rId13" Type="http://schemas.openxmlformats.org/officeDocument/2006/relationships/oleObject" Target="../embeddings/oleObject158.bin"/><Relationship Id="rId18" Type="http://schemas.openxmlformats.org/officeDocument/2006/relationships/image" Target="../media/image148.wmf"/><Relationship Id="rId26" Type="http://schemas.openxmlformats.org/officeDocument/2006/relationships/image" Target="../media/image152.wmf"/><Relationship Id="rId3" Type="http://schemas.openxmlformats.org/officeDocument/2006/relationships/oleObject" Target="../embeddings/oleObject153.bin"/><Relationship Id="rId21" Type="http://schemas.openxmlformats.org/officeDocument/2006/relationships/oleObject" Target="../embeddings/oleObject162.bin"/><Relationship Id="rId7" Type="http://schemas.openxmlformats.org/officeDocument/2006/relationships/oleObject" Target="../embeddings/oleObject155.bin"/><Relationship Id="rId12" Type="http://schemas.openxmlformats.org/officeDocument/2006/relationships/image" Target="../media/image145.wmf"/><Relationship Id="rId17" Type="http://schemas.openxmlformats.org/officeDocument/2006/relationships/oleObject" Target="../embeddings/oleObject160.bin"/><Relationship Id="rId25" Type="http://schemas.openxmlformats.org/officeDocument/2006/relationships/oleObject" Target="../embeddings/oleObject164.bin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147.wmf"/><Relationship Id="rId20" Type="http://schemas.openxmlformats.org/officeDocument/2006/relationships/image" Target="../media/image149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42.wmf"/><Relationship Id="rId11" Type="http://schemas.openxmlformats.org/officeDocument/2006/relationships/oleObject" Target="../embeddings/oleObject157.bin"/><Relationship Id="rId24" Type="http://schemas.openxmlformats.org/officeDocument/2006/relationships/image" Target="../media/image151.wmf"/><Relationship Id="rId5" Type="http://schemas.openxmlformats.org/officeDocument/2006/relationships/oleObject" Target="../embeddings/oleObject154.bin"/><Relationship Id="rId15" Type="http://schemas.openxmlformats.org/officeDocument/2006/relationships/oleObject" Target="../embeddings/oleObject159.bin"/><Relationship Id="rId23" Type="http://schemas.openxmlformats.org/officeDocument/2006/relationships/oleObject" Target="../embeddings/oleObject163.bin"/><Relationship Id="rId28" Type="http://schemas.openxmlformats.org/officeDocument/2006/relationships/image" Target="../media/image153.wmf"/><Relationship Id="rId10" Type="http://schemas.openxmlformats.org/officeDocument/2006/relationships/image" Target="../media/image144.wmf"/><Relationship Id="rId19" Type="http://schemas.openxmlformats.org/officeDocument/2006/relationships/oleObject" Target="../embeddings/oleObject161.bin"/><Relationship Id="rId4" Type="http://schemas.openxmlformats.org/officeDocument/2006/relationships/image" Target="../media/image141.wmf"/><Relationship Id="rId9" Type="http://schemas.openxmlformats.org/officeDocument/2006/relationships/oleObject" Target="../embeddings/oleObject156.bin"/><Relationship Id="rId14" Type="http://schemas.openxmlformats.org/officeDocument/2006/relationships/image" Target="../media/image146.wmf"/><Relationship Id="rId22" Type="http://schemas.openxmlformats.org/officeDocument/2006/relationships/image" Target="../media/image150.wmf"/><Relationship Id="rId27" Type="http://schemas.openxmlformats.org/officeDocument/2006/relationships/oleObject" Target="../embeddings/oleObject165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3" Type="http://schemas.openxmlformats.org/officeDocument/2006/relationships/oleObject" Target="../embeddings/oleObject166.bin"/><Relationship Id="rId7" Type="http://schemas.openxmlformats.org/officeDocument/2006/relationships/oleObject" Target="../embeddings/oleObject16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55.wmf"/><Relationship Id="rId5" Type="http://schemas.openxmlformats.org/officeDocument/2006/relationships/oleObject" Target="../embeddings/oleObject167.bin"/><Relationship Id="rId4" Type="http://schemas.openxmlformats.org/officeDocument/2006/relationships/image" Target="../media/image154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wmf"/><Relationship Id="rId13" Type="http://schemas.openxmlformats.org/officeDocument/2006/relationships/oleObject" Target="../embeddings/oleObject174.bin"/><Relationship Id="rId18" Type="http://schemas.openxmlformats.org/officeDocument/2006/relationships/image" Target="../media/image164.wmf"/><Relationship Id="rId3" Type="http://schemas.openxmlformats.org/officeDocument/2006/relationships/oleObject" Target="../embeddings/oleObject169.bin"/><Relationship Id="rId21" Type="http://schemas.openxmlformats.org/officeDocument/2006/relationships/oleObject" Target="../embeddings/oleObject178.bin"/><Relationship Id="rId7" Type="http://schemas.openxmlformats.org/officeDocument/2006/relationships/oleObject" Target="../embeddings/oleObject171.bin"/><Relationship Id="rId12" Type="http://schemas.openxmlformats.org/officeDocument/2006/relationships/image" Target="../media/image161.wmf"/><Relationship Id="rId17" Type="http://schemas.openxmlformats.org/officeDocument/2006/relationships/oleObject" Target="../embeddings/oleObject176.bin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163.wmf"/><Relationship Id="rId20" Type="http://schemas.openxmlformats.org/officeDocument/2006/relationships/image" Target="../media/image165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58.wmf"/><Relationship Id="rId11" Type="http://schemas.openxmlformats.org/officeDocument/2006/relationships/oleObject" Target="../embeddings/oleObject173.bin"/><Relationship Id="rId24" Type="http://schemas.openxmlformats.org/officeDocument/2006/relationships/image" Target="../media/image167.wmf"/><Relationship Id="rId5" Type="http://schemas.openxmlformats.org/officeDocument/2006/relationships/oleObject" Target="../embeddings/oleObject170.bin"/><Relationship Id="rId15" Type="http://schemas.openxmlformats.org/officeDocument/2006/relationships/oleObject" Target="../embeddings/oleObject175.bin"/><Relationship Id="rId23" Type="http://schemas.openxmlformats.org/officeDocument/2006/relationships/oleObject" Target="../embeddings/oleObject179.bin"/><Relationship Id="rId10" Type="http://schemas.openxmlformats.org/officeDocument/2006/relationships/image" Target="../media/image160.wmf"/><Relationship Id="rId19" Type="http://schemas.openxmlformats.org/officeDocument/2006/relationships/oleObject" Target="../embeddings/oleObject177.bin"/><Relationship Id="rId4" Type="http://schemas.openxmlformats.org/officeDocument/2006/relationships/image" Target="../media/image157.wmf"/><Relationship Id="rId9" Type="http://schemas.openxmlformats.org/officeDocument/2006/relationships/oleObject" Target="../embeddings/oleObject172.bin"/><Relationship Id="rId14" Type="http://schemas.openxmlformats.org/officeDocument/2006/relationships/image" Target="../media/image162.wmf"/><Relationship Id="rId22" Type="http://schemas.openxmlformats.org/officeDocument/2006/relationships/image" Target="../media/image166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wmf"/><Relationship Id="rId13" Type="http://schemas.openxmlformats.org/officeDocument/2006/relationships/oleObject" Target="../embeddings/oleObject185.bin"/><Relationship Id="rId3" Type="http://schemas.openxmlformats.org/officeDocument/2006/relationships/oleObject" Target="../embeddings/oleObject180.bin"/><Relationship Id="rId7" Type="http://schemas.openxmlformats.org/officeDocument/2006/relationships/oleObject" Target="../embeddings/oleObject182.bin"/><Relationship Id="rId12" Type="http://schemas.openxmlformats.org/officeDocument/2006/relationships/image" Target="../media/image172.wmf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174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69.wmf"/><Relationship Id="rId11" Type="http://schemas.openxmlformats.org/officeDocument/2006/relationships/oleObject" Target="../embeddings/oleObject184.bin"/><Relationship Id="rId5" Type="http://schemas.openxmlformats.org/officeDocument/2006/relationships/oleObject" Target="../embeddings/oleObject181.bin"/><Relationship Id="rId15" Type="http://schemas.openxmlformats.org/officeDocument/2006/relationships/oleObject" Target="../embeddings/oleObject186.bin"/><Relationship Id="rId10" Type="http://schemas.openxmlformats.org/officeDocument/2006/relationships/image" Target="../media/image171.wmf"/><Relationship Id="rId4" Type="http://schemas.openxmlformats.org/officeDocument/2006/relationships/image" Target="../media/image168.wmf"/><Relationship Id="rId9" Type="http://schemas.openxmlformats.org/officeDocument/2006/relationships/oleObject" Target="../embeddings/oleObject183.bin"/><Relationship Id="rId14" Type="http://schemas.openxmlformats.org/officeDocument/2006/relationships/image" Target="../media/image173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wmf"/><Relationship Id="rId13" Type="http://schemas.openxmlformats.org/officeDocument/2006/relationships/oleObject" Target="../embeddings/oleObject192.bin"/><Relationship Id="rId18" Type="http://schemas.openxmlformats.org/officeDocument/2006/relationships/image" Target="../media/image182.wmf"/><Relationship Id="rId26" Type="http://schemas.openxmlformats.org/officeDocument/2006/relationships/image" Target="../media/image186.wmf"/><Relationship Id="rId3" Type="http://schemas.openxmlformats.org/officeDocument/2006/relationships/oleObject" Target="../embeddings/oleObject187.bin"/><Relationship Id="rId21" Type="http://schemas.openxmlformats.org/officeDocument/2006/relationships/oleObject" Target="../embeddings/oleObject196.bin"/><Relationship Id="rId7" Type="http://schemas.openxmlformats.org/officeDocument/2006/relationships/oleObject" Target="../embeddings/oleObject189.bin"/><Relationship Id="rId12" Type="http://schemas.openxmlformats.org/officeDocument/2006/relationships/image" Target="../media/image179.wmf"/><Relationship Id="rId17" Type="http://schemas.openxmlformats.org/officeDocument/2006/relationships/oleObject" Target="../embeddings/oleObject194.bin"/><Relationship Id="rId25" Type="http://schemas.openxmlformats.org/officeDocument/2006/relationships/oleObject" Target="../embeddings/oleObject198.bin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181.wmf"/><Relationship Id="rId20" Type="http://schemas.openxmlformats.org/officeDocument/2006/relationships/image" Target="../media/image183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76.wmf"/><Relationship Id="rId11" Type="http://schemas.openxmlformats.org/officeDocument/2006/relationships/oleObject" Target="../embeddings/oleObject191.bin"/><Relationship Id="rId24" Type="http://schemas.openxmlformats.org/officeDocument/2006/relationships/image" Target="../media/image185.wmf"/><Relationship Id="rId5" Type="http://schemas.openxmlformats.org/officeDocument/2006/relationships/oleObject" Target="../embeddings/oleObject188.bin"/><Relationship Id="rId15" Type="http://schemas.openxmlformats.org/officeDocument/2006/relationships/oleObject" Target="../embeddings/oleObject193.bin"/><Relationship Id="rId23" Type="http://schemas.openxmlformats.org/officeDocument/2006/relationships/oleObject" Target="../embeddings/oleObject197.bin"/><Relationship Id="rId10" Type="http://schemas.openxmlformats.org/officeDocument/2006/relationships/image" Target="../media/image178.wmf"/><Relationship Id="rId19" Type="http://schemas.openxmlformats.org/officeDocument/2006/relationships/oleObject" Target="../embeddings/oleObject195.bin"/><Relationship Id="rId4" Type="http://schemas.openxmlformats.org/officeDocument/2006/relationships/image" Target="../media/image175.wmf"/><Relationship Id="rId9" Type="http://schemas.openxmlformats.org/officeDocument/2006/relationships/oleObject" Target="../embeddings/oleObject190.bin"/><Relationship Id="rId14" Type="http://schemas.openxmlformats.org/officeDocument/2006/relationships/image" Target="../media/image180.wmf"/><Relationship Id="rId22" Type="http://schemas.openxmlformats.org/officeDocument/2006/relationships/image" Target="../media/image184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wmf"/><Relationship Id="rId13" Type="http://schemas.openxmlformats.org/officeDocument/2006/relationships/oleObject" Target="../embeddings/oleObject204.bin"/><Relationship Id="rId3" Type="http://schemas.openxmlformats.org/officeDocument/2006/relationships/oleObject" Target="../embeddings/oleObject199.bin"/><Relationship Id="rId7" Type="http://schemas.openxmlformats.org/officeDocument/2006/relationships/oleObject" Target="../embeddings/oleObject201.bin"/><Relationship Id="rId12" Type="http://schemas.openxmlformats.org/officeDocument/2006/relationships/image" Target="../media/image191.wmf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193.w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88.wmf"/><Relationship Id="rId11" Type="http://schemas.openxmlformats.org/officeDocument/2006/relationships/oleObject" Target="../embeddings/oleObject203.bin"/><Relationship Id="rId5" Type="http://schemas.openxmlformats.org/officeDocument/2006/relationships/oleObject" Target="../embeddings/oleObject200.bin"/><Relationship Id="rId15" Type="http://schemas.openxmlformats.org/officeDocument/2006/relationships/oleObject" Target="../embeddings/oleObject205.bin"/><Relationship Id="rId10" Type="http://schemas.openxmlformats.org/officeDocument/2006/relationships/image" Target="../media/image190.wmf"/><Relationship Id="rId4" Type="http://schemas.openxmlformats.org/officeDocument/2006/relationships/image" Target="../media/image187.wmf"/><Relationship Id="rId9" Type="http://schemas.openxmlformats.org/officeDocument/2006/relationships/oleObject" Target="../embeddings/oleObject202.bin"/><Relationship Id="rId14" Type="http://schemas.openxmlformats.org/officeDocument/2006/relationships/image" Target="../media/image192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wmf"/><Relationship Id="rId3" Type="http://schemas.openxmlformats.org/officeDocument/2006/relationships/oleObject" Target="../embeddings/oleObject206.bin"/><Relationship Id="rId7" Type="http://schemas.openxmlformats.org/officeDocument/2006/relationships/oleObject" Target="../embeddings/oleObject208.bin"/><Relationship Id="rId12" Type="http://schemas.openxmlformats.org/officeDocument/2006/relationships/image" Target="../media/image198.wmf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95.wmf"/><Relationship Id="rId11" Type="http://schemas.openxmlformats.org/officeDocument/2006/relationships/oleObject" Target="../embeddings/oleObject210.bin"/><Relationship Id="rId5" Type="http://schemas.openxmlformats.org/officeDocument/2006/relationships/oleObject" Target="../embeddings/oleObject207.bin"/><Relationship Id="rId10" Type="http://schemas.openxmlformats.org/officeDocument/2006/relationships/image" Target="../media/image197.wmf"/><Relationship Id="rId4" Type="http://schemas.openxmlformats.org/officeDocument/2006/relationships/image" Target="../media/image194.wmf"/><Relationship Id="rId9" Type="http://schemas.openxmlformats.org/officeDocument/2006/relationships/oleObject" Target="../embeddings/oleObject209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wmf"/><Relationship Id="rId13" Type="http://schemas.openxmlformats.org/officeDocument/2006/relationships/oleObject" Target="../embeddings/oleObject216.bin"/><Relationship Id="rId18" Type="http://schemas.openxmlformats.org/officeDocument/2006/relationships/image" Target="../media/image206.wmf"/><Relationship Id="rId3" Type="http://schemas.openxmlformats.org/officeDocument/2006/relationships/oleObject" Target="../embeddings/oleObject211.bin"/><Relationship Id="rId7" Type="http://schemas.openxmlformats.org/officeDocument/2006/relationships/oleObject" Target="../embeddings/oleObject213.bin"/><Relationship Id="rId12" Type="http://schemas.openxmlformats.org/officeDocument/2006/relationships/image" Target="../media/image203.wmf"/><Relationship Id="rId17" Type="http://schemas.openxmlformats.org/officeDocument/2006/relationships/oleObject" Target="../embeddings/oleObject218.bin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205.wmf"/><Relationship Id="rId20" Type="http://schemas.openxmlformats.org/officeDocument/2006/relationships/image" Target="../media/image207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00.wmf"/><Relationship Id="rId11" Type="http://schemas.openxmlformats.org/officeDocument/2006/relationships/oleObject" Target="../embeddings/oleObject215.bin"/><Relationship Id="rId5" Type="http://schemas.openxmlformats.org/officeDocument/2006/relationships/oleObject" Target="../embeddings/oleObject212.bin"/><Relationship Id="rId15" Type="http://schemas.openxmlformats.org/officeDocument/2006/relationships/oleObject" Target="../embeddings/oleObject217.bin"/><Relationship Id="rId10" Type="http://schemas.openxmlformats.org/officeDocument/2006/relationships/image" Target="../media/image202.wmf"/><Relationship Id="rId19" Type="http://schemas.openxmlformats.org/officeDocument/2006/relationships/oleObject" Target="../embeddings/oleObject219.bin"/><Relationship Id="rId4" Type="http://schemas.openxmlformats.org/officeDocument/2006/relationships/image" Target="../media/image199.wmf"/><Relationship Id="rId9" Type="http://schemas.openxmlformats.org/officeDocument/2006/relationships/oleObject" Target="../embeddings/oleObject214.bin"/><Relationship Id="rId14" Type="http://schemas.openxmlformats.org/officeDocument/2006/relationships/image" Target="../media/image204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wmf"/><Relationship Id="rId13" Type="http://schemas.openxmlformats.org/officeDocument/2006/relationships/oleObject" Target="../embeddings/oleObject225.bin"/><Relationship Id="rId18" Type="http://schemas.openxmlformats.org/officeDocument/2006/relationships/image" Target="../media/image215.wmf"/><Relationship Id="rId3" Type="http://schemas.openxmlformats.org/officeDocument/2006/relationships/oleObject" Target="../embeddings/oleObject220.bin"/><Relationship Id="rId21" Type="http://schemas.openxmlformats.org/officeDocument/2006/relationships/oleObject" Target="../embeddings/oleObject229.bin"/><Relationship Id="rId7" Type="http://schemas.openxmlformats.org/officeDocument/2006/relationships/oleObject" Target="../embeddings/oleObject222.bin"/><Relationship Id="rId12" Type="http://schemas.openxmlformats.org/officeDocument/2006/relationships/image" Target="../media/image212.wmf"/><Relationship Id="rId17" Type="http://schemas.openxmlformats.org/officeDocument/2006/relationships/oleObject" Target="../embeddings/oleObject227.bin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214.wmf"/><Relationship Id="rId20" Type="http://schemas.openxmlformats.org/officeDocument/2006/relationships/image" Target="../media/image216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09.wmf"/><Relationship Id="rId11" Type="http://schemas.openxmlformats.org/officeDocument/2006/relationships/oleObject" Target="../embeddings/oleObject224.bin"/><Relationship Id="rId24" Type="http://schemas.openxmlformats.org/officeDocument/2006/relationships/image" Target="../media/image218.wmf"/><Relationship Id="rId5" Type="http://schemas.openxmlformats.org/officeDocument/2006/relationships/oleObject" Target="../embeddings/oleObject221.bin"/><Relationship Id="rId15" Type="http://schemas.openxmlformats.org/officeDocument/2006/relationships/oleObject" Target="../embeddings/oleObject226.bin"/><Relationship Id="rId23" Type="http://schemas.openxmlformats.org/officeDocument/2006/relationships/oleObject" Target="../embeddings/oleObject230.bin"/><Relationship Id="rId10" Type="http://schemas.openxmlformats.org/officeDocument/2006/relationships/image" Target="../media/image211.wmf"/><Relationship Id="rId19" Type="http://schemas.openxmlformats.org/officeDocument/2006/relationships/oleObject" Target="../embeddings/oleObject228.bin"/><Relationship Id="rId4" Type="http://schemas.openxmlformats.org/officeDocument/2006/relationships/image" Target="../media/image208.wmf"/><Relationship Id="rId9" Type="http://schemas.openxmlformats.org/officeDocument/2006/relationships/oleObject" Target="../embeddings/oleObject223.bin"/><Relationship Id="rId14" Type="http://schemas.openxmlformats.org/officeDocument/2006/relationships/image" Target="../media/image213.wmf"/><Relationship Id="rId22" Type="http://schemas.openxmlformats.org/officeDocument/2006/relationships/image" Target="../media/image217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wmf"/><Relationship Id="rId13" Type="http://schemas.openxmlformats.org/officeDocument/2006/relationships/oleObject" Target="../embeddings/oleObject236.bin"/><Relationship Id="rId18" Type="http://schemas.openxmlformats.org/officeDocument/2006/relationships/image" Target="../media/image226.wmf"/><Relationship Id="rId3" Type="http://schemas.openxmlformats.org/officeDocument/2006/relationships/oleObject" Target="../embeddings/oleObject231.bin"/><Relationship Id="rId7" Type="http://schemas.openxmlformats.org/officeDocument/2006/relationships/oleObject" Target="../embeddings/oleObject233.bin"/><Relationship Id="rId12" Type="http://schemas.openxmlformats.org/officeDocument/2006/relationships/image" Target="../media/image223.wmf"/><Relationship Id="rId17" Type="http://schemas.openxmlformats.org/officeDocument/2006/relationships/oleObject" Target="../embeddings/oleObject238.bin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225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20.wmf"/><Relationship Id="rId11" Type="http://schemas.openxmlformats.org/officeDocument/2006/relationships/oleObject" Target="../embeddings/oleObject235.bin"/><Relationship Id="rId5" Type="http://schemas.openxmlformats.org/officeDocument/2006/relationships/oleObject" Target="../embeddings/oleObject232.bin"/><Relationship Id="rId15" Type="http://schemas.openxmlformats.org/officeDocument/2006/relationships/oleObject" Target="../embeddings/oleObject237.bin"/><Relationship Id="rId10" Type="http://schemas.openxmlformats.org/officeDocument/2006/relationships/image" Target="../media/image222.wmf"/><Relationship Id="rId4" Type="http://schemas.openxmlformats.org/officeDocument/2006/relationships/image" Target="../media/image219.wmf"/><Relationship Id="rId9" Type="http://schemas.openxmlformats.org/officeDocument/2006/relationships/oleObject" Target="../embeddings/oleObject234.bin"/><Relationship Id="rId14" Type="http://schemas.openxmlformats.org/officeDocument/2006/relationships/image" Target="../media/image224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8.wmf"/><Relationship Id="rId3" Type="http://schemas.openxmlformats.org/officeDocument/2006/relationships/oleObject" Target="../embeddings/oleObject239.bin"/><Relationship Id="rId7" Type="http://schemas.openxmlformats.org/officeDocument/2006/relationships/oleObject" Target="../embeddings/oleObject241.bin"/><Relationship Id="rId12" Type="http://schemas.openxmlformats.org/officeDocument/2006/relationships/image" Target="../media/image230.wmf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27.wmf"/><Relationship Id="rId11" Type="http://schemas.openxmlformats.org/officeDocument/2006/relationships/oleObject" Target="../embeddings/oleObject243.bin"/><Relationship Id="rId5" Type="http://schemas.openxmlformats.org/officeDocument/2006/relationships/oleObject" Target="../embeddings/oleObject240.bin"/><Relationship Id="rId10" Type="http://schemas.openxmlformats.org/officeDocument/2006/relationships/image" Target="../media/image229.wmf"/><Relationship Id="rId4" Type="http://schemas.openxmlformats.org/officeDocument/2006/relationships/image" Target="../media/image226.wmf"/><Relationship Id="rId9" Type="http://schemas.openxmlformats.org/officeDocument/2006/relationships/oleObject" Target="../embeddings/oleObject242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wmf"/><Relationship Id="rId13" Type="http://schemas.openxmlformats.org/officeDocument/2006/relationships/oleObject" Target="../embeddings/oleObject249.bin"/><Relationship Id="rId18" Type="http://schemas.openxmlformats.org/officeDocument/2006/relationships/image" Target="../media/image238.wmf"/><Relationship Id="rId3" Type="http://schemas.openxmlformats.org/officeDocument/2006/relationships/oleObject" Target="../embeddings/oleObject244.bin"/><Relationship Id="rId7" Type="http://schemas.openxmlformats.org/officeDocument/2006/relationships/oleObject" Target="../embeddings/oleObject246.bin"/><Relationship Id="rId12" Type="http://schemas.openxmlformats.org/officeDocument/2006/relationships/image" Target="../media/image235.wmf"/><Relationship Id="rId17" Type="http://schemas.openxmlformats.org/officeDocument/2006/relationships/oleObject" Target="../embeddings/oleObject251.bin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237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32.wmf"/><Relationship Id="rId11" Type="http://schemas.openxmlformats.org/officeDocument/2006/relationships/oleObject" Target="../embeddings/oleObject248.bin"/><Relationship Id="rId5" Type="http://schemas.openxmlformats.org/officeDocument/2006/relationships/oleObject" Target="../embeddings/oleObject245.bin"/><Relationship Id="rId15" Type="http://schemas.openxmlformats.org/officeDocument/2006/relationships/oleObject" Target="../embeddings/oleObject250.bin"/><Relationship Id="rId10" Type="http://schemas.openxmlformats.org/officeDocument/2006/relationships/image" Target="../media/image234.wmf"/><Relationship Id="rId4" Type="http://schemas.openxmlformats.org/officeDocument/2006/relationships/image" Target="../media/image231.wmf"/><Relationship Id="rId9" Type="http://schemas.openxmlformats.org/officeDocument/2006/relationships/oleObject" Target="../embeddings/oleObject247.bin"/><Relationship Id="rId14" Type="http://schemas.openxmlformats.org/officeDocument/2006/relationships/image" Target="../media/image236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wmf"/><Relationship Id="rId13" Type="http://schemas.openxmlformats.org/officeDocument/2006/relationships/oleObject" Target="../embeddings/oleObject257.bin"/><Relationship Id="rId3" Type="http://schemas.openxmlformats.org/officeDocument/2006/relationships/oleObject" Target="../embeddings/oleObject252.bin"/><Relationship Id="rId7" Type="http://schemas.openxmlformats.org/officeDocument/2006/relationships/oleObject" Target="../embeddings/oleObject254.bin"/><Relationship Id="rId12" Type="http://schemas.openxmlformats.org/officeDocument/2006/relationships/image" Target="../media/image242.wmf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39.wmf"/><Relationship Id="rId11" Type="http://schemas.openxmlformats.org/officeDocument/2006/relationships/oleObject" Target="../embeddings/oleObject256.bin"/><Relationship Id="rId5" Type="http://schemas.openxmlformats.org/officeDocument/2006/relationships/oleObject" Target="../embeddings/oleObject253.bin"/><Relationship Id="rId10" Type="http://schemas.openxmlformats.org/officeDocument/2006/relationships/image" Target="../media/image241.wmf"/><Relationship Id="rId4" Type="http://schemas.openxmlformats.org/officeDocument/2006/relationships/image" Target="../media/image231.wmf"/><Relationship Id="rId9" Type="http://schemas.openxmlformats.org/officeDocument/2006/relationships/oleObject" Target="../embeddings/oleObject255.bin"/><Relationship Id="rId14" Type="http://schemas.openxmlformats.org/officeDocument/2006/relationships/image" Target="../media/image243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wmf"/><Relationship Id="rId13" Type="http://schemas.openxmlformats.org/officeDocument/2006/relationships/oleObject" Target="../embeddings/oleObject263.bin"/><Relationship Id="rId18" Type="http://schemas.openxmlformats.org/officeDocument/2006/relationships/image" Target="../media/image250.wmf"/><Relationship Id="rId3" Type="http://schemas.openxmlformats.org/officeDocument/2006/relationships/oleObject" Target="../embeddings/oleObject258.bin"/><Relationship Id="rId7" Type="http://schemas.openxmlformats.org/officeDocument/2006/relationships/oleObject" Target="../embeddings/oleObject260.bin"/><Relationship Id="rId12" Type="http://schemas.openxmlformats.org/officeDocument/2006/relationships/image" Target="../media/image247.wmf"/><Relationship Id="rId17" Type="http://schemas.openxmlformats.org/officeDocument/2006/relationships/oleObject" Target="../embeddings/oleObject265.bin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249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44.wmf"/><Relationship Id="rId11" Type="http://schemas.openxmlformats.org/officeDocument/2006/relationships/oleObject" Target="../embeddings/oleObject262.bin"/><Relationship Id="rId5" Type="http://schemas.openxmlformats.org/officeDocument/2006/relationships/oleObject" Target="../embeddings/oleObject259.bin"/><Relationship Id="rId15" Type="http://schemas.openxmlformats.org/officeDocument/2006/relationships/oleObject" Target="../embeddings/oleObject264.bin"/><Relationship Id="rId10" Type="http://schemas.openxmlformats.org/officeDocument/2006/relationships/image" Target="../media/image246.wmf"/><Relationship Id="rId4" Type="http://schemas.openxmlformats.org/officeDocument/2006/relationships/image" Target="../media/image243.wmf"/><Relationship Id="rId9" Type="http://schemas.openxmlformats.org/officeDocument/2006/relationships/oleObject" Target="../embeddings/oleObject261.bin"/><Relationship Id="rId14" Type="http://schemas.openxmlformats.org/officeDocument/2006/relationships/image" Target="../media/image248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2.wmf"/><Relationship Id="rId13" Type="http://schemas.openxmlformats.org/officeDocument/2006/relationships/oleObject" Target="../embeddings/oleObject271.bin"/><Relationship Id="rId3" Type="http://schemas.openxmlformats.org/officeDocument/2006/relationships/oleObject" Target="../embeddings/oleObject266.bin"/><Relationship Id="rId7" Type="http://schemas.openxmlformats.org/officeDocument/2006/relationships/oleObject" Target="../embeddings/oleObject268.bin"/><Relationship Id="rId12" Type="http://schemas.openxmlformats.org/officeDocument/2006/relationships/image" Target="../media/image254.wmf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256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51.wmf"/><Relationship Id="rId11" Type="http://schemas.openxmlformats.org/officeDocument/2006/relationships/oleObject" Target="../embeddings/oleObject270.bin"/><Relationship Id="rId5" Type="http://schemas.openxmlformats.org/officeDocument/2006/relationships/oleObject" Target="../embeddings/oleObject267.bin"/><Relationship Id="rId15" Type="http://schemas.openxmlformats.org/officeDocument/2006/relationships/oleObject" Target="../embeddings/oleObject272.bin"/><Relationship Id="rId10" Type="http://schemas.openxmlformats.org/officeDocument/2006/relationships/image" Target="../media/image253.wmf"/><Relationship Id="rId4" Type="http://schemas.openxmlformats.org/officeDocument/2006/relationships/image" Target="../media/image231.wmf"/><Relationship Id="rId9" Type="http://schemas.openxmlformats.org/officeDocument/2006/relationships/oleObject" Target="../embeddings/oleObject269.bin"/><Relationship Id="rId14" Type="http://schemas.openxmlformats.org/officeDocument/2006/relationships/image" Target="../media/image255.wmf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78.bin"/><Relationship Id="rId18" Type="http://schemas.openxmlformats.org/officeDocument/2006/relationships/oleObject" Target="../embeddings/oleObject281.bin"/><Relationship Id="rId26" Type="http://schemas.openxmlformats.org/officeDocument/2006/relationships/oleObject" Target="../embeddings/oleObject286.bin"/><Relationship Id="rId3" Type="http://schemas.openxmlformats.org/officeDocument/2006/relationships/oleObject" Target="../embeddings/oleObject273.bin"/><Relationship Id="rId21" Type="http://schemas.openxmlformats.org/officeDocument/2006/relationships/oleObject" Target="../embeddings/oleObject283.bin"/><Relationship Id="rId34" Type="http://schemas.openxmlformats.org/officeDocument/2006/relationships/oleObject" Target="../embeddings/oleObject291.bin"/><Relationship Id="rId7" Type="http://schemas.openxmlformats.org/officeDocument/2006/relationships/oleObject" Target="../embeddings/oleObject275.bin"/><Relationship Id="rId12" Type="http://schemas.openxmlformats.org/officeDocument/2006/relationships/image" Target="../media/image261.wmf"/><Relationship Id="rId17" Type="http://schemas.openxmlformats.org/officeDocument/2006/relationships/oleObject" Target="../embeddings/oleObject280.bin"/><Relationship Id="rId25" Type="http://schemas.openxmlformats.org/officeDocument/2006/relationships/oleObject" Target="../embeddings/oleObject285.bin"/><Relationship Id="rId33" Type="http://schemas.openxmlformats.org/officeDocument/2006/relationships/image" Target="../media/image269.wmf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263.wmf"/><Relationship Id="rId20" Type="http://schemas.openxmlformats.org/officeDocument/2006/relationships/oleObject" Target="../embeddings/oleObject282.bin"/><Relationship Id="rId29" Type="http://schemas.openxmlformats.org/officeDocument/2006/relationships/image" Target="../media/image268.w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58.wmf"/><Relationship Id="rId11" Type="http://schemas.openxmlformats.org/officeDocument/2006/relationships/oleObject" Target="../embeddings/oleObject277.bin"/><Relationship Id="rId24" Type="http://schemas.openxmlformats.org/officeDocument/2006/relationships/image" Target="../media/image266.wmf"/><Relationship Id="rId32" Type="http://schemas.openxmlformats.org/officeDocument/2006/relationships/oleObject" Target="../embeddings/oleObject290.bin"/><Relationship Id="rId5" Type="http://schemas.openxmlformats.org/officeDocument/2006/relationships/oleObject" Target="../embeddings/oleObject274.bin"/><Relationship Id="rId15" Type="http://schemas.openxmlformats.org/officeDocument/2006/relationships/oleObject" Target="../embeddings/oleObject279.bin"/><Relationship Id="rId23" Type="http://schemas.openxmlformats.org/officeDocument/2006/relationships/oleObject" Target="../embeddings/oleObject284.bin"/><Relationship Id="rId28" Type="http://schemas.openxmlformats.org/officeDocument/2006/relationships/oleObject" Target="../embeddings/oleObject287.bin"/><Relationship Id="rId10" Type="http://schemas.openxmlformats.org/officeDocument/2006/relationships/image" Target="../media/image260.wmf"/><Relationship Id="rId19" Type="http://schemas.openxmlformats.org/officeDocument/2006/relationships/image" Target="../media/image264.wmf"/><Relationship Id="rId31" Type="http://schemas.openxmlformats.org/officeDocument/2006/relationships/oleObject" Target="../embeddings/oleObject289.bin"/><Relationship Id="rId4" Type="http://schemas.openxmlformats.org/officeDocument/2006/relationships/image" Target="../media/image257.wmf"/><Relationship Id="rId9" Type="http://schemas.openxmlformats.org/officeDocument/2006/relationships/oleObject" Target="../embeddings/oleObject276.bin"/><Relationship Id="rId14" Type="http://schemas.openxmlformats.org/officeDocument/2006/relationships/image" Target="../media/image262.wmf"/><Relationship Id="rId22" Type="http://schemas.openxmlformats.org/officeDocument/2006/relationships/image" Target="../media/image265.wmf"/><Relationship Id="rId27" Type="http://schemas.openxmlformats.org/officeDocument/2006/relationships/image" Target="../media/image267.wmf"/><Relationship Id="rId30" Type="http://schemas.openxmlformats.org/officeDocument/2006/relationships/oleObject" Target="../embeddings/oleObject288.bin"/><Relationship Id="rId35" Type="http://schemas.openxmlformats.org/officeDocument/2006/relationships/image" Target="../media/image270.wmf"/><Relationship Id="rId8" Type="http://schemas.openxmlformats.org/officeDocument/2006/relationships/image" Target="../media/image259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3.wmf"/><Relationship Id="rId13" Type="http://schemas.openxmlformats.org/officeDocument/2006/relationships/oleObject" Target="../embeddings/oleObject297.bin"/><Relationship Id="rId3" Type="http://schemas.openxmlformats.org/officeDocument/2006/relationships/oleObject" Target="../embeddings/oleObject292.bin"/><Relationship Id="rId7" Type="http://schemas.openxmlformats.org/officeDocument/2006/relationships/oleObject" Target="../embeddings/oleObject294.bin"/><Relationship Id="rId12" Type="http://schemas.openxmlformats.org/officeDocument/2006/relationships/image" Target="../media/image275.wmf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277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72.wmf"/><Relationship Id="rId11" Type="http://schemas.openxmlformats.org/officeDocument/2006/relationships/oleObject" Target="../embeddings/oleObject296.bin"/><Relationship Id="rId5" Type="http://schemas.openxmlformats.org/officeDocument/2006/relationships/oleObject" Target="../embeddings/oleObject293.bin"/><Relationship Id="rId15" Type="http://schemas.openxmlformats.org/officeDocument/2006/relationships/oleObject" Target="../embeddings/oleObject298.bin"/><Relationship Id="rId10" Type="http://schemas.openxmlformats.org/officeDocument/2006/relationships/image" Target="../media/image274.wmf"/><Relationship Id="rId4" Type="http://schemas.openxmlformats.org/officeDocument/2006/relationships/image" Target="../media/image271.wmf"/><Relationship Id="rId9" Type="http://schemas.openxmlformats.org/officeDocument/2006/relationships/oleObject" Target="../embeddings/oleObject295.bin"/><Relationship Id="rId14" Type="http://schemas.openxmlformats.org/officeDocument/2006/relationships/image" Target="../media/image276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9.wmf"/><Relationship Id="rId3" Type="http://schemas.openxmlformats.org/officeDocument/2006/relationships/oleObject" Target="../embeddings/oleObject298.bin"/><Relationship Id="rId7" Type="http://schemas.openxmlformats.org/officeDocument/2006/relationships/oleObject" Target="../embeddings/oleObject300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78.wmf"/><Relationship Id="rId5" Type="http://schemas.openxmlformats.org/officeDocument/2006/relationships/oleObject" Target="../embeddings/oleObject299.bin"/><Relationship Id="rId10" Type="http://schemas.openxmlformats.org/officeDocument/2006/relationships/image" Target="../media/image280.wmf"/><Relationship Id="rId4" Type="http://schemas.openxmlformats.org/officeDocument/2006/relationships/image" Target="../media/image277.wmf"/><Relationship Id="rId9" Type="http://schemas.openxmlformats.org/officeDocument/2006/relationships/oleObject" Target="../embeddings/oleObject301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3.wmf"/><Relationship Id="rId13" Type="http://schemas.openxmlformats.org/officeDocument/2006/relationships/oleObject" Target="../embeddings/oleObject307.bin"/><Relationship Id="rId3" Type="http://schemas.openxmlformats.org/officeDocument/2006/relationships/oleObject" Target="../embeddings/oleObject302.bin"/><Relationship Id="rId7" Type="http://schemas.openxmlformats.org/officeDocument/2006/relationships/oleObject" Target="../embeddings/oleObject304.bin"/><Relationship Id="rId12" Type="http://schemas.openxmlformats.org/officeDocument/2006/relationships/image" Target="../media/image285.wmf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287.w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82.wmf"/><Relationship Id="rId11" Type="http://schemas.openxmlformats.org/officeDocument/2006/relationships/oleObject" Target="../embeddings/oleObject306.bin"/><Relationship Id="rId5" Type="http://schemas.openxmlformats.org/officeDocument/2006/relationships/oleObject" Target="../embeddings/oleObject303.bin"/><Relationship Id="rId15" Type="http://schemas.openxmlformats.org/officeDocument/2006/relationships/oleObject" Target="../embeddings/oleObject308.bin"/><Relationship Id="rId10" Type="http://schemas.openxmlformats.org/officeDocument/2006/relationships/image" Target="../media/image284.wmf"/><Relationship Id="rId4" Type="http://schemas.openxmlformats.org/officeDocument/2006/relationships/image" Target="../media/image281.wmf"/><Relationship Id="rId9" Type="http://schemas.openxmlformats.org/officeDocument/2006/relationships/oleObject" Target="../embeddings/oleObject305.bin"/><Relationship Id="rId14" Type="http://schemas.openxmlformats.org/officeDocument/2006/relationships/image" Target="../media/image286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wmf"/><Relationship Id="rId13" Type="http://schemas.openxmlformats.org/officeDocument/2006/relationships/oleObject" Target="../embeddings/oleObject314.bin"/><Relationship Id="rId18" Type="http://schemas.openxmlformats.org/officeDocument/2006/relationships/image" Target="../media/image295.wmf"/><Relationship Id="rId3" Type="http://schemas.openxmlformats.org/officeDocument/2006/relationships/oleObject" Target="../embeddings/oleObject309.bin"/><Relationship Id="rId7" Type="http://schemas.openxmlformats.org/officeDocument/2006/relationships/oleObject" Target="../embeddings/oleObject311.bin"/><Relationship Id="rId12" Type="http://schemas.openxmlformats.org/officeDocument/2006/relationships/image" Target="../media/image292.wmf"/><Relationship Id="rId17" Type="http://schemas.openxmlformats.org/officeDocument/2006/relationships/oleObject" Target="../embeddings/oleObject316.bin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294.wmf"/><Relationship Id="rId20" Type="http://schemas.openxmlformats.org/officeDocument/2006/relationships/image" Target="../media/image296.wmf"/><Relationship Id="rId1" Type="http://schemas.openxmlformats.org/officeDocument/2006/relationships/vmlDrawing" Target="../drawings/vmlDrawing36.vml"/><Relationship Id="rId6" Type="http://schemas.openxmlformats.org/officeDocument/2006/relationships/image" Target="../media/image289.wmf"/><Relationship Id="rId11" Type="http://schemas.openxmlformats.org/officeDocument/2006/relationships/oleObject" Target="../embeddings/oleObject313.bin"/><Relationship Id="rId5" Type="http://schemas.openxmlformats.org/officeDocument/2006/relationships/oleObject" Target="../embeddings/oleObject310.bin"/><Relationship Id="rId15" Type="http://schemas.openxmlformats.org/officeDocument/2006/relationships/oleObject" Target="../embeddings/oleObject315.bin"/><Relationship Id="rId10" Type="http://schemas.openxmlformats.org/officeDocument/2006/relationships/image" Target="../media/image291.wmf"/><Relationship Id="rId19" Type="http://schemas.openxmlformats.org/officeDocument/2006/relationships/oleObject" Target="../embeddings/oleObject317.bin"/><Relationship Id="rId4" Type="http://schemas.openxmlformats.org/officeDocument/2006/relationships/image" Target="../media/image288.wmf"/><Relationship Id="rId9" Type="http://schemas.openxmlformats.org/officeDocument/2006/relationships/oleObject" Target="../embeddings/oleObject312.bin"/><Relationship Id="rId14" Type="http://schemas.openxmlformats.org/officeDocument/2006/relationships/image" Target="../media/image293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9.wmf"/><Relationship Id="rId13" Type="http://schemas.openxmlformats.org/officeDocument/2006/relationships/oleObject" Target="../embeddings/oleObject323.bin"/><Relationship Id="rId18" Type="http://schemas.openxmlformats.org/officeDocument/2006/relationships/image" Target="../media/image304.wmf"/><Relationship Id="rId3" Type="http://schemas.openxmlformats.org/officeDocument/2006/relationships/oleObject" Target="../embeddings/oleObject318.bin"/><Relationship Id="rId7" Type="http://schemas.openxmlformats.org/officeDocument/2006/relationships/oleObject" Target="../embeddings/oleObject320.bin"/><Relationship Id="rId12" Type="http://schemas.openxmlformats.org/officeDocument/2006/relationships/image" Target="../media/image301.wmf"/><Relationship Id="rId17" Type="http://schemas.openxmlformats.org/officeDocument/2006/relationships/oleObject" Target="../embeddings/oleObject325.bin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303.wmf"/><Relationship Id="rId1" Type="http://schemas.openxmlformats.org/officeDocument/2006/relationships/vmlDrawing" Target="../drawings/vmlDrawing37.vml"/><Relationship Id="rId6" Type="http://schemas.openxmlformats.org/officeDocument/2006/relationships/image" Target="../media/image298.wmf"/><Relationship Id="rId11" Type="http://schemas.openxmlformats.org/officeDocument/2006/relationships/oleObject" Target="../embeddings/oleObject322.bin"/><Relationship Id="rId5" Type="http://schemas.openxmlformats.org/officeDocument/2006/relationships/oleObject" Target="../embeddings/oleObject319.bin"/><Relationship Id="rId15" Type="http://schemas.openxmlformats.org/officeDocument/2006/relationships/oleObject" Target="../embeddings/oleObject324.bin"/><Relationship Id="rId10" Type="http://schemas.openxmlformats.org/officeDocument/2006/relationships/image" Target="../media/image300.wmf"/><Relationship Id="rId4" Type="http://schemas.openxmlformats.org/officeDocument/2006/relationships/image" Target="../media/image297.wmf"/><Relationship Id="rId9" Type="http://schemas.openxmlformats.org/officeDocument/2006/relationships/oleObject" Target="../embeddings/oleObject321.bin"/><Relationship Id="rId14" Type="http://schemas.openxmlformats.org/officeDocument/2006/relationships/image" Target="../media/image302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6.wmf"/><Relationship Id="rId13" Type="http://schemas.openxmlformats.org/officeDocument/2006/relationships/oleObject" Target="../embeddings/oleObject331.bin"/><Relationship Id="rId18" Type="http://schemas.openxmlformats.org/officeDocument/2006/relationships/image" Target="../media/image311.wmf"/><Relationship Id="rId3" Type="http://schemas.openxmlformats.org/officeDocument/2006/relationships/oleObject" Target="../embeddings/oleObject326.bin"/><Relationship Id="rId7" Type="http://schemas.openxmlformats.org/officeDocument/2006/relationships/oleObject" Target="../embeddings/oleObject328.bin"/><Relationship Id="rId12" Type="http://schemas.openxmlformats.org/officeDocument/2006/relationships/image" Target="../media/image308.wmf"/><Relationship Id="rId17" Type="http://schemas.openxmlformats.org/officeDocument/2006/relationships/oleObject" Target="../embeddings/oleObject333.bin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310.wmf"/><Relationship Id="rId1" Type="http://schemas.openxmlformats.org/officeDocument/2006/relationships/vmlDrawing" Target="../drawings/vmlDrawing38.vml"/><Relationship Id="rId6" Type="http://schemas.openxmlformats.org/officeDocument/2006/relationships/image" Target="../media/image305.wmf"/><Relationship Id="rId11" Type="http://schemas.openxmlformats.org/officeDocument/2006/relationships/oleObject" Target="../embeddings/oleObject330.bin"/><Relationship Id="rId5" Type="http://schemas.openxmlformats.org/officeDocument/2006/relationships/oleObject" Target="../embeddings/oleObject327.bin"/><Relationship Id="rId15" Type="http://schemas.openxmlformats.org/officeDocument/2006/relationships/oleObject" Target="../embeddings/oleObject332.bin"/><Relationship Id="rId10" Type="http://schemas.openxmlformats.org/officeDocument/2006/relationships/image" Target="../media/image307.wmf"/><Relationship Id="rId4" Type="http://schemas.openxmlformats.org/officeDocument/2006/relationships/image" Target="../media/image304.wmf"/><Relationship Id="rId9" Type="http://schemas.openxmlformats.org/officeDocument/2006/relationships/oleObject" Target="../embeddings/oleObject329.bin"/><Relationship Id="rId14" Type="http://schemas.openxmlformats.org/officeDocument/2006/relationships/image" Target="../media/image309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4.wmf"/><Relationship Id="rId13" Type="http://schemas.openxmlformats.org/officeDocument/2006/relationships/oleObject" Target="../embeddings/oleObject339.bin"/><Relationship Id="rId18" Type="http://schemas.openxmlformats.org/officeDocument/2006/relationships/image" Target="../media/image319.wmf"/><Relationship Id="rId3" Type="http://schemas.openxmlformats.org/officeDocument/2006/relationships/oleObject" Target="../embeddings/oleObject334.bin"/><Relationship Id="rId21" Type="http://schemas.openxmlformats.org/officeDocument/2006/relationships/oleObject" Target="../embeddings/oleObject343.bin"/><Relationship Id="rId7" Type="http://schemas.openxmlformats.org/officeDocument/2006/relationships/oleObject" Target="../embeddings/oleObject336.bin"/><Relationship Id="rId12" Type="http://schemas.openxmlformats.org/officeDocument/2006/relationships/image" Target="../media/image316.wmf"/><Relationship Id="rId17" Type="http://schemas.openxmlformats.org/officeDocument/2006/relationships/oleObject" Target="../embeddings/oleObject341.bin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318.wmf"/><Relationship Id="rId20" Type="http://schemas.openxmlformats.org/officeDocument/2006/relationships/image" Target="../media/image320.wmf"/><Relationship Id="rId1" Type="http://schemas.openxmlformats.org/officeDocument/2006/relationships/vmlDrawing" Target="../drawings/vmlDrawing39.vml"/><Relationship Id="rId6" Type="http://schemas.openxmlformats.org/officeDocument/2006/relationships/image" Target="../media/image313.wmf"/><Relationship Id="rId11" Type="http://schemas.openxmlformats.org/officeDocument/2006/relationships/oleObject" Target="../embeddings/oleObject338.bin"/><Relationship Id="rId5" Type="http://schemas.openxmlformats.org/officeDocument/2006/relationships/oleObject" Target="../embeddings/oleObject335.bin"/><Relationship Id="rId15" Type="http://schemas.openxmlformats.org/officeDocument/2006/relationships/oleObject" Target="../embeddings/oleObject340.bin"/><Relationship Id="rId10" Type="http://schemas.openxmlformats.org/officeDocument/2006/relationships/image" Target="../media/image315.wmf"/><Relationship Id="rId19" Type="http://schemas.openxmlformats.org/officeDocument/2006/relationships/oleObject" Target="../embeddings/oleObject342.bin"/><Relationship Id="rId4" Type="http://schemas.openxmlformats.org/officeDocument/2006/relationships/image" Target="../media/image312.wmf"/><Relationship Id="rId9" Type="http://schemas.openxmlformats.org/officeDocument/2006/relationships/oleObject" Target="../embeddings/oleObject337.bin"/><Relationship Id="rId14" Type="http://schemas.openxmlformats.org/officeDocument/2006/relationships/image" Target="../media/image317.wmf"/><Relationship Id="rId22" Type="http://schemas.openxmlformats.org/officeDocument/2006/relationships/image" Target="../media/image321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4.wmf"/><Relationship Id="rId13" Type="http://schemas.openxmlformats.org/officeDocument/2006/relationships/oleObject" Target="../embeddings/oleObject349.bin"/><Relationship Id="rId18" Type="http://schemas.openxmlformats.org/officeDocument/2006/relationships/image" Target="../media/image329.wmf"/><Relationship Id="rId26" Type="http://schemas.openxmlformats.org/officeDocument/2006/relationships/image" Target="../media/image333.wmf"/><Relationship Id="rId3" Type="http://schemas.openxmlformats.org/officeDocument/2006/relationships/oleObject" Target="../embeddings/oleObject344.bin"/><Relationship Id="rId21" Type="http://schemas.openxmlformats.org/officeDocument/2006/relationships/oleObject" Target="../embeddings/oleObject353.bin"/><Relationship Id="rId7" Type="http://schemas.openxmlformats.org/officeDocument/2006/relationships/oleObject" Target="../embeddings/oleObject346.bin"/><Relationship Id="rId12" Type="http://schemas.openxmlformats.org/officeDocument/2006/relationships/image" Target="../media/image326.wmf"/><Relationship Id="rId17" Type="http://schemas.openxmlformats.org/officeDocument/2006/relationships/oleObject" Target="../embeddings/oleObject351.bin"/><Relationship Id="rId25" Type="http://schemas.openxmlformats.org/officeDocument/2006/relationships/oleObject" Target="../embeddings/oleObject355.bin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328.wmf"/><Relationship Id="rId20" Type="http://schemas.openxmlformats.org/officeDocument/2006/relationships/image" Target="../media/image330.wmf"/><Relationship Id="rId1" Type="http://schemas.openxmlformats.org/officeDocument/2006/relationships/vmlDrawing" Target="../drawings/vmlDrawing40.vml"/><Relationship Id="rId6" Type="http://schemas.openxmlformats.org/officeDocument/2006/relationships/image" Target="../media/image323.wmf"/><Relationship Id="rId11" Type="http://schemas.openxmlformats.org/officeDocument/2006/relationships/oleObject" Target="../embeddings/oleObject348.bin"/><Relationship Id="rId24" Type="http://schemas.openxmlformats.org/officeDocument/2006/relationships/image" Target="../media/image332.wmf"/><Relationship Id="rId5" Type="http://schemas.openxmlformats.org/officeDocument/2006/relationships/oleObject" Target="../embeddings/oleObject345.bin"/><Relationship Id="rId15" Type="http://schemas.openxmlformats.org/officeDocument/2006/relationships/oleObject" Target="../embeddings/oleObject350.bin"/><Relationship Id="rId23" Type="http://schemas.openxmlformats.org/officeDocument/2006/relationships/oleObject" Target="../embeddings/oleObject354.bin"/><Relationship Id="rId10" Type="http://schemas.openxmlformats.org/officeDocument/2006/relationships/image" Target="../media/image325.wmf"/><Relationship Id="rId19" Type="http://schemas.openxmlformats.org/officeDocument/2006/relationships/oleObject" Target="../embeddings/oleObject352.bin"/><Relationship Id="rId4" Type="http://schemas.openxmlformats.org/officeDocument/2006/relationships/image" Target="../media/image322.wmf"/><Relationship Id="rId9" Type="http://schemas.openxmlformats.org/officeDocument/2006/relationships/oleObject" Target="../embeddings/oleObject347.bin"/><Relationship Id="rId14" Type="http://schemas.openxmlformats.org/officeDocument/2006/relationships/image" Target="../media/image327.wmf"/><Relationship Id="rId22" Type="http://schemas.openxmlformats.org/officeDocument/2006/relationships/image" Target="../media/image331.w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6.wmf"/><Relationship Id="rId3" Type="http://schemas.openxmlformats.org/officeDocument/2006/relationships/oleObject" Target="../embeddings/oleObject356.bin"/><Relationship Id="rId7" Type="http://schemas.openxmlformats.org/officeDocument/2006/relationships/oleObject" Target="../embeddings/oleObject358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335.wmf"/><Relationship Id="rId5" Type="http://schemas.openxmlformats.org/officeDocument/2006/relationships/oleObject" Target="../embeddings/oleObject357.bin"/><Relationship Id="rId10" Type="http://schemas.openxmlformats.org/officeDocument/2006/relationships/image" Target="../media/image325.wmf"/><Relationship Id="rId4" Type="http://schemas.openxmlformats.org/officeDocument/2006/relationships/image" Target="../media/image334.wmf"/><Relationship Id="rId9" Type="http://schemas.openxmlformats.org/officeDocument/2006/relationships/oleObject" Target="../embeddings/oleObject359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9.wmf"/><Relationship Id="rId13" Type="http://schemas.openxmlformats.org/officeDocument/2006/relationships/oleObject" Target="../embeddings/oleObject365.bin"/><Relationship Id="rId18" Type="http://schemas.openxmlformats.org/officeDocument/2006/relationships/image" Target="../media/image344.wmf"/><Relationship Id="rId3" Type="http://schemas.openxmlformats.org/officeDocument/2006/relationships/oleObject" Target="../embeddings/oleObject360.bin"/><Relationship Id="rId7" Type="http://schemas.openxmlformats.org/officeDocument/2006/relationships/oleObject" Target="../embeddings/oleObject362.bin"/><Relationship Id="rId12" Type="http://schemas.openxmlformats.org/officeDocument/2006/relationships/image" Target="../media/image341.wmf"/><Relationship Id="rId17" Type="http://schemas.openxmlformats.org/officeDocument/2006/relationships/oleObject" Target="../embeddings/oleObject367.bin"/><Relationship Id="rId2" Type="http://schemas.openxmlformats.org/officeDocument/2006/relationships/slideLayout" Target="../slideLayouts/slideLayout9.xml"/><Relationship Id="rId16" Type="http://schemas.openxmlformats.org/officeDocument/2006/relationships/image" Target="../media/image343.wmf"/><Relationship Id="rId20" Type="http://schemas.openxmlformats.org/officeDocument/2006/relationships/image" Target="../media/image345.wmf"/><Relationship Id="rId1" Type="http://schemas.openxmlformats.org/officeDocument/2006/relationships/vmlDrawing" Target="../drawings/vmlDrawing42.vml"/><Relationship Id="rId6" Type="http://schemas.openxmlformats.org/officeDocument/2006/relationships/image" Target="../media/image338.wmf"/><Relationship Id="rId11" Type="http://schemas.openxmlformats.org/officeDocument/2006/relationships/oleObject" Target="../embeddings/oleObject364.bin"/><Relationship Id="rId5" Type="http://schemas.openxmlformats.org/officeDocument/2006/relationships/oleObject" Target="../embeddings/oleObject361.bin"/><Relationship Id="rId15" Type="http://schemas.openxmlformats.org/officeDocument/2006/relationships/oleObject" Target="../embeddings/oleObject366.bin"/><Relationship Id="rId10" Type="http://schemas.openxmlformats.org/officeDocument/2006/relationships/image" Target="../media/image340.wmf"/><Relationship Id="rId19" Type="http://schemas.openxmlformats.org/officeDocument/2006/relationships/oleObject" Target="../embeddings/oleObject368.bin"/><Relationship Id="rId4" Type="http://schemas.openxmlformats.org/officeDocument/2006/relationships/image" Target="../media/image337.wmf"/><Relationship Id="rId9" Type="http://schemas.openxmlformats.org/officeDocument/2006/relationships/oleObject" Target="../embeddings/oleObject363.bin"/><Relationship Id="rId14" Type="http://schemas.openxmlformats.org/officeDocument/2006/relationships/image" Target="../media/image342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8.wmf"/><Relationship Id="rId3" Type="http://schemas.openxmlformats.org/officeDocument/2006/relationships/oleObject" Target="../embeddings/oleObject369.bin"/><Relationship Id="rId7" Type="http://schemas.openxmlformats.org/officeDocument/2006/relationships/oleObject" Target="../embeddings/oleObject371.bin"/><Relationship Id="rId12" Type="http://schemas.openxmlformats.org/officeDocument/2006/relationships/image" Target="../media/image350.wmf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347.wmf"/><Relationship Id="rId11" Type="http://schemas.openxmlformats.org/officeDocument/2006/relationships/oleObject" Target="../embeddings/oleObject373.bin"/><Relationship Id="rId5" Type="http://schemas.openxmlformats.org/officeDocument/2006/relationships/oleObject" Target="../embeddings/oleObject370.bin"/><Relationship Id="rId10" Type="http://schemas.openxmlformats.org/officeDocument/2006/relationships/image" Target="../media/image349.wmf"/><Relationship Id="rId4" Type="http://schemas.openxmlformats.org/officeDocument/2006/relationships/image" Target="../media/image346.wmf"/><Relationship Id="rId9" Type="http://schemas.openxmlformats.org/officeDocument/2006/relationships/oleObject" Target="../embeddings/oleObject372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3.wmf"/><Relationship Id="rId3" Type="http://schemas.openxmlformats.org/officeDocument/2006/relationships/oleObject" Target="../embeddings/oleObject374.bin"/><Relationship Id="rId7" Type="http://schemas.openxmlformats.org/officeDocument/2006/relationships/oleObject" Target="../embeddings/oleObject376.bin"/><Relationship Id="rId12" Type="http://schemas.openxmlformats.org/officeDocument/2006/relationships/image" Target="../media/image355.wmf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352.wmf"/><Relationship Id="rId11" Type="http://schemas.openxmlformats.org/officeDocument/2006/relationships/oleObject" Target="../embeddings/oleObject378.bin"/><Relationship Id="rId5" Type="http://schemas.openxmlformats.org/officeDocument/2006/relationships/oleObject" Target="../embeddings/oleObject375.bin"/><Relationship Id="rId10" Type="http://schemas.openxmlformats.org/officeDocument/2006/relationships/image" Target="../media/image354.wmf"/><Relationship Id="rId4" Type="http://schemas.openxmlformats.org/officeDocument/2006/relationships/image" Target="../media/image351.wmf"/><Relationship Id="rId9" Type="http://schemas.openxmlformats.org/officeDocument/2006/relationships/oleObject" Target="../embeddings/oleObject377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8.wmf"/><Relationship Id="rId3" Type="http://schemas.openxmlformats.org/officeDocument/2006/relationships/oleObject" Target="../embeddings/oleObject379.bin"/><Relationship Id="rId7" Type="http://schemas.openxmlformats.org/officeDocument/2006/relationships/oleObject" Target="../embeddings/oleObject381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357.wmf"/><Relationship Id="rId5" Type="http://schemas.openxmlformats.org/officeDocument/2006/relationships/oleObject" Target="../embeddings/oleObject380.bin"/><Relationship Id="rId10" Type="http://schemas.openxmlformats.org/officeDocument/2006/relationships/image" Target="../media/image359.wmf"/><Relationship Id="rId4" Type="http://schemas.openxmlformats.org/officeDocument/2006/relationships/image" Target="../media/image356.wmf"/><Relationship Id="rId9" Type="http://schemas.openxmlformats.org/officeDocument/2006/relationships/oleObject" Target="../embeddings/oleObject382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2.wmf"/><Relationship Id="rId3" Type="http://schemas.openxmlformats.org/officeDocument/2006/relationships/oleObject" Target="../embeddings/oleObject383.bin"/><Relationship Id="rId7" Type="http://schemas.openxmlformats.org/officeDocument/2006/relationships/oleObject" Target="../embeddings/oleObject385.bin"/><Relationship Id="rId2" Type="http://schemas.openxmlformats.org/officeDocument/2006/relationships/slideLayout" Target="../slideLayouts/slideLayout9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361.wmf"/><Relationship Id="rId5" Type="http://schemas.openxmlformats.org/officeDocument/2006/relationships/oleObject" Target="../embeddings/oleObject384.bin"/><Relationship Id="rId10" Type="http://schemas.openxmlformats.org/officeDocument/2006/relationships/image" Target="../media/image363.wmf"/><Relationship Id="rId4" Type="http://schemas.openxmlformats.org/officeDocument/2006/relationships/image" Target="../media/image360.wmf"/><Relationship Id="rId9" Type="http://schemas.openxmlformats.org/officeDocument/2006/relationships/oleObject" Target="../embeddings/oleObject386.bin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CAE5DFBB-6797-4028-914D-24356AE72F0F}"/>
              </a:ext>
            </a:extLst>
          </p:cNvPr>
          <p:cNvSpPr txBox="1">
            <a:spLocks/>
          </p:cNvSpPr>
          <p:nvPr/>
        </p:nvSpPr>
        <p:spPr>
          <a:xfrm>
            <a:off x="685800" y="1131590"/>
            <a:ext cx="7772400" cy="1101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第五章  定积分</a:t>
            </a: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DA464FF3-3509-436D-8449-763C99885748}"/>
              </a:ext>
            </a:extLst>
          </p:cNvPr>
          <p:cNvSpPr txBox="1">
            <a:spLocks/>
          </p:cNvSpPr>
          <p:nvPr/>
        </p:nvSpPr>
        <p:spPr>
          <a:xfrm>
            <a:off x="1763688" y="2419350"/>
            <a:ext cx="6400800" cy="13144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定积分的换元法和分部积分法（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</a:t>
            </a:r>
            <a:endParaRPr lang="en-US" altLang="zh-CN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分部积分法</a:t>
            </a:r>
            <a:endParaRPr lang="en-US" altLang="zh-CN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060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B5D30DE-59F5-4424-A663-877453E752FB}"/>
              </a:ext>
            </a:extLst>
          </p:cNvPr>
          <p:cNvSpPr/>
          <p:nvPr/>
        </p:nvSpPr>
        <p:spPr>
          <a:xfrm>
            <a:off x="1331640" y="699542"/>
            <a:ext cx="1152128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温</a:t>
            </a:r>
            <a:endParaRPr lang="en-US" altLang="zh-CN" sz="4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zh-CN" altLang="en-US" sz="4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故</a:t>
            </a:r>
            <a:endParaRPr lang="en-US" altLang="zh-CN" sz="4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zh-CN" altLang="en-US" sz="4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而</a:t>
            </a:r>
            <a:endParaRPr lang="en-US" altLang="zh-CN" sz="4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zh-CN" altLang="en-US" sz="4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知</a:t>
            </a:r>
            <a:endParaRPr lang="en-US" altLang="zh-CN" sz="44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zh-CN" altLang="en-US" sz="44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新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5407EF4-05C5-4376-8577-0844156689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828568"/>
            <a:ext cx="4416935" cy="321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206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EC3BA70-E07C-403F-BEBC-88CAAA94D07F}"/>
              </a:ext>
            </a:extLst>
          </p:cNvPr>
          <p:cNvGrpSpPr>
            <a:grpSpLocks/>
          </p:cNvGrpSpPr>
          <p:nvPr/>
        </p:nvGrpSpPr>
        <p:grpSpPr bwMode="auto">
          <a:xfrm>
            <a:off x="1043608" y="509497"/>
            <a:ext cx="4165664" cy="461665"/>
            <a:chOff x="511725" y="215968"/>
            <a:chExt cx="5554138" cy="615720"/>
          </a:xfrm>
        </p:grpSpPr>
        <p:graphicFrame>
          <p:nvGraphicFramePr>
            <p:cNvPr id="3" name="Object 12">
              <a:extLst>
                <a:ext uri="{FF2B5EF4-FFF2-40B4-BE49-F238E27FC236}">
                  <a16:creationId xmlns:a16="http://schemas.microsoft.com/office/drawing/2014/main" id="{A85CE922-DC27-4B4C-AA48-4A84932286BA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2391383" y="340516"/>
            <a:ext cx="3674480" cy="457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7065" name="Equation" r:id="rId3" imgW="2755800" imgH="342720" progId="Equation.DSMT4">
                    <p:embed/>
                  </p:oleObj>
                </mc:Choice>
                <mc:Fallback>
                  <p:oleObj name="Equation" r:id="rId3" imgW="2755800" imgH="342720" progId="Equation.DSMT4">
                    <p:embed/>
                    <p:pic>
                      <p:nvPicPr>
                        <p:cNvPr id="3" name="Object 12">
                          <a:extLst>
                            <a:ext uri="{FF2B5EF4-FFF2-40B4-BE49-F238E27FC236}">
                              <a16:creationId xmlns:a16="http://schemas.microsoft.com/office/drawing/2014/main" id="{A85CE922-DC27-4B4C-AA48-4A84932286B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91383" y="340516"/>
                          <a:ext cx="3674480" cy="457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Text Box 8">
              <a:extLst>
                <a:ext uri="{FF2B5EF4-FFF2-40B4-BE49-F238E27FC236}">
                  <a16:creationId xmlns:a16="http://schemas.microsoft.com/office/drawing/2014/main" id="{72373A56-BFB9-4755-B46C-C436C2D6D2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1725" y="215968"/>
              <a:ext cx="2112204" cy="6157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solidFill>
                    <a:srgbClr val="0064FF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定理  </a:t>
              </a:r>
              <a:r>
                <a:rPr lang="zh-CN" altLang="en-US" sz="2400" b="1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设</a:t>
              </a:r>
              <a:endParaRPr lang="en-US" altLang="zh-CN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5" name="Object 20">
            <a:extLst>
              <a:ext uri="{FF2B5EF4-FFF2-40B4-BE49-F238E27FC236}">
                <a16:creationId xmlns:a16="http://schemas.microsoft.com/office/drawing/2014/main" id="{7256948F-82B8-4AAB-8AE6-3EA2A67F8F7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640722" y="1347614"/>
          <a:ext cx="4381200" cy="596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066" name="Equation" r:id="rId5" imgW="4381200" imgH="596880" progId="Equation.DSMT4">
                  <p:embed/>
                </p:oleObj>
              </mc:Choice>
              <mc:Fallback>
                <p:oleObj name="Equation" r:id="rId5" imgW="4381200" imgH="596880" progId="Equation.DSMT4">
                  <p:embed/>
                  <p:pic>
                    <p:nvPicPr>
                      <p:cNvPr id="5" name="Object 20">
                        <a:extLst>
                          <a:ext uri="{FF2B5EF4-FFF2-40B4-BE49-F238E27FC236}">
                            <a16:creationId xmlns:a16="http://schemas.microsoft.com/office/drawing/2014/main" id="{7256948F-82B8-4AAB-8AE6-3EA2A67F8F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0722" y="1347614"/>
                        <a:ext cx="4381200" cy="59688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4984BE97-5EF7-4C05-9238-D77A13A7732B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348322" y="2517775"/>
          <a:ext cx="46736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067" name="Equation" r:id="rId7" imgW="4673520" imgH="1117440" progId="Equation.DSMT4">
                  <p:embed/>
                </p:oleObj>
              </mc:Choice>
              <mc:Fallback>
                <p:oleObj name="Equation" r:id="rId7" imgW="4673520" imgH="1117440" progId="Equation.DSMT4">
                  <p:embed/>
                  <p:pic>
                    <p:nvPicPr>
                      <p:cNvPr id="6" name="Object 3">
                        <a:extLst>
                          <a:ext uri="{FF2B5EF4-FFF2-40B4-BE49-F238E27FC236}">
                            <a16:creationId xmlns:a16="http://schemas.microsoft.com/office/drawing/2014/main" id="{4984BE97-5EF7-4C05-9238-D77A13A773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8322" y="2517775"/>
                        <a:ext cx="4673600" cy="11176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箭头: 五边形 2">
            <a:extLst>
              <a:ext uri="{FF2B5EF4-FFF2-40B4-BE49-F238E27FC236}">
                <a16:creationId xmlns:a16="http://schemas.microsoft.com/office/drawing/2014/main" id="{EF105629-CBD5-4110-822F-6E04559DCDCB}"/>
              </a:ext>
            </a:extLst>
          </p:cNvPr>
          <p:cNvSpPr/>
          <p:nvPr/>
        </p:nvSpPr>
        <p:spPr>
          <a:xfrm flipH="1">
            <a:off x="6372200" y="2154803"/>
            <a:ext cx="1440160" cy="358164"/>
          </a:xfrm>
          <a:prstGeom prst="homePlate">
            <a:avLst>
              <a:gd name="adj" fmla="val 60727"/>
            </a:avLst>
          </a:prstGeom>
          <a:solidFill>
            <a:schemeClr val="bg1"/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重要结论</a:t>
            </a:r>
          </a:p>
        </p:txBody>
      </p:sp>
    </p:spTree>
    <p:extLst>
      <p:ext uri="{BB962C8B-B14F-4D97-AF65-F5344CB8AC3E}">
        <p14:creationId xmlns:p14="http://schemas.microsoft.com/office/powerpoint/2010/main" val="4205488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392E8074-072B-49F3-9B27-893C078E8143}"/>
              </a:ext>
            </a:extLst>
          </p:cNvPr>
          <p:cNvSpPr/>
          <p:nvPr/>
        </p:nvSpPr>
        <p:spPr>
          <a:xfrm>
            <a:off x="839986" y="1563638"/>
            <a:ext cx="5042968" cy="1493135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 Box 8">
            <a:extLst>
              <a:ext uri="{FF2B5EF4-FFF2-40B4-BE49-F238E27FC236}">
                <a16:creationId xmlns:a16="http://schemas.microsoft.com/office/drawing/2014/main" id="{0419051C-68DC-4911-BEA0-9A6E0643A3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986" y="595074"/>
            <a:ext cx="8715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300" b="1" dirty="0">
                <a:solidFill>
                  <a:srgbClr val="0064FF"/>
                </a:solidFill>
                <a:latin typeface="+mn-ea"/>
                <a:ea typeface="+mn-ea"/>
              </a:rPr>
              <a:t>定理</a:t>
            </a:r>
            <a:endParaRPr lang="en-US" altLang="zh-CN" sz="23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9BE3364-54C1-4DA0-9F8F-B93FD05058BC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291366" y="1580201"/>
          <a:ext cx="3921125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06" name="Equation" r:id="rId3" imgW="4127400" imgH="711000" progId="Equation.DSMT4">
                  <p:embed/>
                </p:oleObj>
              </mc:Choice>
              <mc:Fallback>
                <p:oleObj name="Equation" r:id="rId3" imgW="4127400" imgH="7110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39BE3364-54C1-4DA0-9F8F-B93FD05058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91366" y="1580201"/>
                        <a:ext cx="3921125" cy="674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CB13D8F-5C32-4651-8A57-098C49F4E3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648" y="574892"/>
            <a:ext cx="477882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zh-CN" altLang="en-US" sz="2300" b="1" dirty="0">
                <a:latin typeface="+mn-ea"/>
                <a:ea typeface="+mn-ea"/>
                <a:cs typeface="Times New Roman" panose="02020603050405020304" pitchFamily="18" charset="0"/>
              </a:rPr>
              <a:t> 若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</a:t>
            </a:r>
            <a:r>
              <a:rPr lang="zh-CN" altLang="en-US" sz="2300" b="1" dirty="0">
                <a:latin typeface="+mn-ea"/>
                <a:ea typeface="+mn-ea"/>
                <a:cs typeface="Times New Roman" panose="02020603050405020304" pitchFamily="18" charset="0"/>
              </a:rPr>
              <a:t>在</a:t>
            </a:r>
            <a:r>
              <a:rPr lang="zh-CN" altLang="en-US" sz="2400" b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</a:t>
            </a:r>
            <a:r>
              <a:rPr lang="zh-CN" altLang="en-US" sz="2300" b="1" dirty="0">
                <a:latin typeface="+mn-ea"/>
                <a:ea typeface="+mn-ea"/>
                <a:cs typeface="Times New Roman" panose="02020603050405020304" pitchFamily="18" charset="0"/>
              </a:rPr>
              <a:t>上连续，则 </a:t>
            </a:r>
          </a:p>
        </p:txBody>
      </p:sp>
      <p:graphicFrame>
        <p:nvGraphicFramePr>
          <p:cNvPr id="6" name="Object 16">
            <a:extLst>
              <a:ext uri="{FF2B5EF4-FFF2-40B4-BE49-F238E27FC236}">
                <a16:creationId xmlns:a16="http://schemas.microsoft.com/office/drawing/2014/main" id="{B0B2BFDC-0CBE-4806-B7E2-6B04CF489B87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987536" y="669275"/>
          <a:ext cx="590976" cy="325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07" name="Equation" r:id="rId5" imgW="622080" imgH="342720" progId="Equation.DSMT4">
                  <p:embed/>
                </p:oleObj>
              </mc:Choice>
              <mc:Fallback>
                <p:oleObj name="Equation" r:id="rId5" imgW="622080" imgH="342720" progId="Equation.DSMT4">
                  <p:embed/>
                  <p:pic>
                    <p:nvPicPr>
                      <p:cNvPr id="6" name="Object 16">
                        <a:extLst>
                          <a:ext uri="{FF2B5EF4-FFF2-40B4-BE49-F238E27FC236}">
                            <a16:creationId xmlns:a16="http://schemas.microsoft.com/office/drawing/2014/main" id="{B0B2BFDC-0CBE-4806-B7E2-6B04CF489B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7536" y="669275"/>
                        <a:ext cx="590976" cy="3255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6">
            <a:extLst>
              <a:ext uri="{FF2B5EF4-FFF2-40B4-BE49-F238E27FC236}">
                <a16:creationId xmlns:a16="http://schemas.microsoft.com/office/drawing/2014/main" id="{434C4CC6-244E-47A7-82CF-BD2748063BB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986637" y="667359"/>
          <a:ext cx="530784" cy="3136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08" name="Equation" r:id="rId7" imgW="558720" imgH="330120" progId="Equation.DSMT4">
                  <p:embed/>
                </p:oleObj>
              </mc:Choice>
              <mc:Fallback>
                <p:oleObj name="Equation" r:id="rId7" imgW="558720" imgH="330120" progId="Equation.DSMT4">
                  <p:embed/>
                  <p:pic>
                    <p:nvPicPr>
                      <p:cNvPr id="7" name="Object 16">
                        <a:extLst>
                          <a:ext uri="{FF2B5EF4-FFF2-40B4-BE49-F238E27FC236}">
                            <a16:creationId xmlns:a16="http://schemas.microsoft.com/office/drawing/2014/main" id="{434C4CC6-244E-47A7-82CF-BD2748063B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6637" y="667359"/>
                        <a:ext cx="530784" cy="3136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8B04D7A-E075-4778-8269-9CE962784D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9610390"/>
              </p:ext>
            </p:extLst>
          </p:nvPr>
        </p:nvGraphicFramePr>
        <p:xfrm>
          <a:off x="1278665" y="2321564"/>
          <a:ext cx="4367340" cy="687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109" name="Equation" r:id="rId9" imgW="4597200" imgH="723600" progId="Equation.DSMT4">
                  <p:embed/>
                </p:oleObj>
              </mc:Choice>
              <mc:Fallback>
                <p:oleObj name="Equation" r:id="rId9" imgW="4597200" imgH="7236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58B04D7A-E075-4778-8269-9CE962784D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78665" y="2321564"/>
                        <a:ext cx="4367340" cy="687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F8751582-8269-4A80-BBAC-0BD30FD4CE11}"/>
              </a:ext>
            </a:extLst>
          </p:cNvPr>
          <p:cNvSpPr/>
          <p:nvPr/>
        </p:nvSpPr>
        <p:spPr>
          <a:xfrm flipH="1">
            <a:off x="6116795" y="2129095"/>
            <a:ext cx="1607721" cy="384937"/>
          </a:xfrm>
          <a:prstGeom prst="homePlate">
            <a:avLst/>
          </a:prstGeom>
          <a:solidFill>
            <a:schemeClr val="bg1"/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r>
              <a:rPr lang="zh-CN" altLang="en-US" sz="2200" b="1" dirty="0">
                <a:solidFill>
                  <a:srgbClr val="FF0000"/>
                </a:solidFill>
                <a:latin typeface="宋体" panose="02010600030101010101" pitchFamily="2" charset="-122"/>
              </a:rPr>
              <a:t>重要结论</a:t>
            </a:r>
          </a:p>
        </p:txBody>
      </p:sp>
    </p:spTree>
    <p:extLst>
      <p:ext uri="{BB962C8B-B14F-4D97-AF65-F5344CB8AC3E}">
        <p14:creationId xmlns:p14="http://schemas.microsoft.com/office/powerpoint/2010/main" val="1988406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C3A2D44D-C064-4F0B-AF39-10FC133C85CB}"/>
              </a:ext>
            </a:extLst>
          </p:cNvPr>
          <p:cNvSpPr/>
          <p:nvPr/>
        </p:nvSpPr>
        <p:spPr>
          <a:xfrm>
            <a:off x="1023944" y="1170062"/>
            <a:ext cx="5335155" cy="728685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" name="Object 13">
            <a:extLst>
              <a:ext uri="{FF2B5EF4-FFF2-40B4-BE49-F238E27FC236}">
                <a16:creationId xmlns:a16="http://schemas.microsoft.com/office/drawing/2014/main" id="{546A2ADA-D956-4021-872B-88A8FE062572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259632" y="1203598"/>
          <a:ext cx="5105400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34" name="Equation" r:id="rId3" imgW="5371920" imgH="596880" progId="Equation.DSMT4">
                  <p:embed/>
                </p:oleObj>
              </mc:Choice>
              <mc:Fallback>
                <p:oleObj name="Equation" r:id="rId3" imgW="5371920" imgH="596880" progId="Equation.DSMT4">
                  <p:embed/>
                  <p:pic>
                    <p:nvPicPr>
                      <p:cNvPr id="3" name="Object 13">
                        <a:extLst>
                          <a:ext uri="{FF2B5EF4-FFF2-40B4-BE49-F238E27FC236}">
                            <a16:creationId xmlns:a16="http://schemas.microsoft.com/office/drawing/2014/main" id="{546A2ADA-D956-4021-872B-88A8FE06257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1203598"/>
                        <a:ext cx="5105400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2">
            <a:extLst>
              <a:ext uri="{FF2B5EF4-FFF2-40B4-BE49-F238E27FC236}">
                <a16:creationId xmlns:a16="http://schemas.microsoft.com/office/drawing/2014/main" id="{8CDAD637-048E-4676-81FB-EEF238ED050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708150" y="554038"/>
          <a:ext cx="452437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35" name="Equation" r:id="rId5" imgW="4762440" imgH="380880" progId="Equation.DSMT4">
                  <p:embed/>
                </p:oleObj>
              </mc:Choice>
              <mc:Fallback>
                <p:oleObj name="Equation" r:id="rId5" imgW="4762440" imgH="380880" progId="Equation.DSMT4">
                  <p:embed/>
                  <p:pic>
                    <p:nvPicPr>
                      <p:cNvPr id="4" name="Object 12">
                        <a:extLst>
                          <a:ext uri="{FF2B5EF4-FFF2-40B4-BE49-F238E27FC236}">
                            <a16:creationId xmlns:a16="http://schemas.microsoft.com/office/drawing/2014/main" id="{8CDAD637-048E-4676-81FB-EEF238ED05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150" y="554038"/>
                        <a:ext cx="4524375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8">
            <a:extLst>
              <a:ext uri="{FF2B5EF4-FFF2-40B4-BE49-F238E27FC236}">
                <a16:creationId xmlns:a16="http://schemas.microsoft.com/office/drawing/2014/main" id="{04D2B6D1-88DE-4A84-815C-133BC4222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067" y="485031"/>
            <a:ext cx="871537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300" b="1" dirty="0">
                <a:solidFill>
                  <a:srgbClr val="0064FF"/>
                </a:solidFill>
                <a:latin typeface="+mn-ea"/>
                <a:ea typeface="+mn-ea"/>
              </a:rPr>
              <a:t>定理</a:t>
            </a:r>
            <a:endParaRPr lang="en-US" altLang="zh-CN" sz="23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C0A5F256-6381-41A7-875C-1826E51870DB}"/>
              </a:ext>
            </a:extLst>
          </p:cNvPr>
          <p:cNvSpPr/>
          <p:nvPr/>
        </p:nvSpPr>
        <p:spPr>
          <a:xfrm flipH="1">
            <a:off x="6507113" y="1341935"/>
            <a:ext cx="1551685" cy="384937"/>
          </a:xfrm>
          <a:prstGeom prst="homePlate">
            <a:avLst/>
          </a:prstGeom>
          <a:solidFill>
            <a:schemeClr val="bg1"/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r>
              <a:rPr lang="zh-CN" altLang="en-US" sz="2300" b="1" dirty="0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重要结论</a:t>
            </a: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14E37C5C-A00A-4792-97A3-B32A8E0D3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401" y="2448054"/>
            <a:ext cx="5616624" cy="446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300" b="1" dirty="0">
                <a:solidFill>
                  <a:srgbClr val="0064FF"/>
                </a:solidFill>
                <a:latin typeface="+mn-ea"/>
                <a:ea typeface="+mn-ea"/>
                <a:cs typeface="Times New Roman" panose="02020603050405020304" pitchFamily="18" charset="0"/>
              </a:rPr>
              <a:t>定理</a:t>
            </a:r>
            <a:r>
              <a:rPr lang="en-US" altLang="zh-CN" sz="23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sz="23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区间再现公式</a:t>
            </a:r>
            <a:r>
              <a:rPr lang="en-US" altLang="zh-CN" sz="2300" b="1" dirty="0">
                <a:solidFill>
                  <a:srgbClr val="FF0000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en-US" altLang="zh-CN" sz="2300" b="1" dirty="0"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300" b="1" dirty="0">
                <a:latin typeface="+mn-ea"/>
                <a:ea typeface="+mn-ea"/>
                <a:cs typeface="Times New Roman" panose="02020603050405020304" pitchFamily="18" charset="0"/>
              </a:rPr>
              <a:t>设             则</a:t>
            </a:r>
            <a:endParaRPr lang="en-US" altLang="zh-CN" sz="2300" b="1" dirty="0">
              <a:solidFill>
                <a:srgbClr val="FF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D143509-0DCF-4F4F-9AB5-130975C0DF2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030753" y="2499742"/>
          <a:ext cx="1816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36" name="Equation" r:id="rId7" imgW="1815840" imgH="342720" progId="Equation.DSMT4">
                  <p:embed/>
                </p:oleObj>
              </mc:Choice>
              <mc:Fallback>
                <p:oleObj name="Equation" r:id="rId7" imgW="1815840" imgH="3427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7D143509-0DCF-4F4F-9AB5-130975C0D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30753" y="2499742"/>
                        <a:ext cx="1816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4A0C196-E5F5-4E88-9ECC-AED1F1A7852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332994" y="2959283"/>
          <a:ext cx="3530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9137" name="Equation" r:id="rId9" imgW="3530520" imgH="596880" progId="Equation.DSMT4">
                  <p:embed/>
                </p:oleObj>
              </mc:Choice>
              <mc:Fallback>
                <p:oleObj name="Equation" r:id="rId9" imgW="3530520" imgH="5968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F4A0C196-E5F5-4E88-9ECC-AED1F1A785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32994" y="2959283"/>
                        <a:ext cx="35306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9098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EFAAE46-379E-444A-91C8-CA14825151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6266676"/>
              </p:ext>
            </p:extLst>
          </p:nvPr>
        </p:nvGraphicFramePr>
        <p:xfrm>
          <a:off x="1763688" y="212441"/>
          <a:ext cx="15367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54" name="Equation" r:id="rId3" imgW="1536480" imgH="863280" progId="Equation.DSMT4">
                  <p:embed/>
                </p:oleObj>
              </mc:Choice>
              <mc:Fallback>
                <p:oleObj name="Equation" r:id="rId3" imgW="1536480" imgH="8632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5EFAAE46-379E-444A-91C8-CA14825151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63688" y="212441"/>
                        <a:ext cx="15367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3BDE4FCA-D637-48E6-A10A-C65F11385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491630"/>
            <a:ext cx="6480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lang="en-US" altLang="zh-CN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94F7F5F-A7B3-4E95-A125-1BFEF54A0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413409"/>
            <a:ext cx="12961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66FF"/>
                </a:solidFill>
                <a:latin typeface="+mj-ea"/>
                <a:ea typeface="+mj-ea"/>
              </a:rPr>
              <a:t>1.</a:t>
            </a:r>
            <a:r>
              <a:rPr lang="zh-CN" altLang="en-US" sz="2400" b="1" dirty="0">
                <a:latin typeface="+mj-ea"/>
                <a:ea typeface="+mj-ea"/>
              </a:rPr>
              <a:t>计算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A23EA5B-0D54-4FA5-9178-BC4D6CF76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648" y="192367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2171B9A-8F7E-4686-B228-0FBE9B557D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7704" y="1436094"/>
          <a:ext cx="4005263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55" name="Equation" r:id="rId5" imgW="4000320" imgH="596880" progId="Equation.DSMT4">
                  <p:embed/>
                </p:oleObj>
              </mc:Choice>
              <mc:Fallback>
                <p:oleObj name="Equation" r:id="rId5" imgW="4000320" imgH="5968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82171B9A-8F7E-4686-B228-0FBE9B557D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1436094"/>
                        <a:ext cx="4005263" cy="58737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ADBD92D2-9DD1-4CB1-B00D-ACA083035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9632" y="1498948"/>
            <a:ext cx="6480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由</a:t>
            </a:r>
            <a:endParaRPr lang="en-US" altLang="zh-CN" sz="2400" b="1" dirty="0">
              <a:latin typeface="+mj-ea"/>
              <a:ea typeface="+mj-ea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5908DE01-D5D0-4014-87FE-21D437D7D7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9632" y="2295203"/>
          <a:ext cx="48641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56" name="Equation" r:id="rId7" imgW="4863960" imgH="888840" progId="Equation.DSMT4">
                  <p:embed/>
                </p:oleObj>
              </mc:Choice>
              <mc:Fallback>
                <p:oleObj name="Equation" r:id="rId7" imgW="4863960" imgH="88884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5908DE01-D5D0-4014-87FE-21D437D7D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59632" y="2295203"/>
                        <a:ext cx="48641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336CB2E1-C5D2-4636-BDA0-B3F5A10512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0782308"/>
              </p:ext>
            </p:extLst>
          </p:nvPr>
        </p:nvGraphicFramePr>
        <p:xfrm>
          <a:off x="2771800" y="3723878"/>
          <a:ext cx="2667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157" name="Equation" r:id="rId9" imgW="2666880" imgH="787320" progId="Equation.DSMT4">
                  <p:embed/>
                </p:oleObj>
              </mc:Choice>
              <mc:Fallback>
                <p:oleObj name="Equation" r:id="rId9" imgW="2666880" imgH="78732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336CB2E1-C5D2-4636-BDA0-B3F5A10512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71800" y="3723878"/>
                        <a:ext cx="26670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62381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0E1A005-2AAE-4D3F-8A21-B5744BA997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195486"/>
            <a:ext cx="78488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66FF"/>
                </a:solidFill>
                <a:latin typeface="+mj-ea"/>
                <a:ea typeface="+mj-ea"/>
              </a:rPr>
              <a:t>2.</a:t>
            </a:r>
            <a:r>
              <a:rPr lang="zh-CN" altLang="en-US" sz="2400" b="1" dirty="0">
                <a:latin typeface="+mj-ea"/>
                <a:ea typeface="+mj-ea"/>
              </a:rPr>
              <a:t>设函数    在        内满足                   且</a:t>
            </a:r>
            <a:endParaRPr lang="en-US" altLang="zh-CN" sz="2400" b="1" dirty="0">
              <a:latin typeface="+mj-ea"/>
              <a:ea typeface="+mj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7E54F831-6393-493C-B808-9FFB523094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4927764"/>
              </p:ext>
            </p:extLst>
          </p:nvPr>
        </p:nvGraphicFramePr>
        <p:xfrm>
          <a:off x="2123728" y="297867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332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7E54F831-6393-493C-B808-9FFB523094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23728" y="297867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186A959-7F80-48E6-BC57-2E19760296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0298335"/>
              </p:ext>
            </p:extLst>
          </p:nvPr>
        </p:nvGraphicFramePr>
        <p:xfrm>
          <a:off x="3131840" y="297867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333" name="Equation" r:id="rId5" imgW="1130040" imgH="342720" progId="Equation.DSMT4">
                  <p:embed/>
                </p:oleObj>
              </mc:Choice>
              <mc:Fallback>
                <p:oleObj name="Equation" r:id="rId5" imgW="1130040" imgH="3427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5186A959-7F80-48E6-BC57-2E19760296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31840" y="297867"/>
                        <a:ext cx="1130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58C2547-35D2-4049-9AEC-C316C27124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0753198"/>
              </p:ext>
            </p:extLst>
          </p:nvPr>
        </p:nvGraphicFramePr>
        <p:xfrm>
          <a:off x="5220072" y="297867"/>
          <a:ext cx="2844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334" name="Equation" r:id="rId7" imgW="2844720" imgH="342720" progId="Equation.DSMT4">
                  <p:embed/>
                </p:oleObj>
              </mc:Choice>
              <mc:Fallback>
                <p:oleObj name="Equation" r:id="rId7" imgW="284472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858C2547-35D2-4049-9AEC-C316C27124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220072" y="297867"/>
                        <a:ext cx="2844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84F045E-3850-4958-A45A-83FD54D3C0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885336"/>
              </p:ext>
            </p:extLst>
          </p:nvPr>
        </p:nvGraphicFramePr>
        <p:xfrm>
          <a:off x="173038" y="842839"/>
          <a:ext cx="240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335" name="Equation" r:id="rId9" imgW="2400120" imgH="342720" progId="Equation.DSMT4">
                  <p:embed/>
                </p:oleObj>
              </mc:Choice>
              <mc:Fallback>
                <p:oleObj name="Equation" r:id="rId9" imgW="2400120" imgH="3427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084F045E-3850-4958-A45A-83FD54D3C0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3038" y="842839"/>
                        <a:ext cx="2400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10BC1647-137D-4A76-907C-6E0F5E994D7B}"/>
              </a:ext>
            </a:extLst>
          </p:cNvPr>
          <p:cNvSpPr/>
          <p:nvPr/>
        </p:nvSpPr>
        <p:spPr>
          <a:xfrm>
            <a:off x="2567112" y="759532"/>
            <a:ext cx="15008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j-ea"/>
              </a:rPr>
              <a:t>计算</a:t>
            </a:r>
            <a:endParaRPr lang="zh-CN" altLang="en-US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B8DCCCE-22F1-411C-8C18-6146B20CE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858" y="1337457"/>
            <a:ext cx="6480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lang="en-US" altLang="zh-CN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B19E448D-9796-4512-9242-AEE499C267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7943454"/>
              </p:ext>
            </p:extLst>
          </p:nvPr>
        </p:nvGraphicFramePr>
        <p:xfrm>
          <a:off x="1319684" y="1297968"/>
          <a:ext cx="1308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336" name="Equation" r:id="rId11" imgW="1307880" imgH="596880" progId="Equation.DSMT4">
                  <p:embed/>
                </p:oleObj>
              </mc:Choice>
              <mc:Fallback>
                <p:oleObj name="Equation" r:id="rId11" imgW="1307880" imgH="5968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B19E448D-9796-4512-9242-AEE499C267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19684" y="1297968"/>
                        <a:ext cx="13081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91EA690-82F1-4480-8FFB-E664ECF87B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5091218"/>
              </p:ext>
            </p:extLst>
          </p:nvPr>
        </p:nvGraphicFramePr>
        <p:xfrm>
          <a:off x="3238500" y="657101"/>
          <a:ext cx="1358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337" name="Equation" r:id="rId13" imgW="1358640" imgH="596880" progId="Equation.DSMT4">
                  <p:embed/>
                </p:oleObj>
              </mc:Choice>
              <mc:Fallback>
                <p:oleObj name="Equation" r:id="rId13" imgW="1358640" imgH="5968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091EA690-82F1-4480-8FFB-E664ECF87B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38500" y="657101"/>
                        <a:ext cx="13589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E819FC80-718E-45C0-9855-BBE881E209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1889478"/>
              </p:ext>
            </p:extLst>
          </p:nvPr>
        </p:nvGraphicFramePr>
        <p:xfrm>
          <a:off x="2627784" y="1297968"/>
          <a:ext cx="2984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338" name="Equation" r:id="rId15" imgW="2984400" imgH="596880" progId="Equation.DSMT4">
                  <p:embed/>
                </p:oleObj>
              </mc:Choice>
              <mc:Fallback>
                <p:oleObj name="Equation" r:id="rId15" imgW="2984400" imgH="5968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E819FC80-718E-45C0-9855-BBE881E209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627784" y="1297968"/>
                        <a:ext cx="29845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6AE7A9B4-3B1F-41F9-A08C-A5A164AECA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161679"/>
              </p:ext>
            </p:extLst>
          </p:nvPr>
        </p:nvGraphicFramePr>
        <p:xfrm>
          <a:off x="1038572" y="2090178"/>
          <a:ext cx="3479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339" name="Equation" r:id="rId17" imgW="3479760" imgH="596880" progId="Equation.DSMT4">
                  <p:embed/>
                </p:oleObj>
              </mc:Choice>
              <mc:Fallback>
                <p:oleObj name="Equation" r:id="rId17" imgW="3479760" imgH="5968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6AE7A9B4-3B1F-41F9-A08C-A5A164AECA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038572" y="2090178"/>
                        <a:ext cx="34798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2EE538B8-6913-4C3A-BCF6-7788E93C83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055108"/>
              </p:ext>
            </p:extLst>
          </p:nvPr>
        </p:nvGraphicFramePr>
        <p:xfrm>
          <a:off x="1051515" y="3047008"/>
          <a:ext cx="1587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340" name="Equation" r:id="rId19" imgW="1587240" imgH="596880" progId="Equation.DSMT4">
                  <p:embed/>
                </p:oleObj>
              </mc:Choice>
              <mc:Fallback>
                <p:oleObj name="Equation" r:id="rId19" imgW="1587240" imgH="5968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2EE538B8-6913-4C3A-BCF6-7788E93C83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051515" y="3047008"/>
                        <a:ext cx="15875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1C8215F0-CDC6-468A-99B3-59BF9CD875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885730"/>
              </p:ext>
            </p:extLst>
          </p:nvPr>
        </p:nvGraphicFramePr>
        <p:xfrm>
          <a:off x="4374356" y="3028343"/>
          <a:ext cx="3009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341" name="Equation" r:id="rId21" imgW="3009600" imgH="596880" progId="Equation.DSMT4">
                  <p:embed/>
                </p:oleObj>
              </mc:Choice>
              <mc:Fallback>
                <p:oleObj name="Equation" r:id="rId21" imgW="3009600" imgH="5968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1C8215F0-CDC6-468A-99B3-59BF9CD875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374356" y="3028343"/>
                        <a:ext cx="30099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>
            <a:extLst>
              <a:ext uri="{FF2B5EF4-FFF2-40B4-BE49-F238E27FC236}">
                <a16:creationId xmlns:a16="http://schemas.microsoft.com/office/drawing/2014/main" id="{0DBAAD95-87F5-4E8F-947A-1A67F1C811F2}"/>
              </a:ext>
            </a:extLst>
          </p:cNvPr>
          <p:cNvGrpSpPr/>
          <p:nvPr/>
        </p:nvGrpSpPr>
        <p:grpSpPr>
          <a:xfrm>
            <a:off x="214083" y="2662331"/>
            <a:ext cx="1552536" cy="461665"/>
            <a:chOff x="467122" y="3168406"/>
            <a:chExt cx="1552536" cy="461665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3E3B3789-F8B5-4D24-9E6D-CF1FF0F7E9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122" y="3168406"/>
              <a:ext cx="6480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FF0000"/>
                  </a:solidFill>
                  <a:latin typeface="+mj-ea"/>
                  <a:ea typeface="+mj-ea"/>
                </a:rPr>
                <a:t>令</a:t>
              </a:r>
              <a:endParaRPr lang="en-US" altLang="zh-CN" sz="2400" b="1" dirty="0">
                <a:solidFill>
                  <a:srgbClr val="FF0000"/>
                </a:solidFill>
                <a:latin typeface="+mj-ea"/>
                <a:ea typeface="+mj-ea"/>
              </a:endParaRP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0718DE9F-B469-46CF-A498-C1CD802B2EF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27458" y="3374480"/>
            <a:ext cx="10922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1342" name="Equation" r:id="rId23" imgW="1091880" imgH="203040" progId="Equation.DSMT4">
                    <p:embed/>
                  </p:oleObj>
                </mc:Choice>
                <mc:Fallback>
                  <p:oleObj name="Equation" r:id="rId23" imgW="1091880" imgH="203040" progId="Equation.DSMT4">
                    <p:embed/>
                    <p:pic>
                      <p:nvPicPr>
                        <p:cNvPr id="17" name="对象 16">
                          <a:extLst>
                            <a:ext uri="{FF2B5EF4-FFF2-40B4-BE49-F238E27FC236}">
                              <a16:creationId xmlns:a16="http://schemas.microsoft.com/office/drawing/2014/main" id="{0718DE9F-B469-46CF-A498-C1CD802B2EF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927458" y="3374480"/>
                          <a:ext cx="10922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669FA910-EEFE-4804-88F7-EC3CD2B077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9635283"/>
              </p:ext>
            </p:extLst>
          </p:nvPr>
        </p:nvGraphicFramePr>
        <p:xfrm>
          <a:off x="2671178" y="3040258"/>
          <a:ext cx="1562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343" name="Equation" r:id="rId25" imgW="1562040" imgH="596880" progId="Equation.DSMT4">
                  <p:embed/>
                </p:oleObj>
              </mc:Choice>
              <mc:Fallback>
                <p:oleObj name="Equation" r:id="rId25" imgW="1562040" imgH="5968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669FA910-EEFE-4804-88F7-EC3CD2B077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671178" y="3040258"/>
                        <a:ext cx="15621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69727D46-B285-4D63-B5B1-21F75B5ABA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2211858"/>
              </p:ext>
            </p:extLst>
          </p:nvPr>
        </p:nvGraphicFramePr>
        <p:xfrm>
          <a:off x="3692051" y="3926310"/>
          <a:ext cx="2362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344" name="Equation" r:id="rId27" imgW="2361960" imgH="723600" progId="Equation.DSMT4">
                  <p:embed/>
                </p:oleObj>
              </mc:Choice>
              <mc:Fallback>
                <p:oleObj name="Equation" r:id="rId27" imgW="2361960" imgH="72360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69727D46-B285-4D63-B5B1-21F75B5ABA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692051" y="3926310"/>
                        <a:ext cx="23622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4273E523-F18B-490C-B35A-624B3A7FBE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646860"/>
              </p:ext>
            </p:extLst>
          </p:nvPr>
        </p:nvGraphicFramePr>
        <p:xfrm>
          <a:off x="1026685" y="4003838"/>
          <a:ext cx="2565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345" name="Equation" r:id="rId29" imgW="2565360" imgH="596880" progId="Equation.DSMT4">
                  <p:embed/>
                </p:oleObj>
              </mc:Choice>
              <mc:Fallback>
                <p:oleObj name="Equation" r:id="rId29" imgW="2565360" imgH="596880" progId="Equation.DSMT4">
                  <p:embed/>
                  <p:pic>
                    <p:nvPicPr>
                      <p:cNvPr id="21" name="对象 20">
                        <a:extLst>
                          <a:ext uri="{FF2B5EF4-FFF2-40B4-BE49-F238E27FC236}">
                            <a16:creationId xmlns:a16="http://schemas.microsoft.com/office/drawing/2014/main" id="{4273E523-F18B-490C-B35A-624B3A7FBE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026685" y="4003838"/>
                        <a:ext cx="25654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93DBB091-6A6B-486E-BDC8-668E88BBB1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2713010"/>
              </p:ext>
            </p:extLst>
          </p:nvPr>
        </p:nvGraphicFramePr>
        <p:xfrm>
          <a:off x="4545794" y="2097446"/>
          <a:ext cx="24003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346" name="Equation" r:id="rId31" imgW="2400120" imgH="596880" progId="Equation.DSMT4">
                  <p:embed/>
                </p:oleObj>
              </mc:Choice>
              <mc:Fallback>
                <p:oleObj name="Equation" r:id="rId31" imgW="2400120" imgH="59688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93DBB091-6A6B-486E-BDC8-668E88BBB1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545794" y="2097446"/>
                        <a:ext cx="24003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93EBC22-D46D-4201-B943-B35A6554EC68}"/>
              </a:ext>
            </a:extLst>
          </p:cNvPr>
          <p:cNvCxnSpPr>
            <a:cxnSpLocks/>
          </p:cNvCxnSpPr>
          <p:nvPr/>
        </p:nvCxnSpPr>
        <p:spPr>
          <a:xfrm>
            <a:off x="4873151" y="2694346"/>
            <a:ext cx="1661445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5918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0AE08897-AC46-4E88-9969-0BF00869CD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8655159"/>
              </p:ext>
            </p:extLst>
          </p:nvPr>
        </p:nvGraphicFramePr>
        <p:xfrm>
          <a:off x="1259632" y="195486"/>
          <a:ext cx="2362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272" name="Equation" r:id="rId3" imgW="2361960" imgH="723600" progId="Equation.DSMT4">
                  <p:embed/>
                </p:oleObj>
              </mc:Choice>
              <mc:Fallback>
                <p:oleObj name="Equation" r:id="rId3" imgW="2361960" imgH="7236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0AE08897-AC46-4E88-9969-0BF00869CD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9632" y="195486"/>
                        <a:ext cx="23622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1E58818-966E-4E54-9DC0-E7A634982D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4746604"/>
              </p:ext>
            </p:extLst>
          </p:nvPr>
        </p:nvGraphicFramePr>
        <p:xfrm>
          <a:off x="1259632" y="1062087"/>
          <a:ext cx="3797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273" name="Equation" r:id="rId5" imgW="3797280" imgH="723600" progId="Equation.DSMT4">
                  <p:embed/>
                </p:oleObj>
              </mc:Choice>
              <mc:Fallback>
                <p:oleObj name="Equation" r:id="rId5" imgW="3797280" imgH="7236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31E58818-966E-4E54-9DC0-E7A634982D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59632" y="1062087"/>
                        <a:ext cx="37973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2F81DFF-145B-4C97-B8FF-7F50C85BAF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8863198"/>
              </p:ext>
            </p:extLst>
          </p:nvPr>
        </p:nvGraphicFramePr>
        <p:xfrm>
          <a:off x="1259632" y="1909467"/>
          <a:ext cx="4305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274" name="Equation" r:id="rId7" imgW="4305240" imgH="723600" progId="Equation.DSMT4">
                  <p:embed/>
                </p:oleObj>
              </mc:Choice>
              <mc:Fallback>
                <p:oleObj name="Equation" r:id="rId7" imgW="4305240" imgH="7236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E2F81DFF-145B-4C97-B8FF-7F50C85BAF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59632" y="1909467"/>
                        <a:ext cx="43053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9DE2827-A48B-4133-A652-2D25E3D235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2737890"/>
              </p:ext>
            </p:extLst>
          </p:nvPr>
        </p:nvGraphicFramePr>
        <p:xfrm>
          <a:off x="1255670" y="2792523"/>
          <a:ext cx="3213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275" name="Equation" r:id="rId9" imgW="3213000" imgH="723600" progId="Equation.DSMT4">
                  <p:embed/>
                </p:oleObj>
              </mc:Choice>
              <mc:Fallback>
                <p:oleObj name="Equation" r:id="rId9" imgW="3213000" imgH="7236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69DE2827-A48B-4133-A652-2D25E3D235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55670" y="2792523"/>
                        <a:ext cx="32131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8D027A5-DFA4-4C9F-8E3C-1DE994A8B8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4899458"/>
              </p:ext>
            </p:extLst>
          </p:nvPr>
        </p:nvGraphicFramePr>
        <p:xfrm>
          <a:off x="4524375" y="2784698"/>
          <a:ext cx="2705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276" name="Equation" r:id="rId11" imgW="2705040" imgH="723600" progId="Equation.DSMT4">
                  <p:embed/>
                </p:oleObj>
              </mc:Choice>
              <mc:Fallback>
                <p:oleObj name="Equation" r:id="rId11" imgW="2705040" imgH="7236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18D027A5-DFA4-4C9F-8E3C-1DE994A8B8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24375" y="2784698"/>
                        <a:ext cx="27051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F8F84F72-C90C-430D-ADA5-5121483F3DC6}"/>
              </a:ext>
            </a:extLst>
          </p:cNvPr>
          <p:cNvGrpSpPr/>
          <p:nvPr/>
        </p:nvGrpSpPr>
        <p:grpSpPr>
          <a:xfrm>
            <a:off x="2776124" y="3378070"/>
            <a:ext cx="1552536" cy="461665"/>
            <a:chOff x="467122" y="3168406"/>
            <a:chExt cx="1552536" cy="461665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280D0781-5496-4F4C-929E-2914B0EDFE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7122" y="3168406"/>
              <a:ext cx="64807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FF0000"/>
                  </a:solidFill>
                  <a:latin typeface="+mj-ea"/>
                  <a:ea typeface="+mj-ea"/>
                </a:rPr>
                <a:t>令</a:t>
              </a:r>
              <a:endParaRPr lang="en-US" altLang="zh-CN" sz="2400" b="1" dirty="0">
                <a:solidFill>
                  <a:srgbClr val="FF0000"/>
                </a:solidFill>
                <a:latin typeface="+mj-ea"/>
                <a:ea typeface="+mj-ea"/>
              </a:endParaRPr>
            </a:p>
          </p:txBody>
        </p:sp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989847BB-88E1-481A-8972-61002ADFA5E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927458" y="3374480"/>
            <a:ext cx="10922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2277" name="Equation" r:id="rId13" imgW="1091880" imgH="203040" progId="Equation.DSMT4">
                    <p:embed/>
                  </p:oleObj>
                </mc:Choice>
                <mc:Fallback>
                  <p:oleObj name="Equation" r:id="rId13" imgW="1091880" imgH="20304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989847BB-88E1-481A-8972-61002ADFA5E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927458" y="3374480"/>
                          <a:ext cx="10922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8B7903D-93CC-47D1-A5E2-7AE809786424}"/>
              </a:ext>
            </a:extLst>
          </p:cNvPr>
          <p:cNvCxnSpPr/>
          <p:nvPr/>
        </p:nvCxnSpPr>
        <p:spPr>
          <a:xfrm>
            <a:off x="2636014" y="3444746"/>
            <a:ext cx="1832756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AC6B90E-E006-48A9-AD3B-E6BBDFD808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9630824"/>
              </p:ext>
            </p:extLst>
          </p:nvPr>
        </p:nvGraphicFramePr>
        <p:xfrm>
          <a:off x="1255670" y="3868431"/>
          <a:ext cx="2679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278" name="Equation" r:id="rId15" imgW="2679480" imgH="723600" progId="Equation.DSMT4">
                  <p:embed/>
                </p:oleObj>
              </mc:Choice>
              <mc:Fallback>
                <p:oleObj name="Equation" r:id="rId15" imgW="2679480" imgH="7236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2AC6B90E-E006-48A9-AD3B-E6BBDFD808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255670" y="3868431"/>
                        <a:ext cx="26797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7F9A73C5-7F41-4DA9-A253-E6E3CB6CA8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3157146"/>
              </p:ext>
            </p:extLst>
          </p:nvPr>
        </p:nvGraphicFramePr>
        <p:xfrm>
          <a:off x="3995936" y="3854020"/>
          <a:ext cx="2235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279" name="Equation" r:id="rId17" imgW="2234880" imgH="723600" progId="Equation.DSMT4">
                  <p:embed/>
                </p:oleObj>
              </mc:Choice>
              <mc:Fallback>
                <p:oleObj name="Equation" r:id="rId17" imgW="2234880" imgH="7236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7F9A73C5-7F41-4DA9-A253-E6E3CB6CA8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995936" y="3854020"/>
                        <a:ext cx="22352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B28A86C2-0F26-4F89-A4B5-496AC64E6D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514386"/>
              </p:ext>
            </p:extLst>
          </p:nvPr>
        </p:nvGraphicFramePr>
        <p:xfrm>
          <a:off x="6231136" y="4014415"/>
          <a:ext cx="1054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2280" name="Equation" r:id="rId19" imgW="1054080" imgH="342720" progId="Equation.DSMT4">
                  <p:embed/>
                </p:oleObj>
              </mc:Choice>
              <mc:Fallback>
                <p:oleObj name="Equation" r:id="rId19" imgW="1054080" imgH="34272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B28A86C2-0F26-4F89-A4B5-496AC64E6D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231136" y="4014415"/>
                        <a:ext cx="1054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18814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628752">
            <a:extLst>
              <a:ext uri="{FF2B5EF4-FFF2-40B4-BE49-F238E27FC236}">
                <a16:creationId xmlns:a16="http://schemas.microsoft.com/office/drawing/2014/main" id="{DE3EA7FA-56A1-49A8-999C-2AFF6FB9E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686" y="233363"/>
            <a:ext cx="476841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3. </a:t>
            </a:r>
            <a:r>
              <a:rPr lang="zh-CN" altLang="en-US" sz="2400" b="1" dirty="0">
                <a:latin typeface="+mn-ea"/>
                <a:ea typeface="+mn-ea"/>
              </a:rPr>
              <a:t>设                      求</a:t>
            </a:r>
          </a:p>
        </p:txBody>
      </p: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660CAF6B-924F-4266-B61E-851CA4C157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1037753"/>
              </p:ext>
            </p:extLst>
          </p:nvPr>
        </p:nvGraphicFramePr>
        <p:xfrm>
          <a:off x="1619672" y="246063"/>
          <a:ext cx="3225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101" name="Equation" r:id="rId3" imgW="3225600" imgH="596880" progId="Equation.DSMT4">
                  <p:embed/>
                </p:oleObj>
              </mc:Choice>
              <mc:Fallback>
                <p:oleObj name="Equation" r:id="rId3" imgW="3225600" imgH="5968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40C969E1-AD36-4EC9-B5EA-7797E7CF06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19672" y="246063"/>
                        <a:ext cx="32258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63FEC965-D1C1-4A0D-A96C-E19D28220A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9304777"/>
              </p:ext>
            </p:extLst>
          </p:nvPr>
        </p:nvGraphicFramePr>
        <p:xfrm>
          <a:off x="5292080" y="419770"/>
          <a:ext cx="685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102" name="Equation" r:id="rId5" imgW="685800" imgH="342720" progId="Equation.DSMT4">
                  <p:embed/>
                </p:oleObj>
              </mc:Choice>
              <mc:Fallback>
                <p:oleObj name="Equation" r:id="rId5" imgW="685800" imgH="3427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1D6828CE-9CA0-4551-B43E-4A3B6E338DB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292080" y="419770"/>
                        <a:ext cx="685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文本框 26">
            <a:extLst>
              <a:ext uri="{FF2B5EF4-FFF2-40B4-BE49-F238E27FC236}">
                <a16:creationId xmlns:a16="http://schemas.microsoft.com/office/drawing/2014/main" id="{4AAD1AF3-5DDD-4C28-AFEA-786CC7B80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666" y="1003519"/>
            <a:ext cx="4320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lang="en-US" altLang="zh-CN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A11F2C0E-0369-4D96-9A1B-A95F556B552D}"/>
              </a:ext>
            </a:extLst>
          </p:cNvPr>
          <p:cNvGrpSpPr/>
          <p:nvPr/>
        </p:nvGrpSpPr>
        <p:grpSpPr>
          <a:xfrm>
            <a:off x="1240159" y="923305"/>
            <a:ext cx="2847207" cy="596900"/>
            <a:chOff x="1118853" y="1094111"/>
            <a:chExt cx="2847207" cy="596900"/>
          </a:xfrm>
        </p:grpSpPr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5FCD9FDF-5875-411F-BB50-3892B3C8FF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8853" y="1182600"/>
              <a:ext cx="158417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设</a:t>
              </a:r>
              <a:endParaRPr lang="en-US" altLang="zh-CN" sz="2400" b="1" dirty="0">
                <a:latin typeface="+mj-ea"/>
                <a:ea typeface="+mj-ea"/>
              </a:endParaRPr>
            </a:p>
          </p:txBody>
        </p:sp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2DA7BCAF-5334-4D7A-850E-95A6E523AB1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64793468"/>
                </p:ext>
              </p:extLst>
            </p:nvPr>
          </p:nvGraphicFramePr>
          <p:xfrm>
            <a:off x="1553060" y="1094111"/>
            <a:ext cx="24130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103" name="Equation" r:id="rId7" imgW="2412720" imgH="596880" progId="Equation.DSMT4">
                    <p:embed/>
                  </p:oleObj>
                </mc:Choice>
                <mc:Fallback>
                  <p:oleObj name="Equation" r:id="rId7" imgW="2412720" imgH="59688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FB33888D-FD59-4DC3-8842-F911919F5E2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553060" y="1094111"/>
                          <a:ext cx="24130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F46A7479-030D-4582-8012-24872E224459}"/>
              </a:ext>
            </a:extLst>
          </p:cNvPr>
          <p:cNvGrpSpPr/>
          <p:nvPr/>
        </p:nvGrpSpPr>
        <p:grpSpPr>
          <a:xfrm>
            <a:off x="4225812" y="955678"/>
            <a:ext cx="2193592" cy="461665"/>
            <a:chOff x="3491068" y="1173449"/>
            <a:chExt cx="2193592" cy="461665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560A712F-8D93-483F-B0AC-6B9E521620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1068" y="1173449"/>
              <a:ext cx="104121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则</a:t>
              </a:r>
              <a:endParaRPr lang="en-US" altLang="zh-CN" sz="2400" b="1" dirty="0">
                <a:latin typeface="+mj-ea"/>
                <a:ea typeface="+mj-ea"/>
              </a:endParaRPr>
            </a:p>
          </p:txBody>
        </p:sp>
        <p:graphicFrame>
          <p:nvGraphicFramePr>
            <p:cNvPr id="33" name="对象 32">
              <a:extLst>
                <a:ext uri="{FF2B5EF4-FFF2-40B4-BE49-F238E27FC236}">
                  <a16:creationId xmlns:a16="http://schemas.microsoft.com/office/drawing/2014/main" id="{4B7CEF75-9A6A-45C7-9E0A-817185D5164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1897939"/>
                </p:ext>
              </p:extLst>
            </p:nvPr>
          </p:nvGraphicFramePr>
          <p:xfrm>
            <a:off x="4084460" y="1255376"/>
            <a:ext cx="1600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8104" name="Equation" r:id="rId9" imgW="1600200" imgH="342720" progId="Equation.DSMT4">
                    <p:embed/>
                  </p:oleObj>
                </mc:Choice>
                <mc:Fallback>
                  <p:oleObj name="Equation" r:id="rId9" imgW="1600200" imgH="342720" progId="Equation.DSMT4">
                    <p:embed/>
                    <p:pic>
                      <p:nvPicPr>
                        <p:cNvPr id="14" name="对象 13">
                          <a:extLst>
                            <a:ext uri="{FF2B5EF4-FFF2-40B4-BE49-F238E27FC236}">
                              <a16:creationId xmlns:a16="http://schemas.microsoft.com/office/drawing/2014/main" id="{78026323-AEF8-4ACB-A9BA-8962FA31955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084460" y="1255376"/>
                          <a:ext cx="1600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FC62221E-09B5-42FB-B6A7-80188AA50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095" y="1700856"/>
            <a:ext cx="11521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从而</a:t>
            </a:r>
            <a:endParaRPr lang="en-US" altLang="zh-CN" sz="2400" b="1" dirty="0">
              <a:latin typeface="+mj-ea"/>
              <a:ea typeface="+mj-ea"/>
            </a:endParaRPr>
          </a:p>
        </p:txBody>
      </p:sp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D26D190C-34A3-4ACA-930B-ED2E4E373E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2837454"/>
              </p:ext>
            </p:extLst>
          </p:nvPr>
        </p:nvGraphicFramePr>
        <p:xfrm>
          <a:off x="1720404" y="1661493"/>
          <a:ext cx="2349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105" name="Equation" r:id="rId11" imgW="2349360" imgH="596880" progId="Equation.DSMT4">
                  <p:embed/>
                </p:oleObj>
              </mc:Choice>
              <mc:Fallback>
                <p:oleObj name="Equation" r:id="rId11" imgW="2349360" imgH="5968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CDEA9F82-7740-4CF0-B519-CAC308F382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20404" y="1661493"/>
                        <a:ext cx="23495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89ED0F17-B4AE-4379-B2D2-ED6A9A7FB6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0486847"/>
              </p:ext>
            </p:extLst>
          </p:nvPr>
        </p:nvGraphicFramePr>
        <p:xfrm>
          <a:off x="4049266" y="1682130"/>
          <a:ext cx="2324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106" name="Equation" r:id="rId13" imgW="2323800" imgH="596880" progId="Equation.DSMT4">
                  <p:embed/>
                </p:oleObj>
              </mc:Choice>
              <mc:Fallback>
                <p:oleObj name="Equation" r:id="rId13" imgW="2323800" imgH="59688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CD76C7DC-93FA-4A8A-A531-AAAE04B2A7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049266" y="1682130"/>
                        <a:ext cx="23241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D1DB0AFC-7389-492B-A2B7-10E13E3187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9642319"/>
              </p:ext>
            </p:extLst>
          </p:nvPr>
        </p:nvGraphicFramePr>
        <p:xfrm>
          <a:off x="1953766" y="2442543"/>
          <a:ext cx="3302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107" name="Equation" r:id="rId15" imgW="3301920" imgH="596880" progId="Equation.DSMT4">
                  <p:embed/>
                </p:oleObj>
              </mc:Choice>
              <mc:Fallback>
                <p:oleObj name="Equation" r:id="rId15" imgW="3301920" imgH="59688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28D252F6-D6D3-4232-8D21-186334F9FE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953766" y="2442543"/>
                        <a:ext cx="33020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882C0377-B443-485A-8066-2255B035DB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5632724"/>
              </p:ext>
            </p:extLst>
          </p:nvPr>
        </p:nvGraphicFramePr>
        <p:xfrm>
          <a:off x="5297938" y="2440955"/>
          <a:ext cx="2082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108" name="Equation" r:id="rId17" imgW="2082600" imgH="596880" progId="Equation.DSMT4">
                  <p:embed/>
                </p:oleObj>
              </mc:Choice>
              <mc:Fallback>
                <p:oleObj name="Equation" r:id="rId17" imgW="2082600" imgH="5968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4CDF27A0-D28F-4BF2-BAD5-0DA68C3290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297938" y="2440955"/>
                        <a:ext cx="20828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9B99F173-332C-44FF-9C4B-F0804A025B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7418414"/>
              </p:ext>
            </p:extLst>
          </p:nvPr>
        </p:nvGraphicFramePr>
        <p:xfrm>
          <a:off x="1953766" y="3161960"/>
          <a:ext cx="3429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109" name="Equation" r:id="rId19" imgW="3429000" imgH="596880" progId="Equation.DSMT4">
                  <p:embed/>
                </p:oleObj>
              </mc:Choice>
              <mc:Fallback>
                <p:oleObj name="Equation" r:id="rId19" imgW="3429000" imgH="59688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B5191FDD-2C40-48D3-A47C-9994786448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953766" y="3161960"/>
                        <a:ext cx="34290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文本框 39">
            <a:extLst>
              <a:ext uri="{FF2B5EF4-FFF2-40B4-BE49-F238E27FC236}">
                <a16:creationId xmlns:a16="http://schemas.microsoft.com/office/drawing/2014/main" id="{311CF647-6001-4B52-808E-CB3A81F28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922" y="3748155"/>
            <a:ext cx="11521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所以</a:t>
            </a:r>
            <a:endParaRPr lang="en-US" altLang="zh-CN" sz="2400" b="1" dirty="0">
              <a:latin typeface="+mj-ea"/>
              <a:ea typeface="+mj-ea"/>
            </a:endParaRPr>
          </a:p>
        </p:txBody>
      </p:sp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05A0F975-2791-4B16-82BE-A79FF33A63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5876139"/>
              </p:ext>
            </p:extLst>
          </p:nvPr>
        </p:nvGraphicFramePr>
        <p:xfrm>
          <a:off x="1816223" y="3837191"/>
          <a:ext cx="1574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110" name="Equation" r:id="rId21" imgW="1574640" imgH="342720" progId="Equation.DSMT4">
                  <p:embed/>
                </p:oleObj>
              </mc:Choice>
              <mc:Fallback>
                <p:oleObj name="Equation" r:id="rId21" imgW="1574640" imgH="34272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7E90BE3D-4464-4F34-8246-CCC539599F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816223" y="3837191"/>
                        <a:ext cx="1574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01983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4" grpId="0"/>
      <p:bldP spid="4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10305">
            <a:extLst>
              <a:ext uri="{FF2B5EF4-FFF2-40B4-BE49-F238E27FC236}">
                <a16:creationId xmlns:a16="http://schemas.microsoft.com/office/drawing/2014/main" id="{DD8CF485-855D-441A-98FA-1F9B7A53D84A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233363"/>
            <a:ext cx="8208912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4.</a:t>
            </a:r>
            <a:r>
              <a:rPr lang="zh-CN" altLang="en-US" sz="2400" b="1" dirty="0">
                <a:latin typeface="+mj-ea"/>
              </a:rPr>
              <a:t>设    连续</a:t>
            </a:r>
            <a:r>
              <a:rPr lang="en-US" altLang="zh-CN" sz="2400" b="1" dirty="0">
                <a:latin typeface="+mj-ea"/>
              </a:rPr>
              <a:t>,</a:t>
            </a:r>
            <a:r>
              <a:rPr lang="zh-CN" altLang="en-US" sz="2400" b="1" dirty="0">
                <a:latin typeface="+mj-ea"/>
              </a:rPr>
              <a:t>且                      已知       求   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7F07E30-235B-43B5-997A-4B00A0CE4F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3161317"/>
              </p:ext>
            </p:extLst>
          </p:nvPr>
        </p:nvGraphicFramePr>
        <p:xfrm>
          <a:off x="1403648" y="322164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324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03648" y="322164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9913689-3406-4022-B36D-CE64E7F0EC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026732"/>
              </p:ext>
            </p:extLst>
          </p:nvPr>
        </p:nvGraphicFramePr>
        <p:xfrm>
          <a:off x="3059832" y="131664"/>
          <a:ext cx="3340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325" name="Equation" r:id="rId5" imgW="3340080" imgH="723600" progId="Equation.DSMT4">
                  <p:embed/>
                </p:oleObj>
              </mc:Choice>
              <mc:Fallback>
                <p:oleObj name="Equation" r:id="rId5" imgW="334008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59832" y="131664"/>
                        <a:ext cx="33401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09EDA06-D37F-4024-A825-EFCAFD89CA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3296143"/>
              </p:ext>
            </p:extLst>
          </p:nvPr>
        </p:nvGraphicFramePr>
        <p:xfrm>
          <a:off x="7092280" y="334914"/>
          <a:ext cx="1028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326" name="Equation" r:id="rId7" imgW="1028520" imgH="342720" progId="Equation.DSMT4">
                  <p:embed/>
                </p:oleObj>
              </mc:Choice>
              <mc:Fallback>
                <p:oleObj name="Equation" r:id="rId7" imgW="10285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092280" y="334914"/>
                        <a:ext cx="1028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E39BD2A-71B9-4706-AA92-EF2712A9EA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812303"/>
              </p:ext>
            </p:extLst>
          </p:nvPr>
        </p:nvGraphicFramePr>
        <p:xfrm>
          <a:off x="197148" y="752676"/>
          <a:ext cx="1206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327" name="Equation" r:id="rId9" imgW="1206360" imgH="596880" progId="Equation.DSMT4">
                  <p:embed/>
                </p:oleObj>
              </mc:Choice>
              <mc:Fallback>
                <p:oleObj name="Equation" r:id="rId9" imgW="120636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7148" y="752676"/>
                        <a:ext cx="12065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F87940C8-1228-4BA2-BA0C-B7C01FD9F0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1474" y="784041"/>
            <a:ext cx="14089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的值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368D97B-579C-4765-8BA9-003A2673B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349576"/>
            <a:ext cx="4320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lang="en-US" altLang="zh-CN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4A97FF7C-BBFA-4E2C-8D12-25F05E8F86B5}"/>
              </a:ext>
            </a:extLst>
          </p:cNvPr>
          <p:cNvGrpSpPr/>
          <p:nvPr/>
        </p:nvGrpSpPr>
        <p:grpSpPr>
          <a:xfrm>
            <a:off x="1105449" y="1349576"/>
            <a:ext cx="1645689" cy="461665"/>
            <a:chOff x="1105449" y="1582938"/>
            <a:chExt cx="1645689" cy="461665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225E9A5-3ACF-440F-9557-8CA113541A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5449" y="1582938"/>
              <a:ext cx="162497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令</a:t>
              </a:r>
              <a:endParaRPr lang="en-US" altLang="zh-CN" sz="2400" b="1" dirty="0">
                <a:latin typeface="+mj-ea"/>
                <a:ea typeface="+mj-ea"/>
              </a:endParaRP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65150301-26DB-4B66-8EC9-2C69B0F3AB5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87298265"/>
                </p:ext>
              </p:extLst>
            </p:nvPr>
          </p:nvGraphicFramePr>
          <p:xfrm>
            <a:off x="1506538" y="1681163"/>
            <a:ext cx="12446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2328" name="Equation" r:id="rId11" imgW="1244520" imgH="330120" progId="Equation.DSMT4">
                    <p:embed/>
                  </p:oleObj>
                </mc:Choice>
                <mc:Fallback>
                  <p:oleObj name="Equation" r:id="rId11" imgW="124452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506538" y="1681163"/>
                          <a:ext cx="12446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DA14C70B-E4B1-40BE-835B-A8EF152CFB44}"/>
              </a:ext>
            </a:extLst>
          </p:cNvPr>
          <p:cNvGrpSpPr/>
          <p:nvPr/>
        </p:nvGrpSpPr>
        <p:grpSpPr>
          <a:xfrm>
            <a:off x="2762858" y="1349576"/>
            <a:ext cx="2889262" cy="461665"/>
            <a:chOff x="2762858" y="1582938"/>
            <a:chExt cx="2889262" cy="461665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8DD53FA-FB1B-4CB7-9ECA-62B8E068C5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62858" y="1582938"/>
              <a:ext cx="288926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则</a:t>
              </a:r>
              <a:endParaRPr lang="en-US" altLang="zh-CN" sz="2400" b="1" dirty="0">
                <a:latin typeface="+mj-ea"/>
                <a:ea typeface="+mj-ea"/>
              </a:endParaRP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B8BF28B0-C974-4487-9818-6B076270430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26673058"/>
                </p:ext>
              </p:extLst>
            </p:nvPr>
          </p:nvGraphicFramePr>
          <p:xfrm>
            <a:off x="3203848" y="1681163"/>
            <a:ext cx="12446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2329" name="Equation" r:id="rId13" imgW="1244520" imgH="330120" progId="Equation.DSMT4">
                    <p:embed/>
                  </p:oleObj>
                </mc:Choice>
                <mc:Fallback>
                  <p:oleObj name="Equation" r:id="rId13" imgW="124452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203848" y="1681163"/>
                          <a:ext cx="12446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1A94905E-F123-4B71-86D7-300FCD9359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3603787"/>
              </p:ext>
            </p:extLst>
          </p:nvPr>
        </p:nvGraphicFramePr>
        <p:xfrm>
          <a:off x="4505945" y="1459433"/>
          <a:ext cx="1155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330" name="Equation" r:id="rId15" imgW="1155600" imgH="330120" progId="Equation.DSMT4">
                  <p:embed/>
                </p:oleObj>
              </mc:Choice>
              <mc:Fallback>
                <p:oleObj name="Equation" r:id="rId15" imgW="1155600" imgH="3301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B8BF28B0-C974-4487-9818-6B07627043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505945" y="1459433"/>
                        <a:ext cx="11557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" name="组合 30">
            <a:extLst>
              <a:ext uri="{FF2B5EF4-FFF2-40B4-BE49-F238E27FC236}">
                <a16:creationId xmlns:a16="http://schemas.microsoft.com/office/drawing/2014/main" id="{4D229FA6-FC79-4710-AE76-E55A52408D45}"/>
              </a:ext>
            </a:extLst>
          </p:cNvPr>
          <p:cNvGrpSpPr/>
          <p:nvPr/>
        </p:nvGrpSpPr>
        <p:grpSpPr>
          <a:xfrm>
            <a:off x="5940152" y="1289672"/>
            <a:ext cx="1152128" cy="581472"/>
            <a:chOff x="6300192" y="1846262"/>
            <a:chExt cx="1152128" cy="581472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BBBA0334-FBB6-4833-80A1-9B27BF8D4405}"/>
                </a:ext>
              </a:extLst>
            </p:cNvPr>
            <p:cNvGrpSpPr/>
            <p:nvPr/>
          </p:nvGrpSpPr>
          <p:grpSpPr>
            <a:xfrm>
              <a:off x="6300192" y="1846262"/>
              <a:ext cx="1152128" cy="581472"/>
              <a:chOff x="6300192" y="1846262"/>
              <a:chExt cx="1152128" cy="581472"/>
            </a:xfrm>
          </p:grpSpPr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FEA17070-1CB1-43B4-B955-81000D76DB72}"/>
                  </a:ext>
                </a:extLst>
              </p:cNvPr>
              <p:cNvCxnSpPr/>
              <p:nvPr/>
            </p:nvCxnSpPr>
            <p:spPr>
              <a:xfrm>
                <a:off x="6300192" y="1846263"/>
                <a:ext cx="1152128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F3074EA4-A4CA-4297-BCD1-49B019AD2A78}"/>
                  </a:ext>
                </a:extLst>
              </p:cNvPr>
              <p:cNvCxnSpPr/>
              <p:nvPr/>
            </p:nvCxnSpPr>
            <p:spPr>
              <a:xfrm>
                <a:off x="6300192" y="2142024"/>
                <a:ext cx="1152128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55847549-5DA5-4297-983D-11BC05BA206D}"/>
                  </a:ext>
                </a:extLst>
              </p:cNvPr>
              <p:cNvCxnSpPr/>
              <p:nvPr/>
            </p:nvCxnSpPr>
            <p:spPr>
              <a:xfrm>
                <a:off x="6300192" y="2427734"/>
                <a:ext cx="1152128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76A612AA-7E06-44CE-A182-306D1F2ACAD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00192" y="1856315"/>
                <a:ext cx="0" cy="571419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D20D93EF-C2CB-4448-9F4A-38FFDC3EAF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52320" y="1856315"/>
                <a:ext cx="0" cy="571419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ED041600-9C8B-420A-860F-8C00EB6E29B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67500" y="1846262"/>
                <a:ext cx="0" cy="571419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8B6FEE1C-9F89-4603-9AD4-5EF17BE0AC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92280" y="1846263"/>
              <a:ext cx="0" cy="571419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6" name="对象 25">
              <a:extLst>
                <a:ext uri="{FF2B5EF4-FFF2-40B4-BE49-F238E27FC236}">
                  <a16:creationId xmlns:a16="http://schemas.microsoft.com/office/drawing/2014/main" id="{54E66A2F-7EBF-41EE-B45F-69A42918AC3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92304818"/>
                </p:ext>
              </p:extLst>
            </p:nvPr>
          </p:nvGraphicFramePr>
          <p:xfrm>
            <a:off x="6353321" y="2196484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2331" name="Equation" r:id="rId17" imgW="190440" imgH="203040" progId="Equation.DSMT4">
                    <p:embed/>
                  </p:oleObj>
                </mc:Choice>
                <mc:Fallback>
                  <p:oleObj name="Equation" r:id="rId17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353321" y="2196484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对象 23">
              <a:extLst>
                <a:ext uri="{FF2B5EF4-FFF2-40B4-BE49-F238E27FC236}">
                  <a16:creationId xmlns:a16="http://schemas.microsoft.com/office/drawing/2014/main" id="{9CB987ED-3881-4EE4-ACE2-5440FAF4BB8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7957454"/>
                </p:ext>
              </p:extLst>
            </p:nvPr>
          </p:nvGraphicFramePr>
          <p:xfrm>
            <a:off x="6410389" y="1900724"/>
            <a:ext cx="79276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2332" name="Equation" r:id="rId19" imgW="126720" imgH="241200" progId="Equation.DSMT4">
                    <p:embed/>
                  </p:oleObj>
                </mc:Choice>
                <mc:Fallback>
                  <p:oleObj name="Equation" r:id="rId19" imgW="12672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6410389" y="1900724"/>
                          <a:ext cx="79276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对象 26">
              <a:extLst>
                <a:ext uri="{FF2B5EF4-FFF2-40B4-BE49-F238E27FC236}">
                  <a16:creationId xmlns:a16="http://schemas.microsoft.com/office/drawing/2014/main" id="{816F4869-B60C-4A8E-8895-640108EC7E0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73133737"/>
                </p:ext>
              </p:extLst>
            </p:nvPr>
          </p:nvGraphicFramePr>
          <p:xfrm>
            <a:off x="6825928" y="1872628"/>
            <a:ext cx="1778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2333" name="Equation" r:id="rId21" imgW="177480" imgH="266400" progId="Equation.DSMT4">
                    <p:embed/>
                  </p:oleObj>
                </mc:Choice>
                <mc:Fallback>
                  <p:oleObj name="Equation" r:id="rId21" imgW="177480" imgH="266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6825928" y="1872628"/>
                          <a:ext cx="1778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对象 27">
              <a:extLst>
                <a:ext uri="{FF2B5EF4-FFF2-40B4-BE49-F238E27FC236}">
                  <a16:creationId xmlns:a16="http://schemas.microsoft.com/office/drawing/2014/main" id="{A563454B-6251-4657-80DC-583816C8112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585447"/>
                </p:ext>
              </p:extLst>
            </p:nvPr>
          </p:nvGraphicFramePr>
          <p:xfrm>
            <a:off x="7151365" y="1913903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2334" name="Equation" r:id="rId23" imgW="177480" imgH="190440" progId="Equation.DSMT4">
                    <p:embed/>
                  </p:oleObj>
                </mc:Choice>
                <mc:Fallback>
                  <p:oleObj name="Equation" r:id="rId23" imgW="17748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7151365" y="1913903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对象 28">
              <a:extLst>
                <a:ext uri="{FF2B5EF4-FFF2-40B4-BE49-F238E27FC236}">
                  <a16:creationId xmlns:a16="http://schemas.microsoft.com/office/drawing/2014/main" id="{37B3332C-EF19-48B4-AF1F-CE369318AB1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85196751"/>
                </p:ext>
              </p:extLst>
            </p:nvPr>
          </p:nvGraphicFramePr>
          <p:xfrm>
            <a:off x="6692578" y="2126628"/>
            <a:ext cx="3302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2335" name="Equation" r:id="rId25" imgW="330120" imgH="266400" progId="Equation.DSMT4">
                    <p:embed/>
                  </p:oleObj>
                </mc:Choice>
                <mc:Fallback>
                  <p:oleObj name="Equation" r:id="rId25" imgW="330120" imgH="266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6692578" y="2126628"/>
                          <a:ext cx="3302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对象 29">
              <a:extLst>
                <a:ext uri="{FF2B5EF4-FFF2-40B4-BE49-F238E27FC236}">
                  <a16:creationId xmlns:a16="http://schemas.microsoft.com/office/drawing/2014/main" id="{0BBBF50A-3D1E-4067-9C7F-7485FE5C841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9894073"/>
                </p:ext>
              </p:extLst>
            </p:nvPr>
          </p:nvGraphicFramePr>
          <p:xfrm>
            <a:off x="7145302" y="2197724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2336" name="Equation" r:id="rId27" imgW="177480" imgH="190440" progId="Equation.DSMT4">
                    <p:embed/>
                  </p:oleObj>
                </mc:Choice>
                <mc:Fallback>
                  <p:oleObj name="Equation" r:id="rId27" imgW="177480" imgH="190440" progId="Equation.DSMT4">
                    <p:embed/>
                    <p:pic>
                      <p:nvPicPr>
                        <p:cNvPr id="28" name="对象 27">
                          <a:extLst>
                            <a:ext uri="{FF2B5EF4-FFF2-40B4-BE49-F238E27FC236}">
                              <a16:creationId xmlns:a16="http://schemas.microsoft.com/office/drawing/2014/main" id="{A563454B-6251-4657-80DC-583816C8112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7145302" y="2197724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A782D1DE-2AAE-4271-8937-6949A296F1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72" y="2087021"/>
            <a:ext cx="4320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则</a:t>
            </a:r>
            <a:endParaRPr lang="en-US" altLang="zh-CN" sz="2400" b="1" dirty="0">
              <a:latin typeface="+mj-ea"/>
              <a:ea typeface="+mj-ea"/>
            </a:endParaRPr>
          </a:p>
        </p:txBody>
      </p:sp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5BF3205B-8602-4DD2-BEFF-F710515BC0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7991633"/>
              </p:ext>
            </p:extLst>
          </p:nvPr>
        </p:nvGraphicFramePr>
        <p:xfrm>
          <a:off x="1181397" y="2039938"/>
          <a:ext cx="1689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337" name="Equation" r:id="rId29" imgW="1688760" imgH="596880" progId="Equation.DSMT4">
                  <p:embed/>
                </p:oleObj>
              </mc:Choice>
              <mc:Fallback>
                <p:oleObj name="Equation" r:id="rId29" imgW="168876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181397" y="2039938"/>
                        <a:ext cx="16891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4A4012B4-7F2A-48A1-98F3-9A26B53CAF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5475558"/>
              </p:ext>
            </p:extLst>
          </p:nvPr>
        </p:nvGraphicFramePr>
        <p:xfrm>
          <a:off x="2866787" y="2047929"/>
          <a:ext cx="2641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338" name="Equation" r:id="rId31" imgW="2641320" imgH="596880" progId="Equation.DSMT4">
                  <p:embed/>
                </p:oleObj>
              </mc:Choice>
              <mc:Fallback>
                <p:oleObj name="Equation" r:id="rId31" imgW="2641320" imgH="59688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5BF3205B-8602-4DD2-BEFF-F710515BC0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866787" y="2047929"/>
                        <a:ext cx="26416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99B0BD13-4307-4230-9A1A-689993645D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873239"/>
              </p:ext>
            </p:extLst>
          </p:nvPr>
        </p:nvGraphicFramePr>
        <p:xfrm>
          <a:off x="5508387" y="2056653"/>
          <a:ext cx="18923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339" name="Equation" r:id="rId33" imgW="1892160" imgH="596880" progId="Equation.DSMT4">
                  <p:embed/>
                </p:oleObj>
              </mc:Choice>
              <mc:Fallback>
                <p:oleObj name="Equation" r:id="rId33" imgW="1892160" imgH="596880" progId="Equation.DSMT4">
                  <p:embed/>
                  <p:pic>
                    <p:nvPicPr>
                      <p:cNvPr id="34" name="对象 33">
                        <a:extLst>
                          <a:ext uri="{FF2B5EF4-FFF2-40B4-BE49-F238E27FC236}">
                            <a16:creationId xmlns:a16="http://schemas.microsoft.com/office/drawing/2014/main" id="{4A4012B4-7F2A-48A1-98F3-9A26B53CAF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5508387" y="2056653"/>
                        <a:ext cx="18923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16AC9457-DB76-4FB6-BAF8-96E75E065C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2996206"/>
              </p:ext>
            </p:extLst>
          </p:nvPr>
        </p:nvGraphicFramePr>
        <p:xfrm>
          <a:off x="7399338" y="2081213"/>
          <a:ext cx="1676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340" name="Equation" r:id="rId35" imgW="1676160" imgH="596880" progId="Equation.DSMT4">
                  <p:embed/>
                </p:oleObj>
              </mc:Choice>
              <mc:Fallback>
                <p:oleObj name="Equation" r:id="rId35" imgW="1676160" imgH="596880" progId="Equation.DSMT4">
                  <p:embed/>
                  <p:pic>
                    <p:nvPicPr>
                      <p:cNvPr id="35" name="对象 34">
                        <a:extLst>
                          <a:ext uri="{FF2B5EF4-FFF2-40B4-BE49-F238E27FC236}">
                            <a16:creationId xmlns:a16="http://schemas.microsoft.com/office/drawing/2014/main" id="{99B0BD13-4307-4230-9A1A-689993645D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7399338" y="2081213"/>
                        <a:ext cx="16764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文本框 36">
            <a:extLst>
              <a:ext uri="{FF2B5EF4-FFF2-40B4-BE49-F238E27FC236}">
                <a16:creationId xmlns:a16="http://schemas.microsoft.com/office/drawing/2014/main" id="{1665CC6B-6226-4A2B-B3B6-10A5F26722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899" y="2854943"/>
            <a:ext cx="4320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即</a:t>
            </a:r>
            <a:endParaRPr lang="en-US" altLang="zh-CN" sz="2400" b="1" dirty="0">
              <a:latin typeface="+mj-ea"/>
              <a:ea typeface="+mj-ea"/>
            </a:endParaRPr>
          </a:p>
        </p:txBody>
      </p:sp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B68089A7-208D-460B-B57D-2618E8762E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0517732"/>
              </p:ext>
            </p:extLst>
          </p:nvPr>
        </p:nvGraphicFramePr>
        <p:xfrm>
          <a:off x="1250950" y="2830513"/>
          <a:ext cx="35433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341" name="Equation" r:id="rId37" imgW="3543120" imgH="596880" progId="Equation.DSMT4">
                  <p:embed/>
                </p:oleObj>
              </mc:Choice>
              <mc:Fallback>
                <p:oleObj name="Equation" r:id="rId37" imgW="3543120" imgH="596880" progId="Equation.DSMT4">
                  <p:embed/>
                  <p:pic>
                    <p:nvPicPr>
                      <p:cNvPr id="35" name="对象 34">
                        <a:extLst>
                          <a:ext uri="{FF2B5EF4-FFF2-40B4-BE49-F238E27FC236}">
                            <a16:creationId xmlns:a16="http://schemas.microsoft.com/office/drawing/2014/main" id="{99B0BD13-4307-4230-9A1A-689993645D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1250950" y="2830513"/>
                        <a:ext cx="35433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5422F956-8E4F-4355-BA69-0F85092D7A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2767359"/>
              </p:ext>
            </p:extLst>
          </p:nvPr>
        </p:nvGraphicFramePr>
        <p:xfrm>
          <a:off x="4816237" y="2762821"/>
          <a:ext cx="1384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342" name="Equation" r:id="rId39" imgW="1384200" imgH="723600" progId="Equation.DSMT4">
                  <p:embed/>
                </p:oleObj>
              </mc:Choice>
              <mc:Fallback>
                <p:oleObj name="Equation" r:id="rId39" imgW="138420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4816237" y="2762821"/>
                        <a:ext cx="13843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" name="组合 42">
            <a:extLst>
              <a:ext uri="{FF2B5EF4-FFF2-40B4-BE49-F238E27FC236}">
                <a16:creationId xmlns:a16="http://schemas.microsoft.com/office/drawing/2014/main" id="{E262E103-560D-407B-AB1E-DEA592E3FAA0}"/>
              </a:ext>
            </a:extLst>
          </p:cNvPr>
          <p:cNvGrpSpPr/>
          <p:nvPr/>
        </p:nvGrpSpPr>
        <p:grpSpPr>
          <a:xfrm>
            <a:off x="610398" y="3562524"/>
            <a:ext cx="3385538" cy="461665"/>
            <a:chOff x="610398" y="3795886"/>
            <a:chExt cx="3385538" cy="461665"/>
          </a:xfrm>
        </p:grpSpPr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B1952B7-2D85-4F01-92C0-FD31E836E7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0398" y="3795886"/>
              <a:ext cx="338553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上式两边对  </a:t>
              </a:r>
              <a:r>
                <a:rPr lang="zh-CN" altLang="en-US" sz="2400" b="1" dirty="0">
                  <a:solidFill>
                    <a:srgbClr val="FF0000"/>
                  </a:solidFill>
                  <a:latin typeface="+mj-ea"/>
                  <a:ea typeface="+mj-ea"/>
                </a:rPr>
                <a:t>求导</a:t>
              </a:r>
              <a:r>
                <a:rPr lang="zh-CN" altLang="en-US" sz="2400" b="1" dirty="0">
                  <a:latin typeface="+mj-ea"/>
                  <a:ea typeface="+mj-ea"/>
                </a:rPr>
                <a:t>，得</a:t>
              </a:r>
              <a:endParaRPr lang="en-US" altLang="zh-CN" sz="2400" b="1" dirty="0">
                <a:latin typeface="+mj-ea"/>
                <a:ea typeface="+mj-ea"/>
              </a:endParaRPr>
            </a:p>
          </p:txBody>
        </p:sp>
        <p:graphicFrame>
          <p:nvGraphicFramePr>
            <p:cNvPr id="42" name="对象 41">
              <a:extLst>
                <a:ext uri="{FF2B5EF4-FFF2-40B4-BE49-F238E27FC236}">
                  <a16:creationId xmlns:a16="http://schemas.microsoft.com/office/drawing/2014/main" id="{5258F77C-7549-4128-994C-2D034BE213A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4863043"/>
                </p:ext>
              </p:extLst>
            </p:nvPr>
          </p:nvGraphicFramePr>
          <p:xfrm>
            <a:off x="2267744" y="3965575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2343" name="Equation" r:id="rId41" imgW="190440" imgH="203040" progId="Equation.DSMT4">
                    <p:embed/>
                  </p:oleObj>
                </mc:Choice>
                <mc:Fallback>
                  <p:oleObj name="Equation" r:id="rId41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2267744" y="3965575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9DC2D894-D2A8-460F-A2E4-525B504048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8848997"/>
              </p:ext>
            </p:extLst>
          </p:nvPr>
        </p:nvGraphicFramePr>
        <p:xfrm>
          <a:off x="1076325" y="4105276"/>
          <a:ext cx="1498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344" name="Equation" r:id="rId43" imgW="1498320" imgH="596880" progId="Equation.DSMT4">
                  <p:embed/>
                </p:oleObj>
              </mc:Choice>
              <mc:Fallback>
                <p:oleObj name="Equation" r:id="rId43" imgW="149832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1076325" y="4105276"/>
                        <a:ext cx="14986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>
            <a:extLst>
              <a:ext uri="{FF2B5EF4-FFF2-40B4-BE49-F238E27FC236}">
                <a16:creationId xmlns:a16="http://schemas.microsoft.com/office/drawing/2014/main" id="{676935BB-23FB-415C-8E07-5F23E023CD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4459110"/>
              </p:ext>
            </p:extLst>
          </p:nvPr>
        </p:nvGraphicFramePr>
        <p:xfrm>
          <a:off x="2549820" y="4270105"/>
          <a:ext cx="2451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345" name="Equation" r:id="rId45" imgW="2450880" imgH="342720" progId="Equation.DSMT4">
                  <p:embed/>
                </p:oleObj>
              </mc:Choice>
              <mc:Fallback>
                <p:oleObj name="Equation" r:id="rId45" imgW="24508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2549820" y="4270105"/>
                        <a:ext cx="2451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BE4BCF44-F3F6-4EB0-9DD3-1DEC0F8BD5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9298581"/>
              </p:ext>
            </p:extLst>
          </p:nvPr>
        </p:nvGraphicFramePr>
        <p:xfrm>
          <a:off x="4977730" y="4270105"/>
          <a:ext cx="2628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346" name="Equation" r:id="rId47" imgW="2628720" imgH="342720" progId="Equation.DSMT4">
                  <p:embed/>
                </p:oleObj>
              </mc:Choice>
              <mc:Fallback>
                <p:oleObj name="Equation" r:id="rId47" imgW="26287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4977730" y="4270105"/>
                        <a:ext cx="2628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>
            <a:extLst>
              <a:ext uri="{FF2B5EF4-FFF2-40B4-BE49-F238E27FC236}">
                <a16:creationId xmlns:a16="http://schemas.microsoft.com/office/drawing/2014/main" id="{76A018FE-6588-4855-8D4C-8E5B3519F0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5630571"/>
              </p:ext>
            </p:extLst>
          </p:nvPr>
        </p:nvGraphicFramePr>
        <p:xfrm>
          <a:off x="7697788" y="4073255"/>
          <a:ext cx="1079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2347" name="Equation" r:id="rId49" imgW="1079280" imgH="736560" progId="Equation.DSMT4">
                  <p:embed/>
                </p:oleObj>
              </mc:Choice>
              <mc:Fallback>
                <p:oleObj name="Equation" r:id="rId49" imgW="10792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7697788" y="4073255"/>
                        <a:ext cx="1079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5251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2" grpId="0"/>
      <p:bldP spid="3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10305">
            <a:extLst>
              <a:ext uri="{FF2B5EF4-FFF2-40B4-BE49-F238E27FC236}">
                <a16:creationId xmlns:a16="http://schemas.microsoft.com/office/drawing/2014/main" id="{1DF474FF-A146-40DD-836D-F9318854564F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466725"/>
            <a:ext cx="8208912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2.</a:t>
            </a:r>
            <a:r>
              <a:rPr lang="zh-CN" altLang="en-US" sz="2400" b="1" dirty="0">
                <a:latin typeface="+mj-ea"/>
              </a:rPr>
              <a:t>设    连续</a:t>
            </a:r>
            <a:r>
              <a:rPr lang="en-US" altLang="zh-CN" sz="2400" b="1" dirty="0">
                <a:latin typeface="+mj-ea"/>
              </a:rPr>
              <a:t>,</a:t>
            </a:r>
            <a:r>
              <a:rPr lang="zh-CN" altLang="en-US" sz="2400" b="1" dirty="0">
                <a:latin typeface="+mj-ea"/>
              </a:rPr>
              <a:t>且                      已知       求   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D2F4D58-E80B-483D-B65F-78EDDFBC1B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917804"/>
              </p:ext>
            </p:extLst>
          </p:nvPr>
        </p:nvGraphicFramePr>
        <p:xfrm>
          <a:off x="1403648" y="555526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109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F7F07E30-235B-43B5-997A-4B00A0CE4F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03648" y="555526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9465B10-2EBB-46F8-87B7-B55A81336F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3398932"/>
              </p:ext>
            </p:extLst>
          </p:nvPr>
        </p:nvGraphicFramePr>
        <p:xfrm>
          <a:off x="3059832" y="365026"/>
          <a:ext cx="3340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110" name="Equation" r:id="rId5" imgW="3340080" imgH="723600" progId="Equation.DSMT4">
                  <p:embed/>
                </p:oleObj>
              </mc:Choice>
              <mc:Fallback>
                <p:oleObj name="Equation" r:id="rId5" imgW="3340080" imgH="7236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F9913689-3406-4022-B36D-CE64E7F0EC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59832" y="365026"/>
                        <a:ext cx="33401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10AB10F-66C3-435D-885D-E5D8377D56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4926844"/>
              </p:ext>
            </p:extLst>
          </p:nvPr>
        </p:nvGraphicFramePr>
        <p:xfrm>
          <a:off x="7092280" y="568276"/>
          <a:ext cx="1028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111" name="Equation" r:id="rId7" imgW="1028520" imgH="342720" progId="Equation.DSMT4">
                  <p:embed/>
                </p:oleObj>
              </mc:Choice>
              <mc:Fallback>
                <p:oleObj name="Equation" r:id="rId7" imgW="102852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709EDA06-D37F-4024-A825-EFCAFD89CA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092280" y="568276"/>
                        <a:ext cx="1028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8A0119B-470B-4428-959B-34238CAFC7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8923188"/>
              </p:ext>
            </p:extLst>
          </p:nvPr>
        </p:nvGraphicFramePr>
        <p:xfrm>
          <a:off x="197148" y="986038"/>
          <a:ext cx="1206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112" name="Equation" r:id="rId9" imgW="1206360" imgH="596880" progId="Equation.DSMT4">
                  <p:embed/>
                </p:oleObj>
              </mc:Choice>
              <mc:Fallback>
                <p:oleObj name="Equation" r:id="rId9" imgW="1206360" imgH="5968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8E39BD2A-71B9-4706-AA92-EF2712A9EA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7148" y="986038"/>
                        <a:ext cx="12065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7A9CC7F8-0DE2-4B85-81CC-0E906ECB8F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1474" y="1017403"/>
            <a:ext cx="14089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的值</a:t>
            </a:r>
            <a:r>
              <a:rPr lang="en-US" altLang="zh-CN" sz="2400" b="1" dirty="0">
                <a:latin typeface="+mj-ea"/>
                <a:ea typeface="+mj-ea"/>
              </a:rPr>
              <a:t>.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183066A-7B99-4024-870F-620D3DC694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582938"/>
            <a:ext cx="10801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续解</a:t>
            </a:r>
            <a:endParaRPr lang="en-US" altLang="zh-CN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8698CB8-8C0C-421E-B77A-12084EA970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6232405"/>
              </p:ext>
            </p:extLst>
          </p:nvPr>
        </p:nvGraphicFramePr>
        <p:xfrm>
          <a:off x="776288" y="2024063"/>
          <a:ext cx="1498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113" name="Equation" r:id="rId11" imgW="1498320" imgH="596880" progId="Equation.DSMT4">
                  <p:embed/>
                </p:oleObj>
              </mc:Choice>
              <mc:Fallback>
                <p:oleObj name="Equation" r:id="rId11" imgW="1498320" imgH="596880" progId="Equation.DSMT4">
                  <p:embed/>
                  <p:pic>
                    <p:nvPicPr>
                      <p:cNvPr id="45" name="对象 44">
                        <a:extLst>
                          <a:ext uri="{FF2B5EF4-FFF2-40B4-BE49-F238E27FC236}">
                            <a16:creationId xmlns:a16="http://schemas.microsoft.com/office/drawing/2014/main" id="{9DC2D894-D2A8-460F-A2E4-525B504048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76288" y="2024063"/>
                        <a:ext cx="14986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A3DF727-0C7A-4547-9D7B-D728EE027C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7725865"/>
              </p:ext>
            </p:extLst>
          </p:nvPr>
        </p:nvGraphicFramePr>
        <p:xfrm>
          <a:off x="2250108" y="2188842"/>
          <a:ext cx="2451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114" name="Equation" r:id="rId13" imgW="2450880" imgH="342720" progId="Equation.DSMT4">
                  <p:embed/>
                </p:oleObj>
              </mc:Choice>
              <mc:Fallback>
                <p:oleObj name="Equation" r:id="rId13" imgW="2450880" imgH="342720" progId="Equation.DSMT4">
                  <p:embed/>
                  <p:pic>
                    <p:nvPicPr>
                      <p:cNvPr id="46" name="对象 45">
                        <a:extLst>
                          <a:ext uri="{FF2B5EF4-FFF2-40B4-BE49-F238E27FC236}">
                            <a16:creationId xmlns:a16="http://schemas.microsoft.com/office/drawing/2014/main" id="{676935BB-23FB-415C-8E07-5F23E023CD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250108" y="2188842"/>
                        <a:ext cx="2451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4B827775-E06D-457E-B006-DCC3B6E78E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3598173"/>
              </p:ext>
            </p:extLst>
          </p:nvPr>
        </p:nvGraphicFramePr>
        <p:xfrm>
          <a:off x="4678018" y="2188842"/>
          <a:ext cx="2628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115" name="Equation" r:id="rId15" imgW="2628720" imgH="342720" progId="Equation.DSMT4">
                  <p:embed/>
                </p:oleObj>
              </mc:Choice>
              <mc:Fallback>
                <p:oleObj name="Equation" r:id="rId15" imgW="2628720" imgH="342720" progId="Equation.DSMT4">
                  <p:embed/>
                  <p:pic>
                    <p:nvPicPr>
                      <p:cNvPr id="47" name="对象 46">
                        <a:extLst>
                          <a:ext uri="{FF2B5EF4-FFF2-40B4-BE49-F238E27FC236}">
                            <a16:creationId xmlns:a16="http://schemas.microsoft.com/office/drawing/2014/main" id="{BE4BCF44-F3F6-4EB0-9DD3-1DEC0F8BD5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678018" y="2188842"/>
                        <a:ext cx="2628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D48B39D-E5B1-4782-A45D-D3E3409A2E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0813167"/>
              </p:ext>
            </p:extLst>
          </p:nvPr>
        </p:nvGraphicFramePr>
        <p:xfrm>
          <a:off x="7398076" y="1991992"/>
          <a:ext cx="1079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116" name="Equation" r:id="rId17" imgW="1079280" imgH="736560" progId="Equation.DSMT4">
                  <p:embed/>
                </p:oleObj>
              </mc:Choice>
              <mc:Fallback>
                <p:oleObj name="Equation" r:id="rId17" imgW="1079280" imgH="736560" progId="Equation.DSMT4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76A018FE-6588-4855-8D4C-8E5B3519F0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398076" y="1991992"/>
                        <a:ext cx="1079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9C2E530D-8971-4392-9F17-8262735F41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269" y="2830807"/>
            <a:ext cx="8933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即</a:t>
            </a:r>
            <a:endParaRPr lang="en-US" altLang="zh-CN" sz="2400" b="1" dirty="0">
              <a:latin typeface="+mj-ea"/>
              <a:ea typeface="+mj-ea"/>
            </a:endParaRP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E64DED5D-5FC0-4AB4-A651-422512E955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0324060"/>
              </p:ext>
            </p:extLst>
          </p:nvPr>
        </p:nvGraphicFramePr>
        <p:xfrm>
          <a:off x="1328758" y="2721762"/>
          <a:ext cx="3517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117" name="Equation" r:id="rId19" imgW="3517560" imgH="736560" progId="Equation.DSMT4">
                  <p:embed/>
                </p:oleObj>
              </mc:Choice>
              <mc:Fallback>
                <p:oleObj name="Equation" r:id="rId19" imgW="3517560" imgH="7365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D8698CB8-8C0C-421E-B77A-12084EA970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328758" y="2721762"/>
                        <a:ext cx="3517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89D41BF6-DE78-441B-911B-F211D00D1CED}"/>
              </a:ext>
            </a:extLst>
          </p:cNvPr>
          <p:cNvGrpSpPr/>
          <p:nvPr/>
        </p:nvGrpSpPr>
        <p:grpSpPr>
          <a:xfrm>
            <a:off x="654268" y="3738950"/>
            <a:ext cx="2076153" cy="461665"/>
            <a:chOff x="654268" y="3738950"/>
            <a:chExt cx="2076153" cy="461665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0A75754-C31B-4B0C-99AC-16955A464A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268" y="3738950"/>
              <a:ext cx="207615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令     得</a:t>
              </a:r>
              <a:endParaRPr lang="en-US" altLang="zh-CN" sz="2400" b="1" dirty="0">
                <a:latin typeface="+mj-ea"/>
                <a:ea typeface="+mj-ea"/>
              </a:endParaRP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8BDBE78B-B3E8-4039-9665-B458A666BCE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45161679"/>
                </p:ext>
              </p:extLst>
            </p:nvPr>
          </p:nvGraphicFramePr>
          <p:xfrm>
            <a:off x="1090588" y="3827262"/>
            <a:ext cx="6731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0118" name="Equation" r:id="rId21" imgW="672840" imgH="330120" progId="Equation.DSMT4">
                    <p:embed/>
                  </p:oleObj>
                </mc:Choice>
                <mc:Fallback>
                  <p:oleObj name="Equation" r:id="rId21" imgW="67284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1090588" y="3827262"/>
                          <a:ext cx="6731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45E7E652-4A06-4C34-911E-CBA1DB4CA7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0362578"/>
              </p:ext>
            </p:extLst>
          </p:nvPr>
        </p:nvGraphicFramePr>
        <p:xfrm>
          <a:off x="2200008" y="3631658"/>
          <a:ext cx="3937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119" name="Equation" r:id="rId23" imgW="3936960" imgH="723600" progId="Equation.DSMT4">
                  <p:embed/>
                </p:oleObj>
              </mc:Choice>
              <mc:Fallback>
                <p:oleObj name="Equation" r:id="rId23" imgW="3936960" imgH="7236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E64DED5D-5FC0-4AB4-A651-422512E955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200008" y="3631658"/>
                        <a:ext cx="39370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85CB8700-A982-45D4-B156-F0D6CBE68A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8885" y="3738949"/>
            <a:ext cx="8933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于是</a:t>
            </a:r>
            <a:endParaRPr lang="en-US" altLang="zh-CN" sz="2400" b="1" dirty="0">
              <a:latin typeface="+mj-ea"/>
              <a:ea typeface="+mj-ea"/>
            </a:endParaRP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6DC2DF0F-4858-4251-9F60-52C3FE2F5A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0717351"/>
              </p:ext>
            </p:extLst>
          </p:nvPr>
        </p:nvGraphicFramePr>
        <p:xfrm>
          <a:off x="6943992" y="3604447"/>
          <a:ext cx="1816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0120" name="Equation" r:id="rId25" imgW="1815840" imgH="723600" progId="Equation.DSMT4">
                  <p:embed/>
                </p:oleObj>
              </mc:Choice>
              <mc:Fallback>
                <p:oleObj name="Equation" r:id="rId25" imgW="1815840" imgH="72360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45E7E652-4A06-4C34-911E-CBA1DB4CA7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6943992" y="3604447"/>
                        <a:ext cx="18161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3738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610305">
            <a:extLst>
              <a:ext uri="{FF2B5EF4-FFF2-40B4-BE49-F238E27FC236}">
                <a16:creationId xmlns:a16="http://schemas.microsoft.com/office/drawing/2014/main" id="{378D8925-33BB-4F55-B3D9-C2799DD6027C}"/>
              </a:ext>
            </a:extLst>
          </p:cNvPr>
          <p:cNvSpPr txBox="1">
            <a:spLocks noChangeArrowheads="1"/>
          </p:cNvSpPr>
          <p:nvPr/>
        </p:nvSpPr>
        <p:spPr>
          <a:xfrm>
            <a:off x="611560" y="297993"/>
            <a:ext cx="4877019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3.</a:t>
            </a:r>
            <a:r>
              <a:rPr lang="zh-CN" altLang="en-US" sz="2400" b="1" dirty="0">
                <a:latin typeface="+mj-ea"/>
              </a:rPr>
              <a:t>设函数    连续</a:t>
            </a:r>
            <a:r>
              <a:rPr lang="en-US" altLang="zh-CN" sz="2400" b="1" dirty="0">
                <a:latin typeface="+mj-ea"/>
              </a:rPr>
              <a:t>,</a:t>
            </a:r>
            <a:r>
              <a:rPr lang="zh-CN" altLang="en-US" sz="2400" b="1" dirty="0">
                <a:latin typeface="+mj-ea"/>
              </a:rPr>
              <a:t>且         求  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4419C1A-FB29-428B-9A01-5655ABD6BC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0260366"/>
              </p:ext>
            </p:extLst>
          </p:nvPr>
        </p:nvGraphicFramePr>
        <p:xfrm>
          <a:off x="1941614" y="399027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113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41614" y="399027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CF17FB5-0CA7-4CC8-A04F-CC55E39BC7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6881768"/>
              </p:ext>
            </p:extLst>
          </p:nvPr>
        </p:nvGraphicFramePr>
        <p:xfrm>
          <a:off x="3668142" y="424993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114" name="Equation" r:id="rId5" imgW="1143000" imgH="342720" progId="Equation.DSMT4">
                  <p:embed/>
                </p:oleObj>
              </mc:Choice>
              <mc:Fallback>
                <p:oleObj name="Equation" r:id="rId5" imgW="11430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68142" y="424993"/>
                        <a:ext cx="114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FB7F7E25-42FF-4C15-BC3D-BD661243E6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6334461"/>
              </p:ext>
            </p:extLst>
          </p:nvPr>
        </p:nvGraphicFramePr>
        <p:xfrm>
          <a:off x="5335490" y="-680"/>
          <a:ext cx="24130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115" name="Equation" r:id="rId7" imgW="2412720" imgH="1218960" progId="Equation.DSMT4">
                  <p:embed/>
                </p:oleObj>
              </mc:Choice>
              <mc:Fallback>
                <p:oleObj name="Equation" r:id="rId7" imgW="2412720" imgH="1218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35490" y="-680"/>
                        <a:ext cx="2413000" cy="1219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29C05698-1776-4D74-BBAE-C4B07BA638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1008627"/>
            <a:ext cx="4320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lang="en-US" altLang="zh-CN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CD4A46C1-6E87-42D7-B299-E8FCE5D27FE8}"/>
              </a:ext>
            </a:extLst>
          </p:cNvPr>
          <p:cNvGrpSpPr/>
          <p:nvPr/>
        </p:nvGrpSpPr>
        <p:grpSpPr>
          <a:xfrm>
            <a:off x="1101561" y="1008627"/>
            <a:ext cx="2246304" cy="461665"/>
            <a:chOff x="1173569" y="1348809"/>
            <a:chExt cx="2246304" cy="461665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ABC70CF-6AC2-4593-87B6-E9DA081DA3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3569" y="1348809"/>
              <a:ext cx="224630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令        则</a:t>
              </a:r>
              <a:endParaRPr lang="en-US" altLang="zh-CN" sz="2400" b="1" dirty="0">
                <a:latin typeface="+mj-ea"/>
                <a:ea typeface="+mj-ea"/>
              </a:endParaRPr>
            </a:p>
          </p:txBody>
        </p:sp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06C5D94D-84F1-40D3-92BD-B3AE10452BD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4149307"/>
                </p:ext>
              </p:extLst>
            </p:nvPr>
          </p:nvGraphicFramePr>
          <p:xfrm>
            <a:off x="1623257" y="1498180"/>
            <a:ext cx="10922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116" name="Equation" r:id="rId9" imgW="1091880" imgH="291960" progId="Equation.DSMT4">
                    <p:embed/>
                  </p:oleObj>
                </mc:Choice>
                <mc:Fallback>
                  <p:oleObj name="Equation" r:id="rId9" imgW="1091880" imgH="2919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623257" y="1498180"/>
                          <a:ext cx="1092200" cy="292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AA053ABB-0C35-4C20-A75F-40C7ED6E75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934"/>
              </p:ext>
            </p:extLst>
          </p:nvPr>
        </p:nvGraphicFramePr>
        <p:xfrm>
          <a:off x="789579" y="1575127"/>
          <a:ext cx="4699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117" name="Equation" r:id="rId11" imgW="4698720" imgH="596880" progId="Equation.DSMT4">
                  <p:embed/>
                </p:oleObj>
              </mc:Choice>
              <mc:Fallback>
                <p:oleObj name="Equation" r:id="rId11" imgW="469872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89579" y="1575127"/>
                        <a:ext cx="46990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75363399-58F1-484B-99A8-69163BC9B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2496399"/>
            <a:ext cx="819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原式</a:t>
            </a:r>
            <a:endParaRPr lang="en-US" altLang="zh-CN" sz="2400" b="1" dirty="0">
              <a:latin typeface="+mj-ea"/>
              <a:ea typeface="+mj-ea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4A01C2DE-FABB-4F30-BE2A-75B78B1506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7216132"/>
              </p:ext>
            </p:extLst>
          </p:nvPr>
        </p:nvGraphicFramePr>
        <p:xfrm>
          <a:off x="1464692" y="2147431"/>
          <a:ext cx="25654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118" name="Equation" r:id="rId13" imgW="2565360" imgH="1218960" progId="Equation.DSMT4">
                  <p:embed/>
                </p:oleObj>
              </mc:Choice>
              <mc:Fallback>
                <p:oleObj name="Equation" r:id="rId13" imgW="2565360" imgH="12189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FB7F7E25-42FF-4C15-BC3D-BD661243E6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464692" y="2147431"/>
                        <a:ext cx="2565400" cy="1219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2629D878-5150-487F-BA54-0A14A4EA86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0528009"/>
              </p:ext>
            </p:extLst>
          </p:nvPr>
        </p:nvGraphicFramePr>
        <p:xfrm>
          <a:off x="4184080" y="2152193"/>
          <a:ext cx="33528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119" name="Equation" r:id="rId15" imgW="3352680" imgH="1218960" progId="Equation.DSMT4">
                  <p:embed/>
                </p:oleObj>
              </mc:Choice>
              <mc:Fallback>
                <p:oleObj name="Equation" r:id="rId15" imgW="3352680" imgH="1218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184080" y="2152193"/>
                        <a:ext cx="3352800" cy="1219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8D55D71E-6B08-4F50-B503-BAA3346457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4066534"/>
              </p:ext>
            </p:extLst>
          </p:nvPr>
        </p:nvGraphicFramePr>
        <p:xfrm>
          <a:off x="1374880" y="3091446"/>
          <a:ext cx="228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120" name="Equation" r:id="rId17" imgW="228600" imgH="736560" progId="Equation.DSMT4">
                  <p:embed/>
                </p:oleObj>
              </mc:Choice>
              <mc:Fallback>
                <p:oleObj name="Equation" r:id="rId17" imgW="2286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374880" y="3091446"/>
                        <a:ext cx="228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C2716E8A-7532-45C0-A21A-FBBADEBAC1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3659575"/>
              </p:ext>
            </p:extLst>
          </p:nvPr>
        </p:nvGraphicFramePr>
        <p:xfrm>
          <a:off x="1483012" y="3500013"/>
          <a:ext cx="37338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121" name="Equation" r:id="rId19" imgW="3733560" imgH="1218960" progId="Equation.DSMT4">
                  <p:embed/>
                </p:oleObj>
              </mc:Choice>
              <mc:Fallback>
                <p:oleObj name="Equation" r:id="rId19" imgW="3733560" imgH="121896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2629D878-5150-487F-BA54-0A14A4EA86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483012" y="3500013"/>
                        <a:ext cx="3733800" cy="1219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17315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76F8E7B-B65D-406A-B915-3BDBCFCDA8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9673192"/>
              </p:ext>
            </p:extLst>
          </p:nvPr>
        </p:nvGraphicFramePr>
        <p:xfrm>
          <a:off x="1522073" y="555526"/>
          <a:ext cx="37338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917" name="Equation" r:id="rId3" imgW="3733560" imgH="1218960" progId="Equation.DSMT4">
                  <p:embed/>
                </p:oleObj>
              </mc:Choice>
              <mc:Fallback>
                <p:oleObj name="Equation" r:id="rId3" imgW="3733560" imgH="121896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0596FF3A-99B0-47E2-A26B-F71FD2BDE5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2073" y="555526"/>
                        <a:ext cx="3733800" cy="1219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8DF275C-5071-4321-93BC-E70B85FE65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1731086"/>
              </p:ext>
            </p:extLst>
          </p:nvPr>
        </p:nvGraphicFramePr>
        <p:xfrm>
          <a:off x="1512433" y="1945834"/>
          <a:ext cx="2400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918" name="Equation" r:id="rId5" imgW="2400120" imgH="888840" progId="Equation.DSMT4">
                  <p:embed/>
                </p:oleObj>
              </mc:Choice>
              <mc:Fallback>
                <p:oleObj name="Equation" r:id="rId5" imgW="2400120" imgH="88884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276F8E7B-B65D-406A-B915-3BDBCFCDA8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12433" y="1945834"/>
                        <a:ext cx="24003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D73CB06F-F428-4344-8A0D-7A4D3D27BA34}"/>
              </a:ext>
            </a:extLst>
          </p:cNvPr>
          <p:cNvGrpSpPr/>
          <p:nvPr/>
        </p:nvGrpSpPr>
        <p:grpSpPr>
          <a:xfrm>
            <a:off x="3664324" y="2159502"/>
            <a:ext cx="3183097" cy="461665"/>
            <a:chOff x="3664324" y="2159502"/>
            <a:chExt cx="3183097" cy="461665"/>
          </a:xfrm>
        </p:grpSpPr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56CEBB54-73E4-4EA9-99A4-A827B992ABC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9632000"/>
                </p:ext>
              </p:extLst>
            </p:nvPr>
          </p:nvGraphicFramePr>
          <p:xfrm>
            <a:off x="4258377" y="2225235"/>
            <a:ext cx="203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919" name="Equation" r:id="rId7" imgW="203040" imgH="330120" progId="Equation.DSMT4">
                    <p:embed/>
                  </p:oleObj>
                </mc:Choice>
                <mc:Fallback>
                  <p:oleObj name="Equation" r:id="rId7" imgW="20304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258377" y="2225235"/>
                          <a:ext cx="203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8D62D6C5-62F0-41C5-BD5A-C73B450937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4324" y="2159502"/>
              <a:ext cx="318309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 （  介于  和  之间）</a:t>
              </a:r>
              <a:endParaRPr lang="en-US" altLang="zh-CN" sz="2400" b="1" dirty="0">
                <a:latin typeface="+mj-ea"/>
                <a:ea typeface="+mj-ea"/>
              </a:endParaRP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541C5751-E9B0-455B-84C1-AC5AB8C18E2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9949973"/>
                </p:ext>
              </p:extLst>
            </p:nvPr>
          </p:nvGraphicFramePr>
          <p:xfrm>
            <a:off x="5231839" y="2309862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920" name="Equation" r:id="rId9" imgW="190440" imgH="203040" progId="Equation.DSMT4">
                    <p:embed/>
                  </p:oleObj>
                </mc:Choice>
                <mc:Fallback>
                  <p:oleObj name="Equation" r:id="rId9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231839" y="2309862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0A35368E-AFD5-4724-BBA8-2A02FA1F7D1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13641147"/>
                </p:ext>
              </p:extLst>
            </p:nvPr>
          </p:nvGraphicFramePr>
          <p:xfrm>
            <a:off x="5799318" y="2271762"/>
            <a:ext cx="1905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1921" name="Equation" r:id="rId11" imgW="190440" imgH="279360" progId="Equation.DSMT4">
                    <p:embed/>
                  </p:oleObj>
                </mc:Choice>
                <mc:Fallback>
                  <p:oleObj name="Equation" r:id="rId11" imgW="1904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799318" y="2271762"/>
                          <a:ext cx="1905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76F527B-F3D4-4519-8F7C-694AFE8C02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754660"/>
              </p:ext>
            </p:extLst>
          </p:nvPr>
        </p:nvGraphicFramePr>
        <p:xfrm>
          <a:off x="1522073" y="3219610"/>
          <a:ext cx="2336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922" name="Equation" r:id="rId13" imgW="2336760" imgH="787320" progId="Equation.DSMT4">
                  <p:embed/>
                </p:oleObj>
              </mc:Choice>
              <mc:Fallback>
                <p:oleObj name="Equation" r:id="rId13" imgW="233676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22073" y="3219610"/>
                        <a:ext cx="23368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36E2863B-4596-4A04-B6D7-B89FCC16BF64}"/>
              </a:ext>
            </a:extLst>
          </p:cNvPr>
          <p:cNvSpPr/>
          <p:nvPr/>
        </p:nvSpPr>
        <p:spPr>
          <a:xfrm>
            <a:off x="657907" y="1790170"/>
            <a:ext cx="17090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积分中值定理</a:t>
            </a:r>
            <a:endParaRPr lang="zh-CN" altLang="en-US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1438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0F644E6D-E96D-4081-B2D0-DA70E3D85686}"/>
              </a:ext>
            </a:extLst>
          </p:cNvPr>
          <p:cNvGrpSpPr/>
          <p:nvPr/>
        </p:nvGrpSpPr>
        <p:grpSpPr>
          <a:xfrm>
            <a:off x="395536" y="167730"/>
            <a:ext cx="8460432" cy="675233"/>
            <a:chOff x="683568" y="572542"/>
            <a:chExt cx="8460432" cy="675233"/>
          </a:xfrm>
        </p:grpSpPr>
        <p:sp>
          <p:nvSpPr>
            <p:cNvPr id="2" name="标题 610305">
              <a:extLst>
                <a:ext uri="{FF2B5EF4-FFF2-40B4-BE49-F238E27FC236}">
                  <a16:creationId xmlns:a16="http://schemas.microsoft.com/office/drawing/2014/main" id="{B9A87EBD-71A0-46F2-B391-FA3751A5301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83568" y="638175"/>
              <a:ext cx="8460432" cy="609600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2400" b="1" dirty="0">
                  <a:solidFill>
                    <a:srgbClr val="0066FF"/>
                  </a:solidFill>
                  <a:latin typeface="+mj-ea"/>
                </a:rPr>
                <a:t>4.</a:t>
              </a:r>
              <a:r>
                <a:rPr lang="zh-CN" altLang="en-US" sz="2400" b="1" dirty="0">
                  <a:latin typeface="+mj-ea"/>
                </a:rPr>
                <a:t>设    连续，且满足                            求</a:t>
              </a: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BC410ED8-372D-40B7-8B9E-B0DB3A22563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2091343"/>
                </p:ext>
              </p:extLst>
            </p:nvPr>
          </p:nvGraphicFramePr>
          <p:xfrm>
            <a:off x="1403648" y="699542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349" name="Equation" r:id="rId3" imgW="622080" imgH="342720" progId="Equation.DSMT4">
                    <p:embed/>
                  </p:oleObj>
                </mc:Choice>
                <mc:Fallback>
                  <p:oleObj name="Equation" r:id="rId3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403648" y="699542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5F1C3BEB-BC86-4A9F-A0C7-E7A5CAF5334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47119637"/>
                </p:ext>
              </p:extLst>
            </p:nvPr>
          </p:nvGraphicFramePr>
          <p:xfrm>
            <a:off x="3884414" y="572542"/>
            <a:ext cx="31496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350" name="Equation" r:id="rId5" imgW="3149280" imgH="596880" progId="Equation.DSMT4">
                    <p:embed/>
                  </p:oleObj>
                </mc:Choice>
                <mc:Fallback>
                  <p:oleObj name="Equation" r:id="rId5" imgW="3149280" imgH="596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884414" y="572542"/>
                          <a:ext cx="31496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A5DE267A-2B65-4AC4-B925-F43DFB6D81A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58082762"/>
                </p:ext>
              </p:extLst>
            </p:nvPr>
          </p:nvGraphicFramePr>
          <p:xfrm>
            <a:off x="7067581" y="739543"/>
            <a:ext cx="1092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351" name="Equation" r:id="rId7" imgW="1091880" imgH="342720" progId="Equation.DSMT4">
                    <p:embed/>
                  </p:oleObj>
                </mc:Choice>
                <mc:Fallback>
                  <p:oleObj name="Equation" r:id="rId7" imgW="10918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067581" y="739543"/>
                          <a:ext cx="1092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C2EEDF26-EAFF-4AAC-AADB-E815AA6AF90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6630616"/>
                </p:ext>
              </p:extLst>
            </p:nvPr>
          </p:nvGraphicFramePr>
          <p:xfrm>
            <a:off x="8388424" y="739543"/>
            <a:ext cx="6858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352" name="Equation" r:id="rId9" imgW="685800" imgH="342720" progId="Equation.DSMT4">
                    <p:embed/>
                  </p:oleObj>
                </mc:Choice>
                <mc:Fallback>
                  <p:oleObj name="Equation" r:id="rId9" imgW="6858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8388424" y="739543"/>
                          <a:ext cx="6858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A5C31C14-8D20-4474-96EC-29329F3946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842963"/>
            <a:ext cx="4320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lang="en-US" altLang="zh-CN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A084F58A-6DF5-41C5-A11D-5792564204EF}"/>
              </a:ext>
            </a:extLst>
          </p:cNvPr>
          <p:cNvGrpSpPr/>
          <p:nvPr/>
        </p:nvGrpSpPr>
        <p:grpSpPr>
          <a:xfrm>
            <a:off x="971600" y="842963"/>
            <a:ext cx="4464496" cy="461665"/>
            <a:chOff x="971600" y="1109141"/>
            <a:chExt cx="4464496" cy="461665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74BBEA3-A52C-4E5F-957E-6092124853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1600" y="1109141"/>
              <a:ext cx="446449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当     时，令</a:t>
              </a:r>
              <a:endParaRPr lang="en-US" altLang="zh-CN" sz="2400" b="1" dirty="0">
                <a:latin typeface="+mj-ea"/>
                <a:ea typeface="+mj-ea"/>
              </a:endParaRP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6E75DA15-BE58-4BAA-991D-7FF3EBA43F0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8273085"/>
                </p:ext>
              </p:extLst>
            </p:nvPr>
          </p:nvGraphicFramePr>
          <p:xfrm>
            <a:off x="1414066" y="1216782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353" name="Equation" r:id="rId11" imgW="647640" imgH="279360" progId="Equation.DSMT4">
                    <p:embed/>
                  </p:oleObj>
                </mc:Choice>
                <mc:Fallback>
                  <p:oleObj name="Equation" r:id="rId11" imgW="6476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414066" y="1216782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>
              <a:extLst>
                <a:ext uri="{FF2B5EF4-FFF2-40B4-BE49-F238E27FC236}">
                  <a16:creationId xmlns:a16="http://schemas.microsoft.com/office/drawing/2014/main" id="{B78A5A97-8639-49FF-B2F6-7582CDC3E6F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1797383"/>
                </p:ext>
              </p:extLst>
            </p:nvPr>
          </p:nvGraphicFramePr>
          <p:xfrm>
            <a:off x="3202682" y="1242987"/>
            <a:ext cx="7874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354" name="Equation" r:id="rId13" imgW="787320" imgH="291960" progId="Equation.DSMT4">
                    <p:embed/>
                  </p:oleObj>
                </mc:Choice>
                <mc:Fallback>
                  <p:oleObj name="Equation" r:id="rId13" imgW="787320" imgH="2919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202682" y="1242987"/>
                          <a:ext cx="787400" cy="292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A14F5A08-7BBB-48A3-AC7F-19D46600468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67255619"/>
                </p:ext>
              </p:extLst>
            </p:nvPr>
          </p:nvGraphicFramePr>
          <p:xfrm>
            <a:off x="4073302" y="1214872"/>
            <a:ext cx="1104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355" name="Equation" r:id="rId15" imgW="1104840" imgH="279360" progId="Equation.DSMT4">
                    <p:embed/>
                  </p:oleObj>
                </mc:Choice>
                <mc:Fallback>
                  <p:oleObj name="Equation" r:id="rId15" imgW="1104840" imgH="279360" progId="Equation.DSMT4">
                    <p:embed/>
                    <p:pic>
                      <p:nvPicPr>
                        <p:cNvPr id="11" name="对象 10">
                          <a:extLst>
                            <a:ext uri="{FF2B5EF4-FFF2-40B4-BE49-F238E27FC236}">
                              <a16:creationId xmlns:a16="http://schemas.microsoft.com/office/drawing/2014/main" id="{B78A5A97-8639-49FF-B2F6-7582CDC3E6F5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4073302" y="1214872"/>
                          <a:ext cx="1104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3FA3808-31CD-4220-BE7D-730F10775526}"/>
              </a:ext>
            </a:extLst>
          </p:cNvPr>
          <p:cNvGrpSpPr/>
          <p:nvPr/>
        </p:nvGrpSpPr>
        <p:grpSpPr>
          <a:xfrm>
            <a:off x="6515050" y="764630"/>
            <a:ext cx="1152128" cy="581472"/>
            <a:chOff x="6300192" y="1846262"/>
            <a:chExt cx="1152128" cy="581472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F49A14D7-4A26-496D-B0D0-EB5D720367C1}"/>
                </a:ext>
              </a:extLst>
            </p:cNvPr>
            <p:cNvGrpSpPr/>
            <p:nvPr/>
          </p:nvGrpSpPr>
          <p:grpSpPr>
            <a:xfrm>
              <a:off x="6300192" y="1846262"/>
              <a:ext cx="1152128" cy="581472"/>
              <a:chOff x="6300192" y="1846262"/>
              <a:chExt cx="1152128" cy="581472"/>
            </a:xfrm>
          </p:grpSpPr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627C0434-2C02-4BEC-8290-862CECEFAB23}"/>
                  </a:ext>
                </a:extLst>
              </p:cNvPr>
              <p:cNvCxnSpPr/>
              <p:nvPr/>
            </p:nvCxnSpPr>
            <p:spPr>
              <a:xfrm>
                <a:off x="6300192" y="1846263"/>
                <a:ext cx="1152128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6BEFCEEE-E1C3-4752-AEEC-1F0387C416E9}"/>
                  </a:ext>
                </a:extLst>
              </p:cNvPr>
              <p:cNvCxnSpPr/>
              <p:nvPr/>
            </p:nvCxnSpPr>
            <p:spPr>
              <a:xfrm>
                <a:off x="6300192" y="2142024"/>
                <a:ext cx="1152128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D5F05A7A-8952-4DF3-9BB2-65B3166C4F81}"/>
                  </a:ext>
                </a:extLst>
              </p:cNvPr>
              <p:cNvCxnSpPr/>
              <p:nvPr/>
            </p:nvCxnSpPr>
            <p:spPr>
              <a:xfrm>
                <a:off x="6300192" y="2427734"/>
                <a:ext cx="1152128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464A11D6-9137-433F-965C-F9A0651343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00192" y="1856315"/>
                <a:ext cx="0" cy="571419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15B09855-DC26-4171-B447-F1ACD26F4AF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52320" y="1856315"/>
                <a:ext cx="0" cy="571419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0787284D-02CB-469B-B5A7-243CC27D10A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67500" y="1846262"/>
                <a:ext cx="0" cy="571419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3162FA30-0FD4-4770-9B28-C16AA013D8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92280" y="1846263"/>
              <a:ext cx="0" cy="571419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8" name="对象 17">
              <a:extLst>
                <a:ext uri="{FF2B5EF4-FFF2-40B4-BE49-F238E27FC236}">
                  <a16:creationId xmlns:a16="http://schemas.microsoft.com/office/drawing/2014/main" id="{C696BEC0-B042-4B50-ADB0-80F46F38F55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8347524"/>
                </p:ext>
              </p:extLst>
            </p:nvPr>
          </p:nvGraphicFramePr>
          <p:xfrm>
            <a:off x="6353321" y="2196484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356" name="Equation" r:id="rId17" imgW="190440" imgH="203040" progId="Equation.DSMT4">
                    <p:embed/>
                  </p:oleObj>
                </mc:Choice>
                <mc:Fallback>
                  <p:oleObj name="Equation" r:id="rId17" imgW="190440" imgH="203040" progId="Equation.DSMT4">
                    <p:embed/>
                    <p:pic>
                      <p:nvPicPr>
                        <p:cNvPr id="26" name="对象 25">
                          <a:extLst>
                            <a:ext uri="{FF2B5EF4-FFF2-40B4-BE49-F238E27FC236}">
                              <a16:creationId xmlns:a16="http://schemas.microsoft.com/office/drawing/2014/main" id="{54E66A2F-7EBF-41EE-B45F-69A42918AC3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6353321" y="2196484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BED653D7-E8C8-44A3-B173-FE37362AC67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19794001"/>
                </p:ext>
              </p:extLst>
            </p:nvPr>
          </p:nvGraphicFramePr>
          <p:xfrm>
            <a:off x="6410389" y="1900724"/>
            <a:ext cx="79276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357" name="Equation" r:id="rId19" imgW="126720" imgH="241200" progId="Equation.DSMT4">
                    <p:embed/>
                  </p:oleObj>
                </mc:Choice>
                <mc:Fallback>
                  <p:oleObj name="Equation" r:id="rId19" imgW="126720" imgH="241200" progId="Equation.DSMT4">
                    <p:embed/>
                    <p:pic>
                      <p:nvPicPr>
                        <p:cNvPr id="24" name="对象 23">
                          <a:extLst>
                            <a:ext uri="{FF2B5EF4-FFF2-40B4-BE49-F238E27FC236}">
                              <a16:creationId xmlns:a16="http://schemas.microsoft.com/office/drawing/2014/main" id="{9CB987ED-3881-4EE4-ACE2-5440FAF4BB8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6410389" y="1900724"/>
                          <a:ext cx="79276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对象 19">
              <a:extLst>
                <a:ext uri="{FF2B5EF4-FFF2-40B4-BE49-F238E27FC236}">
                  <a16:creationId xmlns:a16="http://schemas.microsoft.com/office/drawing/2014/main" id="{99DFC50C-08C8-48BB-9E9D-9253D850B53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57091196"/>
                </p:ext>
              </p:extLst>
            </p:nvPr>
          </p:nvGraphicFramePr>
          <p:xfrm>
            <a:off x="6825928" y="1872628"/>
            <a:ext cx="1778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358" name="Equation" r:id="rId21" imgW="177480" imgH="266400" progId="Equation.DSMT4">
                    <p:embed/>
                  </p:oleObj>
                </mc:Choice>
                <mc:Fallback>
                  <p:oleObj name="Equation" r:id="rId21" imgW="177480" imgH="266400" progId="Equation.DSMT4">
                    <p:embed/>
                    <p:pic>
                      <p:nvPicPr>
                        <p:cNvPr id="27" name="对象 26">
                          <a:extLst>
                            <a:ext uri="{FF2B5EF4-FFF2-40B4-BE49-F238E27FC236}">
                              <a16:creationId xmlns:a16="http://schemas.microsoft.com/office/drawing/2014/main" id="{816F4869-B60C-4A8E-8895-640108EC7E04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6825928" y="1872628"/>
                          <a:ext cx="1778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对象 20">
              <a:extLst>
                <a:ext uri="{FF2B5EF4-FFF2-40B4-BE49-F238E27FC236}">
                  <a16:creationId xmlns:a16="http://schemas.microsoft.com/office/drawing/2014/main" id="{99153A2D-96B2-4833-A174-40CCD1C3F3E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7404668"/>
                </p:ext>
              </p:extLst>
            </p:nvPr>
          </p:nvGraphicFramePr>
          <p:xfrm>
            <a:off x="7176542" y="1882254"/>
            <a:ext cx="1270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359" name="Equation" r:id="rId23" imgW="126720" imgH="253800" progId="Equation.DSMT4">
                    <p:embed/>
                  </p:oleObj>
                </mc:Choice>
                <mc:Fallback>
                  <p:oleObj name="Equation" r:id="rId23" imgW="126720" imgH="253800" progId="Equation.DSMT4">
                    <p:embed/>
                    <p:pic>
                      <p:nvPicPr>
                        <p:cNvPr id="28" name="对象 27">
                          <a:extLst>
                            <a:ext uri="{FF2B5EF4-FFF2-40B4-BE49-F238E27FC236}">
                              <a16:creationId xmlns:a16="http://schemas.microsoft.com/office/drawing/2014/main" id="{A563454B-6251-4657-80DC-583816C8112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7176542" y="1882254"/>
                          <a:ext cx="1270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640C6C34-E231-4F3F-B225-FE952B86147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19550957"/>
                </p:ext>
              </p:extLst>
            </p:nvPr>
          </p:nvGraphicFramePr>
          <p:xfrm>
            <a:off x="6823361" y="2146503"/>
            <a:ext cx="177800" cy="266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360" name="Equation" r:id="rId25" imgW="177480" imgH="266400" progId="Equation.DSMT4">
                    <p:embed/>
                  </p:oleObj>
                </mc:Choice>
                <mc:Fallback>
                  <p:oleObj name="Equation" r:id="rId25" imgW="177480" imgH="266400" progId="Equation.DSMT4">
                    <p:embed/>
                    <p:pic>
                      <p:nvPicPr>
                        <p:cNvPr id="29" name="对象 28">
                          <a:extLst>
                            <a:ext uri="{FF2B5EF4-FFF2-40B4-BE49-F238E27FC236}">
                              <a16:creationId xmlns:a16="http://schemas.microsoft.com/office/drawing/2014/main" id="{37B3332C-EF19-48B4-AF1F-CE369318AB1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6823361" y="2146503"/>
                          <a:ext cx="177800" cy="266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对象 22">
              <a:extLst>
                <a:ext uri="{FF2B5EF4-FFF2-40B4-BE49-F238E27FC236}">
                  <a16:creationId xmlns:a16="http://schemas.microsoft.com/office/drawing/2014/main" id="{BB6A978E-4B86-4D77-B3F1-09E70B7EDF3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45123602"/>
                </p:ext>
              </p:extLst>
            </p:nvPr>
          </p:nvGraphicFramePr>
          <p:xfrm>
            <a:off x="7145302" y="2197724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361" name="Equation" r:id="rId27" imgW="177480" imgH="190440" progId="Equation.DSMT4">
                    <p:embed/>
                  </p:oleObj>
                </mc:Choice>
                <mc:Fallback>
                  <p:oleObj name="Equation" r:id="rId27" imgW="177480" imgH="190440" progId="Equation.DSMT4">
                    <p:embed/>
                    <p:pic>
                      <p:nvPicPr>
                        <p:cNvPr id="30" name="对象 29">
                          <a:extLst>
                            <a:ext uri="{FF2B5EF4-FFF2-40B4-BE49-F238E27FC236}">
                              <a16:creationId xmlns:a16="http://schemas.microsoft.com/office/drawing/2014/main" id="{0BBBF50A-3D1E-4067-9C7F-7485FE5C841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7145302" y="2197724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1E4DBC09-EB05-4BE6-8BC4-5926EFDBC1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6782396"/>
              </p:ext>
            </p:extLst>
          </p:nvPr>
        </p:nvGraphicFramePr>
        <p:xfrm>
          <a:off x="1078418" y="1551519"/>
          <a:ext cx="14097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362" name="Equation" r:id="rId29" imgW="1409400" imgH="596880" progId="Equation.DSMT4">
                  <p:embed/>
                </p:oleObj>
              </mc:Choice>
              <mc:Fallback>
                <p:oleObj name="Equation" r:id="rId29" imgW="1409400" imgH="5968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5F1C3BEB-BC86-4A9F-A0C7-E7A5CAF533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078418" y="1551519"/>
                        <a:ext cx="14097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D6445D0C-DAC8-4F59-B49D-7ACE365CD3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2761287"/>
              </p:ext>
            </p:extLst>
          </p:nvPr>
        </p:nvGraphicFramePr>
        <p:xfrm>
          <a:off x="2555776" y="1481669"/>
          <a:ext cx="1689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363" name="Equation" r:id="rId31" imgW="1688760" imgH="736560" progId="Equation.DSMT4">
                  <p:embed/>
                </p:oleObj>
              </mc:Choice>
              <mc:Fallback>
                <p:oleObj name="Equation" r:id="rId31" imgW="1688760" imgH="73656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1E4DBC09-EB05-4BE6-8BC4-5926EFDBC1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2555776" y="1481669"/>
                        <a:ext cx="1689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81608235-10AC-45C9-BEC0-797ADAEC82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7574441"/>
              </p:ext>
            </p:extLst>
          </p:nvPr>
        </p:nvGraphicFramePr>
        <p:xfrm>
          <a:off x="4312534" y="1699419"/>
          <a:ext cx="1714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364" name="Equation" r:id="rId33" imgW="1714320" imgH="342720" progId="Equation.DSMT4">
                  <p:embed/>
                </p:oleObj>
              </mc:Choice>
              <mc:Fallback>
                <p:oleObj name="Equation" r:id="rId33" imgW="17143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4312534" y="1699419"/>
                        <a:ext cx="17145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" name="组合 43">
            <a:extLst>
              <a:ext uri="{FF2B5EF4-FFF2-40B4-BE49-F238E27FC236}">
                <a16:creationId xmlns:a16="http://schemas.microsoft.com/office/drawing/2014/main" id="{2C3048C2-1E0E-472B-A518-052F756AA184}"/>
              </a:ext>
            </a:extLst>
          </p:cNvPr>
          <p:cNvGrpSpPr/>
          <p:nvPr/>
        </p:nvGrpSpPr>
        <p:grpSpPr>
          <a:xfrm>
            <a:off x="499514" y="3006808"/>
            <a:ext cx="3745362" cy="461665"/>
            <a:chOff x="499515" y="3235906"/>
            <a:chExt cx="3745362" cy="461665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5147CBB2-0579-4E32-AF49-AD6C59528F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515" y="3235906"/>
              <a:ext cx="374536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显然     时也满足   式</a:t>
              </a:r>
              <a:r>
                <a:rPr lang="en-US" altLang="zh-CN" sz="2400" b="1" dirty="0">
                  <a:latin typeface="+mj-ea"/>
                  <a:ea typeface="+mj-ea"/>
                </a:rPr>
                <a:t>.</a:t>
              </a:r>
            </a:p>
          </p:txBody>
        </p:sp>
        <p:graphicFrame>
          <p:nvGraphicFramePr>
            <p:cNvPr id="40" name="对象 39">
              <a:extLst>
                <a:ext uri="{FF2B5EF4-FFF2-40B4-BE49-F238E27FC236}">
                  <a16:creationId xmlns:a16="http://schemas.microsoft.com/office/drawing/2014/main" id="{CDF5D40C-71D0-4E45-A193-4BE1A5DC3D8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97287844"/>
                </p:ext>
              </p:extLst>
            </p:nvPr>
          </p:nvGraphicFramePr>
          <p:xfrm>
            <a:off x="1223963" y="3333524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365" name="Equation" r:id="rId35" imgW="647640" imgH="279360" progId="Equation.DSMT4">
                    <p:embed/>
                  </p:oleObj>
                </mc:Choice>
                <mc:Fallback>
                  <p:oleObj name="Equation" r:id="rId35" imgW="6476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6"/>
                        <a:stretch>
                          <a:fillRect/>
                        </a:stretch>
                      </p:blipFill>
                      <p:spPr>
                        <a:xfrm>
                          <a:off x="1223963" y="3333524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" name="对象 42">
              <a:extLst>
                <a:ext uri="{FF2B5EF4-FFF2-40B4-BE49-F238E27FC236}">
                  <a16:creationId xmlns:a16="http://schemas.microsoft.com/office/drawing/2014/main" id="{797B2262-3E0E-4127-84BE-A2A6333F671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02247910"/>
                </p:ext>
              </p:extLst>
            </p:nvPr>
          </p:nvGraphicFramePr>
          <p:xfrm>
            <a:off x="3275856" y="3333524"/>
            <a:ext cx="381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366" name="Equation" r:id="rId37" imgW="380880" imgH="342720" progId="Equation.DSMT4">
                    <p:embed/>
                  </p:oleObj>
                </mc:Choice>
                <mc:Fallback>
                  <p:oleObj name="Equation" r:id="rId37" imgW="380880" imgH="342720" progId="Equation.DSMT4">
                    <p:embed/>
                    <p:pic>
                      <p:nvPicPr>
                        <p:cNvPr id="36" name="对象 35">
                          <a:extLst>
                            <a:ext uri="{FF2B5EF4-FFF2-40B4-BE49-F238E27FC236}">
                              <a16:creationId xmlns:a16="http://schemas.microsoft.com/office/drawing/2014/main" id="{785B6E74-DDBF-45F3-8A16-C00C40B5FA5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8"/>
                        <a:stretch>
                          <a:fillRect/>
                        </a:stretch>
                      </p:blipFill>
                      <p:spPr>
                        <a:xfrm>
                          <a:off x="3275856" y="3333524"/>
                          <a:ext cx="381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98294A28-FB31-4AA2-B62B-B8B633654596}"/>
              </a:ext>
            </a:extLst>
          </p:cNvPr>
          <p:cNvGrpSpPr/>
          <p:nvPr/>
        </p:nvGrpSpPr>
        <p:grpSpPr>
          <a:xfrm>
            <a:off x="539468" y="2212037"/>
            <a:ext cx="4820816" cy="596900"/>
            <a:chOff x="539468" y="2478215"/>
            <a:chExt cx="4820816" cy="596900"/>
          </a:xfrm>
        </p:grpSpPr>
        <p:graphicFrame>
          <p:nvGraphicFramePr>
            <p:cNvPr id="36" name="对象 35">
              <a:extLst>
                <a:ext uri="{FF2B5EF4-FFF2-40B4-BE49-F238E27FC236}">
                  <a16:creationId xmlns:a16="http://schemas.microsoft.com/office/drawing/2014/main" id="{785B6E74-DDBF-45F3-8A16-C00C40B5FA5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65989975"/>
                </p:ext>
              </p:extLst>
            </p:nvPr>
          </p:nvGraphicFramePr>
          <p:xfrm>
            <a:off x="4979284" y="2663554"/>
            <a:ext cx="381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367" name="Equation" r:id="rId39" imgW="380880" imgH="342720" progId="Equation.DSMT4">
                    <p:embed/>
                  </p:oleObj>
                </mc:Choice>
                <mc:Fallback>
                  <p:oleObj name="Equation" r:id="rId39" imgW="3808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0"/>
                        <a:stretch>
                          <a:fillRect/>
                        </a:stretch>
                      </p:blipFill>
                      <p:spPr>
                        <a:xfrm>
                          <a:off x="4979284" y="2663554"/>
                          <a:ext cx="381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76F09354-0D78-4AE2-8D2C-D80DB17697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468" y="2590178"/>
              <a:ext cx="444404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即</a:t>
              </a:r>
              <a:endParaRPr lang="en-US" altLang="zh-CN" sz="2400" b="1" dirty="0">
                <a:latin typeface="+mj-ea"/>
                <a:ea typeface="+mj-ea"/>
              </a:endParaRPr>
            </a:p>
          </p:txBody>
        </p:sp>
        <p:graphicFrame>
          <p:nvGraphicFramePr>
            <p:cNvPr id="38" name="对象 37">
              <a:extLst>
                <a:ext uri="{FF2B5EF4-FFF2-40B4-BE49-F238E27FC236}">
                  <a16:creationId xmlns:a16="http://schemas.microsoft.com/office/drawing/2014/main" id="{E31FC101-AE68-4BB7-BA61-F7EEB6F84FD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10652263"/>
                </p:ext>
              </p:extLst>
            </p:nvPr>
          </p:nvGraphicFramePr>
          <p:xfrm>
            <a:off x="1360731" y="2478215"/>
            <a:ext cx="3416300" cy="596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368" name="Equation" r:id="rId41" imgW="3416040" imgH="596880" progId="Equation.DSMT4">
                    <p:embed/>
                  </p:oleObj>
                </mc:Choice>
                <mc:Fallback>
                  <p:oleObj name="Equation" r:id="rId41" imgW="3416040" imgH="596880" progId="Equation.DSMT4">
                    <p:embed/>
                    <p:pic>
                      <p:nvPicPr>
                        <p:cNvPr id="31" name="对象 30">
                          <a:extLst>
                            <a:ext uri="{FF2B5EF4-FFF2-40B4-BE49-F238E27FC236}">
                              <a16:creationId xmlns:a16="http://schemas.microsoft.com/office/drawing/2014/main" id="{D6445D0C-DAC8-4F59-B49D-7ACE365CD33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2"/>
                        <a:stretch>
                          <a:fillRect/>
                        </a:stretch>
                      </p:blipFill>
                      <p:spPr>
                        <a:xfrm>
                          <a:off x="1360731" y="2478215"/>
                          <a:ext cx="3416300" cy="596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0A387EBD-50DF-49B5-BD69-143FF80A41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9632" y="3054106"/>
              <a:ext cx="3432277" cy="831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507D63A9-2D75-41FF-A4EF-6AFCDC4BF192}"/>
              </a:ext>
            </a:extLst>
          </p:cNvPr>
          <p:cNvGrpSpPr/>
          <p:nvPr/>
        </p:nvGrpSpPr>
        <p:grpSpPr>
          <a:xfrm>
            <a:off x="475374" y="3485513"/>
            <a:ext cx="4695808" cy="461665"/>
            <a:chOff x="475374" y="3751691"/>
            <a:chExt cx="4695808" cy="461665"/>
          </a:xfrm>
        </p:grpSpPr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C43965ED-5625-4254-AAE7-98D6CDA8CA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374" y="3751691"/>
              <a:ext cx="469580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对   式两边关于  求导并整理得</a:t>
              </a:r>
              <a:endParaRPr lang="en-US" altLang="zh-CN" sz="2400" b="1" dirty="0">
                <a:latin typeface="+mj-ea"/>
                <a:ea typeface="+mj-ea"/>
              </a:endParaRPr>
            </a:p>
          </p:txBody>
        </p:sp>
        <p:graphicFrame>
          <p:nvGraphicFramePr>
            <p:cNvPr id="47" name="对象 46">
              <a:extLst>
                <a:ext uri="{FF2B5EF4-FFF2-40B4-BE49-F238E27FC236}">
                  <a16:creationId xmlns:a16="http://schemas.microsoft.com/office/drawing/2014/main" id="{A292CEAA-2951-43B3-882F-5F3C36BEA93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17712466"/>
                </p:ext>
              </p:extLst>
            </p:nvPr>
          </p:nvGraphicFramePr>
          <p:xfrm>
            <a:off x="2881155" y="3910380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369" name="Equation" r:id="rId43" imgW="190440" imgH="203040" progId="Equation.DSMT4">
                    <p:embed/>
                  </p:oleObj>
                </mc:Choice>
                <mc:Fallback>
                  <p:oleObj name="Equation" r:id="rId43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4"/>
                        <a:stretch>
                          <a:fillRect/>
                        </a:stretch>
                      </p:blipFill>
                      <p:spPr>
                        <a:xfrm>
                          <a:off x="2881155" y="3910380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" name="对象 47">
              <a:extLst>
                <a:ext uri="{FF2B5EF4-FFF2-40B4-BE49-F238E27FC236}">
                  <a16:creationId xmlns:a16="http://schemas.microsoft.com/office/drawing/2014/main" id="{BF7E54DE-7F17-4BF0-A767-B615FB7D42F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5498391"/>
                </p:ext>
              </p:extLst>
            </p:nvPr>
          </p:nvGraphicFramePr>
          <p:xfrm>
            <a:off x="956320" y="3832269"/>
            <a:ext cx="3810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370" name="Equation" r:id="rId45" imgW="380880" imgH="342720" progId="Equation.DSMT4">
                    <p:embed/>
                  </p:oleObj>
                </mc:Choice>
                <mc:Fallback>
                  <p:oleObj name="Equation" r:id="rId45" imgW="380880" imgH="342720" progId="Equation.DSMT4">
                    <p:embed/>
                    <p:pic>
                      <p:nvPicPr>
                        <p:cNvPr id="36" name="对象 35">
                          <a:extLst>
                            <a:ext uri="{FF2B5EF4-FFF2-40B4-BE49-F238E27FC236}">
                              <a16:creationId xmlns:a16="http://schemas.microsoft.com/office/drawing/2014/main" id="{785B6E74-DDBF-45F3-8A16-C00C40B5FA5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6"/>
                        <a:stretch>
                          <a:fillRect/>
                        </a:stretch>
                      </p:blipFill>
                      <p:spPr>
                        <a:xfrm>
                          <a:off x="956320" y="3832269"/>
                          <a:ext cx="3810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9" name="对象 48">
            <a:extLst>
              <a:ext uri="{FF2B5EF4-FFF2-40B4-BE49-F238E27FC236}">
                <a16:creationId xmlns:a16="http://schemas.microsoft.com/office/drawing/2014/main" id="{F3CFE47E-DFA4-4059-A140-B815A800E8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9083367"/>
              </p:ext>
            </p:extLst>
          </p:nvPr>
        </p:nvGraphicFramePr>
        <p:xfrm>
          <a:off x="2337684" y="4123902"/>
          <a:ext cx="3022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371" name="Equation" r:id="rId47" imgW="3022560" imgH="355320" progId="Equation.DSMT4">
                  <p:embed/>
                </p:oleObj>
              </mc:Choice>
              <mc:Fallback>
                <p:oleObj name="Equation" r:id="rId47" imgW="30225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2337684" y="4123902"/>
                        <a:ext cx="3022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11753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56704AE6-7D8C-48F7-A0D5-CE93A1D038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9796827"/>
              </p:ext>
            </p:extLst>
          </p:nvPr>
        </p:nvGraphicFramePr>
        <p:xfrm>
          <a:off x="2339752" y="699542"/>
          <a:ext cx="3022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903" name="Equation" r:id="rId3" imgW="3022560" imgH="355320" progId="Equation.DSMT4">
                  <p:embed/>
                </p:oleObj>
              </mc:Choice>
              <mc:Fallback>
                <p:oleObj name="Equation" r:id="rId3" imgW="3022560" imgH="355320" progId="Equation.DSMT4">
                  <p:embed/>
                  <p:pic>
                    <p:nvPicPr>
                      <p:cNvPr id="49" name="对象 48">
                        <a:extLst>
                          <a:ext uri="{FF2B5EF4-FFF2-40B4-BE49-F238E27FC236}">
                            <a16:creationId xmlns:a16="http://schemas.microsoft.com/office/drawing/2014/main" id="{F3CFE47E-DFA4-4059-A140-B815A800E8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39752" y="699542"/>
                        <a:ext cx="3022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C30112CC-2C14-4B1B-8050-50F81E8F7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387673"/>
            <a:ext cx="12241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积分得</a:t>
            </a:r>
            <a:endParaRPr lang="en-US" altLang="zh-CN" sz="2400" b="1" dirty="0">
              <a:latin typeface="+mj-ea"/>
              <a:ea typeface="+mj-ea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BD1DF94-5EEF-4DFF-8257-B3F75C0F65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1346297"/>
              </p:ext>
            </p:extLst>
          </p:nvPr>
        </p:nvGraphicFramePr>
        <p:xfrm>
          <a:off x="2411760" y="1506438"/>
          <a:ext cx="3086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904" name="Equation" r:id="rId5" imgW="3085920" imgH="342720" progId="Equation.DSMT4">
                  <p:embed/>
                </p:oleObj>
              </mc:Choice>
              <mc:Fallback>
                <p:oleObj name="Equation" r:id="rId5" imgW="30859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11760" y="1506438"/>
                        <a:ext cx="3086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4D8B4E4D-CF06-499E-A412-1B51F3755840}"/>
              </a:ext>
            </a:extLst>
          </p:cNvPr>
          <p:cNvGrpSpPr/>
          <p:nvPr/>
        </p:nvGrpSpPr>
        <p:grpSpPr>
          <a:xfrm>
            <a:off x="671138" y="1995686"/>
            <a:ext cx="4691214" cy="476604"/>
            <a:chOff x="671138" y="1995686"/>
            <a:chExt cx="4691214" cy="476604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EF6ED15-4D78-459F-BDD4-A4469A7FF1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1138" y="1995686"/>
              <a:ext cx="469121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而         故</a:t>
              </a:r>
              <a:endParaRPr lang="en-US" altLang="zh-CN" sz="2400" b="1" dirty="0">
                <a:latin typeface="+mj-ea"/>
                <a:ea typeface="+mj-ea"/>
              </a:endParaRP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9D245132-67BA-4B34-85FD-C7D70AA9F04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51788728"/>
                </p:ext>
              </p:extLst>
            </p:nvPr>
          </p:nvGraphicFramePr>
          <p:xfrm>
            <a:off x="1239377" y="2110146"/>
            <a:ext cx="10922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3905" name="Equation" r:id="rId7" imgW="1091880" imgH="342720" progId="Equation.DSMT4">
                    <p:embed/>
                  </p:oleObj>
                </mc:Choice>
                <mc:Fallback>
                  <p:oleObj name="Equation" r:id="rId7" imgW="1091880" imgH="3427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A5DE267A-2B65-4AC4-B925-F43DFB6D81A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239377" y="2110146"/>
                          <a:ext cx="10922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对象 7">
              <a:extLst>
                <a:ext uri="{FF2B5EF4-FFF2-40B4-BE49-F238E27FC236}">
                  <a16:creationId xmlns:a16="http://schemas.microsoft.com/office/drawing/2014/main" id="{C8FBC95F-EB9D-4A9A-94BE-D1A4E38D28A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8183922"/>
                </p:ext>
              </p:extLst>
            </p:nvPr>
          </p:nvGraphicFramePr>
          <p:xfrm>
            <a:off x="2899816" y="2142090"/>
            <a:ext cx="7747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3906" name="Equation" r:id="rId9" imgW="774360" imgH="330120" progId="Equation.DSMT4">
                    <p:embed/>
                  </p:oleObj>
                </mc:Choice>
                <mc:Fallback>
                  <p:oleObj name="Equation" r:id="rId9" imgW="77436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899816" y="2142090"/>
                          <a:ext cx="7747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0094ED5-3505-482A-A6E8-D0A0695C84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0747666"/>
              </p:ext>
            </p:extLst>
          </p:nvPr>
        </p:nvGraphicFramePr>
        <p:xfrm>
          <a:off x="2436734" y="2795077"/>
          <a:ext cx="2578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3907" name="Equation" r:id="rId11" imgW="2577960" imgH="342720" progId="Equation.DSMT4">
                  <p:embed/>
                </p:oleObj>
              </mc:Choice>
              <mc:Fallback>
                <p:oleObj name="Equation" r:id="rId11" imgW="2577960" imgH="342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1BD1DF94-5EEF-4DFF-8257-B3F75C0F65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436734" y="2795077"/>
                        <a:ext cx="2578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772DEDA0-EDE5-455C-84D5-332CC8E215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8784" y="2010625"/>
            <a:ext cx="9252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所以</a:t>
            </a:r>
            <a:endParaRPr lang="en-US" altLang="zh-CN" sz="2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62423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2">
            <a:extLst>
              <a:ext uri="{FF2B5EF4-FFF2-40B4-BE49-F238E27FC236}">
                <a16:creationId xmlns:a16="http://schemas.microsoft.com/office/drawing/2014/main" id="{19501247-B5A6-4F81-AF78-A660E1B3D444}"/>
              </a:ext>
            </a:extLst>
          </p:cNvPr>
          <p:cNvSpPr txBox="1">
            <a:spLocks/>
          </p:cNvSpPr>
          <p:nvPr/>
        </p:nvSpPr>
        <p:spPr>
          <a:xfrm>
            <a:off x="1331640" y="1491630"/>
            <a:ext cx="6400800" cy="13144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第三节  定积分的换元法和分部积分法（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</a:t>
            </a:r>
            <a:endParaRPr lang="en-US" altLang="zh-CN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分部积分法</a:t>
            </a:r>
            <a:endParaRPr lang="en-US" altLang="zh-CN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13393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B4D3C8C7-F7E8-4083-8821-CE7ADCA051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95486"/>
            <a:ext cx="49720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二、定积分的分部积分法</a:t>
            </a:r>
          </a:p>
        </p:txBody>
      </p:sp>
      <p:graphicFrame>
        <p:nvGraphicFramePr>
          <p:cNvPr id="3" name="Object 6">
            <a:extLst>
              <a:ext uri="{FF2B5EF4-FFF2-40B4-BE49-F238E27FC236}">
                <a16:creationId xmlns:a16="http://schemas.microsoft.com/office/drawing/2014/main" id="{43C4AC03-EA79-45F6-BCC1-CCBA4A6E7B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6451584"/>
              </p:ext>
            </p:extLst>
          </p:nvPr>
        </p:nvGraphicFramePr>
        <p:xfrm>
          <a:off x="708475" y="927923"/>
          <a:ext cx="6008688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450" name="Equation" r:id="rId3" imgW="6324480" imgH="380880" progId="Equation.DSMT4">
                  <p:embed/>
                </p:oleObj>
              </mc:Choice>
              <mc:Fallback>
                <p:oleObj name="Equation" r:id="rId3" imgW="6324480" imgH="380880" progId="Equation.DSMT4">
                  <p:embed/>
                  <p:pic>
                    <p:nvPicPr>
                      <p:cNvPr id="3" name="Object 6">
                        <a:extLst>
                          <a:ext uri="{FF2B5EF4-FFF2-40B4-BE49-F238E27FC236}">
                            <a16:creationId xmlns:a16="http://schemas.microsoft.com/office/drawing/2014/main" id="{43C4AC03-EA79-45F6-BCC1-CCBA4A6E7B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475" y="927923"/>
                        <a:ext cx="6008688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7">
            <a:extLst>
              <a:ext uri="{FF2B5EF4-FFF2-40B4-BE49-F238E27FC236}">
                <a16:creationId xmlns:a16="http://schemas.microsoft.com/office/drawing/2014/main" id="{7876F06B-BEBD-4E75-9A46-4AA993D509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8646789"/>
              </p:ext>
            </p:extLst>
          </p:nvPr>
        </p:nvGraphicFramePr>
        <p:xfrm>
          <a:off x="467544" y="2291602"/>
          <a:ext cx="5500688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451" name="Equation" r:id="rId5" imgW="5790960" imgH="342720" progId="Equation.DSMT4">
                  <p:embed/>
                </p:oleObj>
              </mc:Choice>
              <mc:Fallback>
                <p:oleObj name="Equation" r:id="rId5" imgW="5790960" imgH="342720" progId="Equation.DSMT4">
                  <p:embed/>
                  <p:pic>
                    <p:nvPicPr>
                      <p:cNvPr id="4" name="Object 7">
                        <a:extLst>
                          <a:ext uri="{FF2B5EF4-FFF2-40B4-BE49-F238E27FC236}">
                            <a16:creationId xmlns:a16="http://schemas.microsoft.com/office/drawing/2014/main" id="{7876F06B-BEBD-4E75-9A46-4AA993D509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544" y="2291602"/>
                        <a:ext cx="5500688" cy="32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8">
            <a:extLst>
              <a:ext uri="{FF2B5EF4-FFF2-40B4-BE49-F238E27FC236}">
                <a16:creationId xmlns:a16="http://schemas.microsoft.com/office/drawing/2014/main" id="{3021B96D-428B-4E1F-A9CA-56C7F4F836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4175163"/>
              </p:ext>
            </p:extLst>
          </p:nvPr>
        </p:nvGraphicFramePr>
        <p:xfrm>
          <a:off x="509588" y="3476824"/>
          <a:ext cx="4656137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452" name="Equation" r:id="rId7" imgW="4902120" imgH="342720" progId="Equation.DSMT4">
                  <p:embed/>
                </p:oleObj>
              </mc:Choice>
              <mc:Fallback>
                <p:oleObj name="Equation" r:id="rId7" imgW="4902120" imgH="342720" progId="Equation.DSMT4">
                  <p:embed/>
                  <p:pic>
                    <p:nvPicPr>
                      <p:cNvPr id="5" name="Object 8">
                        <a:extLst>
                          <a:ext uri="{FF2B5EF4-FFF2-40B4-BE49-F238E27FC236}">
                            <a16:creationId xmlns:a16="http://schemas.microsoft.com/office/drawing/2014/main" id="{3021B96D-428B-4E1F-A9CA-56C7F4F836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588" y="3476824"/>
                        <a:ext cx="4656137" cy="32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9">
            <a:extLst>
              <a:ext uri="{FF2B5EF4-FFF2-40B4-BE49-F238E27FC236}">
                <a16:creationId xmlns:a16="http://schemas.microsoft.com/office/drawing/2014/main" id="{DDC8E5B2-B240-46E9-A6A4-22F0A1E93F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9947432"/>
              </p:ext>
            </p:extLst>
          </p:nvPr>
        </p:nvGraphicFramePr>
        <p:xfrm>
          <a:off x="4729163" y="2085380"/>
          <a:ext cx="14287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453" r:id="rId9" imgW="190748" imgH="419646" progId="Equation.3">
                  <p:embed/>
                </p:oleObj>
              </mc:Choice>
              <mc:Fallback>
                <p:oleObj r:id="rId9" imgW="190748" imgH="419646" progId="Equation.3">
                  <p:embed/>
                  <p:pic>
                    <p:nvPicPr>
                      <p:cNvPr id="6" name="Object 9">
                        <a:extLst>
                          <a:ext uri="{FF2B5EF4-FFF2-40B4-BE49-F238E27FC236}">
                            <a16:creationId xmlns:a16="http://schemas.microsoft.com/office/drawing/2014/main" id="{DDC8E5B2-B240-46E9-A6A4-22F0A1E93F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9163" y="2085380"/>
                        <a:ext cx="142875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0">
            <a:extLst>
              <a:ext uri="{FF2B5EF4-FFF2-40B4-BE49-F238E27FC236}">
                <a16:creationId xmlns:a16="http://schemas.microsoft.com/office/drawing/2014/main" id="{C89F1F15-2C18-4006-940D-3728879794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4925248"/>
              </p:ext>
            </p:extLst>
          </p:nvPr>
        </p:nvGraphicFramePr>
        <p:xfrm>
          <a:off x="1926726" y="2758800"/>
          <a:ext cx="5127606" cy="567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454" name="Equation" r:id="rId11" imgW="5397480" imgH="596880" progId="Equation.DSMT4">
                  <p:embed/>
                </p:oleObj>
              </mc:Choice>
              <mc:Fallback>
                <p:oleObj name="Equation" r:id="rId11" imgW="5397480" imgH="596880" progId="Equation.DSMT4">
                  <p:embed/>
                  <p:pic>
                    <p:nvPicPr>
                      <p:cNvPr id="7" name="Object 10">
                        <a:extLst>
                          <a:ext uri="{FF2B5EF4-FFF2-40B4-BE49-F238E27FC236}">
                            <a16:creationId xmlns:a16="http://schemas.microsoft.com/office/drawing/2014/main" id="{C89F1F15-2C18-4006-940D-37288797945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6726" y="2758800"/>
                        <a:ext cx="5127606" cy="5670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8253615-1CDA-48B0-9565-BA99C899EE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2111053"/>
              </p:ext>
            </p:extLst>
          </p:nvPr>
        </p:nvGraphicFramePr>
        <p:xfrm>
          <a:off x="1926726" y="1686782"/>
          <a:ext cx="1954530" cy="3375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455" name="Equation" r:id="rId13" imgW="2057400" imgH="355320" progId="Equation.DSMT4">
                  <p:embed/>
                </p:oleObj>
              </mc:Choice>
              <mc:Fallback>
                <p:oleObj name="Equation" r:id="rId13" imgW="2057400" imgH="3553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78253615-1CDA-48B0-9565-BA99C899EE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926726" y="1686782"/>
                        <a:ext cx="1954530" cy="3375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7EBA8ED1-F304-49B0-BCC9-129CF5F2CB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3425675"/>
              </p:ext>
            </p:extLst>
          </p:nvPr>
        </p:nvGraphicFramePr>
        <p:xfrm>
          <a:off x="4173495" y="1643024"/>
          <a:ext cx="2376558" cy="349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456" name="Equation" r:id="rId15" imgW="2501640" imgH="368280" progId="Equation.DSMT4">
                  <p:embed/>
                </p:oleObj>
              </mc:Choice>
              <mc:Fallback>
                <p:oleObj name="Equation" r:id="rId15" imgW="2501640" imgH="3682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7EBA8ED1-F304-49B0-BCC9-129CF5F2CB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173495" y="1643024"/>
                        <a:ext cx="2376558" cy="3498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8">
            <a:extLst>
              <a:ext uri="{FF2B5EF4-FFF2-40B4-BE49-F238E27FC236}">
                <a16:creationId xmlns:a16="http://schemas.microsoft.com/office/drawing/2014/main" id="{996379B4-A79F-4DE5-BE32-64FFD83E8F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0481413"/>
              </p:ext>
            </p:extLst>
          </p:nvPr>
        </p:nvGraphicFramePr>
        <p:xfrm>
          <a:off x="515896" y="4121324"/>
          <a:ext cx="1312863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457" name="Equation" r:id="rId17" imgW="1384200" imgH="342720" progId="Equation.DSMT4">
                  <p:embed/>
                </p:oleObj>
              </mc:Choice>
              <mc:Fallback>
                <p:oleObj name="Equation" r:id="rId17" imgW="1384200" imgH="342720" progId="Equation.DSMT4">
                  <p:embed/>
                  <p:pic>
                    <p:nvPicPr>
                      <p:cNvPr id="10" name="Object 8">
                        <a:extLst>
                          <a:ext uri="{FF2B5EF4-FFF2-40B4-BE49-F238E27FC236}">
                            <a16:creationId xmlns:a16="http://schemas.microsoft.com/office/drawing/2014/main" id="{996379B4-A79F-4DE5-BE32-64FFD83E8F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896" y="4121324"/>
                        <a:ext cx="1312863" cy="325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2C4395E2-C460-4513-8AF6-70BF87128D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4804973"/>
              </p:ext>
            </p:extLst>
          </p:nvPr>
        </p:nvGraphicFramePr>
        <p:xfrm>
          <a:off x="2370924" y="3979408"/>
          <a:ext cx="299085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458" name="Equation" r:id="rId19" imgW="3149280" imgH="596880" progId="Equation.DSMT4">
                  <p:embed/>
                </p:oleObj>
              </mc:Choice>
              <mc:Fallback>
                <p:oleObj name="Equation" r:id="rId19" imgW="3149280" imgH="596880" progId="Equation.DSMT4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2C4395E2-C460-4513-8AF6-70BF87128D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924" y="3979408"/>
                        <a:ext cx="2990850" cy="56673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35616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610305">
            <a:extLst>
              <a:ext uri="{FF2B5EF4-FFF2-40B4-BE49-F238E27FC236}">
                <a16:creationId xmlns:a16="http://schemas.microsoft.com/office/drawing/2014/main" id="{4D6C5A08-F335-47EA-BE1F-B8B142225698}"/>
              </a:ext>
            </a:extLst>
          </p:cNvPr>
          <p:cNvSpPr txBox="1">
            <a:spLocks noChangeArrowheads="1"/>
          </p:cNvSpPr>
          <p:nvPr/>
        </p:nvSpPr>
        <p:spPr>
          <a:xfrm>
            <a:off x="859048" y="595460"/>
            <a:ext cx="1944688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1</a:t>
            </a:r>
            <a:r>
              <a:rPr lang="en-US" altLang="zh-CN" sz="2400" b="1" dirty="0"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计算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4E71381-184C-4B42-ADB5-ACF5401F4E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567" y="1285768"/>
            <a:ext cx="83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lang="en-US" altLang="zh-CN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992553F-88FC-42D5-93DF-8C9E5E899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9550" y="1341765"/>
            <a:ext cx="1676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原式 </a:t>
            </a:r>
            <a:r>
              <a:rPr lang="en-US" altLang="zh-CN" sz="2400" b="1" dirty="0">
                <a:latin typeface="+mj-ea"/>
                <a:ea typeface="+mj-ea"/>
              </a:rPr>
              <a:t>=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8B410F5F-E44C-4250-B897-D17A922C2E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4557436"/>
              </p:ext>
            </p:extLst>
          </p:nvPr>
        </p:nvGraphicFramePr>
        <p:xfrm>
          <a:off x="2536825" y="1281113"/>
          <a:ext cx="152558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55" name="Equation" r:id="rId3" imgW="1523880" imgH="495000" progId="Equation.DSMT4">
                  <p:embed/>
                </p:oleObj>
              </mc:Choice>
              <mc:Fallback>
                <p:oleObj name="Equation" r:id="rId3" imgW="1523880" imgH="495000" progId="Equation.DSMT4">
                  <p:embed/>
                  <p:pic>
                    <p:nvPicPr>
                      <p:cNvPr id="610310" name="对象 610309">
                        <a:extLst>
                          <a:ext uri="{FF2B5EF4-FFF2-40B4-BE49-F238E27FC236}">
                            <a16:creationId xmlns:a16="http://schemas.microsoft.com/office/drawing/2014/main" id="{F196FB36-C007-40B2-9A05-71046C986C7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6825" y="1281113"/>
                        <a:ext cx="1525588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0C561C6-F7A9-4624-A987-E81F80791D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9163174"/>
              </p:ext>
            </p:extLst>
          </p:nvPr>
        </p:nvGraphicFramePr>
        <p:xfrm>
          <a:off x="4139768" y="1163653"/>
          <a:ext cx="1917700" cy="80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56" name="Equation" r:id="rId5" imgW="1917360" imgH="812520" progId="Equation.DSMT4">
                  <p:embed/>
                </p:oleObj>
              </mc:Choice>
              <mc:Fallback>
                <p:oleObj name="Equation" r:id="rId5" imgW="1917360" imgH="812520" progId="Equation.DSMT4">
                  <p:embed/>
                  <p:pic>
                    <p:nvPicPr>
                      <p:cNvPr id="610313" name="对象 610312">
                        <a:extLst>
                          <a:ext uri="{FF2B5EF4-FFF2-40B4-BE49-F238E27FC236}">
                            <a16:creationId xmlns:a16="http://schemas.microsoft.com/office/drawing/2014/main" id="{2CBDBF72-D0EC-477D-9209-E72B15FB2A3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768" y="1163653"/>
                        <a:ext cx="1917700" cy="804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86B65038-3572-4D15-87D4-F59BDA25E0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8695632"/>
              </p:ext>
            </p:extLst>
          </p:nvPr>
        </p:nvGraphicFramePr>
        <p:xfrm>
          <a:off x="2339975" y="2173304"/>
          <a:ext cx="3519488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57" name="Equation" r:id="rId7" imgW="3517560" imgH="723600" progId="Equation.DSMT4">
                  <p:embed/>
                </p:oleObj>
              </mc:Choice>
              <mc:Fallback>
                <p:oleObj name="Equation" r:id="rId7" imgW="3517560" imgH="723600" progId="Equation.DSMT4">
                  <p:embed/>
                  <p:pic>
                    <p:nvPicPr>
                      <p:cNvPr id="610316" name="对象 610315">
                        <a:extLst>
                          <a:ext uri="{FF2B5EF4-FFF2-40B4-BE49-F238E27FC236}">
                            <a16:creationId xmlns:a16="http://schemas.microsoft.com/office/drawing/2014/main" id="{2D16B9AA-B012-43A3-BDC7-194D4A531D7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2173304"/>
                        <a:ext cx="3519488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C5238359-0C32-46A5-B8BD-F6B7C2B17E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9662400"/>
              </p:ext>
            </p:extLst>
          </p:nvPr>
        </p:nvGraphicFramePr>
        <p:xfrm>
          <a:off x="2325688" y="3220873"/>
          <a:ext cx="2070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58" name="Equation" r:id="rId9" imgW="2070000" imgH="723600" progId="Equation.DSMT4">
                  <p:embed/>
                </p:oleObj>
              </mc:Choice>
              <mc:Fallback>
                <p:oleObj name="Equation" r:id="rId9" imgW="2070000" imgH="723600" progId="Equation.DSMT4">
                  <p:embed/>
                  <p:pic>
                    <p:nvPicPr>
                      <p:cNvPr id="610318" name="对象 610317">
                        <a:extLst>
                          <a:ext uri="{FF2B5EF4-FFF2-40B4-BE49-F238E27FC236}">
                            <a16:creationId xmlns:a16="http://schemas.microsoft.com/office/drawing/2014/main" id="{5CDB865E-B165-417F-B42D-9CF3680903C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5688" y="3220873"/>
                        <a:ext cx="20701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CB035F75-BF61-4542-B243-CB77406D8A8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4534957"/>
              </p:ext>
            </p:extLst>
          </p:nvPr>
        </p:nvGraphicFramePr>
        <p:xfrm>
          <a:off x="4500563" y="3117752"/>
          <a:ext cx="1358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59" name="Equation" r:id="rId11" imgW="1358640" imgH="787320" progId="Equation.DSMT4">
                  <p:embed/>
                </p:oleObj>
              </mc:Choice>
              <mc:Fallback>
                <p:oleObj name="Equation" r:id="rId11" imgW="1358640" imgH="787320" progId="Equation.DSMT4">
                  <p:embed/>
                  <p:pic>
                    <p:nvPicPr>
                      <p:cNvPr id="610322" name="对象 610321">
                        <a:extLst>
                          <a:ext uri="{FF2B5EF4-FFF2-40B4-BE49-F238E27FC236}">
                            <a16:creationId xmlns:a16="http://schemas.microsoft.com/office/drawing/2014/main" id="{D04AFC2E-C6CE-42BF-A17B-838225A85B8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3117752"/>
                        <a:ext cx="13589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6580109C-EA9D-44F1-A740-4F4F2297B8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0880823"/>
              </p:ext>
            </p:extLst>
          </p:nvPr>
        </p:nvGraphicFramePr>
        <p:xfrm>
          <a:off x="2284991" y="464337"/>
          <a:ext cx="18161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360" name="Equation" r:id="rId13" imgW="1815840" imgH="711000" progId="Equation.DSMT4">
                  <p:embed/>
                </p:oleObj>
              </mc:Choice>
              <mc:Fallback>
                <p:oleObj name="Equation" r:id="rId13" imgW="181584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284991" y="464337"/>
                        <a:ext cx="18161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58460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85EF7329-2A0A-49A2-A6CA-5C02E90C2E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0838808"/>
              </p:ext>
            </p:extLst>
          </p:nvPr>
        </p:nvGraphicFramePr>
        <p:xfrm>
          <a:off x="1570162" y="1234251"/>
          <a:ext cx="1511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507" name="Equation" r:id="rId3" imgW="1511280" imgH="736560" progId="Equation.DSMT4">
                  <p:embed/>
                </p:oleObj>
              </mc:Choice>
              <mc:Fallback>
                <p:oleObj name="Equation" r:id="rId3" imgW="1511280" imgH="736560" progId="Equation.DSMT4">
                  <p:embed/>
                  <p:pic>
                    <p:nvPicPr>
                      <p:cNvPr id="25603" name="Object 3">
                        <a:extLst>
                          <a:ext uri="{FF2B5EF4-FFF2-40B4-BE49-F238E27FC236}">
                            <a16:creationId xmlns:a16="http://schemas.microsoft.com/office/drawing/2014/main" id="{56F2D28B-1D9F-4947-AEBD-54F23193E2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0162" y="1234251"/>
                        <a:ext cx="15113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30B7B19B-8353-46E5-9BD1-6CFBD69F30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3812570"/>
              </p:ext>
            </p:extLst>
          </p:nvPr>
        </p:nvGraphicFramePr>
        <p:xfrm>
          <a:off x="3154089" y="1232663"/>
          <a:ext cx="1549400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508" name="Equation" r:id="rId5" imgW="1549080" imgH="736560" progId="Equation.DSMT4">
                  <p:embed/>
                </p:oleObj>
              </mc:Choice>
              <mc:Fallback>
                <p:oleObj name="Equation" r:id="rId5" imgW="1549080" imgH="736560" progId="Equation.DSMT4">
                  <p:embed/>
                  <p:pic>
                    <p:nvPicPr>
                      <p:cNvPr id="25604" name="Object 4">
                        <a:extLst>
                          <a:ext uri="{FF2B5EF4-FFF2-40B4-BE49-F238E27FC236}">
                            <a16:creationId xmlns:a16="http://schemas.microsoft.com/office/drawing/2014/main" id="{DD829E24-3756-4594-AF7F-FC1EECEFF3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4089" y="1232663"/>
                        <a:ext cx="1549400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339AFB8D-AD2C-4871-AD59-90D9ECFAB1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9974280"/>
              </p:ext>
            </p:extLst>
          </p:nvPr>
        </p:nvGraphicFramePr>
        <p:xfrm>
          <a:off x="3533899" y="2115474"/>
          <a:ext cx="19812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509" name="Equation" r:id="rId7" imgW="1981080" imgH="723600" progId="Equation.DSMT4">
                  <p:embed/>
                </p:oleObj>
              </mc:Choice>
              <mc:Fallback>
                <p:oleObj name="Equation" r:id="rId7" imgW="1981080" imgH="723600" progId="Equation.DSMT4">
                  <p:embed/>
                  <p:pic>
                    <p:nvPicPr>
                      <p:cNvPr id="25605" name="Object 5">
                        <a:extLst>
                          <a:ext uri="{FF2B5EF4-FFF2-40B4-BE49-F238E27FC236}">
                            <a16:creationId xmlns:a16="http://schemas.microsoft.com/office/drawing/2014/main" id="{5BB5DDEC-0CB9-46CA-B82B-FC95D1C563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3899" y="2115474"/>
                        <a:ext cx="19812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BFF98763-C77D-4003-BD54-3DA842FB6C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3019057"/>
              </p:ext>
            </p:extLst>
          </p:nvPr>
        </p:nvGraphicFramePr>
        <p:xfrm>
          <a:off x="1295524" y="2890457"/>
          <a:ext cx="1614488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510" name="Equation" r:id="rId9" imgW="1612800" imgH="723600" progId="Equation.DSMT4">
                  <p:embed/>
                </p:oleObj>
              </mc:Choice>
              <mc:Fallback>
                <p:oleObj name="Equation" r:id="rId9" imgW="1612800" imgH="723600" progId="Equation.DSMT4">
                  <p:embed/>
                  <p:pic>
                    <p:nvPicPr>
                      <p:cNvPr id="25606" name="Object 6">
                        <a:extLst>
                          <a:ext uri="{FF2B5EF4-FFF2-40B4-BE49-F238E27FC236}">
                            <a16:creationId xmlns:a16="http://schemas.microsoft.com/office/drawing/2014/main" id="{719552B5-E621-4600-9E48-8FCDCAB56E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524" y="2890457"/>
                        <a:ext cx="1614488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275DFCF9-C33D-4FB4-8B2E-AA083DF4A6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951744"/>
              </p:ext>
            </p:extLst>
          </p:nvPr>
        </p:nvGraphicFramePr>
        <p:xfrm>
          <a:off x="3008437" y="2917444"/>
          <a:ext cx="183991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511" name="Equation" r:id="rId11" imgW="1841400" imgH="723600" progId="Equation.DSMT4">
                  <p:embed/>
                </p:oleObj>
              </mc:Choice>
              <mc:Fallback>
                <p:oleObj name="Equation" r:id="rId11" imgW="1841400" imgH="723600" progId="Equation.DSMT4">
                  <p:embed/>
                  <p:pic>
                    <p:nvPicPr>
                      <p:cNvPr id="25607" name="Object 7">
                        <a:extLst>
                          <a:ext uri="{FF2B5EF4-FFF2-40B4-BE49-F238E27FC236}">
                            <a16:creationId xmlns:a16="http://schemas.microsoft.com/office/drawing/2014/main" id="{B2756115-FEE7-49A7-B5E3-6D161D5CD2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8437" y="2917444"/>
                        <a:ext cx="1839912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B39EA433-5894-47B3-8B5C-FFD179520F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8570120"/>
              </p:ext>
            </p:extLst>
          </p:nvPr>
        </p:nvGraphicFramePr>
        <p:xfrm>
          <a:off x="1283220" y="3814772"/>
          <a:ext cx="222228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512" name="Equation" r:id="rId13" imgW="2222280" imgH="736560" progId="Equation.DSMT4">
                  <p:embed/>
                </p:oleObj>
              </mc:Choice>
              <mc:Fallback>
                <p:oleObj name="Equation" r:id="rId13" imgW="2222280" imgH="736560" progId="Equation.DSMT4">
                  <p:embed/>
                  <p:pic>
                    <p:nvPicPr>
                      <p:cNvPr id="25608" name="Object 8">
                        <a:extLst>
                          <a:ext uri="{FF2B5EF4-FFF2-40B4-BE49-F238E27FC236}">
                            <a16:creationId xmlns:a16="http://schemas.microsoft.com/office/drawing/2014/main" id="{FF58D7BA-5B28-4900-A706-49EDC3E4B3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3220" y="3814772"/>
                        <a:ext cx="2222280" cy="736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>
            <a:extLst>
              <a:ext uri="{FF2B5EF4-FFF2-40B4-BE49-F238E27FC236}">
                <a16:creationId xmlns:a16="http://schemas.microsoft.com/office/drawing/2014/main" id="{9F3707A7-B5D0-44A1-88A3-D51DDD9EC2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3369080"/>
              </p:ext>
            </p:extLst>
          </p:nvPr>
        </p:nvGraphicFramePr>
        <p:xfrm>
          <a:off x="3619624" y="3752026"/>
          <a:ext cx="1778000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513" name="Equation" r:id="rId15" imgW="1777680" imgH="799920" progId="Equation.DSMT4">
                  <p:embed/>
                </p:oleObj>
              </mc:Choice>
              <mc:Fallback>
                <p:oleObj name="Equation" r:id="rId15" imgW="1777680" imgH="799920" progId="Equation.DSMT4">
                  <p:embed/>
                  <p:pic>
                    <p:nvPicPr>
                      <p:cNvPr id="25609" name="Object 9">
                        <a:extLst>
                          <a:ext uri="{FF2B5EF4-FFF2-40B4-BE49-F238E27FC236}">
                            <a16:creationId xmlns:a16="http://schemas.microsoft.com/office/drawing/2014/main" id="{B951BFBC-B5F1-4F8A-AE48-73B5516E93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9624" y="3752026"/>
                        <a:ext cx="1778000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1">
            <a:extLst>
              <a:ext uri="{FF2B5EF4-FFF2-40B4-BE49-F238E27FC236}">
                <a16:creationId xmlns:a16="http://schemas.microsoft.com/office/drawing/2014/main" id="{9D4398AC-AFF2-4A20-8B8D-F00A5CE4D8DB}"/>
              </a:ext>
            </a:extLst>
          </p:cNvPr>
          <p:cNvGrpSpPr>
            <a:grpSpLocks/>
          </p:cNvGrpSpPr>
          <p:nvPr/>
        </p:nvGrpSpPr>
        <p:grpSpPr bwMode="auto">
          <a:xfrm>
            <a:off x="827584" y="267494"/>
            <a:ext cx="3295340" cy="736560"/>
            <a:chOff x="568325" y="617153"/>
            <a:chExt cx="4393784" cy="982080"/>
          </a:xfrm>
        </p:grpSpPr>
        <p:graphicFrame>
          <p:nvGraphicFramePr>
            <p:cNvPr id="10" name="Object 10">
              <a:extLst>
                <a:ext uri="{FF2B5EF4-FFF2-40B4-BE49-F238E27FC236}">
                  <a16:creationId xmlns:a16="http://schemas.microsoft.com/office/drawing/2014/main" id="{ABCFFACF-BCEC-412B-9F82-218CE084A28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4647520"/>
                </p:ext>
              </p:extLst>
            </p:nvPr>
          </p:nvGraphicFramePr>
          <p:xfrm>
            <a:off x="1761951" y="617153"/>
            <a:ext cx="3200158" cy="9820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3514" name="Equation" r:id="rId17" imgW="2400120" imgH="736560" progId="Equation.DSMT4">
                    <p:embed/>
                  </p:oleObj>
                </mc:Choice>
                <mc:Fallback>
                  <p:oleObj name="Equation" r:id="rId17" imgW="2400120" imgH="736560" progId="Equation.DSMT4">
                    <p:embed/>
                    <p:pic>
                      <p:nvPicPr>
                        <p:cNvPr id="23564" name="Object 10">
                          <a:extLst>
                            <a:ext uri="{FF2B5EF4-FFF2-40B4-BE49-F238E27FC236}">
                              <a16:creationId xmlns:a16="http://schemas.microsoft.com/office/drawing/2014/main" id="{DFC46E7A-49E4-437A-A6CF-F6F3ACE10F8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1951" y="617153"/>
                          <a:ext cx="3200158" cy="9820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 Box 8">
              <a:extLst>
                <a:ext uri="{FF2B5EF4-FFF2-40B4-BE49-F238E27FC236}">
                  <a16:creationId xmlns:a16="http://schemas.microsoft.com/office/drawing/2014/main" id="{F40B3A21-D08B-4C4B-839F-B8F2C50058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325" y="762001"/>
              <a:ext cx="1162049" cy="6155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0064FF"/>
                  </a:solidFill>
                  <a:latin typeface="+mn-ea"/>
                  <a:ea typeface="+mn-ea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+mn-ea"/>
                  <a:ea typeface="+mn-ea"/>
                </a:rPr>
                <a:t>2</a:t>
              </a:r>
            </a:p>
          </p:txBody>
        </p:sp>
      </p:grpSp>
      <p:sp>
        <p:nvSpPr>
          <p:cNvPr id="12" name="Text Box 8">
            <a:extLst>
              <a:ext uri="{FF2B5EF4-FFF2-40B4-BE49-F238E27FC236}">
                <a16:creationId xmlns:a16="http://schemas.microsoft.com/office/drawing/2014/main" id="{DBCEF0A1-028F-43F1-BC2C-F0A7A832EA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251" y="1322834"/>
            <a:ext cx="8715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>
                <a:solidFill>
                  <a:srgbClr val="0064FF"/>
                </a:solidFill>
                <a:latin typeface="+mn-ea"/>
                <a:ea typeface="+mn-ea"/>
              </a:rPr>
              <a:t>解</a:t>
            </a:r>
            <a:endParaRPr lang="en-US" altLang="zh-CN" sz="2400" b="1">
              <a:solidFill>
                <a:srgbClr val="0064FF"/>
              </a:solidFill>
              <a:latin typeface="+mn-ea"/>
              <a:ea typeface="+mn-ea"/>
            </a:endParaRPr>
          </a:p>
        </p:txBody>
      </p:sp>
      <p:graphicFrame>
        <p:nvGraphicFramePr>
          <p:cNvPr id="13" name="Object 5">
            <a:extLst>
              <a:ext uri="{FF2B5EF4-FFF2-40B4-BE49-F238E27FC236}">
                <a16:creationId xmlns:a16="http://schemas.microsoft.com/office/drawing/2014/main" id="{70DD8F51-F0A2-4D51-ADC6-DF603F4DB4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2931064"/>
              </p:ext>
            </p:extLst>
          </p:nvPr>
        </p:nvGraphicFramePr>
        <p:xfrm>
          <a:off x="1259012" y="2110852"/>
          <a:ext cx="2133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515" name="Equation" r:id="rId19" imgW="2133360" imgH="723600" progId="Equation.DSMT4">
                  <p:embed/>
                </p:oleObj>
              </mc:Choice>
              <mc:Fallback>
                <p:oleObj name="Equation" r:id="rId19" imgW="2133360" imgH="723600" progId="Equation.DSMT4">
                  <p:embed/>
                  <p:pic>
                    <p:nvPicPr>
                      <p:cNvPr id="4" name="Object 5">
                        <a:extLst>
                          <a:ext uri="{FF2B5EF4-FFF2-40B4-BE49-F238E27FC236}">
                            <a16:creationId xmlns:a16="http://schemas.microsoft.com/office/drawing/2014/main" id="{339AFB8D-AD2C-4871-AD59-90D9ECFAB1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012" y="2110852"/>
                        <a:ext cx="21336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22024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BBABB76-6D7C-4356-B8A0-01CB7D638BA6}"/>
              </a:ext>
            </a:extLst>
          </p:cNvPr>
          <p:cNvGrpSpPr>
            <a:grpSpLocks/>
          </p:cNvGrpSpPr>
          <p:nvPr/>
        </p:nvGrpSpPr>
        <p:grpSpPr bwMode="auto">
          <a:xfrm>
            <a:off x="971600" y="544513"/>
            <a:ext cx="3019914" cy="596900"/>
            <a:chOff x="665163" y="805835"/>
            <a:chExt cx="4026551" cy="795867"/>
          </a:xfrm>
        </p:grpSpPr>
        <p:graphicFrame>
          <p:nvGraphicFramePr>
            <p:cNvPr id="3" name="Object 12">
              <a:extLst>
                <a:ext uri="{FF2B5EF4-FFF2-40B4-BE49-F238E27FC236}">
                  <a16:creationId xmlns:a16="http://schemas.microsoft.com/office/drawing/2014/main" id="{B977DF0E-B7F1-4159-8CD3-CD08B9622960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880781" y="805835"/>
            <a:ext cx="2810933" cy="7958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807" name="Equation" r:id="rId3" imgW="2108160" imgH="596880" progId="Equation.DSMT4">
                    <p:embed/>
                  </p:oleObj>
                </mc:Choice>
                <mc:Fallback>
                  <p:oleObj name="Equation" r:id="rId3" imgW="2108160" imgH="596880" progId="Equation.DSMT4">
                    <p:embed/>
                    <p:pic>
                      <p:nvPicPr>
                        <p:cNvPr id="3" name="Object 12">
                          <a:extLst>
                            <a:ext uri="{FF2B5EF4-FFF2-40B4-BE49-F238E27FC236}">
                              <a16:creationId xmlns:a16="http://schemas.microsoft.com/office/drawing/2014/main" id="{B977DF0E-B7F1-4159-8CD3-CD08B962296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0781" y="805835"/>
                          <a:ext cx="2810933" cy="7958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Text Box 8">
              <a:extLst>
                <a:ext uri="{FF2B5EF4-FFF2-40B4-BE49-F238E27FC236}">
                  <a16:creationId xmlns:a16="http://schemas.microsoft.com/office/drawing/2014/main" id="{1740A9D1-1983-4CC9-93C1-83E8C339D0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163" y="857251"/>
              <a:ext cx="1162049" cy="6155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sz="2400" b="1" dirty="0">
                  <a:solidFill>
                    <a:srgbClr val="0064FF"/>
                  </a:solidFill>
                  <a:latin typeface="+mn-ea"/>
                  <a:ea typeface="+mn-ea"/>
                </a:rPr>
                <a:t>例</a:t>
              </a:r>
              <a:r>
                <a:rPr lang="en-US" altLang="zh-CN" sz="2400" b="1" dirty="0">
                  <a:solidFill>
                    <a:srgbClr val="0064FF"/>
                  </a:solidFill>
                  <a:latin typeface="+mn-ea"/>
                  <a:ea typeface="+mn-ea"/>
                </a:rPr>
                <a:t>3</a:t>
              </a:r>
            </a:p>
          </p:txBody>
        </p:sp>
      </p:grpSp>
      <p:sp>
        <p:nvSpPr>
          <p:cNvPr id="5" name="Text Box 8">
            <a:extLst>
              <a:ext uri="{FF2B5EF4-FFF2-40B4-BE49-F238E27FC236}">
                <a16:creationId xmlns:a16="http://schemas.microsoft.com/office/drawing/2014/main" id="{5331AE74-C903-4F25-8FB4-60C3731E1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7805" y="1321254"/>
            <a:ext cx="8715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graphicFrame>
        <p:nvGraphicFramePr>
          <p:cNvPr id="6" name="Object 14">
            <a:extLst>
              <a:ext uri="{FF2B5EF4-FFF2-40B4-BE49-F238E27FC236}">
                <a16:creationId xmlns:a16="http://schemas.microsoft.com/office/drawing/2014/main" id="{C92227BD-8992-47DE-B320-513153A4EE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5484236"/>
              </p:ext>
            </p:extLst>
          </p:nvPr>
        </p:nvGraphicFramePr>
        <p:xfrm>
          <a:off x="618622" y="2048184"/>
          <a:ext cx="1828800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08" name="Equation" r:id="rId5" imgW="1828800" imgH="342720" progId="Equation.DSMT4">
                  <p:embed/>
                </p:oleObj>
              </mc:Choice>
              <mc:Fallback>
                <p:oleObj name="Equation" r:id="rId5" imgW="1828800" imgH="342720" progId="Equation.DSMT4">
                  <p:embed/>
                  <p:pic>
                    <p:nvPicPr>
                      <p:cNvPr id="6" name="Object 14">
                        <a:extLst>
                          <a:ext uri="{FF2B5EF4-FFF2-40B4-BE49-F238E27FC236}">
                            <a16:creationId xmlns:a16="http://schemas.microsoft.com/office/drawing/2014/main" id="{C92227BD-8992-47DE-B320-513153A4EE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622" y="2048184"/>
                        <a:ext cx="1828800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7">
            <a:extLst>
              <a:ext uri="{FF2B5EF4-FFF2-40B4-BE49-F238E27FC236}">
                <a16:creationId xmlns:a16="http://schemas.microsoft.com/office/drawing/2014/main" id="{B9173C89-7D20-474E-9779-F09F86FC0E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8143174"/>
              </p:ext>
            </p:extLst>
          </p:nvPr>
        </p:nvGraphicFramePr>
        <p:xfrm>
          <a:off x="5251216" y="2636146"/>
          <a:ext cx="2474912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09" name="Equation" r:id="rId7" imgW="2476440" imgH="596880" progId="Equation.DSMT4">
                  <p:embed/>
                </p:oleObj>
              </mc:Choice>
              <mc:Fallback>
                <p:oleObj name="Equation" r:id="rId7" imgW="2476440" imgH="596880" progId="Equation.DSMT4">
                  <p:embed/>
                  <p:pic>
                    <p:nvPicPr>
                      <p:cNvPr id="7" name="Object 17">
                        <a:extLst>
                          <a:ext uri="{FF2B5EF4-FFF2-40B4-BE49-F238E27FC236}">
                            <a16:creationId xmlns:a16="http://schemas.microsoft.com/office/drawing/2014/main" id="{B9173C89-7D20-474E-9779-F09F86FC0E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1216" y="2636146"/>
                        <a:ext cx="2474912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9">
            <a:extLst>
              <a:ext uri="{FF2B5EF4-FFF2-40B4-BE49-F238E27FC236}">
                <a16:creationId xmlns:a16="http://schemas.microsoft.com/office/drawing/2014/main" id="{F68B05D2-FB1D-46D3-B2A7-F77B20A7C8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5439870"/>
              </p:ext>
            </p:extLst>
          </p:nvPr>
        </p:nvGraphicFramePr>
        <p:xfrm>
          <a:off x="4571497" y="2046596"/>
          <a:ext cx="609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10" name="Equation" r:id="rId9" imgW="609480" imgH="342720" progId="Equation.DSMT4">
                  <p:embed/>
                </p:oleObj>
              </mc:Choice>
              <mc:Fallback>
                <p:oleObj name="Equation" r:id="rId9" imgW="609480" imgH="342720" progId="Equation.DSMT4">
                  <p:embed/>
                  <p:pic>
                    <p:nvPicPr>
                      <p:cNvPr id="8" name="Object 19">
                        <a:extLst>
                          <a:ext uri="{FF2B5EF4-FFF2-40B4-BE49-F238E27FC236}">
                            <a16:creationId xmlns:a16="http://schemas.microsoft.com/office/drawing/2014/main" id="{F68B05D2-FB1D-46D3-B2A7-F77B20A7C8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1497" y="2046596"/>
                        <a:ext cx="6096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0">
            <a:extLst>
              <a:ext uri="{FF2B5EF4-FFF2-40B4-BE49-F238E27FC236}">
                <a16:creationId xmlns:a16="http://schemas.microsoft.com/office/drawing/2014/main" id="{36301C6E-FB71-4010-85D8-3F918BB1E9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4336"/>
              </p:ext>
            </p:extLst>
          </p:nvPr>
        </p:nvGraphicFramePr>
        <p:xfrm>
          <a:off x="3356514" y="2036811"/>
          <a:ext cx="1270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11" name="Equation" r:id="rId11" imgW="1269720" imgH="380880" progId="Equation.DSMT4">
                  <p:embed/>
                </p:oleObj>
              </mc:Choice>
              <mc:Fallback>
                <p:oleObj name="Equation" r:id="rId11" imgW="1269720" imgH="380880" progId="Equation.DSMT4">
                  <p:embed/>
                  <p:pic>
                    <p:nvPicPr>
                      <p:cNvPr id="9" name="Object 20">
                        <a:extLst>
                          <a:ext uri="{FF2B5EF4-FFF2-40B4-BE49-F238E27FC236}">
                            <a16:creationId xmlns:a16="http://schemas.microsoft.com/office/drawing/2014/main" id="{36301C6E-FB71-4010-85D8-3F918BB1E9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6514" y="2036811"/>
                        <a:ext cx="12700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1">
            <a:extLst>
              <a:ext uri="{FF2B5EF4-FFF2-40B4-BE49-F238E27FC236}">
                <a16:creationId xmlns:a16="http://schemas.microsoft.com/office/drawing/2014/main" id="{6C22BFA8-4E90-4D82-963C-6B5305B31B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9228942"/>
              </p:ext>
            </p:extLst>
          </p:nvPr>
        </p:nvGraphicFramePr>
        <p:xfrm>
          <a:off x="2302362" y="2074911"/>
          <a:ext cx="1041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12" name="Equation" r:id="rId13" imgW="1041120" imgH="342720" progId="Equation.DSMT4">
                  <p:embed/>
                </p:oleObj>
              </mc:Choice>
              <mc:Fallback>
                <p:oleObj name="Equation" r:id="rId13" imgW="1041120" imgH="342720" progId="Equation.DSMT4">
                  <p:embed/>
                  <p:pic>
                    <p:nvPicPr>
                      <p:cNvPr id="10" name="Object 21">
                        <a:extLst>
                          <a:ext uri="{FF2B5EF4-FFF2-40B4-BE49-F238E27FC236}">
                            <a16:creationId xmlns:a16="http://schemas.microsoft.com/office/drawing/2014/main" id="{6C22BFA8-4E90-4D82-963C-6B5305B31B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2362" y="2074911"/>
                        <a:ext cx="1041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3">
            <a:extLst>
              <a:ext uri="{FF2B5EF4-FFF2-40B4-BE49-F238E27FC236}">
                <a16:creationId xmlns:a16="http://schemas.microsoft.com/office/drawing/2014/main" id="{3B01A254-2A32-4849-979E-F8B961B475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12006"/>
              </p:ext>
            </p:extLst>
          </p:nvPr>
        </p:nvGraphicFramePr>
        <p:xfrm>
          <a:off x="1637797" y="1332221"/>
          <a:ext cx="1384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13" name="Equation" r:id="rId15" imgW="1384200" imgH="431640" progId="Equation.DSMT4">
                  <p:embed/>
                </p:oleObj>
              </mc:Choice>
              <mc:Fallback>
                <p:oleObj name="Equation" r:id="rId15" imgW="1384200" imgH="431640" progId="Equation.DSMT4">
                  <p:embed/>
                  <p:pic>
                    <p:nvPicPr>
                      <p:cNvPr id="11" name="Object 13">
                        <a:extLst>
                          <a:ext uri="{FF2B5EF4-FFF2-40B4-BE49-F238E27FC236}">
                            <a16:creationId xmlns:a16="http://schemas.microsoft.com/office/drawing/2014/main" id="{3B01A254-2A32-4849-979E-F8B961B475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7797" y="1332221"/>
                        <a:ext cx="1384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C607582F-B411-4CB7-AA13-4B367D9BCA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1972266"/>
              </p:ext>
            </p:extLst>
          </p:nvPr>
        </p:nvGraphicFramePr>
        <p:xfrm>
          <a:off x="3209550" y="1391456"/>
          <a:ext cx="1841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14" name="Equation" r:id="rId17" imgW="1841400" imgH="380880" progId="Equation.DSMT4">
                  <p:embed/>
                </p:oleObj>
              </mc:Choice>
              <mc:Fallback>
                <p:oleObj name="Equation" r:id="rId17" imgW="1841400" imgH="3808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C607582F-B411-4CB7-AA13-4B367D9BCA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209550" y="1391456"/>
                        <a:ext cx="18415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>
            <a:extLst>
              <a:ext uri="{FF2B5EF4-FFF2-40B4-BE49-F238E27FC236}">
                <a16:creationId xmlns:a16="http://schemas.microsoft.com/office/drawing/2014/main" id="{9EC8D867-9921-4A08-8CFA-834D7A1DEB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876" y="2697854"/>
            <a:ext cx="8427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于是</a:t>
            </a:r>
            <a:endParaRPr lang="en-US" altLang="zh-CN" sz="2400" b="1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12">
            <a:extLst>
              <a:ext uri="{FF2B5EF4-FFF2-40B4-BE49-F238E27FC236}">
                <a16:creationId xmlns:a16="http://schemas.microsoft.com/office/drawing/2014/main" id="{5DC9AD0E-326B-4F04-8780-CE0EA55ACA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2494200"/>
              </p:ext>
            </p:extLst>
          </p:nvPr>
        </p:nvGraphicFramePr>
        <p:xfrm>
          <a:off x="1240907" y="2635899"/>
          <a:ext cx="10922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15" name="Equation" r:id="rId19" imgW="1091880" imgH="596880" progId="Equation.DSMT4">
                  <p:embed/>
                </p:oleObj>
              </mc:Choice>
              <mc:Fallback>
                <p:oleObj name="Equation" r:id="rId19" imgW="1091880" imgH="596880" progId="Equation.DSMT4">
                  <p:embed/>
                  <p:pic>
                    <p:nvPicPr>
                      <p:cNvPr id="14" name="Object 12">
                        <a:extLst>
                          <a:ext uri="{FF2B5EF4-FFF2-40B4-BE49-F238E27FC236}">
                            <a16:creationId xmlns:a16="http://schemas.microsoft.com/office/drawing/2014/main" id="{5DC9AD0E-326B-4F04-8780-CE0EA55ACA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0907" y="2635899"/>
                        <a:ext cx="10922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2">
            <a:extLst>
              <a:ext uri="{FF2B5EF4-FFF2-40B4-BE49-F238E27FC236}">
                <a16:creationId xmlns:a16="http://schemas.microsoft.com/office/drawing/2014/main" id="{03915CB1-C39E-4C28-8BBC-05911849E6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48113"/>
              </p:ext>
            </p:extLst>
          </p:nvPr>
        </p:nvGraphicFramePr>
        <p:xfrm>
          <a:off x="2418272" y="2624492"/>
          <a:ext cx="1244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16" name="Equation" r:id="rId21" imgW="1244520" imgH="596880" progId="Equation.DSMT4">
                  <p:embed/>
                </p:oleObj>
              </mc:Choice>
              <mc:Fallback>
                <p:oleObj name="Equation" r:id="rId21" imgW="1244520" imgH="596880" progId="Equation.DSMT4">
                  <p:embed/>
                  <p:pic>
                    <p:nvPicPr>
                      <p:cNvPr id="15" name="Object 12">
                        <a:extLst>
                          <a:ext uri="{FF2B5EF4-FFF2-40B4-BE49-F238E27FC236}">
                            <a16:creationId xmlns:a16="http://schemas.microsoft.com/office/drawing/2014/main" id="{03915CB1-C39E-4C28-8BBC-05911849E6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8272" y="2624492"/>
                        <a:ext cx="12446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2">
            <a:extLst>
              <a:ext uri="{FF2B5EF4-FFF2-40B4-BE49-F238E27FC236}">
                <a16:creationId xmlns:a16="http://schemas.microsoft.com/office/drawing/2014/main" id="{275739A9-7F2A-450B-9E58-C74E355540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4035475"/>
              </p:ext>
            </p:extLst>
          </p:nvPr>
        </p:nvGraphicFramePr>
        <p:xfrm>
          <a:off x="3771244" y="2623998"/>
          <a:ext cx="1371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17" name="Equation" r:id="rId23" imgW="1371600" imgH="596880" progId="Equation.DSMT4">
                  <p:embed/>
                </p:oleObj>
              </mc:Choice>
              <mc:Fallback>
                <p:oleObj name="Equation" r:id="rId23" imgW="1371600" imgH="596880" progId="Equation.DSMT4">
                  <p:embed/>
                  <p:pic>
                    <p:nvPicPr>
                      <p:cNvPr id="16" name="Object 12">
                        <a:extLst>
                          <a:ext uri="{FF2B5EF4-FFF2-40B4-BE49-F238E27FC236}">
                            <a16:creationId xmlns:a16="http://schemas.microsoft.com/office/drawing/2014/main" id="{275739A9-7F2A-450B-9E58-C74E355540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1244" y="2623998"/>
                        <a:ext cx="13716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>
            <a:extLst>
              <a:ext uri="{FF2B5EF4-FFF2-40B4-BE49-F238E27FC236}">
                <a16:creationId xmlns:a16="http://schemas.microsoft.com/office/drawing/2014/main" id="{8F7002FF-362D-4323-951F-F33FBCAF14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7771427"/>
              </p:ext>
            </p:extLst>
          </p:nvPr>
        </p:nvGraphicFramePr>
        <p:xfrm>
          <a:off x="2387374" y="3393051"/>
          <a:ext cx="182721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18" name="Equation" r:id="rId25" imgW="1828800" imgH="583920" progId="Equation.DSMT4">
                  <p:embed/>
                </p:oleObj>
              </mc:Choice>
              <mc:Fallback>
                <p:oleObj name="Equation" r:id="rId25" imgW="1828800" imgH="583920" progId="Equation.DSMT4">
                  <p:embed/>
                  <p:pic>
                    <p:nvPicPr>
                      <p:cNvPr id="17" name="Object 17">
                        <a:extLst>
                          <a:ext uri="{FF2B5EF4-FFF2-40B4-BE49-F238E27FC236}">
                            <a16:creationId xmlns:a16="http://schemas.microsoft.com/office/drawing/2014/main" id="{8F7002FF-362D-4323-951F-F33FBCAF14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7374" y="3393051"/>
                        <a:ext cx="1827212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8BA8D419-FF94-4641-9C79-CE1D5B96D6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7592596"/>
              </p:ext>
            </p:extLst>
          </p:nvPr>
        </p:nvGraphicFramePr>
        <p:xfrm>
          <a:off x="4201610" y="3513446"/>
          <a:ext cx="558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19" name="Equation" r:id="rId27" imgW="558720" imgH="342720" progId="Equation.DSMT4">
                  <p:embed/>
                </p:oleObj>
              </mc:Choice>
              <mc:Fallback>
                <p:oleObj name="Equation" r:id="rId27" imgW="558720" imgH="342720" progId="Equation.DSMT4">
                  <p:embed/>
                  <p:pic>
                    <p:nvPicPr>
                      <p:cNvPr id="18" name="Object 17">
                        <a:extLst>
                          <a:ext uri="{FF2B5EF4-FFF2-40B4-BE49-F238E27FC236}">
                            <a16:creationId xmlns:a16="http://schemas.microsoft.com/office/drawing/2014/main" id="{8BA8D419-FF94-4641-9C79-CE1D5B96D6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1610" y="3513446"/>
                        <a:ext cx="558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02389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Text Box 2">
            <a:extLst>
              <a:ext uri="{FF2B5EF4-FFF2-40B4-BE49-F238E27FC236}">
                <a16:creationId xmlns:a16="http://schemas.microsoft.com/office/drawing/2014/main" id="{5971967C-2A59-43FA-85BE-ED2F93C1B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688" y="267494"/>
            <a:ext cx="600082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latin typeface="+mn-ea"/>
                <a:ea typeface="+mn-ea"/>
              </a:rPr>
              <a:t>证明定积分公式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(</a:t>
            </a:r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瓦利斯公式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)</a:t>
            </a:r>
            <a:endParaRPr lang="zh-CN" altLang="en-US" sz="2400" b="1" dirty="0">
              <a:solidFill>
                <a:srgbClr val="0066FF"/>
              </a:solidFill>
              <a:latin typeface="+mn-ea"/>
              <a:ea typeface="+mn-ea"/>
            </a:endParaRPr>
          </a:p>
        </p:txBody>
      </p:sp>
      <p:grpSp>
        <p:nvGrpSpPr>
          <p:cNvPr id="25605" name="Group 7">
            <a:extLst>
              <a:ext uri="{FF2B5EF4-FFF2-40B4-BE49-F238E27FC236}">
                <a16:creationId xmlns:a16="http://schemas.microsoft.com/office/drawing/2014/main" id="{0EF574DC-BD47-458F-BF5F-92022A6DD2C2}"/>
              </a:ext>
            </a:extLst>
          </p:cNvPr>
          <p:cNvGrpSpPr>
            <a:grpSpLocks/>
          </p:cNvGrpSpPr>
          <p:nvPr/>
        </p:nvGrpSpPr>
        <p:grpSpPr bwMode="auto">
          <a:xfrm>
            <a:off x="1535852" y="1525378"/>
            <a:ext cx="5761374" cy="1520625"/>
            <a:chOff x="1264" y="1196"/>
            <a:chExt cx="4711" cy="1181"/>
          </a:xfrm>
        </p:grpSpPr>
        <p:graphicFrame>
          <p:nvGraphicFramePr>
            <p:cNvPr id="25623" name="Object 4">
              <a:extLst>
                <a:ext uri="{FF2B5EF4-FFF2-40B4-BE49-F238E27FC236}">
                  <a16:creationId xmlns:a16="http://schemas.microsoft.com/office/drawing/2014/main" id="{17071D03-4355-4251-9125-4B69EB14B0B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04202897"/>
                </p:ext>
              </p:extLst>
            </p:nvPr>
          </p:nvGraphicFramePr>
          <p:xfrm>
            <a:off x="1264" y="1196"/>
            <a:ext cx="2921" cy="11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291" name="Equation" r:id="rId3" imgW="3759120" imgH="1600200" progId="Equation.DSMT4">
                    <p:embed/>
                  </p:oleObj>
                </mc:Choice>
                <mc:Fallback>
                  <p:oleObj name="Equation" r:id="rId3" imgW="3759120" imgH="1600200" progId="Equation.DSMT4">
                    <p:embed/>
                    <p:pic>
                      <p:nvPicPr>
                        <p:cNvPr id="25623" name="Object 4">
                          <a:extLst>
                            <a:ext uri="{FF2B5EF4-FFF2-40B4-BE49-F238E27FC236}">
                              <a16:creationId xmlns:a16="http://schemas.microsoft.com/office/drawing/2014/main" id="{17071D03-4355-4251-9125-4B69EB14B0B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4" y="1196"/>
                          <a:ext cx="2921" cy="11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24" name="Text Box 5">
              <a:extLst>
                <a:ext uri="{FF2B5EF4-FFF2-40B4-BE49-F238E27FC236}">
                  <a16:creationId xmlns:a16="http://schemas.microsoft.com/office/drawing/2014/main" id="{6F2C1C13-70CB-47DC-9DBA-1516BA6AB4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5" y="1313"/>
              <a:ext cx="1248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000" b="1">
                  <a:latin typeface="宋体" panose="02010600030101010101" pitchFamily="2" charset="-122"/>
                </a:rPr>
                <a:t>为正偶数</a:t>
              </a:r>
            </a:p>
          </p:txBody>
        </p:sp>
        <p:sp>
          <p:nvSpPr>
            <p:cNvPr id="25625" name="Text Box 6">
              <a:extLst>
                <a:ext uri="{FF2B5EF4-FFF2-40B4-BE49-F238E27FC236}">
                  <a16:creationId xmlns:a16="http://schemas.microsoft.com/office/drawing/2014/main" id="{1C370257-B175-419F-B981-752429FAB0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1" y="1913"/>
              <a:ext cx="1824" cy="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000" b="1" dirty="0">
                  <a:latin typeface="宋体" panose="02010600030101010101" pitchFamily="2" charset="-122"/>
                </a:rPr>
                <a:t>为大于</a:t>
              </a:r>
              <a:r>
                <a:rPr lang="en-US" altLang="zh-CN" sz="2000" b="1" dirty="0">
                  <a:latin typeface="宋体" panose="02010600030101010101" pitchFamily="2" charset="-122"/>
                </a:rPr>
                <a:t>1</a:t>
              </a:r>
              <a:r>
                <a:rPr lang="zh-CN" altLang="en-US" sz="2000" b="1" dirty="0">
                  <a:latin typeface="宋体" panose="02010600030101010101" pitchFamily="2" charset="-122"/>
                </a:rPr>
                <a:t>的正奇数</a:t>
              </a:r>
            </a:p>
          </p:txBody>
        </p:sp>
      </p:grpSp>
      <p:sp>
        <p:nvSpPr>
          <p:cNvPr id="25612" name="Text Box 8">
            <a:extLst>
              <a:ext uri="{FF2B5EF4-FFF2-40B4-BE49-F238E27FC236}">
                <a16:creationId xmlns:a16="http://schemas.microsoft.com/office/drawing/2014/main" id="{63085096-5259-4A5C-9274-4EC1CC99F4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027" y="267494"/>
            <a:ext cx="8715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4</a:t>
            </a:r>
          </a:p>
        </p:txBody>
      </p:sp>
      <p:sp>
        <p:nvSpPr>
          <p:cNvPr id="27" name="箭头: 五边形 26">
            <a:extLst>
              <a:ext uri="{FF2B5EF4-FFF2-40B4-BE49-F238E27FC236}">
                <a16:creationId xmlns:a16="http://schemas.microsoft.com/office/drawing/2014/main" id="{27D18A52-A007-48D5-B6BA-FF5816B31B45}"/>
              </a:ext>
            </a:extLst>
          </p:cNvPr>
          <p:cNvSpPr/>
          <p:nvPr/>
        </p:nvSpPr>
        <p:spPr>
          <a:xfrm flipH="1">
            <a:off x="7347199" y="981254"/>
            <a:ext cx="1551685" cy="384937"/>
          </a:xfrm>
          <a:prstGeom prst="homePlate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r>
              <a:rPr lang="zh-CN" altLang="en-US" sz="2400" b="1" dirty="0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重要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结论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8318CE8-08E8-415C-801E-7824A8C4A835}"/>
              </a:ext>
            </a:extLst>
          </p:cNvPr>
          <p:cNvGrpSpPr/>
          <p:nvPr/>
        </p:nvGrpSpPr>
        <p:grpSpPr>
          <a:xfrm>
            <a:off x="1283798" y="872098"/>
            <a:ext cx="5082800" cy="603250"/>
            <a:chOff x="1071240" y="1769014"/>
            <a:chExt cx="5082800" cy="603250"/>
          </a:xfrm>
        </p:grpSpPr>
        <p:graphicFrame>
          <p:nvGraphicFramePr>
            <p:cNvPr id="25604" name="Object 3">
              <a:extLst>
                <a:ext uri="{FF2B5EF4-FFF2-40B4-BE49-F238E27FC236}">
                  <a16:creationId xmlns:a16="http://schemas.microsoft.com/office/drawing/2014/main" id="{0659FC6B-1E94-48BD-879C-1BDEA9319B4B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071240" y="1769014"/>
            <a:ext cx="3713163" cy="603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292" name="Equation" r:id="rId5" imgW="3911400" imgH="634680" progId="Equation.DSMT4">
                    <p:embed/>
                  </p:oleObj>
                </mc:Choice>
                <mc:Fallback>
                  <p:oleObj name="Equation" r:id="rId5" imgW="3911400" imgH="634680" progId="Equation.DSMT4">
                    <p:embed/>
                    <p:pic>
                      <p:nvPicPr>
                        <p:cNvPr id="25604" name="Object 3">
                          <a:extLst>
                            <a:ext uri="{FF2B5EF4-FFF2-40B4-BE49-F238E27FC236}">
                              <a16:creationId xmlns:a16="http://schemas.microsoft.com/office/drawing/2014/main" id="{0659FC6B-1E94-48BD-879C-1BDEA9319B4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1240" y="1769014"/>
                          <a:ext cx="3713163" cy="6032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Text Box 5">
              <a:extLst>
                <a:ext uri="{FF2B5EF4-FFF2-40B4-BE49-F238E27FC236}">
                  <a16:creationId xmlns:a16="http://schemas.microsoft.com/office/drawing/2014/main" id="{08422794-C00C-4AE4-9D06-D438BA43E2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5976" y="1888480"/>
              <a:ext cx="179806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 b="1">
                  <a:latin typeface="宋体" panose="02010600030101010101" pitchFamily="2" charset="-122"/>
                </a:rPr>
                <a:t>(  </a:t>
              </a:r>
              <a:r>
                <a:rPr lang="zh-CN" altLang="en-US" sz="2000" b="1">
                  <a:latin typeface="宋体" panose="02010600030101010101" pitchFamily="2" charset="-122"/>
                </a:rPr>
                <a:t>为正整数</a:t>
              </a:r>
              <a:r>
                <a:rPr lang="en-US" altLang="zh-CN" sz="2000" b="1">
                  <a:latin typeface="宋体" panose="02010600030101010101" pitchFamily="2" charset="-122"/>
                </a:rPr>
                <a:t>)</a:t>
              </a:r>
              <a:endParaRPr lang="zh-CN" altLang="en-US" sz="2000" b="1">
                <a:latin typeface="宋体" panose="02010600030101010101" pitchFamily="2" charset="-122"/>
              </a:endParaRPr>
            </a:p>
          </p:txBody>
        </p:sp>
      </p:grp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D3605710-9A49-47A1-BDBF-68321A764A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0845312"/>
              </p:ext>
            </p:extLst>
          </p:nvPr>
        </p:nvGraphicFramePr>
        <p:xfrm>
          <a:off x="2075886" y="3951710"/>
          <a:ext cx="3632200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93" name="Equation" r:id="rId7" imgW="3822480" imgH="711000" progId="Equation.DSMT4">
                  <p:embed/>
                </p:oleObj>
              </mc:Choice>
              <mc:Fallback>
                <p:oleObj name="Equation" r:id="rId7" imgW="3822480" imgH="7110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D3605710-9A49-47A1-BDBF-68321A764A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75886" y="3951710"/>
                        <a:ext cx="3632200" cy="67468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Line 112">
            <a:extLst>
              <a:ext uri="{FF2B5EF4-FFF2-40B4-BE49-F238E27FC236}">
                <a16:creationId xmlns:a16="http://schemas.microsoft.com/office/drawing/2014/main" id="{0FDCF994-0B42-44A4-8316-E70D473BA9E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" y="3651870"/>
            <a:ext cx="8763000" cy="0"/>
          </a:xfrm>
          <a:prstGeom prst="line">
            <a:avLst/>
          </a:prstGeom>
          <a:noFill/>
          <a:ln w="28575" cmpd="thickThin">
            <a:solidFill>
              <a:schemeClr val="accent1">
                <a:lumMod val="40000"/>
                <a:lumOff val="6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6F0BA1B-D267-4FCE-9BC8-D310AF6CFD18}"/>
              </a:ext>
            </a:extLst>
          </p:cNvPr>
          <p:cNvSpPr/>
          <p:nvPr/>
        </p:nvSpPr>
        <p:spPr>
          <a:xfrm>
            <a:off x="1154511" y="908963"/>
            <a:ext cx="6192688" cy="2344028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五边形 14">
            <a:extLst>
              <a:ext uri="{FF2B5EF4-FFF2-40B4-BE49-F238E27FC236}">
                <a16:creationId xmlns:a16="http://schemas.microsoft.com/office/drawing/2014/main" id="{5C26B060-99A6-450F-8E05-7DBA5156F2C1}"/>
              </a:ext>
            </a:extLst>
          </p:cNvPr>
          <p:cNvSpPr/>
          <p:nvPr/>
        </p:nvSpPr>
        <p:spPr>
          <a:xfrm rot="10800000" flipH="1">
            <a:off x="7476486" y="2001786"/>
            <a:ext cx="1551685" cy="384937"/>
          </a:xfrm>
          <a:prstGeom prst="homePlate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endParaRPr lang="zh-CN" altLang="en-US" sz="24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796C9A5-34D3-4070-9624-168E181A3DEC}"/>
              </a:ext>
            </a:extLst>
          </p:cNvPr>
          <p:cNvSpPr txBox="1"/>
          <p:nvPr/>
        </p:nvSpPr>
        <p:spPr>
          <a:xfrm>
            <a:off x="7484004" y="1963421"/>
            <a:ext cx="1544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必须记住</a:t>
            </a:r>
          </a:p>
        </p:txBody>
      </p:sp>
    </p:spTree>
    <p:extLst>
      <p:ext uri="{BB962C8B-B14F-4D97-AF65-F5344CB8AC3E}">
        <p14:creationId xmlns:p14="http://schemas.microsoft.com/office/powerpoint/2010/main" val="2230041987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A4B0A205-33D1-4F4C-B2C1-DD57B5F7BC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1679765"/>
              </p:ext>
            </p:extLst>
          </p:nvPr>
        </p:nvGraphicFramePr>
        <p:xfrm>
          <a:off x="1987387" y="248783"/>
          <a:ext cx="35433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771" name="Equation" r:id="rId3" imgW="3543120" imgH="634680" progId="Equation.DSMT4">
                  <p:embed/>
                </p:oleObj>
              </mc:Choice>
              <mc:Fallback>
                <p:oleObj name="Equation" r:id="rId3" imgW="3543120" imgH="634680" progId="Equation.DSMT4">
                  <p:embed/>
                  <p:pic>
                    <p:nvPicPr>
                      <p:cNvPr id="25604" name="Object 3">
                        <a:extLst>
                          <a:ext uri="{FF2B5EF4-FFF2-40B4-BE49-F238E27FC236}">
                            <a16:creationId xmlns:a16="http://schemas.microsoft.com/office/drawing/2014/main" id="{0659FC6B-1E94-48BD-879C-1BDEA9319B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7387" y="248783"/>
                        <a:ext cx="35433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8">
            <a:extLst>
              <a:ext uri="{FF2B5EF4-FFF2-40B4-BE49-F238E27FC236}">
                <a16:creationId xmlns:a16="http://schemas.microsoft.com/office/drawing/2014/main" id="{E0BFEA79-2BB1-4584-8E34-A9B14A2F1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606" y="1352449"/>
            <a:ext cx="6286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>
                <a:solidFill>
                  <a:srgbClr val="0064FF"/>
                </a:solidFill>
                <a:latin typeface="+mn-ea"/>
                <a:ea typeface="+mn-ea"/>
              </a:rPr>
              <a:t>证</a:t>
            </a:r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DDF8165C-1692-40EC-AF02-4D3599388B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317560"/>
              </p:ext>
            </p:extLst>
          </p:nvPr>
        </p:nvGraphicFramePr>
        <p:xfrm>
          <a:off x="1953923" y="2718188"/>
          <a:ext cx="5688012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772" name="Equation" r:id="rId5" imgW="5689440" imgH="660240" progId="Equation.DSMT4">
                  <p:embed/>
                </p:oleObj>
              </mc:Choice>
              <mc:Fallback>
                <p:oleObj name="Equation" r:id="rId5" imgW="5689440" imgH="660240" progId="Equation.DSMT4">
                  <p:embed/>
                  <p:pic>
                    <p:nvPicPr>
                      <p:cNvPr id="25" name="Object 2">
                        <a:extLst>
                          <a:ext uri="{FF2B5EF4-FFF2-40B4-BE49-F238E27FC236}">
                            <a16:creationId xmlns:a16="http://schemas.microsoft.com/office/drawing/2014/main" id="{C65E98E7-A65B-4004-8C53-FE98664F70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3923" y="2718188"/>
                        <a:ext cx="5688012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FAE8A8C4-5248-456C-A092-0F1F456FF5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2901421"/>
              </p:ext>
            </p:extLst>
          </p:nvPr>
        </p:nvGraphicFramePr>
        <p:xfrm>
          <a:off x="6622225" y="3357414"/>
          <a:ext cx="908024" cy="30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773" name="Equation" r:id="rId7" imgW="1079280" imgH="342720" progId="Equation.DSMT4">
                  <p:embed/>
                </p:oleObj>
              </mc:Choice>
              <mc:Fallback>
                <p:oleObj name="Equation" r:id="rId7" imgW="1079280" imgH="342720" progId="Equation.DSMT4">
                  <p:embed/>
                  <p:pic>
                    <p:nvPicPr>
                      <p:cNvPr id="29" name="Object 5">
                        <a:extLst>
                          <a:ext uri="{FF2B5EF4-FFF2-40B4-BE49-F238E27FC236}">
                            <a16:creationId xmlns:a16="http://schemas.microsoft.com/office/drawing/2014/main" id="{366E395B-806B-44FB-A6B2-0AD2A1E04C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2225" y="3357414"/>
                        <a:ext cx="908024" cy="30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Line 112">
            <a:extLst>
              <a:ext uri="{FF2B5EF4-FFF2-40B4-BE49-F238E27FC236}">
                <a16:creationId xmlns:a16="http://schemas.microsoft.com/office/drawing/2014/main" id="{FFA180E7-1086-4081-BD72-887A7D5A7FE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" y="1131590"/>
            <a:ext cx="8763000" cy="0"/>
          </a:xfrm>
          <a:prstGeom prst="line">
            <a:avLst/>
          </a:prstGeom>
          <a:noFill/>
          <a:ln w="28575" cmpd="thickThin">
            <a:solidFill>
              <a:schemeClr val="accent1">
                <a:lumMod val="40000"/>
                <a:lumOff val="6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" name="Object 13">
            <a:extLst>
              <a:ext uri="{FF2B5EF4-FFF2-40B4-BE49-F238E27FC236}">
                <a16:creationId xmlns:a16="http://schemas.microsoft.com/office/drawing/2014/main" id="{1FA0EC01-4BC7-424E-BF63-0FF6083BFB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494823"/>
              </p:ext>
            </p:extLst>
          </p:nvPr>
        </p:nvGraphicFramePr>
        <p:xfrm>
          <a:off x="1970384" y="3582928"/>
          <a:ext cx="48133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774" name="Equation" r:id="rId9" imgW="4813200" imgH="634680" progId="Equation.DSMT4">
                  <p:embed/>
                </p:oleObj>
              </mc:Choice>
              <mc:Fallback>
                <p:oleObj name="Equation" r:id="rId9" imgW="4813200" imgH="634680" progId="Equation.DSMT4">
                  <p:embed/>
                  <p:pic>
                    <p:nvPicPr>
                      <p:cNvPr id="31" name="Object 13">
                        <a:extLst>
                          <a:ext uri="{FF2B5EF4-FFF2-40B4-BE49-F238E27FC236}">
                            <a16:creationId xmlns:a16="http://schemas.microsoft.com/office/drawing/2014/main" id="{CC7C3535-9E15-4DB5-829E-5E489FC70B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0384" y="3582928"/>
                        <a:ext cx="48133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4">
            <a:extLst>
              <a:ext uri="{FF2B5EF4-FFF2-40B4-BE49-F238E27FC236}">
                <a16:creationId xmlns:a16="http://schemas.microsoft.com/office/drawing/2014/main" id="{C61B1D35-7D99-46BC-9AE0-0C4348E0BC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2885247"/>
              </p:ext>
            </p:extLst>
          </p:nvPr>
        </p:nvGraphicFramePr>
        <p:xfrm>
          <a:off x="1988072" y="4422268"/>
          <a:ext cx="27813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775" name="Equation" r:id="rId11" imgW="2781000" imgH="380880" progId="Equation.DSMT4">
                  <p:embed/>
                </p:oleObj>
              </mc:Choice>
              <mc:Fallback>
                <p:oleObj name="Equation" r:id="rId11" imgW="2781000" imgH="380880" progId="Equation.DSMT4">
                  <p:embed/>
                  <p:pic>
                    <p:nvPicPr>
                      <p:cNvPr id="32" name="Object 14">
                        <a:extLst>
                          <a:ext uri="{FF2B5EF4-FFF2-40B4-BE49-F238E27FC236}">
                            <a16:creationId xmlns:a16="http://schemas.microsoft.com/office/drawing/2014/main" id="{BF86CBF8-605D-4E0B-BC7F-DCC8C93B5C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8072" y="4422268"/>
                        <a:ext cx="27813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C4002AC5-E4CB-4556-AD4F-192D0334B3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2941874"/>
              </p:ext>
            </p:extLst>
          </p:nvPr>
        </p:nvGraphicFramePr>
        <p:xfrm>
          <a:off x="1668463" y="1244600"/>
          <a:ext cx="1725612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776" name="Equation" r:id="rId13" imgW="1815840" imgH="723600" progId="Equation.DSMT4">
                  <p:embed/>
                </p:oleObj>
              </mc:Choice>
              <mc:Fallback>
                <p:oleObj name="Equation" r:id="rId13" imgW="1815840" imgH="723600" progId="Equation.DSMT4">
                  <p:embed/>
                  <p:pic>
                    <p:nvPicPr>
                      <p:cNvPr id="34" name="Object 9">
                        <a:extLst>
                          <a:ext uri="{FF2B5EF4-FFF2-40B4-BE49-F238E27FC236}">
                            <a16:creationId xmlns:a16="http://schemas.microsoft.com/office/drawing/2014/main" id="{BD884380-BAA5-426B-82BE-71663C63D2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8463" y="1244600"/>
                        <a:ext cx="1725612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9751406A-A3C7-453D-9793-C3D9B15BA7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04288"/>
              </p:ext>
            </p:extLst>
          </p:nvPr>
        </p:nvGraphicFramePr>
        <p:xfrm>
          <a:off x="3635375" y="1244600"/>
          <a:ext cx="2074863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777" name="Equation" r:id="rId15" imgW="2184120" imgH="622080" progId="Equation.DSMT4">
                  <p:embed/>
                </p:oleObj>
              </mc:Choice>
              <mc:Fallback>
                <p:oleObj name="Equation" r:id="rId15" imgW="2184120" imgH="622080" progId="Equation.DSMT4">
                  <p:embed/>
                  <p:pic>
                    <p:nvPicPr>
                      <p:cNvPr id="35" name="Object 10">
                        <a:extLst>
                          <a:ext uri="{FF2B5EF4-FFF2-40B4-BE49-F238E27FC236}">
                            <a16:creationId xmlns:a16="http://schemas.microsoft.com/office/drawing/2014/main" id="{4C73FA42-63C4-4F00-A324-166511A8AD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1244600"/>
                        <a:ext cx="2074863" cy="59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">
            <a:extLst>
              <a:ext uri="{FF2B5EF4-FFF2-40B4-BE49-F238E27FC236}">
                <a16:creationId xmlns:a16="http://schemas.microsoft.com/office/drawing/2014/main" id="{5397E1A5-45CB-4131-8BA2-E0AE0E095B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7832822"/>
              </p:ext>
            </p:extLst>
          </p:nvPr>
        </p:nvGraphicFramePr>
        <p:xfrm>
          <a:off x="1654175" y="1976438"/>
          <a:ext cx="18923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778" name="Equation" r:id="rId17" imgW="1892160" imgH="634680" progId="Equation.DSMT4">
                  <p:embed/>
                </p:oleObj>
              </mc:Choice>
              <mc:Fallback>
                <p:oleObj name="Equation" r:id="rId17" imgW="1892160" imgH="634680" progId="Equation.DSMT4">
                  <p:embed/>
                  <p:pic>
                    <p:nvPicPr>
                      <p:cNvPr id="36" name="Object 3">
                        <a:extLst>
                          <a:ext uri="{FF2B5EF4-FFF2-40B4-BE49-F238E27FC236}">
                            <a16:creationId xmlns:a16="http://schemas.microsoft.com/office/drawing/2014/main" id="{55FF031B-67E6-48C1-A47C-FA48F030B6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4175" y="1976438"/>
                        <a:ext cx="18923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03771C73-B8DD-4AD0-A798-4285DECE190E}"/>
              </a:ext>
            </a:extLst>
          </p:cNvPr>
          <p:cNvGrpSpPr/>
          <p:nvPr/>
        </p:nvGrpSpPr>
        <p:grpSpPr>
          <a:xfrm>
            <a:off x="299758" y="2047502"/>
            <a:ext cx="1184107" cy="461665"/>
            <a:chOff x="299758" y="2047502"/>
            <a:chExt cx="1184107" cy="461665"/>
          </a:xfrm>
        </p:grpSpPr>
        <p:sp>
          <p:nvSpPr>
            <p:cNvPr id="14" name="Text Box 9">
              <a:extLst>
                <a:ext uri="{FF2B5EF4-FFF2-40B4-BE49-F238E27FC236}">
                  <a16:creationId xmlns:a16="http://schemas.microsoft.com/office/drawing/2014/main" id="{F3063AE9-D8E3-4D7F-9B02-B7370B89B9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758" y="2047502"/>
              <a:ext cx="457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b="1">
                  <a:latin typeface="宋体" panose="02010600030101010101" pitchFamily="2" charset="-122"/>
                </a:rPr>
                <a:t>当</a:t>
              </a:r>
            </a:p>
          </p:txBody>
        </p:sp>
        <p:graphicFrame>
          <p:nvGraphicFramePr>
            <p:cNvPr id="15" name="Object 14">
              <a:extLst>
                <a:ext uri="{FF2B5EF4-FFF2-40B4-BE49-F238E27FC236}">
                  <a16:creationId xmlns:a16="http://schemas.microsoft.com/office/drawing/2014/main" id="{3529B514-A609-419A-8DBD-1BF404CA81B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13690524"/>
                </p:ext>
              </p:extLst>
            </p:nvPr>
          </p:nvGraphicFramePr>
          <p:xfrm>
            <a:off x="759965" y="2169994"/>
            <a:ext cx="723900" cy="3286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779" name="Equation" r:id="rId19" imgW="723600" imgH="330120" progId="Equation.DSMT4">
                    <p:embed/>
                  </p:oleObj>
                </mc:Choice>
                <mc:Fallback>
                  <p:oleObj name="Equation" r:id="rId19" imgW="723600" imgH="330120" progId="Equation.DSMT4">
                    <p:embed/>
                    <p:pic>
                      <p:nvPicPr>
                        <p:cNvPr id="38" name="Object 14">
                          <a:extLst>
                            <a:ext uri="{FF2B5EF4-FFF2-40B4-BE49-F238E27FC236}">
                              <a16:creationId xmlns:a16="http://schemas.microsoft.com/office/drawing/2014/main" id="{FF1D3C9A-271A-4980-9BD4-46C2ADBD5A3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9965" y="2169994"/>
                          <a:ext cx="723900" cy="3286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Object 3">
            <a:extLst>
              <a:ext uri="{FF2B5EF4-FFF2-40B4-BE49-F238E27FC236}">
                <a16:creationId xmlns:a16="http://schemas.microsoft.com/office/drawing/2014/main" id="{ED6A621D-B6E4-4AAD-873D-56F87CB017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8537553"/>
              </p:ext>
            </p:extLst>
          </p:nvPr>
        </p:nvGraphicFramePr>
        <p:xfrm>
          <a:off x="3622675" y="1976438"/>
          <a:ext cx="24511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780" name="Equation" r:id="rId21" imgW="2450880" imgH="634680" progId="Equation.DSMT4">
                  <p:embed/>
                </p:oleObj>
              </mc:Choice>
              <mc:Fallback>
                <p:oleObj name="Equation" r:id="rId21" imgW="2450880" imgH="634680" progId="Equation.DSMT4">
                  <p:embed/>
                  <p:pic>
                    <p:nvPicPr>
                      <p:cNvPr id="39" name="Object 3">
                        <a:extLst>
                          <a:ext uri="{FF2B5EF4-FFF2-40B4-BE49-F238E27FC236}">
                            <a16:creationId xmlns:a16="http://schemas.microsoft.com/office/drawing/2014/main" id="{7E826D12-D766-4BA2-8179-B7DD841CF46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2675" y="1976438"/>
                        <a:ext cx="24511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3">
            <a:extLst>
              <a:ext uri="{FF2B5EF4-FFF2-40B4-BE49-F238E27FC236}">
                <a16:creationId xmlns:a16="http://schemas.microsoft.com/office/drawing/2014/main" id="{8610B624-3AFC-457C-9203-1497C61651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7321094"/>
              </p:ext>
            </p:extLst>
          </p:nvPr>
        </p:nvGraphicFramePr>
        <p:xfrm>
          <a:off x="6142038" y="1982788"/>
          <a:ext cx="25527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781" name="Equation" r:id="rId23" imgW="2552400" imgH="622080" progId="Equation.DSMT4">
                  <p:embed/>
                </p:oleObj>
              </mc:Choice>
              <mc:Fallback>
                <p:oleObj name="Equation" r:id="rId23" imgW="2552400" imgH="622080" progId="Equation.DSMT4">
                  <p:embed/>
                  <p:pic>
                    <p:nvPicPr>
                      <p:cNvPr id="40" name="Object 3">
                        <a:extLst>
                          <a:ext uri="{FF2B5EF4-FFF2-40B4-BE49-F238E27FC236}">
                            <a16:creationId xmlns:a16="http://schemas.microsoft.com/office/drawing/2014/main" id="{2F5BBB9F-2C36-487B-A948-37504700FC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2038" y="1982788"/>
                        <a:ext cx="25527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" name="组合 20">
            <a:extLst>
              <a:ext uri="{FF2B5EF4-FFF2-40B4-BE49-F238E27FC236}">
                <a16:creationId xmlns:a16="http://schemas.microsoft.com/office/drawing/2014/main" id="{A4421197-1AB5-4CCD-9FAF-20FDC00970C7}"/>
              </a:ext>
            </a:extLst>
          </p:cNvPr>
          <p:cNvGrpSpPr/>
          <p:nvPr/>
        </p:nvGrpSpPr>
        <p:grpSpPr>
          <a:xfrm>
            <a:off x="6622225" y="3172353"/>
            <a:ext cx="685800" cy="420241"/>
            <a:chOff x="6622225" y="3172353"/>
            <a:chExt cx="685800" cy="420241"/>
          </a:xfrm>
        </p:grpSpPr>
        <p:sp>
          <p:nvSpPr>
            <p:cNvPr id="22" name="Line 3">
              <a:extLst>
                <a:ext uri="{FF2B5EF4-FFF2-40B4-BE49-F238E27FC236}">
                  <a16:creationId xmlns:a16="http://schemas.microsoft.com/office/drawing/2014/main" id="{6EF3706D-EDAF-46C8-9CDE-7CDD4CA666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22225" y="3186336"/>
              <a:ext cx="68580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E2174DAB-2B49-4215-A747-02D2F3A1F486}"/>
                </a:ext>
              </a:extLst>
            </p:cNvPr>
            <p:cNvSpPr txBox="1"/>
            <p:nvPr/>
          </p:nvSpPr>
          <p:spPr>
            <a:xfrm>
              <a:off x="6687931" y="3172353"/>
              <a:ext cx="523220" cy="42024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2200" b="1" dirty="0">
                  <a:solidFill>
                    <a:srgbClr val="FF0000"/>
                  </a:solidFill>
                  <a:latin typeface="Abadi" panose="020B0604020202020204" pitchFamily="34" charset="0"/>
                </a:rPr>
                <a:t>=</a:t>
              </a:r>
              <a:endParaRPr lang="zh-CN" altLang="en-US" sz="2200" b="1" dirty="0">
                <a:solidFill>
                  <a:srgbClr val="FF0000"/>
                </a:solidFill>
                <a:latin typeface="Abadi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1447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5">
            <a:extLst>
              <a:ext uri="{FF2B5EF4-FFF2-40B4-BE49-F238E27FC236}">
                <a16:creationId xmlns:a16="http://schemas.microsoft.com/office/drawing/2014/main" id="{08A58F29-2F61-4785-B30A-EDDC31C188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2375706"/>
              </p:ext>
            </p:extLst>
          </p:nvPr>
        </p:nvGraphicFramePr>
        <p:xfrm>
          <a:off x="2325440" y="601910"/>
          <a:ext cx="1532160" cy="699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536" name="Equation" r:id="rId3" imgW="1612800" imgH="736560" progId="Equation.DSMT4">
                  <p:embed/>
                </p:oleObj>
              </mc:Choice>
              <mc:Fallback>
                <p:oleObj name="Equation" r:id="rId3" imgW="1612800" imgH="736560" progId="Equation.DSMT4">
                  <p:embed/>
                  <p:pic>
                    <p:nvPicPr>
                      <p:cNvPr id="12" name="Object 15">
                        <a:extLst>
                          <a:ext uri="{FF2B5EF4-FFF2-40B4-BE49-F238E27FC236}">
                            <a16:creationId xmlns:a16="http://schemas.microsoft.com/office/drawing/2014/main" id="{E1519932-40BE-486A-8014-D201A43AB1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5440" y="601910"/>
                        <a:ext cx="1532160" cy="6997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9E025DD4-1167-479F-A2B9-DA9FC4F1D5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7812478"/>
              </p:ext>
            </p:extLst>
          </p:nvPr>
        </p:nvGraphicFramePr>
        <p:xfrm>
          <a:off x="1043608" y="1460600"/>
          <a:ext cx="4741863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537" name="Equation" r:id="rId5" imgW="4991040" imgH="736560" progId="Equation.DSMT4">
                  <p:embed/>
                </p:oleObj>
              </mc:Choice>
              <mc:Fallback>
                <p:oleObj name="Equation" r:id="rId5" imgW="4991040" imgH="736560" progId="Equation.DSMT4">
                  <p:embed/>
                  <p:pic>
                    <p:nvPicPr>
                      <p:cNvPr id="19" name="Object 3">
                        <a:extLst>
                          <a:ext uri="{FF2B5EF4-FFF2-40B4-BE49-F238E27FC236}">
                            <a16:creationId xmlns:a16="http://schemas.microsoft.com/office/drawing/2014/main" id="{2512F792-C7A3-42B7-A322-51095292C3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1460600"/>
                        <a:ext cx="4741863" cy="70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7">
            <a:extLst>
              <a:ext uri="{FF2B5EF4-FFF2-40B4-BE49-F238E27FC236}">
                <a16:creationId xmlns:a16="http://schemas.microsoft.com/office/drawing/2014/main" id="{033C20B1-5276-4EC4-9E30-9FB8D7D9F6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0761769"/>
              </p:ext>
            </p:extLst>
          </p:nvPr>
        </p:nvGraphicFramePr>
        <p:xfrm>
          <a:off x="1672036" y="2397776"/>
          <a:ext cx="4222674" cy="699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538" name="Equation" r:id="rId7" imgW="4444920" imgH="736560" progId="Equation.DSMT4">
                  <p:embed/>
                </p:oleObj>
              </mc:Choice>
              <mc:Fallback>
                <p:oleObj name="Equation" r:id="rId7" imgW="4444920" imgH="736560" progId="Equation.DSMT4">
                  <p:embed/>
                  <p:pic>
                    <p:nvPicPr>
                      <p:cNvPr id="20" name="Object 7">
                        <a:extLst>
                          <a:ext uri="{FF2B5EF4-FFF2-40B4-BE49-F238E27FC236}">
                            <a16:creationId xmlns:a16="http://schemas.microsoft.com/office/drawing/2014/main" id="{997C353C-1A38-4E48-8E5A-A5D58B034F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2036" y="2397776"/>
                        <a:ext cx="4222674" cy="6997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8">
            <a:extLst>
              <a:ext uri="{FF2B5EF4-FFF2-40B4-BE49-F238E27FC236}">
                <a16:creationId xmlns:a16="http://schemas.microsoft.com/office/drawing/2014/main" id="{0FED96E8-2699-461C-8BA6-8CAFA4940E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4071323"/>
              </p:ext>
            </p:extLst>
          </p:nvPr>
        </p:nvGraphicFramePr>
        <p:xfrm>
          <a:off x="6463810" y="2246166"/>
          <a:ext cx="1411434" cy="325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539" name="Equation" r:id="rId9" imgW="1485720" imgH="342720" progId="Equation.DSMT4">
                  <p:embed/>
                </p:oleObj>
              </mc:Choice>
              <mc:Fallback>
                <p:oleObj name="Equation" r:id="rId9" imgW="1485720" imgH="342720" progId="Equation.DSMT4">
                  <p:embed/>
                  <p:pic>
                    <p:nvPicPr>
                      <p:cNvPr id="21" name="Object 8">
                        <a:extLst>
                          <a:ext uri="{FF2B5EF4-FFF2-40B4-BE49-F238E27FC236}">
                            <a16:creationId xmlns:a16="http://schemas.microsoft.com/office/drawing/2014/main" id="{46C189FD-EB17-4530-8A30-8BB230FCBF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3810" y="2246166"/>
                        <a:ext cx="1411434" cy="3255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9">
            <a:extLst>
              <a:ext uri="{FF2B5EF4-FFF2-40B4-BE49-F238E27FC236}">
                <a16:creationId xmlns:a16="http://schemas.microsoft.com/office/drawing/2014/main" id="{534D0459-D00A-405A-9612-ABE8525566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3665" y="711797"/>
            <a:ext cx="151216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200" b="1">
                <a:latin typeface="宋体" panose="02010600030101010101" pitchFamily="2" charset="-122"/>
              </a:rPr>
              <a:t>由此得</a:t>
            </a:r>
          </a:p>
        </p:txBody>
      </p:sp>
      <p:graphicFrame>
        <p:nvGraphicFramePr>
          <p:cNvPr id="7" name="Object 14">
            <a:extLst>
              <a:ext uri="{FF2B5EF4-FFF2-40B4-BE49-F238E27FC236}">
                <a16:creationId xmlns:a16="http://schemas.microsoft.com/office/drawing/2014/main" id="{92F9EFD6-B83E-4962-AC0A-20B1120B90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5446584"/>
              </p:ext>
            </p:extLst>
          </p:nvPr>
        </p:nvGraphicFramePr>
        <p:xfrm>
          <a:off x="4041775" y="781050"/>
          <a:ext cx="91440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540" name="Equation" r:id="rId11" imgW="914400" imgH="342720" progId="Equation.DSMT4">
                  <p:embed/>
                </p:oleObj>
              </mc:Choice>
              <mc:Fallback>
                <p:oleObj name="Equation" r:id="rId11" imgW="914400" imgH="342720" progId="Equation.DSMT4">
                  <p:embed/>
                  <p:pic>
                    <p:nvPicPr>
                      <p:cNvPr id="15" name="Object 14">
                        <a:extLst>
                          <a:ext uri="{FF2B5EF4-FFF2-40B4-BE49-F238E27FC236}">
                            <a16:creationId xmlns:a16="http://schemas.microsoft.com/office/drawing/2014/main" id="{02C9379E-886B-4155-8E6E-64F4A21000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1775" y="781050"/>
                        <a:ext cx="914400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椭圆 7">
            <a:extLst>
              <a:ext uri="{FF2B5EF4-FFF2-40B4-BE49-F238E27FC236}">
                <a16:creationId xmlns:a16="http://schemas.microsoft.com/office/drawing/2014/main" id="{2DCFAF5B-4023-45A5-A843-53CF49B5F882}"/>
              </a:ext>
            </a:extLst>
          </p:cNvPr>
          <p:cNvSpPr/>
          <p:nvPr/>
        </p:nvSpPr>
        <p:spPr>
          <a:xfrm>
            <a:off x="5428098" y="1588832"/>
            <a:ext cx="504056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67BF946-B279-4249-9565-32C261B5A004}"/>
              </a:ext>
            </a:extLst>
          </p:cNvPr>
          <p:cNvSpPr/>
          <p:nvPr/>
        </p:nvSpPr>
        <p:spPr>
          <a:xfrm>
            <a:off x="5552308" y="2531618"/>
            <a:ext cx="504056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D00E52FD-E7BD-4C42-AEBD-1EDC296E7A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9987684"/>
              </p:ext>
            </p:extLst>
          </p:nvPr>
        </p:nvGraphicFramePr>
        <p:xfrm>
          <a:off x="5932154" y="1460600"/>
          <a:ext cx="471488" cy="687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541" name="Equation" r:id="rId13" imgW="495000" imgH="723600" progId="Equation.DSMT4">
                  <p:embed/>
                </p:oleObj>
              </mc:Choice>
              <mc:Fallback>
                <p:oleObj name="Equation" r:id="rId13" imgW="495000" imgH="723600" progId="Equation.DSMT4">
                  <p:embed/>
                  <p:pic>
                    <p:nvPicPr>
                      <p:cNvPr id="23" name="Object 9">
                        <a:extLst>
                          <a:ext uri="{FF2B5EF4-FFF2-40B4-BE49-F238E27FC236}">
                            <a16:creationId xmlns:a16="http://schemas.microsoft.com/office/drawing/2014/main" id="{7C483414-F8DB-472C-B267-D30DB7B131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2154" y="1460600"/>
                        <a:ext cx="471488" cy="687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9">
            <a:extLst>
              <a:ext uri="{FF2B5EF4-FFF2-40B4-BE49-F238E27FC236}">
                <a16:creationId xmlns:a16="http://schemas.microsoft.com/office/drawing/2014/main" id="{F4E77EA4-E6F5-41F7-93EC-D3F7E35810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9958940"/>
              </p:ext>
            </p:extLst>
          </p:nvPr>
        </p:nvGraphicFramePr>
        <p:xfrm>
          <a:off x="6114560" y="2621436"/>
          <a:ext cx="349250" cy="25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542" name="Equation" r:id="rId15" imgW="368280" imgH="266400" progId="Equation.DSMT4">
                  <p:embed/>
                </p:oleObj>
              </mc:Choice>
              <mc:Fallback>
                <p:oleObj name="Equation" r:id="rId15" imgW="368280" imgH="266400" progId="Equation.DSMT4">
                  <p:embed/>
                  <p:pic>
                    <p:nvPicPr>
                      <p:cNvPr id="24" name="Object 9">
                        <a:extLst>
                          <a:ext uri="{FF2B5EF4-FFF2-40B4-BE49-F238E27FC236}">
                            <a16:creationId xmlns:a16="http://schemas.microsoft.com/office/drawing/2014/main" id="{713E2E05-D16E-429C-83F9-A207193045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4560" y="2621436"/>
                        <a:ext cx="349250" cy="25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68345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5">
            <a:extLst>
              <a:ext uri="{FF2B5EF4-FFF2-40B4-BE49-F238E27FC236}">
                <a16:creationId xmlns:a16="http://schemas.microsoft.com/office/drawing/2014/main" id="{6628437F-8A81-447C-A7E3-83CEA7CFCF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4614438"/>
              </p:ext>
            </p:extLst>
          </p:nvPr>
        </p:nvGraphicFramePr>
        <p:xfrm>
          <a:off x="1835696" y="411510"/>
          <a:ext cx="1543050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852" name="Equation" r:id="rId3" imgW="1625400" imgH="711000" progId="Equation.DSMT4">
                  <p:embed/>
                </p:oleObj>
              </mc:Choice>
              <mc:Fallback>
                <p:oleObj name="Equation" r:id="rId3" imgW="1625400" imgH="711000" progId="Equation.DSMT4">
                  <p:embed/>
                  <p:pic>
                    <p:nvPicPr>
                      <p:cNvPr id="12" name="Object 15">
                        <a:extLst>
                          <a:ext uri="{FF2B5EF4-FFF2-40B4-BE49-F238E27FC236}">
                            <a16:creationId xmlns:a16="http://schemas.microsoft.com/office/drawing/2014/main" id="{D7DC9D9A-2CE8-48DB-91B8-08A2F06CC6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411510"/>
                        <a:ext cx="1543050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6">
            <a:extLst>
              <a:ext uri="{FF2B5EF4-FFF2-40B4-BE49-F238E27FC236}">
                <a16:creationId xmlns:a16="http://schemas.microsoft.com/office/drawing/2014/main" id="{DA5BE13E-B460-46FC-B4A9-C5D7A5F3B0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8458140"/>
              </p:ext>
            </p:extLst>
          </p:nvPr>
        </p:nvGraphicFramePr>
        <p:xfrm>
          <a:off x="3265413" y="454289"/>
          <a:ext cx="1580382" cy="699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853" name="Equation" r:id="rId5" imgW="1663560" imgH="736560" progId="Equation.DSMT4">
                  <p:embed/>
                </p:oleObj>
              </mc:Choice>
              <mc:Fallback>
                <p:oleObj name="Equation" r:id="rId5" imgW="1663560" imgH="736560" progId="Equation.DSMT4">
                  <p:embed/>
                  <p:pic>
                    <p:nvPicPr>
                      <p:cNvPr id="13" name="Object 16">
                        <a:extLst>
                          <a:ext uri="{FF2B5EF4-FFF2-40B4-BE49-F238E27FC236}">
                            <a16:creationId xmlns:a16="http://schemas.microsoft.com/office/drawing/2014/main" id="{482DDEEB-37D5-4372-959E-6B3BE39BA7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5413" y="454289"/>
                        <a:ext cx="1580382" cy="6997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3">
            <a:extLst>
              <a:ext uri="{FF2B5EF4-FFF2-40B4-BE49-F238E27FC236}">
                <a16:creationId xmlns:a16="http://schemas.microsoft.com/office/drawing/2014/main" id="{7F59D9A2-2EC3-43F8-BCC1-440252E809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706" y="535402"/>
            <a:ext cx="90686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200" b="1">
                <a:solidFill>
                  <a:srgbClr val="0064FF"/>
                </a:solidFill>
                <a:latin typeface="+mn-ea"/>
                <a:ea typeface="+mn-ea"/>
              </a:rPr>
              <a:t>例如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6426A3D-D8B7-477B-A63D-980A029350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0821382"/>
              </p:ext>
            </p:extLst>
          </p:nvPr>
        </p:nvGraphicFramePr>
        <p:xfrm>
          <a:off x="4747171" y="454373"/>
          <a:ext cx="784225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854" name="Equation" r:id="rId7" imgW="825480" imgH="736560" progId="Equation.DSMT4">
                  <p:embed/>
                </p:oleObj>
              </mc:Choice>
              <mc:Fallback>
                <p:oleObj name="Equation" r:id="rId7" imgW="825480" imgH="73656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CF993F0F-4F35-4B44-A75F-0E4661CDDC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7171" y="454373"/>
                        <a:ext cx="784225" cy="700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5">
            <a:extLst>
              <a:ext uri="{FF2B5EF4-FFF2-40B4-BE49-F238E27FC236}">
                <a16:creationId xmlns:a16="http://schemas.microsoft.com/office/drawing/2014/main" id="{EB4F59A7-A224-4B62-A22E-9CAA0C28D5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8888430"/>
              </p:ext>
            </p:extLst>
          </p:nvPr>
        </p:nvGraphicFramePr>
        <p:xfrm>
          <a:off x="1825253" y="1295518"/>
          <a:ext cx="1579562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855" name="Equation" r:id="rId9" imgW="1663560" imgH="711000" progId="Equation.DSMT4">
                  <p:embed/>
                </p:oleObj>
              </mc:Choice>
              <mc:Fallback>
                <p:oleObj name="Equation" r:id="rId9" imgW="1663560" imgH="711000" progId="Equation.DSMT4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83D83240-741A-4A38-BBAD-373DCED3B6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5253" y="1295518"/>
                        <a:ext cx="1579562" cy="67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6">
            <a:extLst>
              <a:ext uri="{FF2B5EF4-FFF2-40B4-BE49-F238E27FC236}">
                <a16:creationId xmlns:a16="http://schemas.microsoft.com/office/drawing/2014/main" id="{4D290348-29DB-470C-B38F-190BB284C8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3388484"/>
              </p:ext>
            </p:extLst>
          </p:nvPr>
        </p:nvGraphicFramePr>
        <p:xfrm>
          <a:off x="3293566" y="1347332"/>
          <a:ext cx="1109790" cy="6997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856" name="Equation" r:id="rId11" imgW="1168200" imgH="736560" progId="Equation.DSMT4">
                  <p:embed/>
                </p:oleObj>
              </mc:Choice>
              <mc:Fallback>
                <p:oleObj name="Equation" r:id="rId11" imgW="1168200" imgH="736560" progId="Equation.DSMT4">
                  <p:embed/>
                  <p:pic>
                    <p:nvPicPr>
                      <p:cNvPr id="18" name="Object 16">
                        <a:extLst>
                          <a:ext uri="{FF2B5EF4-FFF2-40B4-BE49-F238E27FC236}">
                            <a16:creationId xmlns:a16="http://schemas.microsoft.com/office/drawing/2014/main" id="{F013DFEA-F99D-43ED-A471-C182E0D3A9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3566" y="1347332"/>
                        <a:ext cx="1109790" cy="6997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DB5E876-A53D-4DCC-AC04-C74153B626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9062997"/>
              </p:ext>
            </p:extLst>
          </p:nvPr>
        </p:nvGraphicFramePr>
        <p:xfrm>
          <a:off x="4486821" y="1348135"/>
          <a:ext cx="746125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857" name="Equation" r:id="rId13" imgW="787320" imgH="736560" progId="Equation.DSMT4">
                  <p:embed/>
                </p:oleObj>
              </mc:Choice>
              <mc:Fallback>
                <p:oleObj name="Equation" r:id="rId13" imgW="787320" imgH="73656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ACF72AEB-38E7-4F4E-89FF-1B4565CB43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6821" y="1348135"/>
                        <a:ext cx="746125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5">
            <a:extLst>
              <a:ext uri="{FF2B5EF4-FFF2-40B4-BE49-F238E27FC236}">
                <a16:creationId xmlns:a16="http://schemas.microsoft.com/office/drawing/2014/main" id="{D9267F48-E3A7-4CEE-AE16-EDA81B1114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2067289"/>
              </p:ext>
            </p:extLst>
          </p:nvPr>
        </p:nvGraphicFramePr>
        <p:xfrm>
          <a:off x="1725909" y="2409049"/>
          <a:ext cx="1674812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858" name="Equation" r:id="rId15" imgW="1765080" imgH="723600" progId="Equation.DSMT4">
                  <p:embed/>
                </p:oleObj>
              </mc:Choice>
              <mc:Fallback>
                <p:oleObj name="Equation" r:id="rId15" imgW="1765080" imgH="723600" progId="Equation.DSMT4">
                  <p:embed/>
                  <p:pic>
                    <p:nvPicPr>
                      <p:cNvPr id="6" name="Object 15">
                        <a:extLst>
                          <a:ext uri="{FF2B5EF4-FFF2-40B4-BE49-F238E27FC236}">
                            <a16:creationId xmlns:a16="http://schemas.microsoft.com/office/drawing/2014/main" id="{EB4F59A7-A224-4B62-A22E-9CAA0C28D5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5909" y="2409049"/>
                        <a:ext cx="1674812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5">
            <a:extLst>
              <a:ext uri="{FF2B5EF4-FFF2-40B4-BE49-F238E27FC236}">
                <a16:creationId xmlns:a16="http://schemas.microsoft.com/office/drawing/2014/main" id="{59C70759-F80C-4270-B348-0097B54C1D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9702529"/>
              </p:ext>
            </p:extLst>
          </p:nvPr>
        </p:nvGraphicFramePr>
        <p:xfrm>
          <a:off x="3265413" y="2485908"/>
          <a:ext cx="1795463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859" name="Equation" r:id="rId17" imgW="1892160" imgH="596880" progId="Equation.DSMT4">
                  <p:embed/>
                </p:oleObj>
              </mc:Choice>
              <mc:Fallback>
                <p:oleObj name="Equation" r:id="rId17" imgW="1892160" imgH="596880" progId="Equation.DSMT4">
                  <p:embed/>
                  <p:pic>
                    <p:nvPicPr>
                      <p:cNvPr id="9" name="Object 15">
                        <a:extLst>
                          <a:ext uri="{FF2B5EF4-FFF2-40B4-BE49-F238E27FC236}">
                            <a16:creationId xmlns:a16="http://schemas.microsoft.com/office/drawing/2014/main" id="{D9267F48-E3A7-4CEE-AE16-EDA81B1114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5413" y="2485908"/>
                        <a:ext cx="1795463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3F86B39E-F263-4954-B00F-AC257A589D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6107359"/>
              </p:ext>
            </p:extLst>
          </p:nvPr>
        </p:nvGraphicFramePr>
        <p:xfrm>
          <a:off x="3232150" y="2259013"/>
          <a:ext cx="635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860" name="Equation" r:id="rId19" imgW="634680" imgH="241200" progId="Equation.DSMT4">
                  <p:embed/>
                </p:oleObj>
              </mc:Choice>
              <mc:Fallback>
                <p:oleObj name="Equation" r:id="rId19" imgW="6346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232150" y="2259013"/>
                        <a:ext cx="635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5">
            <a:extLst>
              <a:ext uri="{FF2B5EF4-FFF2-40B4-BE49-F238E27FC236}">
                <a16:creationId xmlns:a16="http://schemas.microsoft.com/office/drawing/2014/main" id="{1C7C98C9-A417-45FD-BDD7-9CAD53EE65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1892852"/>
              </p:ext>
            </p:extLst>
          </p:nvPr>
        </p:nvGraphicFramePr>
        <p:xfrm>
          <a:off x="4910861" y="2365041"/>
          <a:ext cx="1819275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861" name="Equation" r:id="rId21" imgW="1917360" imgH="711000" progId="Equation.DSMT4">
                  <p:embed/>
                </p:oleObj>
              </mc:Choice>
              <mc:Fallback>
                <p:oleObj name="Equation" r:id="rId21" imgW="1917360" imgH="711000" progId="Equation.DSMT4">
                  <p:embed/>
                  <p:pic>
                    <p:nvPicPr>
                      <p:cNvPr id="10" name="Object 15">
                        <a:extLst>
                          <a:ext uri="{FF2B5EF4-FFF2-40B4-BE49-F238E27FC236}">
                            <a16:creationId xmlns:a16="http://schemas.microsoft.com/office/drawing/2014/main" id="{59C70759-F80C-4270-B348-0097B54C1D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0861" y="2365041"/>
                        <a:ext cx="1819275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6">
            <a:extLst>
              <a:ext uri="{FF2B5EF4-FFF2-40B4-BE49-F238E27FC236}">
                <a16:creationId xmlns:a16="http://schemas.microsoft.com/office/drawing/2014/main" id="{3A574E1F-B78B-4FB9-A8DF-B205805604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477799"/>
              </p:ext>
            </p:extLst>
          </p:nvPr>
        </p:nvGraphicFramePr>
        <p:xfrm>
          <a:off x="3265413" y="3370360"/>
          <a:ext cx="185737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862" name="Equation" r:id="rId23" imgW="1955520" imgH="736560" progId="Equation.DSMT4">
                  <p:embed/>
                </p:oleObj>
              </mc:Choice>
              <mc:Fallback>
                <p:oleObj name="Equation" r:id="rId23" imgW="1955520" imgH="736560" progId="Equation.DSMT4">
                  <p:embed/>
                  <p:pic>
                    <p:nvPicPr>
                      <p:cNvPr id="3" name="Object 16">
                        <a:extLst>
                          <a:ext uri="{FF2B5EF4-FFF2-40B4-BE49-F238E27FC236}">
                            <a16:creationId xmlns:a16="http://schemas.microsoft.com/office/drawing/2014/main" id="{DA5BE13E-B460-46FC-B4A9-C5D7A5F3B0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5413" y="3370360"/>
                        <a:ext cx="1857375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6">
            <a:extLst>
              <a:ext uri="{FF2B5EF4-FFF2-40B4-BE49-F238E27FC236}">
                <a16:creationId xmlns:a16="http://schemas.microsoft.com/office/drawing/2014/main" id="{70EA1191-C45D-48FF-86A1-2E5ABDB4B3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8753681"/>
              </p:ext>
            </p:extLst>
          </p:nvPr>
        </p:nvGraphicFramePr>
        <p:xfrm>
          <a:off x="5122788" y="3370360"/>
          <a:ext cx="773113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863" name="Equation" r:id="rId25" imgW="812520" imgH="736560" progId="Equation.DSMT4">
                  <p:embed/>
                </p:oleObj>
              </mc:Choice>
              <mc:Fallback>
                <p:oleObj name="Equation" r:id="rId25" imgW="812520" imgH="736560" progId="Equation.DSMT4">
                  <p:embed/>
                  <p:pic>
                    <p:nvPicPr>
                      <p:cNvPr id="13" name="Object 16">
                        <a:extLst>
                          <a:ext uri="{FF2B5EF4-FFF2-40B4-BE49-F238E27FC236}">
                            <a16:creationId xmlns:a16="http://schemas.microsoft.com/office/drawing/2014/main" id="{3A574E1F-B78B-4FB9-A8DF-B205805604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2788" y="3370360"/>
                        <a:ext cx="773113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0526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927B2EE2-07AB-4EBA-9375-D335200361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522" y="559220"/>
            <a:ext cx="722496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sp>
        <p:nvSpPr>
          <p:cNvPr id="3" name="Text Box 8">
            <a:extLst>
              <a:ext uri="{FF2B5EF4-FFF2-40B4-BE49-F238E27FC236}">
                <a16:creationId xmlns:a16="http://schemas.microsoft.com/office/drawing/2014/main" id="{853B215B-2084-426D-8D29-42DC706A7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861" y="559220"/>
            <a:ext cx="8715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5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96E2A64-54BB-4874-84B1-B948E2578A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2535972"/>
              </p:ext>
            </p:extLst>
          </p:nvPr>
        </p:nvGraphicFramePr>
        <p:xfrm>
          <a:off x="2267744" y="434452"/>
          <a:ext cx="41148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586" name="Equation" r:id="rId3" imgW="4114800" imgH="711000" progId="Equation.DSMT4">
                  <p:embed/>
                </p:oleObj>
              </mc:Choice>
              <mc:Fallback>
                <p:oleObj name="Equation" r:id="rId3" imgW="411480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67744" y="434452"/>
                        <a:ext cx="41148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8">
            <a:extLst>
              <a:ext uri="{FF2B5EF4-FFF2-40B4-BE49-F238E27FC236}">
                <a16:creationId xmlns:a16="http://schemas.microsoft.com/office/drawing/2014/main" id="{B1C4450A-E25E-49A1-BB3E-E6F1D8852F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241" y="1275606"/>
            <a:ext cx="8715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EE21F6E-B559-485A-9267-634EAA348B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5835087"/>
              </p:ext>
            </p:extLst>
          </p:nvPr>
        </p:nvGraphicFramePr>
        <p:xfrm>
          <a:off x="1427626" y="2045048"/>
          <a:ext cx="571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587" name="Equation" r:id="rId5" imgW="571320" imgH="380880" progId="Equation.DSMT4">
                  <p:embed/>
                </p:oleObj>
              </mc:Choice>
              <mc:Fallback>
                <p:oleObj name="Equation" r:id="rId5" imgW="57132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27626" y="2045048"/>
                        <a:ext cx="5715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746DC35-79D4-474E-A4A7-348CC17406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3598919"/>
              </p:ext>
            </p:extLst>
          </p:nvPr>
        </p:nvGraphicFramePr>
        <p:xfrm>
          <a:off x="2049730" y="1822843"/>
          <a:ext cx="14224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588" name="Equation" r:id="rId7" imgW="1422360" imgH="711000" progId="Equation.DSMT4">
                  <p:embed/>
                </p:oleObj>
              </mc:Choice>
              <mc:Fallback>
                <p:oleObj name="Equation" r:id="rId7" imgW="1422360" imgH="711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49730" y="1822843"/>
                        <a:ext cx="1422400" cy="711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8E750BC2-6857-4613-8071-2EAD2B13A5CF}"/>
              </a:ext>
            </a:extLst>
          </p:cNvPr>
          <p:cNvGrpSpPr/>
          <p:nvPr/>
        </p:nvGrpSpPr>
        <p:grpSpPr>
          <a:xfrm>
            <a:off x="1547664" y="1318392"/>
            <a:ext cx="3668861" cy="461665"/>
            <a:chOff x="1547664" y="1318392"/>
            <a:chExt cx="3668861" cy="461665"/>
          </a:xfrm>
        </p:grpSpPr>
        <p:sp>
          <p:nvSpPr>
            <p:cNvPr id="6" name="Text Box 8">
              <a:extLst>
                <a:ext uri="{FF2B5EF4-FFF2-40B4-BE49-F238E27FC236}">
                  <a16:creationId xmlns:a16="http://schemas.microsoft.com/office/drawing/2014/main" id="{76343926-00F2-4CE9-B81E-220B8E1949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7664" y="1318392"/>
              <a:ext cx="230425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zh-CN" altLang="en-US" sz="2400" b="1" dirty="0">
                  <a:latin typeface="+mn-ea"/>
                  <a:ea typeface="+mn-ea"/>
                </a:rPr>
                <a:t>令        则</a:t>
              </a:r>
              <a:endParaRPr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9B916A02-3687-46BE-AFEF-3FA911FC3DC1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20186789"/>
                </p:ext>
              </p:extLst>
            </p:nvPr>
          </p:nvGraphicFramePr>
          <p:xfrm>
            <a:off x="1979712" y="1398588"/>
            <a:ext cx="10668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589" name="Equation" r:id="rId9" imgW="1066680" imgH="330120" progId="Equation.DSMT4">
                    <p:embed/>
                  </p:oleObj>
                </mc:Choice>
                <mc:Fallback>
                  <p:oleObj name="Equation" r:id="rId9" imgW="106668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979712" y="1398588"/>
                          <a:ext cx="10668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234E8CFE-FE92-43FF-859B-035EE87E78D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486637"/>
                </p:ext>
              </p:extLst>
            </p:nvPr>
          </p:nvGraphicFramePr>
          <p:xfrm>
            <a:off x="3743325" y="1407071"/>
            <a:ext cx="1473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590" name="Equation" r:id="rId11" imgW="1473120" imgH="330120" progId="Equation.DSMT4">
                    <p:embed/>
                  </p:oleObj>
                </mc:Choice>
                <mc:Fallback>
                  <p:oleObj name="Equation" r:id="rId11" imgW="147312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743325" y="1407071"/>
                          <a:ext cx="1473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841C511-3F19-41F7-9E66-4195A5F68D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8842812"/>
              </p:ext>
            </p:extLst>
          </p:nvPr>
        </p:nvGraphicFramePr>
        <p:xfrm>
          <a:off x="6581775" y="1179513"/>
          <a:ext cx="1104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591" name="Equation" r:id="rId13" imgW="1104840" imgH="812520" progId="Equation.DSMT4">
                  <p:embed/>
                </p:oleObj>
              </mc:Choice>
              <mc:Fallback>
                <p:oleObj name="Equation" r:id="rId13" imgW="110484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581775" y="1179513"/>
                        <a:ext cx="11049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ED96EB22-2C56-4E37-9205-F557FA3D40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8821827"/>
              </p:ext>
            </p:extLst>
          </p:nvPr>
        </p:nvGraphicFramePr>
        <p:xfrm>
          <a:off x="1746779" y="2859782"/>
          <a:ext cx="48387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592" name="Equation" r:id="rId15" imgW="4838400" imgH="1600200" progId="Equation.DSMT4">
                  <p:embed/>
                </p:oleObj>
              </mc:Choice>
              <mc:Fallback>
                <p:oleObj name="Equation" r:id="rId15" imgW="4838400" imgH="1600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746779" y="2859782"/>
                        <a:ext cx="4838700" cy="160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00065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BAB3F35B-FB46-44A2-8136-1E50461A73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522" y="559220"/>
            <a:ext cx="722496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sp>
        <p:nvSpPr>
          <p:cNvPr id="3" name="Text Box 8">
            <a:extLst>
              <a:ext uri="{FF2B5EF4-FFF2-40B4-BE49-F238E27FC236}">
                <a16:creationId xmlns:a16="http://schemas.microsoft.com/office/drawing/2014/main" id="{0C41C59B-F595-4C6D-8515-55C56FC50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861" y="559220"/>
            <a:ext cx="8715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6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491C374-724A-4F0A-88E9-245364B745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4668283"/>
              </p:ext>
            </p:extLst>
          </p:nvPr>
        </p:nvGraphicFramePr>
        <p:xfrm>
          <a:off x="2195736" y="491602"/>
          <a:ext cx="4000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491" name="Equation" r:id="rId3" imgW="4000320" imgH="596880" progId="Equation.DSMT4">
                  <p:embed/>
                </p:oleObj>
              </mc:Choice>
              <mc:Fallback>
                <p:oleObj name="Equation" r:id="rId3" imgW="4000320" imgH="5968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A96E2A64-54BB-4874-84B1-B948E2578A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95736" y="491602"/>
                        <a:ext cx="40005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8">
            <a:extLst>
              <a:ext uri="{FF2B5EF4-FFF2-40B4-BE49-F238E27FC236}">
                <a16:creationId xmlns:a16="http://schemas.microsoft.com/office/drawing/2014/main" id="{E02F2D53-E403-4AE4-B8E5-9C028701C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241" y="1275606"/>
            <a:ext cx="8715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89D0792-47B1-4A3B-BDAC-9CA6C0F7C0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3518087"/>
              </p:ext>
            </p:extLst>
          </p:nvPr>
        </p:nvGraphicFramePr>
        <p:xfrm>
          <a:off x="1691680" y="1264752"/>
          <a:ext cx="2311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492" name="Equation" r:id="rId5" imgW="2311200" imgH="596880" progId="Equation.DSMT4">
                  <p:embed/>
                </p:oleObj>
              </mc:Choice>
              <mc:Fallback>
                <p:oleObj name="Equation" r:id="rId5" imgW="2311200" imgH="5968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2491C374-724A-4F0A-88E9-245364B745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91680" y="1264752"/>
                        <a:ext cx="23114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28F49A3-3440-4846-A753-42858E69E8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671203"/>
              </p:ext>
            </p:extLst>
          </p:nvPr>
        </p:nvGraphicFramePr>
        <p:xfrm>
          <a:off x="2051050" y="1995686"/>
          <a:ext cx="2006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493" name="Equation" r:id="rId7" imgW="2006280" imgH="723600" progId="Equation.DSMT4">
                  <p:embed/>
                </p:oleObj>
              </mc:Choice>
              <mc:Fallback>
                <p:oleObj name="Equation" r:id="rId7" imgW="2006280" imgH="7236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389D0792-47B1-4A3B-BDAC-9CA6C0F7C0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51050" y="1995686"/>
                        <a:ext cx="20066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68C4999-7AF5-4837-BA7B-CB678873E1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0814412"/>
              </p:ext>
            </p:extLst>
          </p:nvPr>
        </p:nvGraphicFramePr>
        <p:xfrm>
          <a:off x="2051050" y="3078302"/>
          <a:ext cx="51435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494" name="Equation" r:id="rId9" imgW="5143320" imgH="1600200" progId="Equation.DSMT4">
                  <p:embed/>
                </p:oleObj>
              </mc:Choice>
              <mc:Fallback>
                <p:oleObj name="Equation" r:id="rId9" imgW="5143320" imgH="16002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ED96EB22-2C56-4E37-9205-F557FA3D40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51050" y="3078302"/>
                        <a:ext cx="5143500" cy="160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4AD3CEF-8FE5-4243-96CC-D1CCFB409D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1891527"/>
              </p:ext>
            </p:extLst>
          </p:nvPr>
        </p:nvGraphicFramePr>
        <p:xfrm>
          <a:off x="3893976" y="1970286"/>
          <a:ext cx="2336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495" name="Equation" r:id="rId11" imgW="2336760" imgH="774360" progId="Equation.DSMT4">
                  <p:embed/>
                </p:oleObj>
              </mc:Choice>
              <mc:Fallback>
                <p:oleObj name="Equation" r:id="rId11" imgW="2336760" imgH="7743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E28F49A3-3440-4846-A753-42858E69E8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93976" y="1970286"/>
                        <a:ext cx="23368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62479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31F18DB-A228-4193-BB92-05F56AAAE4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7664458"/>
              </p:ext>
            </p:extLst>
          </p:nvPr>
        </p:nvGraphicFramePr>
        <p:xfrm>
          <a:off x="2267744" y="339502"/>
          <a:ext cx="17907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746" name="Equation" r:id="rId3" imgW="1790640" imgH="596880" progId="Equation.DSMT4">
                  <p:embed/>
                </p:oleObj>
              </mc:Choice>
              <mc:Fallback>
                <p:oleObj name="Equation" r:id="rId3" imgW="1790640" imgH="596880" progId="Equation.DSMT4">
                  <p:embed/>
                  <p:pic>
                    <p:nvPicPr>
                      <p:cNvPr id="626691" name="Object 2">
                        <a:extLst>
                          <a:ext uri="{FF2B5EF4-FFF2-40B4-BE49-F238E27FC236}">
                            <a16:creationId xmlns:a16="http://schemas.microsoft.com/office/drawing/2014/main" id="{A193D743-7241-4BD9-80F0-53BE42ACE86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339502"/>
                        <a:ext cx="17907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09EA8FBD-8E08-46E1-BDE9-0AF6557184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88283"/>
              </p:ext>
            </p:extLst>
          </p:nvPr>
        </p:nvGraphicFramePr>
        <p:xfrm>
          <a:off x="2956716" y="1852390"/>
          <a:ext cx="2286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747" name="Equation" r:id="rId5" imgW="2286000" imgH="596880" progId="Equation.DSMT4">
                  <p:embed/>
                </p:oleObj>
              </mc:Choice>
              <mc:Fallback>
                <p:oleObj name="Equation" r:id="rId5" imgW="2286000" imgH="596880" progId="Equation.DSMT4">
                  <p:embed/>
                  <p:pic>
                    <p:nvPicPr>
                      <p:cNvPr id="626694" name="Object 5">
                        <a:extLst>
                          <a:ext uri="{FF2B5EF4-FFF2-40B4-BE49-F238E27FC236}">
                            <a16:creationId xmlns:a16="http://schemas.microsoft.com/office/drawing/2014/main" id="{8F0C57EF-4705-41F9-9B1C-466A652A06E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6716" y="1852390"/>
                        <a:ext cx="22860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42F2DFDD-D57F-4C34-9B0A-528278CC96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873135"/>
              </p:ext>
            </p:extLst>
          </p:nvPr>
        </p:nvGraphicFramePr>
        <p:xfrm>
          <a:off x="3746795" y="2859806"/>
          <a:ext cx="3162240" cy="596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748" name="Equation" r:id="rId7" imgW="3162240" imgH="596880" progId="Equation.DSMT4">
                  <p:embed/>
                </p:oleObj>
              </mc:Choice>
              <mc:Fallback>
                <p:oleObj name="Equation" r:id="rId7" imgW="3162240" imgH="596880" progId="Equation.DSMT4">
                  <p:embed/>
                  <p:pic>
                    <p:nvPicPr>
                      <p:cNvPr id="626695" name="Object 6">
                        <a:extLst>
                          <a:ext uri="{FF2B5EF4-FFF2-40B4-BE49-F238E27FC236}">
                            <a16:creationId xmlns:a16="http://schemas.microsoft.com/office/drawing/2014/main" id="{54FDFDC2-7952-423B-AE13-54788AAA2AF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6795" y="2859806"/>
                        <a:ext cx="3162240" cy="596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274A44FF-47E2-4063-80BC-9E290221EA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251341"/>
              </p:ext>
            </p:extLst>
          </p:nvPr>
        </p:nvGraphicFramePr>
        <p:xfrm>
          <a:off x="930755" y="3779896"/>
          <a:ext cx="1193760" cy="72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749" name="Equation" r:id="rId9" imgW="1193760" imgH="723600" progId="Equation.DSMT4">
                  <p:embed/>
                </p:oleObj>
              </mc:Choice>
              <mc:Fallback>
                <p:oleObj name="Equation" r:id="rId9" imgW="1193760" imgH="723600" progId="Equation.DSMT4">
                  <p:embed/>
                  <p:pic>
                    <p:nvPicPr>
                      <p:cNvPr id="626696" name="Object 7">
                        <a:extLst>
                          <a:ext uri="{FF2B5EF4-FFF2-40B4-BE49-F238E27FC236}">
                            <a16:creationId xmlns:a16="http://schemas.microsoft.com/office/drawing/2014/main" id="{A2E007D7-CCA2-4CF0-81D3-CC99E61A581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0755" y="3779896"/>
                        <a:ext cx="1193760" cy="72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A438A85-5951-4895-B297-972B06A08D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8705309"/>
              </p:ext>
            </p:extLst>
          </p:nvPr>
        </p:nvGraphicFramePr>
        <p:xfrm>
          <a:off x="2251535" y="3788091"/>
          <a:ext cx="149832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750" name="Equation" r:id="rId11" imgW="1498320" imgH="736560" progId="Equation.DSMT4">
                  <p:embed/>
                </p:oleObj>
              </mc:Choice>
              <mc:Fallback>
                <p:oleObj name="Equation" r:id="rId11" imgW="1498320" imgH="736560" progId="Equation.DSMT4">
                  <p:embed/>
                  <p:pic>
                    <p:nvPicPr>
                      <p:cNvPr id="626697" name="Object 8">
                        <a:extLst>
                          <a:ext uri="{FF2B5EF4-FFF2-40B4-BE49-F238E27FC236}">
                            <a16:creationId xmlns:a16="http://schemas.microsoft.com/office/drawing/2014/main" id="{D400CC2C-10B4-4A5C-BF0F-13995F0F0C1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1535" y="3788091"/>
                        <a:ext cx="1498320" cy="736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444C9FFA-0194-488A-9029-1CF76AD313A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3286888"/>
              </p:ext>
            </p:extLst>
          </p:nvPr>
        </p:nvGraphicFramePr>
        <p:xfrm>
          <a:off x="3810940" y="3773416"/>
          <a:ext cx="69840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751" name="Equation" r:id="rId13" imgW="698400" imgH="736560" progId="Equation.DSMT4">
                  <p:embed/>
                </p:oleObj>
              </mc:Choice>
              <mc:Fallback>
                <p:oleObj name="Equation" r:id="rId13" imgW="698400" imgH="736560" progId="Equation.DSMT4">
                  <p:embed/>
                  <p:pic>
                    <p:nvPicPr>
                      <p:cNvPr id="626698" name="Object 9">
                        <a:extLst>
                          <a:ext uri="{FF2B5EF4-FFF2-40B4-BE49-F238E27FC236}">
                            <a16:creationId xmlns:a16="http://schemas.microsoft.com/office/drawing/2014/main" id="{5C911A53-8153-4F7D-9EB7-EBC6FD61772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940" y="3773416"/>
                        <a:ext cx="698400" cy="736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BD1BFACE-92CD-4CD8-99FF-02CDC647B8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944" y="343106"/>
            <a:ext cx="1447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  <a:ea typeface="+mj-ea"/>
              </a:rPr>
              <a:t>7 </a:t>
            </a:r>
            <a:r>
              <a:rPr lang="zh-CN" altLang="en-US" sz="2400" b="1" dirty="0">
                <a:latin typeface="+mj-ea"/>
                <a:ea typeface="+mj-ea"/>
              </a:rPr>
              <a:t>计算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12" name="Text Box 8">
            <a:extLst>
              <a:ext uri="{FF2B5EF4-FFF2-40B4-BE49-F238E27FC236}">
                <a16:creationId xmlns:a16="http://schemas.microsoft.com/office/drawing/2014/main" id="{CA818EC5-7BB8-4770-9EC5-D2A299B92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132" y="1102346"/>
            <a:ext cx="8715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6E535F58-5540-4A68-BBA2-34142E734A8E}"/>
              </a:ext>
            </a:extLst>
          </p:cNvPr>
          <p:cNvGrpSpPr/>
          <p:nvPr/>
        </p:nvGrpSpPr>
        <p:grpSpPr>
          <a:xfrm>
            <a:off x="1442539" y="1077215"/>
            <a:ext cx="2793001" cy="762000"/>
            <a:chOff x="1403648" y="1250475"/>
            <a:chExt cx="2793001" cy="762000"/>
          </a:xfrm>
        </p:grpSpPr>
        <p:sp>
          <p:nvSpPr>
            <p:cNvPr id="13" name="Rectangle 10">
              <a:extLst>
                <a:ext uri="{FF2B5EF4-FFF2-40B4-BE49-F238E27FC236}">
                  <a16:creationId xmlns:a16="http://schemas.microsoft.com/office/drawing/2014/main" id="{AD07CBCD-2B16-494C-98D0-8AFD70758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3648" y="1250475"/>
              <a:ext cx="2793001" cy="76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b="1" dirty="0">
                  <a:latin typeface="+mj-ea"/>
                  <a:ea typeface="+mj-ea"/>
                </a:rPr>
                <a:t>令        则</a:t>
              </a:r>
              <a:endParaRPr lang="en-US" altLang="zh-CN" sz="2400" b="1" dirty="0">
                <a:latin typeface="+mj-ea"/>
                <a:ea typeface="+mj-ea"/>
              </a:endParaRPr>
            </a:p>
          </p:txBody>
        </p:sp>
        <p:graphicFrame>
          <p:nvGraphicFramePr>
            <p:cNvPr id="14" name="Object 4">
              <a:extLst>
                <a:ext uri="{FF2B5EF4-FFF2-40B4-BE49-F238E27FC236}">
                  <a16:creationId xmlns:a16="http://schemas.microsoft.com/office/drawing/2014/main" id="{83DB8FBF-0708-4447-B59F-D99F858020FD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151129293"/>
                </p:ext>
              </p:extLst>
            </p:nvPr>
          </p:nvGraphicFramePr>
          <p:xfrm>
            <a:off x="1857176" y="1373187"/>
            <a:ext cx="1054100" cy="290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752" name="Equation" r:id="rId15" imgW="1054080" imgH="291960" progId="Equation.DSMT4">
                    <p:embed/>
                  </p:oleObj>
                </mc:Choice>
                <mc:Fallback>
                  <p:oleObj name="Equation" r:id="rId15" imgW="1054080" imgH="291960" progId="Equation.DSMT4">
                    <p:embed/>
                    <p:pic>
                      <p:nvPicPr>
                        <p:cNvPr id="5" name="Object 4">
                          <a:extLst>
                            <a:ext uri="{FF2B5EF4-FFF2-40B4-BE49-F238E27FC236}">
                              <a16:creationId xmlns:a16="http://schemas.microsoft.com/office/drawing/2014/main" id="{3D9AC076-2327-4F01-9C86-6D2651DC2EB2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7176" y="1373187"/>
                          <a:ext cx="1054100" cy="2905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Object 2">
            <a:extLst>
              <a:ext uri="{FF2B5EF4-FFF2-40B4-BE49-F238E27FC236}">
                <a16:creationId xmlns:a16="http://schemas.microsoft.com/office/drawing/2014/main" id="{06471AEF-334B-49D0-9AD6-036BE72E6B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4215651"/>
              </p:ext>
            </p:extLst>
          </p:nvPr>
        </p:nvGraphicFramePr>
        <p:xfrm>
          <a:off x="1154507" y="1852547"/>
          <a:ext cx="1739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753" name="Equation" r:id="rId17" imgW="1739880" imgH="596880" progId="Equation.DSMT4">
                  <p:embed/>
                </p:oleObj>
              </mc:Choice>
              <mc:Fallback>
                <p:oleObj name="Equation" r:id="rId17" imgW="1739880" imgH="59688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831F18DB-A228-4193-BB92-05F56AAAE4B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4507" y="1852547"/>
                        <a:ext cx="17399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5">
            <a:extLst>
              <a:ext uri="{FF2B5EF4-FFF2-40B4-BE49-F238E27FC236}">
                <a16:creationId xmlns:a16="http://schemas.microsoft.com/office/drawing/2014/main" id="{C74A5DDE-07F2-49C2-963B-95FFA05492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70166524"/>
              </p:ext>
            </p:extLst>
          </p:nvPr>
        </p:nvGraphicFramePr>
        <p:xfrm>
          <a:off x="914132" y="2859786"/>
          <a:ext cx="2755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754" name="Equation" r:id="rId19" imgW="2755800" imgH="596880" progId="Equation.DSMT4">
                  <p:embed/>
                </p:oleObj>
              </mc:Choice>
              <mc:Fallback>
                <p:oleObj name="Equation" r:id="rId19" imgW="2755800" imgH="59688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09EA8FBD-8E08-46E1-BDE9-0AF6557184A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132" y="2859786"/>
                        <a:ext cx="27559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16432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628737">
            <a:extLst>
              <a:ext uri="{FF2B5EF4-FFF2-40B4-BE49-F238E27FC236}">
                <a16:creationId xmlns:a16="http://schemas.microsoft.com/office/drawing/2014/main" id="{3D4ABAF2-2C4A-448B-A32A-C4493ABD04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3009572"/>
              </p:ext>
            </p:extLst>
          </p:nvPr>
        </p:nvGraphicFramePr>
        <p:xfrm>
          <a:off x="1952021" y="342165"/>
          <a:ext cx="2730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896" name="Equation" r:id="rId3" imgW="2730240" imgH="380880" progId="Equation.DSMT4">
                  <p:embed/>
                </p:oleObj>
              </mc:Choice>
              <mc:Fallback>
                <p:oleObj name="Equation" r:id="rId3" imgW="2730240" imgH="380880" progId="Equation.DSMT4">
                  <p:embed/>
                  <p:pic>
                    <p:nvPicPr>
                      <p:cNvPr id="26625" name="对象 628737">
                        <a:extLst>
                          <a:ext uri="{FF2B5EF4-FFF2-40B4-BE49-F238E27FC236}">
                            <a16:creationId xmlns:a16="http://schemas.microsoft.com/office/drawing/2014/main" id="{ED1302E3-101A-488C-AE6B-D9526396D89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lum contrast="-6000"/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2021" y="342165"/>
                        <a:ext cx="27305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C5F68AC-232C-480F-B641-08C1D06BE2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6825467"/>
              </p:ext>
            </p:extLst>
          </p:nvPr>
        </p:nvGraphicFramePr>
        <p:xfrm>
          <a:off x="4716016" y="339502"/>
          <a:ext cx="2603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897" name="Equation" r:id="rId5" imgW="2603160" imgH="368280" progId="Equation.DSMT4">
                  <p:embed/>
                </p:oleObj>
              </mc:Choice>
              <mc:Fallback>
                <p:oleObj name="Equation" r:id="rId5" imgW="2603160" imgH="368280" progId="Equation.DSMT4">
                  <p:embed/>
                  <p:pic>
                    <p:nvPicPr>
                      <p:cNvPr id="628739" name="对象 628738">
                        <a:extLst>
                          <a:ext uri="{FF2B5EF4-FFF2-40B4-BE49-F238E27FC236}">
                            <a16:creationId xmlns:a16="http://schemas.microsoft.com/office/drawing/2014/main" id="{4D0634EB-461A-4606-9AB3-B708165104A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lum contrast="-6000"/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016" y="339502"/>
                        <a:ext cx="26035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81C8A96-17C2-49E4-A8CB-D7B97821DD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5036925"/>
              </p:ext>
            </p:extLst>
          </p:nvPr>
        </p:nvGraphicFramePr>
        <p:xfrm>
          <a:off x="7538334" y="354865"/>
          <a:ext cx="1231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898" name="Equation" r:id="rId7" imgW="1231560" imgH="355320" progId="Equation.DSMT4">
                  <p:embed/>
                </p:oleObj>
              </mc:Choice>
              <mc:Fallback>
                <p:oleObj name="Equation" r:id="rId7" imgW="1231560" imgH="355320" progId="Equation.DSMT4">
                  <p:embed/>
                  <p:pic>
                    <p:nvPicPr>
                      <p:cNvPr id="628740" name="对象 628739">
                        <a:extLst>
                          <a:ext uri="{FF2B5EF4-FFF2-40B4-BE49-F238E27FC236}">
                            <a16:creationId xmlns:a16="http://schemas.microsoft.com/office/drawing/2014/main" id="{214A1C51-25A6-4E48-A237-4DF3CAD2B45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lum contrast="-6000"/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8334" y="354865"/>
                        <a:ext cx="12319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7C8154A6-6239-4931-BE9E-077063B14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07" y="932916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求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E7786DC-425F-4DEC-AD95-39287C53FF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9009539"/>
              </p:ext>
            </p:extLst>
          </p:nvPr>
        </p:nvGraphicFramePr>
        <p:xfrm>
          <a:off x="549141" y="894615"/>
          <a:ext cx="17907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899" name="Equation" r:id="rId9" imgW="1790640" imgH="634680" progId="Equation.DSMT4">
                  <p:embed/>
                </p:oleObj>
              </mc:Choice>
              <mc:Fallback>
                <p:oleObj name="Equation" r:id="rId9" imgW="1790640" imgH="634680" progId="Equation.DSMT4">
                  <p:embed/>
                  <p:pic>
                    <p:nvPicPr>
                      <p:cNvPr id="628742" name="对象 628741">
                        <a:extLst>
                          <a:ext uri="{FF2B5EF4-FFF2-40B4-BE49-F238E27FC236}">
                            <a16:creationId xmlns:a16="http://schemas.microsoft.com/office/drawing/2014/main" id="{DE6DA6CF-8AF5-46FA-9DA0-E1DBC42E726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lum contrast="-6000"/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141" y="894615"/>
                        <a:ext cx="17907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1A215FD1-9795-4103-9AB4-3B0FDB6242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091" y="1694715"/>
            <a:ext cx="106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解</a:t>
            </a:r>
            <a:endParaRPr lang="en-US" altLang="zh-CN" sz="2400" b="1" dirty="0">
              <a:solidFill>
                <a:srgbClr val="0066FF"/>
              </a:solidFill>
              <a:latin typeface="+mn-ea"/>
              <a:ea typeface="+mn-ea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C2DC9D20-B41B-43CD-B380-72304B989F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1315054"/>
              </p:ext>
            </p:extLst>
          </p:nvPr>
        </p:nvGraphicFramePr>
        <p:xfrm>
          <a:off x="1349465" y="1658203"/>
          <a:ext cx="1919288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900" name="Equation" r:id="rId11" imgW="1917360" imgH="634680" progId="Equation.DSMT4">
                  <p:embed/>
                </p:oleObj>
              </mc:Choice>
              <mc:Fallback>
                <p:oleObj name="Equation" r:id="rId11" imgW="1917360" imgH="634680" progId="Equation.DSMT4">
                  <p:embed/>
                  <p:pic>
                    <p:nvPicPr>
                      <p:cNvPr id="628744" name="对象 628743">
                        <a:extLst>
                          <a:ext uri="{FF2B5EF4-FFF2-40B4-BE49-F238E27FC236}">
                            <a16:creationId xmlns:a16="http://schemas.microsoft.com/office/drawing/2014/main" id="{96D89841-7B03-4373-A273-33BF735F9DA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lum contrast="-6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9465" y="1658203"/>
                        <a:ext cx="1919288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2373DD5-32DD-4373-A1CF-D7642C0FC0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2219439"/>
              </p:ext>
            </p:extLst>
          </p:nvPr>
        </p:nvGraphicFramePr>
        <p:xfrm>
          <a:off x="3317271" y="1613753"/>
          <a:ext cx="1741487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901" name="Equation" r:id="rId13" imgW="1739880" imgH="723600" progId="Equation.DSMT4">
                  <p:embed/>
                </p:oleObj>
              </mc:Choice>
              <mc:Fallback>
                <p:oleObj name="Equation" r:id="rId13" imgW="1739880" imgH="723600" progId="Equation.DSMT4">
                  <p:embed/>
                  <p:pic>
                    <p:nvPicPr>
                      <p:cNvPr id="628745" name="对象 628744">
                        <a:extLst>
                          <a:ext uri="{FF2B5EF4-FFF2-40B4-BE49-F238E27FC236}">
                            <a16:creationId xmlns:a16="http://schemas.microsoft.com/office/drawing/2014/main" id="{7B4E18E5-2EF7-42BD-84EE-DA69B755D35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lum contrast="-6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7271" y="1613753"/>
                        <a:ext cx="1741487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8E8F77FF-665E-4F69-9274-9CE0DA0419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0409466"/>
              </p:ext>
            </p:extLst>
          </p:nvPr>
        </p:nvGraphicFramePr>
        <p:xfrm>
          <a:off x="1130283" y="2594857"/>
          <a:ext cx="1881187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902" name="Equation" r:id="rId15" imgW="1879560" imgH="952200" progId="Equation.DSMT4">
                  <p:embed/>
                </p:oleObj>
              </mc:Choice>
              <mc:Fallback>
                <p:oleObj name="Equation" r:id="rId15" imgW="1879560" imgH="952200" progId="Equation.DSMT4">
                  <p:embed/>
                  <p:pic>
                    <p:nvPicPr>
                      <p:cNvPr id="628746" name="对象 628745">
                        <a:extLst>
                          <a:ext uri="{FF2B5EF4-FFF2-40B4-BE49-F238E27FC236}">
                            <a16:creationId xmlns:a16="http://schemas.microsoft.com/office/drawing/2014/main" id="{3B83972C-D084-4642-BD32-6687757CFF6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lum contrast="-6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0283" y="2594857"/>
                        <a:ext cx="1881187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19C8B05A-5BBB-40EC-8A69-CDB2838B6D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6275844"/>
              </p:ext>
            </p:extLst>
          </p:nvPr>
        </p:nvGraphicFramePr>
        <p:xfrm>
          <a:off x="2960133" y="2753607"/>
          <a:ext cx="1804987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903" name="Equation" r:id="rId17" imgW="1803240" imgH="634680" progId="Equation.DSMT4">
                  <p:embed/>
                </p:oleObj>
              </mc:Choice>
              <mc:Fallback>
                <p:oleObj name="Equation" r:id="rId17" imgW="1803240" imgH="634680" progId="Equation.DSMT4">
                  <p:embed/>
                  <p:pic>
                    <p:nvPicPr>
                      <p:cNvPr id="628747" name="对象 628746">
                        <a:extLst>
                          <a:ext uri="{FF2B5EF4-FFF2-40B4-BE49-F238E27FC236}">
                            <a16:creationId xmlns:a16="http://schemas.microsoft.com/office/drawing/2014/main" id="{59E3946A-ED7C-448C-B26D-5EB653EE77C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lum contrast="-6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0133" y="2753607"/>
                        <a:ext cx="1804987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1D9E23FD-B97A-4032-A8DD-290B43DB46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270456"/>
              </p:ext>
            </p:extLst>
          </p:nvPr>
        </p:nvGraphicFramePr>
        <p:xfrm>
          <a:off x="1138523" y="3770156"/>
          <a:ext cx="698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904" name="Equation" r:id="rId19" imgW="698400" imgH="723600" progId="Equation.DSMT4">
                  <p:embed/>
                </p:oleObj>
              </mc:Choice>
              <mc:Fallback>
                <p:oleObj name="Equation" r:id="rId19" imgW="698400" imgH="723600" progId="Equation.DSMT4">
                  <p:embed/>
                  <p:pic>
                    <p:nvPicPr>
                      <p:cNvPr id="628748" name="对象 628747">
                        <a:extLst>
                          <a:ext uri="{FF2B5EF4-FFF2-40B4-BE49-F238E27FC236}">
                            <a16:creationId xmlns:a16="http://schemas.microsoft.com/office/drawing/2014/main" id="{4B69D8CB-19A2-413A-A2E3-FE4988CD32F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lum contrast="-6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8523" y="3770156"/>
                        <a:ext cx="6985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8EC08406-6666-4824-8570-F0AA14BB19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8638071"/>
              </p:ext>
            </p:extLst>
          </p:nvPr>
        </p:nvGraphicFramePr>
        <p:xfrm>
          <a:off x="1953464" y="3655856"/>
          <a:ext cx="12573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905" name="Equation" r:id="rId21" imgW="1257120" imgH="952200" progId="Equation.DSMT4">
                  <p:embed/>
                </p:oleObj>
              </mc:Choice>
              <mc:Fallback>
                <p:oleObj name="Equation" r:id="rId21" imgW="1257120" imgH="952200" progId="Equation.DSMT4">
                  <p:embed/>
                  <p:pic>
                    <p:nvPicPr>
                      <p:cNvPr id="628749" name="对象 628748">
                        <a:extLst>
                          <a:ext uri="{FF2B5EF4-FFF2-40B4-BE49-F238E27FC236}">
                            <a16:creationId xmlns:a16="http://schemas.microsoft.com/office/drawing/2014/main" id="{044512DE-282A-4248-AF2D-042E5955B40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lum contrast="-6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3464" y="3655856"/>
                        <a:ext cx="12573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8A2E0F50-AF73-4786-A2FA-0786AA6A3A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860704"/>
              </p:ext>
            </p:extLst>
          </p:nvPr>
        </p:nvGraphicFramePr>
        <p:xfrm>
          <a:off x="3268753" y="3992406"/>
          <a:ext cx="495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906" name="Equation" r:id="rId23" imgW="495000" imgH="279360" progId="Equation.DSMT4">
                  <p:embed/>
                </p:oleObj>
              </mc:Choice>
              <mc:Fallback>
                <p:oleObj name="Equation" r:id="rId23" imgW="495000" imgH="279360" progId="Equation.DSMT4">
                  <p:embed/>
                  <p:pic>
                    <p:nvPicPr>
                      <p:cNvPr id="628750" name="对象 628749">
                        <a:extLst>
                          <a:ext uri="{FF2B5EF4-FFF2-40B4-BE49-F238E27FC236}">
                            <a16:creationId xmlns:a16="http://schemas.microsoft.com/office/drawing/2014/main" id="{8E947ED8-F83C-4200-8D33-09120217936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8753" y="3992406"/>
                        <a:ext cx="4953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58FB20FF-5B29-46F9-97E8-E338B92E4C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2370" y="2366257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分部积分</a:t>
            </a: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</a:p>
        </p:txBody>
      </p:sp>
      <p:sp>
        <p:nvSpPr>
          <p:cNvPr id="17" name="矩形 628752">
            <a:extLst>
              <a:ext uri="{FF2B5EF4-FFF2-40B4-BE49-F238E27FC236}">
                <a16:creationId xmlns:a16="http://schemas.microsoft.com/office/drawing/2014/main" id="{7F6C23DC-4D7C-4610-BC3B-803A4F9F6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033" y="218852"/>
            <a:ext cx="1369176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8  </a:t>
            </a:r>
            <a:r>
              <a:rPr lang="zh-CN" altLang="en-US" sz="2400" b="1" dirty="0">
                <a:latin typeface="+mn-ea"/>
                <a:ea typeface="+mn-ea"/>
              </a:rPr>
              <a:t>设</a:t>
            </a:r>
          </a:p>
        </p:txBody>
      </p:sp>
    </p:spTree>
    <p:extLst>
      <p:ext uri="{BB962C8B-B14F-4D97-AF65-F5344CB8AC3E}">
        <p14:creationId xmlns:p14="http://schemas.microsoft.com/office/powerpoint/2010/main" val="2625159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28752">
            <a:extLst>
              <a:ext uri="{FF2B5EF4-FFF2-40B4-BE49-F238E27FC236}">
                <a16:creationId xmlns:a16="http://schemas.microsoft.com/office/drawing/2014/main" id="{2F606A6E-F833-44C8-A3A5-1CDBF477A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724" y="339502"/>
            <a:ext cx="1369176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9  </a:t>
            </a:r>
            <a:r>
              <a:rPr lang="zh-CN" altLang="en-US" sz="2400" b="1" dirty="0">
                <a:latin typeface="+mn-ea"/>
                <a:ea typeface="+mn-ea"/>
              </a:rPr>
              <a:t>设</a:t>
            </a:r>
          </a:p>
        </p:txBody>
      </p:sp>
      <p:graphicFrame>
        <p:nvGraphicFramePr>
          <p:cNvPr id="3" name="对象 628737">
            <a:extLst>
              <a:ext uri="{FF2B5EF4-FFF2-40B4-BE49-F238E27FC236}">
                <a16:creationId xmlns:a16="http://schemas.microsoft.com/office/drawing/2014/main" id="{C756644A-A1BB-47BD-B3DF-93C3864257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7494966"/>
              </p:ext>
            </p:extLst>
          </p:nvPr>
        </p:nvGraphicFramePr>
        <p:xfrm>
          <a:off x="1907704" y="453802"/>
          <a:ext cx="4241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07" name="Equation" r:id="rId3" imgW="4241520" imgH="380880" progId="Equation.DSMT4">
                  <p:embed/>
                </p:oleObj>
              </mc:Choice>
              <mc:Fallback>
                <p:oleObj name="Equation" r:id="rId3" imgW="4241520" imgH="380880" progId="Equation.DSMT4">
                  <p:embed/>
                  <p:pic>
                    <p:nvPicPr>
                      <p:cNvPr id="2" name="对象 628737">
                        <a:extLst>
                          <a:ext uri="{FF2B5EF4-FFF2-40B4-BE49-F238E27FC236}">
                            <a16:creationId xmlns:a16="http://schemas.microsoft.com/office/drawing/2014/main" id="{3D4ABAF2-2C4A-448B-A32A-C4493ABD048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lum contrast="-6000"/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453802"/>
                        <a:ext cx="42418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628752">
            <a:extLst>
              <a:ext uri="{FF2B5EF4-FFF2-40B4-BE49-F238E27FC236}">
                <a16:creationId xmlns:a16="http://schemas.microsoft.com/office/drawing/2014/main" id="{12152E97-B0C6-4698-8B2B-B9A6B316AB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6136" y="267494"/>
            <a:ext cx="1008112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latin typeface="+mn-ea"/>
                <a:ea typeface="+mn-ea"/>
              </a:rPr>
              <a:t>  </a:t>
            </a:r>
            <a:r>
              <a:rPr lang="zh-CN" altLang="en-US" sz="2400" b="1" dirty="0">
                <a:latin typeface="+mn-ea"/>
                <a:ea typeface="+mn-ea"/>
              </a:rPr>
              <a:t>又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056D66D-E04A-44F4-A54B-0F96139999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1373528"/>
              </p:ext>
            </p:extLst>
          </p:nvPr>
        </p:nvGraphicFramePr>
        <p:xfrm>
          <a:off x="6588224" y="453802"/>
          <a:ext cx="21209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08" name="Equation" r:id="rId5" imgW="2120760" imgH="355320" progId="Equation.DSMT4">
                  <p:embed/>
                </p:oleObj>
              </mc:Choice>
              <mc:Fallback>
                <p:oleObj name="Equation" r:id="rId5" imgW="212076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88224" y="453802"/>
                        <a:ext cx="21209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628752">
            <a:extLst>
              <a:ext uri="{FF2B5EF4-FFF2-40B4-BE49-F238E27FC236}">
                <a16:creationId xmlns:a16="http://schemas.microsoft.com/office/drawing/2014/main" id="{D2CFF317-5C8A-4991-A41F-F94CF36A56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08520" y="991075"/>
            <a:ext cx="7416824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latin typeface="+mn-ea"/>
                <a:ea typeface="+mn-ea"/>
              </a:rPr>
              <a:t>  </a:t>
            </a:r>
            <a:r>
              <a:rPr lang="zh-CN" altLang="en-US" sz="2400" b="1" dirty="0">
                <a:latin typeface="+mn-ea"/>
                <a:ea typeface="+mn-ea"/>
              </a:rPr>
              <a:t>证明</a:t>
            </a:r>
            <a:r>
              <a:rPr lang="en-US" altLang="zh-CN" sz="2400" b="1" dirty="0">
                <a:latin typeface="+mn-ea"/>
                <a:ea typeface="+mn-ea"/>
              </a:rPr>
              <a:t>: </a:t>
            </a:r>
            <a:endParaRPr lang="zh-CN" altLang="en-US" sz="2400" b="1" dirty="0">
              <a:latin typeface="+mn-ea"/>
              <a:ea typeface="+mn-ea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AD114EF-9BAD-4765-83E1-59F195FC27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0140230"/>
              </p:ext>
            </p:extLst>
          </p:nvPr>
        </p:nvGraphicFramePr>
        <p:xfrm>
          <a:off x="1259632" y="949102"/>
          <a:ext cx="3949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09" name="Equation" r:id="rId7" imgW="3949560" imgH="723600" progId="Equation.DSMT4">
                  <p:embed/>
                </p:oleObj>
              </mc:Choice>
              <mc:Fallback>
                <p:oleObj name="Equation" r:id="rId7" imgW="394956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59632" y="949102"/>
                        <a:ext cx="39497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628752">
            <a:extLst>
              <a:ext uri="{FF2B5EF4-FFF2-40B4-BE49-F238E27FC236}">
                <a16:creationId xmlns:a16="http://schemas.microsoft.com/office/drawing/2014/main" id="{BCF2A9E8-59A6-4571-A500-7C634FFF7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987" y="1829275"/>
            <a:ext cx="90667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分析</a:t>
            </a:r>
            <a:r>
              <a:rPr lang="en-US" altLang="zh-CN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2400" b="1" dirty="0">
              <a:solidFill>
                <a:srgbClr val="0066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67BFE01C-2128-4F2E-B64A-C450FA8AFD14}"/>
              </a:ext>
            </a:extLst>
          </p:cNvPr>
          <p:cNvGrpSpPr/>
          <p:nvPr/>
        </p:nvGrpSpPr>
        <p:grpSpPr>
          <a:xfrm>
            <a:off x="1597767" y="1824321"/>
            <a:ext cx="5948465" cy="609600"/>
            <a:chOff x="1597767" y="1824321"/>
            <a:chExt cx="5948465" cy="609600"/>
          </a:xfrm>
        </p:grpSpPr>
        <p:sp>
          <p:nvSpPr>
            <p:cNvPr id="9" name="矩形 628752">
              <a:extLst>
                <a:ext uri="{FF2B5EF4-FFF2-40B4-BE49-F238E27FC236}">
                  <a16:creationId xmlns:a16="http://schemas.microsoft.com/office/drawing/2014/main" id="{1A0EBA4C-E509-4100-BF78-B9DE27E675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7767" y="1824321"/>
              <a:ext cx="5948465" cy="609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分部积分可出现</a:t>
              </a:r>
              <a:r>
                <a:rPr lang="en-US" altLang="zh-CN" sz="24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 </a:t>
              </a:r>
              <a:endPara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10" name="对象 9">
              <a:extLst>
                <a:ext uri="{FF2B5EF4-FFF2-40B4-BE49-F238E27FC236}">
                  <a16:creationId xmlns:a16="http://schemas.microsoft.com/office/drawing/2014/main" id="{9298AF5A-B01E-4B1B-B8B6-A787DFC31BC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4665304"/>
                </p:ext>
              </p:extLst>
            </p:nvPr>
          </p:nvGraphicFramePr>
          <p:xfrm>
            <a:off x="3923928" y="1910027"/>
            <a:ext cx="100330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5710" name="Equation" r:id="rId9" imgW="1002960" imgH="406080" progId="Equation.DSMT4">
                    <p:embed/>
                  </p:oleObj>
                </mc:Choice>
                <mc:Fallback>
                  <p:oleObj name="Equation" r:id="rId9" imgW="1002960" imgH="4060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923928" y="1910027"/>
                          <a:ext cx="1003300" cy="406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A85CA8DF-6203-43B8-B123-4497190266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987" y="2548221"/>
            <a:ext cx="106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证</a:t>
            </a:r>
            <a:endParaRPr lang="en-US" altLang="zh-CN" sz="2400" b="1" dirty="0">
              <a:solidFill>
                <a:srgbClr val="0066FF"/>
              </a:solidFill>
              <a:latin typeface="+mn-ea"/>
              <a:ea typeface="+mn-ea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2836A2A-C146-471A-AA75-5D38F07F18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0524954"/>
              </p:ext>
            </p:extLst>
          </p:nvPr>
        </p:nvGraphicFramePr>
        <p:xfrm>
          <a:off x="1517650" y="2519344"/>
          <a:ext cx="1206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11" name="Equation" r:id="rId11" imgW="1206360" imgH="596880" progId="Equation.DSMT4">
                  <p:embed/>
                </p:oleObj>
              </mc:Choice>
              <mc:Fallback>
                <p:oleObj name="Equation" r:id="rId11" imgW="120636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17650" y="2519344"/>
                        <a:ext cx="12065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359E71E0-B067-43E2-85B7-58B0A9B5B4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4212788"/>
              </p:ext>
            </p:extLst>
          </p:nvPr>
        </p:nvGraphicFramePr>
        <p:xfrm>
          <a:off x="2724150" y="2519344"/>
          <a:ext cx="2070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12" name="Equation" r:id="rId13" imgW="2070000" imgH="596880" progId="Equation.DSMT4">
                  <p:embed/>
                </p:oleObj>
              </mc:Choice>
              <mc:Fallback>
                <p:oleObj name="Equation" r:id="rId13" imgW="207000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724150" y="2519344"/>
                        <a:ext cx="20701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63101692-051F-471D-90A4-F3790668DD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958866"/>
              </p:ext>
            </p:extLst>
          </p:nvPr>
        </p:nvGraphicFramePr>
        <p:xfrm>
          <a:off x="2738152" y="3170720"/>
          <a:ext cx="3975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13" name="Equation" r:id="rId15" imgW="3974760" imgH="596880" progId="Equation.DSMT4">
                  <p:embed/>
                </p:oleObj>
              </mc:Choice>
              <mc:Fallback>
                <p:oleObj name="Equation" r:id="rId15" imgW="3974760" imgH="59688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359E71E0-B067-43E2-85B7-58B0A9B5B4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738152" y="3170720"/>
                        <a:ext cx="39751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72FC136D-00BE-481F-A1CA-88FBA1EB66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6002101"/>
              </p:ext>
            </p:extLst>
          </p:nvPr>
        </p:nvGraphicFramePr>
        <p:xfrm>
          <a:off x="2738152" y="3970537"/>
          <a:ext cx="2209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14" name="Equation" r:id="rId17" imgW="2209680" imgH="596880" progId="Equation.DSMT4">
                  <p:embed/>
                </p:oleObj>
              </mc:Choice>
              <mc:Fallback>
                <p:oleObj name="Equation" r:id="rId17" imgW="220968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738152" y="3970537"/>
                        <a:ext cx="22098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67051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1A251C51-D425-4417-8619-7D876ACF45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7498997"/>
              </p:ext>
            </p:extLst>
          </p:nvPr>
        </p:nvGraphicFramePr>
        <p:xfrm>
          <a:off x="1476375" y="411510"/>
          <a:ext cx="2209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74" name="Equation" r:id="rId3" imgW="2209680" imgH="596880" progId="Equation.DSMT4">
                  <p:embed/>
                </p:oleObj>
              </mc:Choice>
              <mc:Fallback>
                <p:oleObj name="Equation" r:id="rId3" imgW="2209680" imgH="5968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72FC136D-00BE-481F-A1CA-88FBA1EB66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76375" y="411510"/>
                        <a:ext cx="22098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6A08226-7BE4-44EA-A54C-271582E2D0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6634119"/>
              </p:ext>
            </p:extLst>
          </p:nvPr>
        </p:nvGraphicFramePr>
        <p:xfrm>
          <a:off x="1450980" y="1465468"/>
          <a:ext cx="2476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75" name="Equation" r:id="rId5" imgW="2476440" imgH="596880" progId="Equation.DSMT4">
                  <p:embed/>
                </p:oleObj>
              </mc:Choice>
              <mc:Fallback>
                <p:oleObj name="Equation" r:id="rId5" imgW="2476440" imgH="59688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1A251C51-D425-4417-8619-7D876ACF45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50980" y="1465468"/>
                        <a:ext cx="24765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39A9A19-1A34-4D76-9FA0-D41E62ECD5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9137758"/>
              </p:ext>
            </p:extLst>
          </p:nvPr>
        </p:nvGraphicFramePr>
        <p:xfrm>
          <a:off x="3927480" y="1401968"/>
          <a:ext cx="2921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76" name="Equation" r:id="rId7" imgW="2920680" imgH="723600" progId="Equation.DSMT4">
                  <p:embed/>
                </p:oleObj>
              </mc:Choice>
              <mc:Fallback>
                <p:oleObj name="Equation" r:id="rId7" imgW="2920680" imgH="7236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46A08226-7BE4-44EA-A54C-271582E2D0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27480" y="1401968"/>
                        <a:ext cx="29210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6A1233D-230C-4B00-80D1-AD34BCBCA7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4473823"/>
              </p:ext>
            </p:extLst>
          </p:nvPr>
        </p:nvGraphicFramePr>
        <p:xfrm>
          <a:off x="1471559" y="2459165"/>
          <a:ext cx="5016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77" name="Equation" r:id="rId9" imgW="5016240" imgH="723600" progId="Equation.DSMT4">
                  <p:embed/>
                </p:oleObj>
              </mc:Choice>
              <mc:Fallback>
                <p:oleObj name="Equation" r:id="rId9" imgW="5016240" imgH="7236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739A9A19-1A34-4D76-9FA0-D41E62ECD5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71559" y="2459165"/>
                        <a:ext cx="50165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3D631261-1F86-457E-B8FF-275C187E8D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6790565"/>
              </p:ext>
            </p:extLst>
          </p:nvPr>
        </p:nvGraphicFramePr>
        <p:xfrm>
          <a:off x="1476375" y="3579862"/>
          <a:ext cx="2717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78" name="Equation" r:id="rId11" imgW="2717640" imgH="723600" progId="Equation.DSMT4">
                  <p:embed/>
                </p:oleObj>
              </mc:Choice>
              <mc:Fallback>
                <p:oleObj name="Equation" r:id="rId11" imgW="2717640" imgH="723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76375" y="3579862"/>
                        <a:ext cx="27178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1041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28752">
            <a:extLst>
              <a:ext uri="{FF2B5EF4-FFF2-40B4-BE49-F238E27FC236}">
                <a16:creationId xmlns:a16="http://schemas.microsoft.com/office/drawing/2014/main" id="{6998C973-AC7E-401A-8DF5-3C96CAAF3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724" y="339502"/>
            <a:ext cx="806874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10 </a:t>
            </a:r>
            <a:r>
              <a:rPr lang="zh-CN" altLang="en-US" sz="2400" b="1" dirty="0">
                <a:latin typeface="+mn-ea"/>
                <a:ea typeface="+mn-ea"/>
              </a:rPr>
              <a:t>设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B35A3D8-0798-48EA-AD72-6741338BA1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0529219"/>
              </p:ext>
            </p:extLst>
          </p:nvPr>
        </p:nvGraphicFramePr>
        <p:xfrm>
          <a:off x="1907704" y="352202"/>
          <a:ext cx="42037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770" name="Equation" r:id="rId3" imgW="4203360" imgH="596880" progId="Equation.DSMT4">
                  <p:embed/>
                </p:oleObj>
              </mc:Choice>
              <mc:Fallback>
                <p:oleObj name="Equation" r:id="rId3" imgW="420336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7704" y="352202"/>
                        <a:ext cx="42037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37278CD1-F3D3-4F43-92E3-9E678E808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174" y="1131590"/>
            <a:ext cx="15965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证 法一</a:t>
            </a:r>
            <a:endParaRPr lang="en-US" altLang="zh-CN" sz="2400" b="1" dirty="0">
              <a:solidFill>
                <a:srgbClr val="0066FF"/>
              </a:solidFill>
              <a:latin typeface="+mn-ea"/>
              <a:ea typeface="+mn-ea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CBB9D31-7433-4B24-B194-C524C1A2E0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513768"/>
              </p:ext>
            </p:extLst>
          </p:nvPr>
        </p:nvGraphicFramePr>
        <p:xfrm>
          <a:off x="1187624" y="1851670"/>
          <a:ext cx="26797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771" name="Equation" r:id="rId5" imgW="2679480" imgH="596880" progId="Equation.DSMT4">
                  <p:embed/>
                </p:oleObj>
              </mc:Choice>
              <mc:Fallback>
                <p:oleObj name="Equation" r:id="rId5" imgW="267948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87624" y="1851670"/>
                        <a:ext cx="26797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EAE00F7-BC83-4ECA-B2E9-2DA94FDC9E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7558626"/>
              </p:ext>
            </p:extLst>
          </p:nvPr>
        </p:nvGraphicFramePr>
        <p:xfrm>
          <a:off x="3898900" y="1865313"/>
          <a:ext cx="37973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772" name="Equation" r:id="rId7" imgW="3797280" imgH="596880" progId="Equation.DSMT4">
                  <p:embed/>
                </p:oleObj>
              </mc:Choice>
              <mc:Fallback>
                <p:oleObj name="Equation" r:id="rId7" imgW="3797280" imgH="5968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3CBB9D31-7433-4B24-B194-C524C1A2E0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98900" y="1865313"/>
                        <a:ext cx="37973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941D127-6B23-4DB1-9A34-59D2D4154C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9557367"/>
              </p:ext>
            </p:extLst>
          </p:nvPr>
        </p:nvGraphicFramePr>
        <p:xfrm>
          <a:off x="1808270" y="2784631"/>
          <a:ext cx="30353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773" name="Equation" r:id="rId9" imgW="3035160" imgH="596880" progId="Equation.DSMT4">
                  <p:embed/>
                </p:oleObj>
              </mc:Choice>
              <mc:Fallback>
                <p:oleObj name="Equation" r:id="rId9" imgW="3035160" imgH="5968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1EAE00F7-BC83-4ECA-B2E9-2DA94FDC9E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08270" y="2784631"/>
                        <a:ext cx="30353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ACC35A0-3176-4581-BA78-947A47788D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3206204"/>
              </p:ext>
            </p:extLst>
          </p:nvPr>
        </p:nvGraphicFramePr>
        <p:xfrm>
          <a:off x="1784350" y="3713163"/>
          <a:ext cx="31623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774" name="Equation" r:id="rId11" imgW="3162240" imgH="596880" progId="Equation.DSMT4">
                  <p:embed/>
                </p:oleObj>
              </mc:Choice>
              <mc:Fallback>
                <p:oleObj name="Equation" r:id="rId11" imgW="3162240" imgH="5968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5941D127-6B23-4DB1-9A34-59D2D4154C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84350" y="3713163"/>
                        <a:ext cx="31623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7A917723-C1A9-4A64-A827-DE058C6BA9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4260576"/>
              </p:ext>
            </p:extLst>
          </p:nvPr>
        </p:nvGraphicFramePr>
        <p:xfrm>
          <a:off x="4962054" y="3717809"/>
          <a:ext cx="22987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775" name="Equation" r:id="rId13" imgW="2298600" imgH="596880" progId="Equation.DSMT4">
                  <p:embed/>
                </p:oleObj>
              </mc:Choice>
              <mc:Fallback>
                <p:oleObj name="Equation" r:id="rId13" imgW="229860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962054" y="3717809"/>
                        <a:ext cx="22987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32B0B3A0-E8DB-48D2-B806-A1149D63BC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6008" y="1462082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分部积分</a:t>
            </a:r>
            <a:r>
              <a:rPr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1D3B787E-2E14-444E-8961-B34726430B83}"/>
              </a:ext>
            </a:extLst>
          </p:cNvPr>
          <p:cNvGrpSpPr/>
          <p:nvPr/>
        </p:nvGrpSpPr>
        <p:grpSpPr>
          <a:xfrm>
            <a:off x="1332911" y="3083189"/>
            <a:ext cx="417102" cy="901483"/>
            <a:chOff x="1332911" y="3083189"/>
            <a:chExt cx="417102" cy="901483"/>
          </a:xfrm>
        </p:grpSpPr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7FE85ADD-5D4F-410B-83D4-405C6880EF7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94203721"/>
                </p:ext>
              </p:extLst>
            </p:nvPr>
          </p:nvGraphicFramePr>
          <p:xfrm>
            <a:off x="1491220" y="3109838"/>
            <a:ext cx="100484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776" name="Equation" r:id="rId15" imgW="126720" imgH="241200" progId="Equation.DSMT4">
                    <p:embed/>
                  </p:oleObj>
                </mc:Choice>
                <mc:Fallback>
                  <p:oleObj name="Equation" r:id="rId15" imgW="12672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491220" y="3109838"/>
                          <a:ext cx="100484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BFA9A794-F2CC-441E-B829-5589EE441A15}"/>
                </a:ext>
              </a:extLst>
            </p:cNvPr>
            <p:cNvSpPr/>
            <p:nvPr/>
          </p:nvSpPr>
          <p:spPr>
            <a:xfrm>
              <a:off x="1332911" y="3381639"/>
              <a:ext cx="41710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latin typeface="+mn-ea"/>
                </a:rPr>
                <a:t>变</a:t>
              </a:r>
              <a:endParaRPr lang="zh-CN" altLang="en-US" dirty="0"/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7DD7F4CF-05EB-4F56-8237-2583346BBD7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3461212"/>
                </p:ext>
              </p:extLst>
            </p:nvPr>
          </p:nvGraphicFramePr>
          <p:xfrm>
            <a:off x="1446212" y="3781472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7777" name="Equation" r:id="rId17" imgW="190440" imgH="203040" progId="Equation.DSMT4">
                    <p:embed/>
                  </p:oleObj>
                </mc:Choice>
                <mc:Fallback>
                  <p:oleObj name="Equation" r:id="rId17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446212" y="3781472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D1CD2E26-7EFF-4EDB-8DD1-3310E1409769}"/>
                </a:ext>
              </a:extLst>
            </p:cNvPr>
            <p:cNvSpPr/>
            <p:nvPr/>
          </p:nvSpPr>
          <p:spPr>
            <a:xfrm>
              <a:off x="1403648" y="3083189"/>
              <a:ext cx="346365" cy="901483"/>
            </a:xfrm>
            <a:prstGeom prst="rect">
              <a:avLst/>
            </a:prstGeom>
            <a:noFill/>
            <a:ln w="158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4219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28752">
            <a:extLst>
              <a:ext uri="{FF2B5EF4-FFF2-40B4-BE49-F238E27FC236}">
                <a16:creationId xmlns:a16="http://schemas.microsoft.com/office/drawing/2014/main" id="{ED3C06C3-F424-48A2-9A20-06EE4D2E7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724" y="339502"/>
            <a:ext cx="806874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10 </a:t>
            </a:r>
            <a:r>
              <a:rPr lang="zh-CN" altLang="en-US" sz="2400" b="1" dirty="0">
                <a:latin typeface="+mn-ea"/>
                <a:ea typeface="+mn-ea"/>
              </a:rPr>
              <a:t>设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CECEEB1-956C-4E25-A6EF-D3298AAD1E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817628"/>
              </p:ext>
            </p:extLst>
          </p:nvPr>
        </p:nvGraphicFramePr>
        <p:xfrm>
          <a:off x="1907704" y="352202"/>
          <a:ext cx="42037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678" name="Equation" r:id="rId3" imgW="4203360" imgH="596880" progId="Equation.DSMT4">
                  <p:embed/>
                </p:oleObj>
              </mc:Choice>
              <mc:Fallback>
                <p:oleObj name="Equation" r:id="rId3" imgW="4203360" imgH="5968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FB35A3D8-0798-48EA-AD72-6741338BA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7704" y="352202"/>
                        <a:ext cx="42037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E0713B67-CD48-4B6B-A1AE-DFE1BEEFBA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742" y="938720"/>
            <a:ext cx="15965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证 法二</a:t>
            </a:r>
            <a:endParaRPr lang="en-US" altLang="zh-CN" sz="2400" b="1" dirty="0">
              <a:solidFill>
                <a:srgbClr val="0066FF"/>
              </a:solidFill>
              <a:latin typeface="+mn-ea"/>
              <a:ea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9EF8AB6-FC48-430C-B7B4-32CC6370DE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8706" y="1456739"/>
            <a:ext cx="106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令</a:t>
            </a:r>
            <a:endParaRPr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8CF863E-B3CC-4563-941D-01E195FD1B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7831057"/>
              </p:ext>
            </p:extLst>
          </p:nvPr>
        </p:nvGraphicFramePr>
        <p:xfrm>
          <a:off x="1399223" y="1379218"/>
          <a:ext cx="2984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679" name="Equation" r:id="rId5" imgW="2984400" imgH="596880" progId="Equation.DSMT4">
                  <p:embed/>
                </p:oleObj>
              </mc:Choice>
              <mc:Fallback>
                <p:oleObj name="Equation" r:id="rId5" imgW="2984400" imgH="5968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6CECEEB1-956C-4E25-A6EF-D3298AAD1E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99223" y="1379218"/>
                        <a:ext cx="29845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2308BA57-83A3-498E-A0ED-F4BACB7180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9925" y="1446835"/>
            <a:ext cx="106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则</a:t>
            </a:r>
            <a:endParaRPr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10EA4774-4472-4E71-9A82-E4C92F6CBC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5977193"/>
              </p:ext>
            </p:extLst>
          </p:nvPr>
        </p:nvGraphicFramePr>
        <p:xfrm>
          <a:off x="1301444" y="2140293"/>
          <a:ext cx="3378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680" name="Equation" r:id="rId7" imgW="3377880" imgH="736560" progId="Equation.DSMT4">
                  <p:embed/>
                </p:oleObj>
              </mc:Choice>
              <mc:Fallback>
                <p:oleObj name="Equation" r:id="rId7" imgW="3377880" imgH="7365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68CF863E-B3CC-4563-941D-01E195FD1B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01444" y="2140293"/>
                        <a:ext cx="3378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58ACFF2-5170-4D89-A830-9142FA0358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7018962"/>
              </p:ext>
            </p:extLst>
          </p:nvPr>
        </p:nvGraphicFramePr>
        <p:xfrm>
          <a:off x="4715856" y="2140293"/>
          <a:ext cx="3746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681" name="Equation" r:id="rId9" imgW="3746160" imgH="736560" progId="Equation.DSMT4">
                  <p:embed/>
                </p:oleObj>
              </mc:Choice>
              <mc:Fallback>
                <p:oleObj name="Equation" r:id="rId9" imgW="3746160" imgH="7365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10EA4774-4472-4E71-9A82-E4C92F6CBC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15856" y="2140293"/>
                        <a:ext cx="3746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59329354-AE56-430B-9EDD-4AEC051D8D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4350243"/>
              </p:ext>
            </p:extLst>
          </p:nvPr>
        </p:nvGraphicFramePr>
        <p:xfrm>
          <a:off x="2051720" y="3108686"/>
          <a:ext cx="1549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682" name="Equation" r:id="rId11" imgW="1549080" imgH="596880" progId="Equation.DSMT4">
                  <p:embed/>
                </p:oleObj>
              </mc:Choice>
              <mc:Fallback>
                <p:oleObj name="Equation" r:id="rId11" imgW="1549080" imgH="5968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E58ACFF2-5170-4D89-A830-9142FA0358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051720" y="3108686"/>
                        <a:ext cx="15494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F2E0AC73-9461-47FD-9629-CF68B75455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9516257"/>
              </p:ext>
            </p:extLst>
          </p:nvPr>
        </p:nvGraphicFramePr>
        <p:xfrm>
          <a:off x="1382106" y="3906330"/>
          <a:ext cx="5207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683" name="Equation" r:id="rId13" imgW="5206680" imgH="596880" progId="Equation.DSMT4">
                  <p:embed/>
                </p:oleObj>
              </mc:Choice>
              <mc:Fallback>
                <p:oleObj name="Equation" r:id="rId13" imgW="520668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382106" y="3906330"/>
                        <a:ext cx="52070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13569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2BD9FD0-494C-432D-BA50-23FD94C1B5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4008805"/>
              </p:ext>
            </p:extLst>
          </p:nvPr>
        </p:nvGraphicFramePr>
        <p:xfrm>
          <a:off x="1331640" y="555526"/>
          <a:ext cx="5207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770" name="Equation" r:id="rId3" imgW="5206680" imgH="596880" progId="Equation.DSMT4">
                  <p:embed/>
                </p:oleObj>
              </mc:Choice>
              <mc:Fallback>
                <p:oleObj name="Equation" r:id="rId3" imgW="5206680" imgH="5968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F2E0AC73-9461-47FD-9629-CF68B75455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31640" y="555526"/>
                        <a:ext cx="52070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B5EFEB4-08F8-4641-9B59-8A97B979FF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9984604"/>
              </p:ext>
            </p:extLst>
          </p:nvPr>
        </p:nvGraphicFramePr>
        <p:xfrm>
          <a:off x="4354240" y="1491630"/>
          <a:ext cx="2184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771" name="Equation" r:id="rId5" imgW="2184120" imgH="596880" progId="Equation.DSMT4">
                  <p:embed/>
                </p:oleObj>
              </mc:Choice>
              <mc:Fallback>
                <p:oleObj name="Equation" r:id="rId5" imgW="2184120" imgH="5968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F2E0AC73-9461-47FD-9629-CF68B75455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54240" y="1491630"/>
                        <a:ext cx="21844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143853FC-2A5C-4933-B180-8AF904E2A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2283718"/>
            <a:ext cx="106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又</a:t>
            </a:r>
            <a:endParaRPr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466D283-73DC-412B-BE90-994B5E1AAF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4535173"/>
              </p:ext>
            </p:extLst>
          </p:nvPr>
        </p:nvGraphicFramePr>
        <p:xfrm>
          <a:off x="6146800" y="3352800"/>
          <a:ext cx="914400" cy="306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772" name="Equation" r:id="rId7" imgW="914400" imgH="306720" progId="Equation.DSMT4">
                  <p:embed/>
                </p:oleObj>
              </mc:Choice>
              <mc:Fallback>
                <p:oleObj name="Equation" r:id="rId7" imgW="914400" imgH="306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146800" y="3352800"/>
                        <a:ext cx="914400" cy="306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91FB638-6F11-408A-AB10-935806A98A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7983614"/>
              </p:ext>
            </p:extLst>
          </p:nvPr>
        </p:nvGraphicFramePr>
        <p:xfrm>
          <a:off x="1331640" y="2402483"/>
          <a:ext cx="1181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773" name="Equation" r:id="rId9" imgW="1180800" imgH="342720" progId="Equation.DSMT4">
                  <p:embed/>
                </p:oleObj>
              </mc:Choice>
              <mc:Fallback>
                <p:oleObj name="Equation" r:id="rId9" imgW="11808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31640" y="2402483"/>
                        <a:ext cx="1181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2593C4B3-B752-459C-A8CB-A18D0CB1AE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412" y="2340917"/>
            <a:ext cx="106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故</a:t>
            </a:r>
            <a:endParaRPr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8C85ABA9-F0DB-4738-B651-113FDF18D2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3310040"/>
              </p:ext>
            </p:extLst>
          </p:nvPr>
        </p:nvGraphicFramePr>
        <p:xfrm>
          <a:off x="1576388" y="3182938"/>
          <a:ext cx="901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774" name="Equation" r:id="rId11" imgW="901440" imgH="342720" progId="Equation.DSMT4">
                  <p:embed/>
                </p:oleObj>
              </mc:Choice>
              <mc:Fallback>
                <p:oleObj name="Equation" r:id="rId11" imgW="901440" imgH="3427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A91FB638-6F11-408A-AB10-935806A98A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76388" y="3182938"/>
                        <a:ext cx="901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9F1B9F43-8EC2-4DD1-A234-6583376107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4315634"/>
              </p:ext>
            </p:extLst>
          </p:nvPr>
        </p:nvGraphicFramePr>
        <p:xfrm>
          <a:off x="2518812" y="2978571"/>
          <a:ext cx="1943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775" name="Equation" r:id="rId13" imgW="1942920" imgH="596880" progId="Equation.DSMT4">
                  <p:embed/>
                </p:oleObj>
              </mc:Choice>
              <mc:Fallback>
                <p:oleObj name="Equation" r:id="rId13" imgW="1942920" imgH="5968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DB5EFEB4-08F8-4641-9B59-8A97B979FF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518812" y="2978571"/>
                        <a:ext cx="19431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>
            <a:extLst>
              <a:ext uri="{FF2B5EF4-FFF2-40B4-BE49-F238E27FC236}">
                <a16:creationId xmlns:a16="http://schemas.microsoft.com/office/drawing/2014/main" id="{686D6062-2963-401A-BA62-DC3BB4D9CC3F}"/>
              </a:ext>
            </a:extLst>
          </p:cNvPr>
          <p:cNvGrpSpPr/>
          <p:nvPr/>
        </p:nvGrpSpPr>
        <p:grpSpPr>
          <a:xfrm>
            <a:off x="6891114" y="1153273"/>
            <a:ext cx="1857350" cy="461665"/>
            <a:chOff x="6891114" y="1153273"/>
            <a:chExt cx="1857350" cy="461665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8A454486-C1ED-4F08-850D-E3CDBFDB4B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48264" y="1153273"/>
              <a:ext cx="1800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solidFill>
                    <a:srgbClr val="FF0000"/>
                  </a:solidFill>
                  <a:latin typeface="+mn-ea"/>
                  <a:ea typeface="+mn-ea"/>
                </a:rPr>
                <a:t>与</a:t>
              </a:r>
              <a:r>
                <a:rPr lang="zh-CN" altLang="en-US" sz="2400" b="1" dirty="0">
                  <a:latin typeface="+mn-ea"/>
                  <a:ea typeface="+mn-ea"/>
                </a:rPr>
                <a:t>  </a:t>
              </a:r>
              <a:r>
                <a:rPr lang="zh-CN" altLang="en-US" sz="2400" b="1" dirty="0">
                  <a:solidFill>
                    <a:srgbClr val="FF0000"/>
                  </a:solidFill>
                  <a:latin typeface="+mn-ea"/>
                  <a:ea typeface="+mn-ea"/>
                </a:rPr>
                <a:t>换名字  </a:t>
              </a:r>
              <a:endParaRPr lang="en-US" altLang="zh-CN" sz="2400" b="1" dirty="0">
                <a:solidFill>
                  <a:srgbClr val="FF0000"/>
                </a:solidFill>
                <a:latin typeface="+mn-ea"/>
                <a:ea typeface="+mn-ea"/>
              </a:endParaRP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410125B0-7029-48BD-AE0C-0653FF0FBA6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0551247"/>
                </p:ext>
              </p:extLst>
            </p:nvPr>
          </p:nvGraphicFramePr>
          <p:xfrm>
            <a:off x="6891114" y="1276155"/>
            <a:ext cx="1143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776" name="Equation" r:id="rId15" imgW="114120" imgH="215640" progId="Equation.DSMT4">
                    <p:embed/>
                  </p:oleObj>
                </mc:Choice>
                <mc:Fallback>
                  <p:oleObj name="Equation" r:id="rId15" imgW="114120" imgH="215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891114" y="1276155"/>
                          <a:ext cx="1143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A578414D-1854-454B-BFA6-25A31FBB8FE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77963774"/>
                </p:ext>
              </p:extLst>
            </p:nvPr>
          </p:nvGraphicFramePr>
          <p:xfrm>
            <a:off x="7401853" y="1288855"/>
            <a:ext cx="177800" cy="190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777" name="Equation" r:id="rId17" imgW="177480" imgH="190440" progId="Equation.DSMT4">
                    <p:embed/>
                  </p:oleObj>
                </mc:Choice>
                <mc:Fallback>
                  <p:oleObj name="Equation" r:id="rId17" imgW="17748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401853" y="1288855"/>
                          <a:ext cx="177800" cy="190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6D763BCC-B3B7-4434-8124-C86A64B5AC5E}"/>
              </a:ext>
            </a:extLst>
          </p:cNvPr>
          <p:cNvSpPr/>
          <p:nvPr/>
        </p:nvSpPr>
        <p:spPr>
          <a:xfrm>
            <a:off x="6804248" y="1131590"/>
            <a:ext cx="2016224" cy="596900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526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28752">
            <a:extLst>
              <a:ext uri="{FF2B5EF4-FFF2-40B4-BE49-F238E27FC236}">
                <a16:creationId xmlns:a16="http://schemas.microsoft.com/office/drawing/2014/main" id="{27F5CAC0-3533-4C43-A6B2-BE46B62F5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724" y="182786"/>
            <a:ext cx="1299986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10 </a:t>
            </a:r>
            <a:r>
              <a:rPr lang="zh-CN" altLang="en-US" sz="2400" b="1" dirty="0">
                <a:latin typeface="+mn-ea"/>
                <a:ea typeface="+mn-ea"/>
              </a:rPr>
              <a:t>设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9D0BAFF-A450-4995-8438-389973401C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423032"/>
              </p:ext>
            </p:extLst>
          </p:nvPr>
        </p:nvGraphicFramePr>
        <p:xfrm>
          <a:off x="1907704" y="195486"/>
          <a:ext cx="42037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772" name="Equation" r:id="rId3" imgW="4203360" imgH="596880" progId="Equation.DSMT4">
                  <p:embed/>
                </p:oleObj>
              </mc:Choice>
              <mc:Fallback>
                <p:oleObj name="Equation" r:id="rId3" imgW="4203360" imgH="5968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6CECEEB1-956C-4E25-A6EF-D3298AAD1E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7704" y="195486"/>
                        <a:ext cx="42037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38E9221D-54D9-4EA5-B88D-081976142B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742" y="782004"/>
            <a:ext cx="15965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证 法三</a:t>
            </a:r>
            <a:endParaRPr lang="en-US" altLang="zh-CN" sz="2400" b="1" dirty="0">
              <a:solidFill>
                <a:srgbClr val="0066FF"/>
              </a:solidFill>
              <a:latin typeface="+mn-ea"/>
              <a:ea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89994AC-3C90-4A1C-A80E-49F0E7270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721" y="1430344"/>
            <a:ext cx="15965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左边导数</a:t>
            </a:r>
            <a:r>
              <a:rPr lang="en-US" altLang="zh-CN" sz="2400" b="1" dirty="0">
                <a:latin typeface="+mn-ea"/>
                <a:ea typeface="+mn-ea"/>
              </a:rPr>
              <a:t>=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0643C13-0C81-4CB0-844B-FE3E9E6E2E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7955127"/>
              </p:ext>
            </p:extLst>
          </p:nvPr>
        </p:nvGraphicFramePr>
        <p:xfrm>
          <a:off x="2399336" y="1368724"/>
          <a:ext cx="1181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773" name="Equation" r:id="rId5" imgW="1180800" imgH="596880" progId="Equation.DSMT4">
                  <p:embed/>
                </p:oleObj>
              </mc:Choice>
              <mc:Fallback>
                <p:oleObj name="Equation" r:id="rId5" imgW="1180800" imgH="5968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D9D0BAFF-A450-4995-8438-389973401C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99336" y="1368724"/>
                        <a:ext cx="11811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269AE610-460B-4BDB-A44D-10296E720A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3934" y="1411312"/>
            <a:ext cx="15965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右边导数</a:t>
            </a:r>
            <a:r>
              <a:rPr lang="en-US" altLang="zh-CN" sz="2400" b="1" dirty="0">
                <a:latin typeface="+mn-ea"/>
                <a:ea typeface="+mn-ea"/>
              </a:rPr>
              <a:t>=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DFCD87D-1884-49CD-B94A-B27E874900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5952207"/>
              </p:ext>
            </p:extLst>
          </p:nvPr>
        </p:nvGraphicFramePr>
        <p:xfrm>
          <a:off x="5438728" y="1343694"/>
          <a:ext cx="1308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774" name="Equation" r:id="rId7" imgW="1307880" imgH="596880" progId="Equation.DSMT4">
                  <p:embed/>
                </p:oleObj>
              </mc:Choice>
              <mc:Fallback>
                <p:oleObj name="Equation" r:id="rId7" imgW="1307880" imgH="5968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59329354-AE56-430B-9EDD-4AEC051D8D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38728" y="1343694"/>
                        <a:ext cx="13081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6DB47B69-693A-4A1C-B605-EC8A57D077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743" y="2075830"/>
            <a:ext cx="12999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故</a:t>
            </a:r>
            <a:endParaRPr lang="en-US" altLang="zh-CN" sz="2400" b="1" dirty="0">
              <a:latin typeface="+mn-ea"/>
              <a:ea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BD94E00-02FD-41D6-B89C-0E0DF0E24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6917" y="2065010"/>
            <a:ext cx="31358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左边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右边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=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常数，</a:t>
            </a:r>
            <a:endParaRPr lang="en-US" altLang="zh-CN" sz="2400" b="1" i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190FE2C-7B70-4B07-B544-1F6762499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131" y="2945603"/>
            <a:ext cx="12999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即</a:t>
            </a:r>
            <a:endParaRPr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5024C7D5-4A3D-47F1-8E87-6EB67001A8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253808"/>
              </p:ext>
            </p:extLst>
          </p:nvPr>
        </p:nvGraphicFramePr>
        <p:xfrm>
          <a:off x="1584325" y="2821434"/>
          <a:ext cx="4699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775" name="Equation" r:id="rId9" imgW="4698720" imgH="596880" progId="Equation.DSMT4">
                  <p:embed/>
                </p:oleObj>
              </mc:Choice>
              <mc:Fallback>
                <p:oleObj name="Equation" r:id="rId9" imgW="4698720" imgH="5968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D9D0BAFF-A450-4995-8438-389973401C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4325" y="2821434"/>
                        <a:ext cx="46990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组合 18">
            <a:extLst>
              <a:ext uri="{FF2B5EF4-FFF2-40B4-BE49-F238E27FC236}">
                <a16:creationId xmlns:a16="http://schemas.microsoft.com/office/drawing/2014/main" id="{32D9EE3E-E1DD-40A7-AF89-22060183242B}"/>
              </a:ext>
            </a:extLst>
          </p:cNvPr>
          <p:cNvGrpSpPr/>
          <p:nvPr/>
        </p:nvGrpSpPr>
        <p:grpSpPr>
          <a:xfrm>
            <a:off x="807131" y="3555277"/>
            <a:ext cx="3959547" cy="500331"/>
            <a:chOff x="807131" y="3711993"/>
            <a:chExt cx="3959547" cy="500331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1C06AC27-A8BD-4741-A355-2CC715D53C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131" y="3750659"/>
              <a:ext cx="338821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  <a:ea typeface="+mn-ea"/>
                </a:rPr>
                <a:t>又     时，</a:t>
              </a:r>
              <a:endParaRPr lang="en-US" altLang="zh-CN" sz="2400" b="1" dirty="0">
                <a:latin typeface="+mn-ea"/>
                <a:ea typeface="+mn-ea"/>
              </a:endParaRPr>
            </a:p>
          </p:txBody>
        </p:sp>
        <p:graphicFrame>
          <p:nvGraphicFramePr>
            <p:cNvPr id="14" name="对象 13">
              <a:extLst>
                <a:ext uri="{FF2B5EF4-FFF2-40B4-BE49-F238E27FC236}">
                  <a16:creationId xmlns:a16="http://schemas.microsoft.com/office/drawing/2014/main" id="{EE2F6064-DDEE-475C-8980-D6009BC9409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19592395"/>
                </p:ext>
              </p:extLst>
            </p:nvPr>
          </p:nvGraphicFramePr>
          <p:xfrm>
            <a:off x="1260004" y="3843458"/>
            <a:ext cx="6477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776" name="Equation" r:id="rId11" imgW="647640" imgH="279360" progId="Equation.DSMT4">
                    <p:embed/>
                  </p:oleObj>
                </mc:Choice>
                <mc:Fallback>
                  <p:oleObj name="Equation" r:id="rId11" imgW="6476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260004" y="3843458"/>
                          <a:ext cx="6477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对象 14">
              <a:extLst>
                <a:ext uri="{FF2B5EF4-FFF2-40B4-BE49-F238E27FC236}">
                  <a16:creationId xmlns:a16="http://schemas.microsoft.com/office/drawing/2014/main" id="{FCE010B3-14F6-4D16-B274-83DECA67F2C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50456096"/>
                </p:ext>
              </p:extLst>
            </p:nvPr>
          </p:nvGraphicFramePr>
          <p:xfrm>
            <a:off x="2602536" y="3843458"/>
            <a:ext cx="7747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777" name="Equation" r:id="rId13" imgW="774360" imgH="330120" progId="Equation.DSMT4">
                    <p:embed/>
                  </p:oleObj>
                </mc:Choice>
                <mc:Fallback>
                  <p:oleObj name="Equation" r:id="rId13" imgW="77436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2602536" y="3843458"/>
                          <a:ext cx="7747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37721F75-2341-4019-9FBE-9B0E4CB02D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6692" y="3711993"/>
              <a:ext cx="129998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  <a:ea typeface="+mn-ea"/>
                </a:rPr>
                <a:t>从而</a:t>
              </a:r>
              <a:endParaRPr lang="en-US" altLang="zh-CN" sz="2400" b="1" dirty="0">
                <a:latin typeface="+mn-ea"/>
                <a:ea typeface="+mn-ea"/>
              </a:endParaRPr>
            </a:p>
          </p:txBody>
        </p:sp>
      </p:grp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AF333A71-147F-425A-826C-946E88B183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1924418"/>
              </p:ext>
            </p:extLst>
          </p:nvPr>
        </p:nvGraphicFramePr>
        <p:xfrm>
          <a:off x="1698154" y="4169820"/>
          <a:ext cx="4622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778" name="Equation" r:id="rId15" imgW="4622760" imgH="596880" progId="Equation.DSMT4">
                  <p:embed/>
                </p:oleObj>
              </mc:Choice>
              <mc:Fallback>
                <p:oleObj name="Equation" r:id="rId15" imgW="4622760" imgH="5968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5024C7D5-4A3D-47F1-8E87-6EB67001A8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698154" y="4169820"/>
                        <a:ext cx="46228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91254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0" grpId="0"/>
      <p:bldP spid="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28752">
            <a:extLst>
              <a:ext uri="{FF2B5EF4-FFF2-40B4-BE49-F238E27FC236}">
                <a16:creationId xmlns:a16="http://schemas.microsoft.com/office/drawing/2014/main" id="{42CFAE57-461D-40B7-A11C-7A871384F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123478"/>
            <a:ext cx="806874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11 </a:t>
            </a:r>
            <a:r>
              <a:rPr lang="zh-CN" altLang="en-US" sz="2400" b="1" dirty="0">
                <a:latin typeface="+mn-ea"/>
                <a:ea typeface="+mn-ea"/>
              </a:rPr>
              <a:t>设        且                       求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10D5AB9-4B2F-4B17-BCEC-B7ECD450FC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365352"/>
              </p:ext>
            </p:extLst>
          </p:nvPr>
        </p:nvGraphicFramePr>
        <p:xfrm>
          <a:off x="1911556" y="284634"/>
          <a:ext cx="1168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23" name="Equation" r:id="rId3" imgW="1168200" imgH="342720" progId="Equation.DSMT4">
                  <p:embed/>
                </p:oleObj>
              </mc:Choice>
              <mc:Fallback>
                <p:oleObj name="Equation" r:id="rId3" imgW="11682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11556" y="284634"/>
                        <a:ext cx="11684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2E2B954-1D93-461A-A378-6CB88D90C5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3578292"/>
              </p:ext>
            </p:extLst>
          </p:nvPr>
        </p:nvGraphicFramePr>
        <p:xfrm>
          <a:off x="3392594" y="136401"/>
          <a:ext cx="3467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24" name="Equation" r:id="rId5" imgW="3466800" imgH="596880" progId="Equation.DSMT4">
                  <p:embed/>
                </p:oleObj>
              </mc:Choice>
              <mc:Fallback>
                <p:oleObj name="Equation" r:id="rId5" imgW="346680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92594" y="136401"/>
                        <a:ext cx="34671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00A4111-3C6B-436B-930D-DFD2C06C1E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6583789"/>
              </p:ext>
            </p:extLst>
          </p:nvPr>
        </p:nvGraphicFramePr>
        <p:xfrm>
          <a:off x="7247044" y="284039"/>
          <a:ext cx="673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25" name="Equation" r:id="rId7" imgW="672840" imgH="342720" progId="Equation.DSMT4">
                  <p:embed/>
                </p:oleObj>
              </mc:Choice>
              <mc:Fallback>
                <p:oleObj name="Equation" r:id="rId7" imgW="67284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247044" y="284039"/>
                        <a:ext cx="6731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51558B61-E078-4B2B-B129-9A32CFCF63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461" y="808542"/>
            <a:ext cx="106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解</a:t>
            </a:r>
            <a:endParaRPr lang="en-US" altLang="zh-CN" sz="2400" b="1" dirty="0">
              <a:solidFill>
                <a:srgbClr val="0066FF"/>
              </a:solidFill>
              <a:latin typeface="+mn-ea"/>
              <a:ea typeface="+mn-ea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2E046757-9280-4BF0-B4AF-A2A8A5FD12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3933075"/>
              </p:ext>
            </p:extLst>
          </p:nvPr>
        </p:nvGraphicFramePr>
        <p:xfrm>
          <a:off x="1184382" y="719014"/>
          <a:ext cx="2959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26" name="Equation" r:id="rId9" imgW="2958840" imgH="596880" progId="Equation.DSMT4">
                  <p:embed/>
                </p:oleObj>
              </mc:Choice>
              <mc:Fallback>
                <p:oleObj name="Equation" r:id="rId9" imgW="2958840" imgH="5968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72E2B954-1D93-461A-A378-6CB88D90C5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84382" y="719014"/>
                        <a:ext cx="29591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8C03FBD5-557B-4701-BFAD-C26853BF90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1623606"/>
              </p:ext>
            </p:extLst>
          </p:nvPr>
        </p:nvGraphicFramePr>
        <p:xfrm>
          <a:off x="4129194" y="726234"/>
          <a:ext cx="2032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27" name="Equation" r:id="rId11" imgW="2031840" imgH="596880" progId="Equation.DSMT4">
                  <p:embed/>
                </p:oleObj>
              </mc:Choice>
              <mc:Fallback>
                <p:oleObj name="Equation" r:id="rId11" imgW="2031840" imgH="5968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2E046757-9280-4BF0-B4AF-A2A8A5FD12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129194" y="726234"/>
                        <a:ext cx="20320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0CA2B74-5020-47C6-AA3B-B8B7BE61C2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1299961"/>
              </p:ext>
            </p:extLst>
          </p:nvPr>
        </p:nvGraphicFramePr>
        <p:xfrm>
          <a:off x="6198748" y="746311"/>
          <a:ext cx="2082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28" name="Equation" r:id="rId13" imgW="2082600" imgH="596880" progId="Equation.DSMT4">
                  <p:embed/>
                </p:oleObj>
              </mc:Choice>
              <mc:Fallback>
                <p:oleObj name="Equation" r:id="rId13" imgW="2082600" imgH="5968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8C03FBD5-557B-4701-BFAD-C26853BF90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198748" y="746311"/>
                        <a:ext cx="20828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F3DCAF30-AC2B-447C-B684-4BBED47268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9691265"/>
              </p:ext>
            </p:extLst>
          </p:nvPr>
        </p:nvGraphicFramePr>
        <p:xfrm>
          <a:off x="975452" y="1440408"/>
          <a:ext cx="2311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29" name="Equation" r:id="rId15" imgW="2311200" imgH="596880" progId="Equation.DSMT4">
                  <p:embed/>
                </p:oleObj>
              </mc:Choice>
              <mc:Fallback>
                <p:oleObj name="Equation" r:id="rId15" imgW="2311200" imgH="5968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8C03FBD5-557B-4701-BFAD-C26853BF90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75452" y="1440408"/>
                        <a:ext cx="23114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D819A86D-47E5-4887-84C2-9CCF16E847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0608787"/>
              </p:ext>
            </p:extLst>
          </p:nvPr>
        </p:nvGraphicFramePr>
        <p:xfrm>
          <a:off x="3269200" y="1447656"/>
          <a:ext cx="2082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30" name="Equation" r:id="rId17" imgW="2082600" imgH="596880" progId="Equation.DSMT4">
                  <p:embed/>
                </p:oleObj>
              </mc:Choice>
              <mc:Fallback>
                <p:oleObj name="Equation" r:id="rId17" imgW="2082600" imgH="5968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50CA2B74-5020-47C6-AA3B-B8B7BE61C2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69200" y="1447656"/>
                        <a:ext cx="20828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C053297E-B4A1-4432-B0D7-4831E14ECE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2552187"/>
              </p:ext>
            </p:extLst>
          </p:nvPr>
        </p:nvGraphicFramePr>
        <p:xfrm>
          <a:off x="975410" y="2161427"/>
          <a:ext cx="4483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31" name="Equation" r:id="rId18" imgW="4483080" imgH="596880" progId="Equation.DSMT4">
                  <p:embed/>
                </p:oleObj>
              </mc:Choice>
              <mc:Fallback>
                <p:oleObj name="Equation" r:id="rId18" imgW="4483080" imgH="59688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F3DCAF30-AC2B-447C-B684-4BBED47268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975410" y="2161427"/>
                        <a:ext cx="44831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ED823DC4-5D46-4CC2-842A-4A4C1865F4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2165717"/>
              </p:ext>
            </p:extLst>
          </p:nvPr>
        </p:nvGraphicFramePr>
        <p:xfrm>
          <a:off x="5458510" y="2161427"/>
          <a:ext cx="2082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32" name="Equation" r:id="rId20" imgW="2082600" imgH="596880" progId="Equation.DSMT4">
                  <p:embed/>
                </p:oleObj>
              </mc:Choice>
              <mc:Fallback>
                <p:oleObj name="Equation" r:id="rId20" imgW="2082600" imgH="59688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D819A86D-47E5-4887-84C2-9CCF16E847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458510" y="2161427"/>
                        <a:ext cx="20828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143E227B-DA2D-4C55-B314-C5098AA282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0014379"/>
              </p:ext>
            </p:extLst>
          </p:nvPr>
        </p:nvGraphicFramePr>
        <p:xfrm>
          <a:off x="989052" y="3003798"/>
          <a:ext cx="1727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33" name="Equation" r:id="rId21" imgW="1726920" imgH="342720" progId="Equation.DSMT4">
                  <p:embed/>
                </p:oleObj>
              </mc:Choice>
              <mc:Fallback>
                <p:oleObj name="Equation" r:id="rId21" imgW="17269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989052" y="3003798"/>
                        <a:ext cx="1727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1DA2E6D4-2767-4395-A28C-FCB36B98B9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2130518"/>
              </p:ext>
            </p:extLst>
          </p:nvPr>
        </p:nvGraphicFramePr>
        <p:xfrm>
          <a:off x="2847660" y="2875198"/>
          <a:ext cx="2070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34" name="Equation" r:id="rId23" imgW="2070000" imgH="596880" progId="Equation.DSMT4">
                  <p:embed/>
                </p:oleObj>
              </mc:Choice>
              <mc:Fallback>
                <p:oleObj name="Equation" r:id="rId23" imgW="2070000" imgH="59688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C053297E-B4A1-4432-B0D7-4831E14ECE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847660" y="2875198"/>
                        <a:ext cx="20701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E42F29AC-5689-426E-8FA5-88C4E787C6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0918612"/>
              </p:ext>
            </p:extLst>
          </p:nvPr>
        </p:nvGraphicFramePr>
        <p:xfrm>
          <a:off x="4935454" y="2921894"/>
          <a:ext cx="2082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35" name="Equation" r:id="rId25" imgW="2082600" imgH="596880" progId="Equation.DSMT4">
                  <p:embed/>
                </p:oleObj>
              </mc:Choice>
              <mc:Fallback>
                <p:oleObj name="Equation" r:id="rId25" imgW="2082600" imgH="5968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ED823DC4-5D46-4CC2-842A-4A4C1865F4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935454" y="2921894"/>
                        <a:ext cx="20828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8086B2C7-C003-480B-971B-133094158A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9553462"/>
              </p:ext>
            </p:extLst>
          </p:nvPr>
        </p:nvGraphicFramePr>
        <p:xfrm>
          <a:off x="975410" y="3645027"/>
          <a:ext cx="1727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36" name="Equation" r:id="rId26" imgW="1726920" imgH="342720" progId="Equation.DSMT4">
                  <p:embed/>
                </p:oleObj>
              </mc:Choice>
              <mc:Fallback>
                <p:oleObj name="Equation" r:id="rId26" imgW="1726920" imgH="34272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143E227B-DA2D-4C55-B314-C5098AA282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975410" y="3645027"/>
                        <a:ext cx="1727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41E5F3CD-00B4-4783-ADE0-8DF3A12EF5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5997770"/>
              </p:ext>
            </p:extLst>
          </p:nvPr>
        </p:nvGraphicFramePr>
        <p:xfrm>
          <a:off x="2825642" y="3472098"/>
          <a:ext cx="37846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37" name="Equation" r:id="rId28" imgW="3784320" imgH="596880" progId="Equation.DSMT4">
                  <p:embed/>
                </p:oleObj>
              </mc:Choice>
              <mc:Fallback>
                <p:oleObj name="Equation" r:id="rId28" imgW="3784320" imgH="59688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1DA2E6D4-2767-4395-A28C-FCB36B98B9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825642" y="3472098"/>
                        <a:ext cx="37846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009A1F15-687E-4BE1-85F0-68746061D7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41343"/>
              </p:ext>
            </p:extLst>
          </p:nvPr>
        </p:nvGraphicFramePr>
        <p:xfrm>
          <a:off x="6589344" y="3462531"/>
          <a:ext cx="2082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38" name="Equation" r:id="rId30" imgW="2082600" imgH="596880" progId="Equation.DSMT4">
                  <p:embed/>
                </p:oleObj>
              </mc:Choice>
              <mc:Fallback>
                <p:oleObj name="Equation" r:id="rId30" imgW="2082600" imgH="5968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E42F29AC-5689-426E-8FA5-88C4E787C6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589344" y="3462531"/>
                        <a:ext cx="20828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FC1DF19A-3671-4867-A4FA-8649DE84CE5D}"/>
              </a:ext>
            </a:extLst>
          </p:cNvPr>
          <p:cNvCxnSpPr>
            <a:cxnSpLocks/>
          </p:cNvCxnSpPr>
          <p:nvPr/>
        </p:nvCxnSpPr>
        <p:spPr>
          <a:xfrm>
            <a:off x="6733274" y="3616539"/>
            <a:ext cx="1883174" cy="28888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D5B5EA0C-63BA-4C26-B83D-7ACC5C567B94}"/>
              </a:ext>
            </a:extLst>
          </p:cNvPr>
          <p:cNvCxnSpPr>
            <a:cxnSpLocks/>
          </p:cNvCxnSpPr>
          <p:nvPr/>
        </p:nvCxnSpPr>
        <p:spPr>
          <a:xfrm>
            <a:off x="4706170" y="3616538"/>
            <a:ext cx="1883174" cy="28888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6BD66C23-366B-49A2-93AB-F571B4D7662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4109929"/>
              </p:ext>
            </p:extLst>
          </p:nvPr>
        </p:nvGraphicFramePr>
        <p:xfrm>
          <a:off x="952720" y="4211909"/>
          <a:ext cx="1727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39" name="Equation" r:id="rId31" imgW="1726920" imgH="342720" progId="Equation.DSMT4">
                  <p:embed/>
                </p:oleObj>
              </mc:Choice>
              <mc:Fallback>
                <p:oleObj name="Equation" r:id="rId31" imgW="1726920" imgH="342720" progId="Equation.DSMT4">
                  <p:embed/>
                  <p:pic>
                    <p:nvPicPr>
                      <p:cNvPr id="20" name="对象 19">
                        <a:extLst>
                          <a:ext uri="{FF2B5EF4-FFF2-40B4-BE49-F238E27FC236}">
                            <a16:creationId xmlns:a16="http://schemas.microsoft.com/office/drawing/2014/main" id="{8086B2C7-C003-480B-971B-133094158A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952720" y="4211909"/>
                        <a:ext cx="1727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32D0CA6C-BC2E-4C89-8D45-F1CD204B4B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6098706"/>
              </p:ext>
            </p:extLst>
          </p:nvPr>
        </p:nvGraphicFramePr>
        <p:xfrm>
          <a:off x="2702610" y="4233398"/>
          <a:ext cx="1790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40" name="Equation" r:id="rId32" imgW="1790640" imgH="342720" progId="Equation.DSMT4">
                  <p:embed/>
                </p:oleObj>
              </mc:Choice>
              <mc:Fallback>
                <p:oleObj name="Equation" r:id="rId32" imgW="1790640" imgH="342720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6BD66C23-366B-49A2-93AB-F571B4D766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2702610" y="4233398"/>
                        <a:ext cx="1790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文本框 32">
            <a:extLst>
              <a:ext uri="{FF2B5EF4-FFF2-40B4-BE49-F238E27FC236}">
                <a16:creationId xmlns:a16="http://schemas.microsoft.com/office/drawing/2014/main" id="{793DD681-E906-4A5A-9228-84BDD4620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3587" y="4088459"/>
            <a:ext cx="1066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n-ea"/>
                <a:ea typeface="+mn-ea"/>
              </a:rPr>
              <a:t>故</a:t>
            </a:r>
            <a:endParaRPr lang="en-US" altLang="zh-CN" sz="2400" b="1" dirty="0">
              <a:latin typeface="+mn-ea"/>
              <a:ea typeface="+mn-ea"/>
            </a:endParaRPr>
          </a:p>
        </p:txBody>
      </p:sp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5D80B10A-B15C-47B8-A8B8-040504AEEC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9360184"/>
              </p:ext>
            </p:extLst>
          </p:nvPr>
        </p:nvGraphicFramePr>
        <p:xfrm>
          <a:off x="5030894" y="4226685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441" name="Equation" r:id="rId34" imgW="1130040" imgH="342720" progId="Equation.DSMT4">
                  <p:embed/>
                </p:oleObj>
              </mc:Choice>
              <mc:Fallback>
                <p:oleObj name="Equation" r:id="rId34" imgW="1130040" imgH="3427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900A4111-3C6B-436B-930D-DFD2C06C1E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5030894" y="4226685"/>
                        <a:ext cx="1130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497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AC18C3F-2260-4CE6-9758-E35B5CD79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2" y="1770361"/>
            <a:ext cx="4940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证</a:t>
            </a:r>
          </a:p>
        </p:txBody>
      </p:sp>
      <p:sp>
        <p:nvSpPr>
          <p:cNvPr id="3" name="标题 627714">
            <a:extLst>
              <a:ext uri="{FF2B5EF4-FFF2-40B4-BE49-F238E27FC236}">
                <a16:creationId xmlns:a16="http://schemas.microsoft.com/office/drawing/2014/main" id="{B37A8131-5F09-460F-BCA8-F95B7D6588FE}"/>
              </a:ext>
            </a:extLst>
          </p:cNvPr>
          <p:cNvSpPr txBox="1">
            <a:spLocks noChangeArrowheads="1"/>
          </p:cNvSpPr>
          <p:nvPr/>
        </p:nvSpPr>
        <p:spPr>
          <a:xfrm>
            <a:off x="468313" y="381000"/>
            <a:ext cx="1368425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12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BDBD12E-B82A-4284-9D04-CF0359CEC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358" y="1771072"/>
            <a:ext cx="11287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+mj-ea"/>
                <a:ea typeface="+mj-ea"/>
              </a:rPr>
              <a:t>右端</a:t>
            </a:r>
          </a:p>
        </p:txBody>
      </p:sp>
      <p:graphicFrame>
        <p:nvGraphicFramePr>
          <p:cNvPr id="5" name="对象 627716">
            <a:extLst>
              <a:ext uri="{FF2B5EF4-FFF2-40B4-BE49-F238E27FC236}">
                <a16:creationId xmlns:a16="http://schemas.microsoft.com/office/drawing/2014/main" id="{E45E44B0-B39B-4D40-85A2-00F8E368BA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624907"/>
              </p:ext>
            </p:extLst>
          </p:nvPr>
        </p:nvGraphicFramePr>
        <p:xfrm>
          <a:off x="1287463" y="528638"/>
          <a:ext cx="4927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927" name="Equation" r:id="rId3" imgW="4927320" imgH="380880" progId="Equation.DSMT4">
                  <p:embed/>
                </p:oleObj>
              </mc:Choice>
              <mc:Fallback>
                <p:oleObj name="Equation" r:id="rId3" imgW="4927320" imgH="380880" progId="Equation.DSMT4">
                  <p:embed/>
                  <p:pic>
                    <p:nvPicPr>
                      <p:cNvPr id="27652" name="对象 627716">
                        <a:extLst>
                          <a:ext uri="{FF2B5EF4-FFF2-40B4-BE49-F238E27FC236}">
                            <a16:creationId xmlns:a16="http://schemas.microsoft.com/office/drawing/2014/main" id="{8CD6E6CD-9C1E-4765-8CCD-153190604DA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7463" y="528638"/>
                        <a:ext cx="49276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627717">
            <a:extLst>
              <a:ext uri="{FF2B5EF4-FFF2-40B4-BE49-F238E27FC236}">
                <a16:creationId xmlns:a16="http://schemas.microsoft.com/office/drawing/2014/main" id="{7D58E77C-B322-4F60-85BC-CBB1D82E35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4630560"/>
              </p:ext>
            </p:extLst>
          </p:nvPr>
        </p:nvGraphicFramePr>
        <p:xfrm>
          <a:off x="6372200" y="519112"/>
          <a:ext cx="2400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928" name="Equation" r:id="rId5" imgW="2400120" imgH="355320" progId="Equation.DSMT4">
                  <p:embed/>
                </p:oleObj>
              </mc:Choice>
              <mc:Fallback>
                <p:oleObj name="Equation" r:id="rId5" imgW="2400120" imgH="355320" progId="Equation.DSMT4">
                  <p:embed/>
                  <p:pic>
                    <p:nvPicPr>
                      <p:cNvPr id="27653" name="对象 627717">
                        <a:extLst>
                          <a:ext uri="{FF2B5EF4-FFF2-40B4-BE49-F238E27FC236}">
                            <a16:creationId xmlns:a16="http://schemas.microsoft.com/office/drawing/2014/main" id="{09C0036E-B16A-4BEF-B74C-37BC75A8606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00" y="519112"/>
                        <a:ext cx="24003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27718">
            <a:extLst>
              <a:ext uri="{FF2B5EF4-FFF2-40B4-BE49-F238E27FC236}">
                <a16:creationId xmlns:a16="http://schemas.microsoft.com/office/drawing/2014/main" id="{AC473527-284C-4CC5-AEA0-82D86716B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03" y="1059582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latin typeface="+mj-ea"/>
                <a:ea typeface="+mj-ea"/>
              </a:rPr>
              <a:t>试证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ABDE26DC-B8C5-48B3-BB25-2E6F364697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2273197"/>
              </p:ext>
            </p:extLst>
          </p:nvPr>
        </p:nvGraphicFramePr>
        <p:xfrm>
          <a:off x="939859" y="944563"/>
          <a:ext cx="489267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929" name="Equation" r:id="rId7" imgW="4889160" imgH="723600" progId="Equation.DSMT4">
                  <p:embed/>
                </p:oleObj>
              </mc:Choice>
              <mc:Fallback>
                <p:oleObj name="Equation" r:id="rId7" imgW="4889160" imgH="723600" progId="Equation.DSMT4">
                  <p:embed/>
                  <p:pic>
                    <p:nvPicPr>
                      <p:cNvPr id="627720" name="对象 627719">
                        <a:extLst>
                          <a:ext uri="{FF2B5EF4-FFF2-40B4-BE49-F238E27FC236}">
                            <a16:creationId xmlns:a16="http://schemas.microsoft.com/office/drawing/2014/main" id="{12942DC0-C841-4F08-AB35-38389AA145E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859" y="944563"/>
                        <a:ext cx="4892675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24C48878-05B3-4E4A-9E07-4B60B28460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5125819"/>
              </p:ext>
            </p:extLst>
          </p:nvPr>
        </p:nvGraphicFramePr>
        <p:xfrm>
          <a:off x="1759802" y="1629161"/>
          <a:ext cx="3252788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930" name="Equation" r:id="rId9" imgW="3251160" imgH="723600" progId="Equation.DSMT4">
                  <p:embed/>
                </p:oleObj>
              </mc:Choice>
              <mc:Fallback>
                <p:oleObj name="Equation" r:id="rId9" imgW="3251160" imgH="723600" progId="Equation.DSMT4">
                  <p:embed/>
                  <p:pic>
                    <p:nvPicPr>
                      <p:cNvPr id="627721" name="对象 627720">
                        <a:extLst>
                          <a:ext uri="{FF2B5EF4-FFF2-40B4-BE49-F238E27FC236}">
                            <a16:creationId xmlns:a16="http://schemas.microsoft.com/office/drawing/2014/main" id="{44F59EB7-EEC1-4F69-B5EB-572031FF661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9802" y="1629161"/>
                        <a:ext cx="3252788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01AF505D-F931-4544-9CC0-82A60E7E976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3263108"/>
              </p:ext>
            </p:extLst>
          </p:nvPr>
        </p:nvGraphicFramePr>
        <p:xfrm>
          <a:off x="1779588" y="2595563"/>
          <a:ext cx="31718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931" name="Equation" r:id="rId11" imgW="3174840" imgH="723600" progId="Equation.DSMT4">
                  <p:embed/>
                </p:oleObj>
              </mc:Choice>
              <mc:Fallback>
                <p:oleObj name="Equation" r:id="rId11" imgW="3174840" imgH="723600" progId="Equation.DSMT4">
                  <p:embed/>
                  <p:pic>
                    <p:nvPicPr>
                      <p:cNvPr id="627722" name="对象 627721">
                        <a:extLst>
                          <a:ext uri="{FF2B5EF4-FFF2-40B4-BE49-F238E27FC236}">
                            <a16:creationId xmlns:a16="http://schemas.microsoft.com/office/drawing/2014/main" id="{2F8FE044-C2EA-4992-90F1-EF3B3563A27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9588" y="2595563"/>
                        <a:ext cx="3171825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E0F13B7-AD5E-4F30-B4BC-AAFDB26D43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8142851"/>
              </p:ext>
            </p:extLst>
          </p:nvPr>
        </p:nvGraphicFramePr>
        <p:xfrm>
          <a:off x="4909657" y="2560122"/>
          <a:ext cx="3175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932" name="Equation" r:id="rId13" imgW="3174840" imgH="723600" progId="Equation.DSMT4">
                  <p:embed/>
                </p:oleObj>
              </mc:Choice>
              <mc:Fallback>
                <p:oleObj name="Equation" r:id="rId13" imgW="3174840" imgH="723600" progId="Equation.DSMT4">
                  <p:embed/>
                  <p:pic>
                    <p:nvPicPr>
                      <p:cNvPr id="627723" name="对象 627722">
                        <a:extLst>
                          <a:ext uri="{FF2B5EF4-FFF2-40B4-BE49-F238E27FC236}">
                            <a16:creationId xmlns:a16="http://schemas.microsoft.com/office/drawing/2014/main" id="{9CB35E3E-EDA2-46D0-8F5E-8370DDCE205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9657" y="2560122"/>
                        <a:ext cx="31750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EBF97881-9297-47C8-BF1D-869490EBD0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9145" y="1802626"/>
            <a:ext cx="1614488" cy="36933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分部积分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9CB5225C-8ED1-462D-B352-422C319EF4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4446513"/>
              </p:ext>
            </p:extLst>
          </p:nvPr>
        </p:nvGraphicFramePr>
        <p:xfrm>
          <a:off x="1806930" y="3480339"/>
          <a:ext cx="3201987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933" name="Equation" r:id="rId15" imgW="3200400" imgH="723600" progId="Equation.DSMT4">
                  <p:embed/>
                </p:oleObj>
              </mc:Choice>
              <mc:Fallback>
                <p:oleObj name="Equation" r:id="rId15" imgW="3200400" imgH="723600" progId="Equation.DSMT4">
                  <p:embed/>
                  <p:pic>
                    <p:nvPicPr>
                      <p:cNvPr id="627725" name="对象 627724">
                        <a:extLst>
                          <a:ext uri="{FF2B5EF4-FFF2-40B4-BE49-F238E27FC236}">
                            <a16:creationId xmlns:a16="http://schemas.microsoft.com/office/drawing/2014/main" id="{81258A25-FF71-449E-8C7B-CBCA6FCE64E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6930" y="3480339"/>
                        <a:ext cx="3201987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64192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1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F3923073-8FC1-473D-8CF8-316C3DC850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9198068"/>
              </p:ext>
            </p:extLst>
          </p:nvPr>
        </p:nvGraphicFramePr>
        <p:xfrm>
          <a:off x="1742737" y="987574"/>
          <a:ext cx="3201987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14" name="Equation" r:id="rId3" imgW="3200400" imgH="723600" progId="Equation.DSMT4">
                  <p:embed/>
                </p:oleObj>
              </mc:Choice>
              <mc:Fallback>
                <p:oleObj name="Equation" r:id="rId3" imgW="3200400" imgH="7236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9CB5225C-8ED1-462D-B352-422C319EF4B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2737" y="987574"/>
                        <a:ext cx="3201987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581ACEAB-0875-48CA-A01B-9F4B87B52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0" y="1931081"/>
            <a:ext cx="2403475" cy="36933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再次分部积分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FED1EF1-6E34-4587-B3BE-2B5C2F4415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0105645"/>
              </p:ext>
            </p:extLst>
          </p:nvPr>
        </p:nvGraphicFramePr>
        <p:xfrm>
          <a:off x="4785963" y="1804597"/>
          <a:ext cx="14859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15" name="Equation" r:id="rId5" imgW="1485720" imgH="634680" progId="Equation.DSMT4">
                  <p:embed/>
                </p:oleObj>
              </mc:Choice>
              <mc:Fallback>
                <p:oleObj name="Equation" r:id="rId5" imgW="1485720" imgH="6346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672EDC2F-29AE-42CA-95B4-55840548217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5963" y="1804597"/>
                        <a:ext cx="14859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5E982E7-BCDE-40F9-ACE4-212C9F79D9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5753857"/>
              </p:ext>
            </p:extLst>
          </p:nvPr>
        </p:nvGraphicFramePr>
        <p:xfrm>
          <a:off x="1744382" y="1798247"/>
          <a:ext cx="2984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16" name="Equation" r:id="rId7" imgW="2984400" imgH="723600" progId="Equation.DSMT4">
                  <p:embed/>
                </p:oleObj>
              </mc:Choice>
              <mc:Fallback>
                <p:oleObj name="Equation" r:id="rId7" imgW="2984400" imgH="72360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03572507-4A8A-4B56-BA16-CC374E4136E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4382" y="1798247"/>
                        <a:ext cx="29845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DF1B7C41-BECF-4381-924C-F20BFEB10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6632" y="2757785"/>
            <a:ext cx="15382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= 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左端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CE9C0109-C4B1-416E-9E8F-E59C74ACB2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502558"/>
              </p:ext>
            </p:extLst>
          </p:nvPr>
        </p:nvGraphicFramePr>
        <p:xfrm>
          <a:off x="1742737" y="2743323"/>
          <a:ext cx="14986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17" name="Equation" r:id="rId9" imgW="1498320" imgH="634680" progId="Equation.DSMT4">
                  <p:embed/>
                </p:oleObj>
              </mc:Choice>
              <mc:Fallback>
                <p:oleObj name="Equation" r:id="rId9" imgW="1498320" imgH="63468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A7894986-3883-48E7-89FF-8E72C3900D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42737" y="2743323"/>
                        <a:ext cx="1498600" cy="635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5824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784C4604-1B73-4E63-B9E8-A24E464544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4734209"/>
              </p:ext>
            </p:extLst>
          </p:nvPr>
        </p:nvGraphicFramePr>
        <p:xfrm>
          <a:off x="982580" y="483518"/>
          <a:ext cx="7188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824" name="Equation" r:id="rId3" imgW="7188120" imgH="380880" progId="Equation.DSMT4">
                  <p:embed/>
                </p:oleObj>
              </mc:Choice>
              <mc:Fallback>
                <p:oleObj name="Equation" r:id="rId3" imgW="7188120" imgH="380880" progId="Equation.DSMT4">
                  <p:embed/>
                  <p:pic>
                    <p:nvPicPr>
                      <p:cNvPr id="645127" name="对象 645126">
                        <a:extLst>
                          <a:ext uri="{FF2B5EF4-FFF2-40B4-BE49-F238E27FC236}">
                            <a16:creationId xmlns:a16="http://schemas.microsoft.com/office/drawing/2014/main" id="{9935A832-7066-4C70-856A-FCF2B6A832A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580" y="483518"/>
                        <a:ext cx="7188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662369B-57CE-460A-A762-397F46F5EB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864375"/>
              </p:ext>
            </p:extLst>
          </p:nvPr>
        </p:nvGraphicFramePr>
        <p:xfrm>
          <a:off x="1144588" y="1797050"/>
          <a:ext cx="2286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825" name="Equation" r:id="rId5" imgW="2286000" imgH="596880" progId="Equation.DSMT4">
                  <p:embed/>
                </p:oleObj>
              </mc:Choice>
              <mc:Fallback>
                <p:oleObj name="Equation" r:id="rId5" imgW="2286000" imgH="596880" progId="Equation.DSMT4">
                  <p:embed/>
                  <p:pic>
                    <p:nvPicPr>
                      <p:cNvPr id="645128" name="对象 645127">
                        <a:extLst>
                          <a:ext uri="{FF2B5EF4-FFF2-40B4-BE49-F238E27FC236}">
                            <a16:creationId xmlns:a16="http://schemas.microsoft.com/office/drawing/2014/main" id="{8A8D3D40-1122-42C5-B665-0C3D689EA54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4588" y="1797050"/>
                        <a:ext cx="22860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20A56F2-0F17-4CBC-8C53-B1B42431EC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683389"/>
              </p:ext>
            </p:extLst>
          </p:nvPr>
        </p:nvGraphicFramePr>
        <p:xfrm>
          <a:off x="3526631" y="1733550"/>
          <a:ext cx="1906587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826" name="Equation" r:id="rId7" imgW="1904760" imgH="723600" progId="Equation.DSMT4">
                  <p:embed/>
                </p:oleObj>
              </mc:Choice>
              <mc:Fallback>
                <p:oleObj name="Equation" r:id="rId7" imgW="1904760" imgH="723600" progId="Equation.DSMT4">
                  <p:embed/>
                  <p:pic>
                    <p:nvPicPr>
                      <p:cNvPr id="645129" name="对象 645128">
                        <a:extLst>
                          <a:ext uri="{FF2B5EF4-FFF2-40B4-BE49-F238E27FC236}">
                            <a16:creationId xmlns:a16="http://schemas.microsoft.com/office/drawing/2014/main" id="{1B5A64D9-27F0-4CF2-8229-E5642FE1D84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6631" y="1733550"/>
                        <a:ext cx="1906587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199A2E3-183F-4A09-AD6B-84FC2E9B2A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3649186"/>
              </p:ext>
            </p:extLst>
          </p:nvPr>
        </p:nvGraphicFramePr>
        <p:xfrm>
          <a:off x="1331640" y="2871032"/>
          <a:ext cx="3568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827" r:id="rId9" imgW="3567152" imgH="723586" progId="Equation.DSMT4">
                  <p:embed/>
                </p:oleObj>
              </mc:Choice>
              <mc:Fallback>
                <p:oleObj r:id="rId9" imgW="3567152" imgH="723586" progId="Equation.DSMT4">
                  <p:embed/>
                  <p:pic>
                    <p:nvPicPr>
                      <p:cNvPr id="645130" name="对象 645129">
                        <a:extLst>
                          <a:ext uri="{FF2B5EF4-FFF2-40B4-BE49-F238E27FC236}">
                            <a16:creationId xmlns:a16="http://schemas.microsoft.com/office/drawing/2014/main" id="{DC37E998-D072-4D2B-B66A-FDCDE7ABF7A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2871032"/>
                        <a:ext cx="35687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CE13BAF-693A-4C24-8194-115E345421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5777211"/>
              </p:ext>
            </p:extLst>
          </p:nvPr>
        </p:nvGraphicFramePr>
        <p:xfrm>
          <a:off x="1311275" y="3808412"/>
          <a:ext cx="762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828" name="Equation" r:id="rId11" imgW="761760" imgH="723600" progId="Equation.DSMT4">
                  <p:embed/>
                </p:oleObj>
              </mc:Choice>
              <mc:Fallback>
                <p:oleObj name="Equation" r:id="rId11" imgW="761760" imgH="723600" progId="Equation.DSMT4">
                  <p:embed/>
                  <p:pic>
                    <p:nvPicPr>
                      <p:cNvPr id="645131" name="对象 645130">
                        <a:extLst>
                          <a:ext uri="{FF2B5EF4-FFF2-40B4-BE49-F238E27FC236}">
                            <a16:creationId xmlns:a16="http://schemas.microsoft.com/office/drawing/2014/main" id="{6F3C0C7A-5B89-4595-ADBC-A1662A37B40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1275" y="3808412"/>
                        <a:ext cx="7620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1224364-60D1-4F97-A96C-1A084E1E7F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7052552"/>
              </p:ext>
            </p:extLst>
          </p:nvPr>
        </p:nvGraphicFramePr>
        <p:xfrm>
          <a:off x="2151063" y="973138"/>
          <a:ext cx="25273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829" name="Equation" r:id="rId13" imgW="2527200" imgH="596880" progId="Equation.DSMT4">
                  <p:embed/>
                </p:oleObj>
              </mc:Choice>
              <mc:Fallback>
                <p:oleObj name="Equation" r:id="rId13" imgW="2527200" imgH="596880" progId="Equation.DSMT4">
                  <p:embed/>
                  <p:pic>
                    <p:nvPicPr>
                      <p:cNvPr id="645132" name="对象 645131">
                        <a:extLst>
                          <a:ext uri="{FF2B5EF4-FFF2-40B4-BE49-F238E27FC236}">
                            <a16:creationId xmlns:a16="http://schemas.microsoft.com/office/drawing/2014/main" id="{B4B7E5AA-55DF-45C9-AB6E-D8645F090CD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1063" y="973138"/>
                        <a:ext cx="25273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5D270D67-D7F8-42DA-B1C4-99313D8AE9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4313420"/>
              </p:ext>
            </p:extLst>
          </p:nvPr>
        </p:nvGraphicFramePr>
        <p:xfrm>
          <a:off x="257175" y="973138"/>
          <a:ext cx="1816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830" name="Equation" r:id="rId15" imgW="1815840" imgH="596880" progId="Equation.DSMT4">
                  <p:embed/>
                </p:oleObj>
              </mc:Choice>
              <mc:Fallback>
                <p:oleObj name="Equation" r:id="rId15" imgW="181584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57175" y="973138"/>
                        <a:ext cx="18161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B87756B6-41C7-42DE-9F7F-E294F5989A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299" y="1814161"/>
            <a:ext cx="4940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证</a:t>
            </a:r>
          </a:p>
        </p:txBody>
      </p:sp>
    </p:spTree>
    <p:extLst>
      <p:ext uri="{BB962C8B-B14F-4D97-AF65-F5344CB8AC3E}">
        <p14:creationId xmlns:p14="http://schemas.microsoft.com/office/powerpoint/2010/main" val="362437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28752">
            <a:extLst>
              <a:ext uri="{FF2B5EF4-FFF2-40B4-BE49-F238E27FC236}">
                <a16:creationId xmlns:a16="http://schemas.microsoft.com/office/drawing/2014/main" id="{8A921365-F23E-4FAB-8EFE-A2D85CF24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724" y="339502"/>
            <a:ext cx="806874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14 </a:t>
            </a:r>
            <a:r>
              <a:rPr lang="zh-CN" altLang="en-US" sz="2400" b="1" dirty="0">
                <a:latin typeface="+mn-ea"/>
                <a:ea typeface="+mn-ea"/>
              </a:rPr>
              <a:t>设               求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0419B2E-BA6A-4B76-B8A8-20FE6DFF8B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2980765"/>
              </p:ext>
            </p:extLst>
          </p:nvPr>
        </p:nvGraphicFramePr>
        <p:xfrm>
          <a:off x="1907704" y="276002"/>
          <a:ext cx="2286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967" name="Equation" r:id="rId3" imgW="2286000" imgH="736560" progId="Equation.DSMT4">
                  <p:embed/>
                </p:oleObj>
              </mc:Choice>
              <mc:Fallback>
                <p:oleObj name="Equation" r:id="rId3" imgW="2286000" imgH="7365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ECA956D4-D1A9-4AAC-A6AA-C06CA38F5E4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276002"/>
                        <a:ext cx="22860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147170D-2335-4DB9-841E-C7C53F5DE1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9930418"/>
              </p:ext>
            </p:extLst>
          </p:nvPr>
        </p:nvGraphicFramePr>
        <p:xfrm>
          <a:off x="4572000" y="345852"/>
          <a:ext cx="1524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968" name="Equation" r:id="rId5" imgW="1523880" imgH="596880" progId="Equation.DSMT4">
                  <p:embed/>
                </p:oleObj>
              </mc:Choice>
              <mc:Fallback>
                <p:oleObj name="Equation" r:id="rId5" imgW="152388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72000" y="345852"/>
                        <a:ext cx="15240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93B250E-9544-4272-87FC-429AFDD2B8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6020800"/>
              </p:ext>
            </p:extLst>
          </p:nvPr>
        </p:nvGraphicFramePr>
        <p:xfrm>
          <a:off x="1475656" y="1250739"/>
          <a:ext cx="1485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969" name="Equation" r:id="rId7" imgW="1485720" imgH="596880" progId="Equation.DSMT4">
                  <p:embed/>
                </p:oleObj>
              </mc:Choice>
              <mc:Fallback>
                <p:oleObj name="Equation" r:id="rId7" imgW="1485720" imgH="596880" progId="Equation.DSMT4">
                  <p:embed/>
                  <p:pic>
                    <p:nvPicPr>
                      <p:cNvPr id="646148" name="对象 646147">
                        <a:extLst>
                          <a:ext uri="{FF2B5EF4-FFF2-40B4-BE49-F238E27FC236}">
                            <a16:creationId xmlns:a16="http://schemas.microsoft.com/office/drawing/2014/main" id="{4DEBDAD2-60E3-4E6C-889A-4C6C5175D58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1250739"/>
                        <a:ext cx="14859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C208C468-AF43-4750-941C-07EDCD0BD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724" y="1275606"/>
            <a:ext cx="4940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9D314F5-C2B7-45FA-8036-DEA5DF80DA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4546146"/>
              </p:ext>
            </p:extLst>
          </p:nvPr>
        </p:nvGraphicFramePr>
        <p:xfrm>
          <a:off x="3131840" y="1157853"/>
          <a:ext cx="1778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970" name="Equation" r:id="rId9" imgW="1777680" imgH="723600" progId="Equation.DSMT4">
                  <p:embed/>
                </p:oleObj>
              </mc:Choice>
              <mc:Fallback>
                <p:oleObj name="Equation" r:id="rId9" imgW="1777680" imgH="723600" progId="Equation.DSMT4">
                  <p:embed/>
                  <p:pic>
                    <p:nvPicPr>
                      <p:cNvPr id="646149" name="对象 646148">
                        <a:extLst>
                          <a:ext uri="{FF2B5EF4-FFF2-40B4-BE49-F238E27FC236}">
                            <a16:creationId xmlns:a16="http://schemas.microsoft.com/office/drawing/2014/main" id="{7DB4B1E5-9E6F-4FF9-8D63-D753DA5AB8F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1157853"/>
                        <a:ext cx="17780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BECFDEC-B6CC-4652-8E35-A258727209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5475166"/>
              </p:ext>
            </p:extLst>
          </p:nvPr>
        </p:nvGraphicFramePr>
        <p:xfrm>
          <a:off x="1322388" y="1970088"/>
          <a:ext cx="3570287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971" name="Equation" r:id="rId11" imgW="3568680" imgH="723600" progId="Equation.DSMT4">
                  <p:embed/>
                </p:oleObj>
              </mc:Choice>
              <mc:Fallback>
                <p:oleObj name="Equation" r:id="rId11" imgW="3568680" imgH="723600" progId="Equation.DSMT4">
                  <p:embed/>
                  <p:pic>
                    <p:nvPicPr>
                      <p:cNvPr id="646150" name="对象 646149">
                        <a:extLst>
                          <a:ext uri="{FF2B5EF4-FFF2-40B4-BE49-F238E27FC236}">
                            <a16:creationId xmlns:a16="http://schemas.microsoft.com/office/drawing/2014/main" id="{BBE33ADC-EFE1-481E-ACA9-D1342312F34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2388" y="1970088"/>
                        <a:ext cx="3570287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D3796AB6-293B-402F-B3A0-8F61823DEE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7625199"/>
              </p:ext>
            </p:extLst>
          </p:nvPr>
        </p:nvGraphicFramePr>
        <p:xfrm>
          <a:off x="1322388" y="2839239"/>
          <a:ext cx="288448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972" name="Equation" r:id="rId13" imgW="2882880" imgH="774360" progId="Equation.DSMT4">
                  <p:embed/>
                </p:oleObj>
              </mc:Choice>
              <mc:Fallback>
                <p:oleObj name="Equation" r:id="rId13" imgW="2882880" imgH="774360" progId="Equation.DSMT4">
                  <p:embed/>
                  <p:pic>
                    <p:nvPicPr>
                      <p:cNvPr id="646151" name="对象 646150">
                        <a:extLst>
                          <a:ext uri="{FF2B5EF4-FFF2-40B4-BE49-F238E27FC236}">
                            <a16:creationId xmlns:a16="http://schemas.microsoft.com/office/drawing/2014/main" id="{E65CB67D-30FD-4FAC-8B36-DA547904142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2388" y="2839239"/>
                        <a:ext cx="2884488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FE99C58D-95FB-4B24-B2D7-37686190B2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857894"/>
              </p:ext>
            </p:extLst>
          </p:nvPr>
        </p:nvGraphicFramePr>
        <p:xfrm>
          <a:off x="4241800" y="2928139"/>
          <a:ext cx="18542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973" r:id="rId15" imgW="1854200" imgH="596900" progId="Equation.DSMT4">
                  <p:embed/>
                </p:oleObj>
              </mc:Choice>
              <mc:Fallback>
                <p:oleObj r:id="rId15" imgW="1854200" imgH="596900" progId="Equation.DSMT4">
                  <p:embed/>
                  <p:pic>
                    <p:nvPicPr>
                      <p:cNvPr id="646153" name="对象 646152">
                        <a:extLst>
                          <a:ext uri="{FF2B5EF4-FFF2-40B4-BE49-F238E27FC236}">
                            <a16:creationId xmlns:a16="http://schemas.microsoft.com/office/drawing/2014/main" id="{F2BE7634-62A6-41F8-9EB5-649923ECBAC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1800" y="2928139"/>
                        <a:ext cx="18542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0813EBB3-F6D7-43A9-89F5-A68FF5932C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3421929"/>
              </p:ext>
            </p:extLst>
          </p:nvPr>
        </p:nvGraphicFramePr>
        <p:xfrm>
          <a:off x="1322388" y="3848090"/>
          <a:ext cx="1435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974" name="Equation" r:id="rId17" imgW="1434960" imgH="723600" progId="Equation.DSMT4">
                  <p:embed/>
                </p:oleObj>
              </mc:Choice>
              <mc:Fallback>
                <p:oleObj name="Equation" r:id="rId17" imgW="1434960" imgH="723600" progId="Equation.DSMT4">
                  <p:embed/>
                  <p:pic>
                    <p:nvPicPr>
                      <p:cNvPr id="646154" name="对象 646153">
                        <a:extLst>
                          <a:ext uri="{FF2B5EF4-FFF2-40B4-BE49-F238E27FC236}">
                            <a16:creationId xmlns:a16="http://schemas.microsoft.com/office/drawing/2014/main" id="{F904E871-3110-4FC3-951E-6E1857CD250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2388" y="3848090"/>
                        <a:ext cx="14351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1E1C12E8-3752-4A61-9DC6-15E1A99613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3563397"/>
              </p:ext>
            </p:extLst>
          </p:nvPr>
        </p:nvGraphicFramePr>
        <p:xfrm>
          <a:off x="2770849" y="3848090"/>
          <a:ext cx="1663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4975" name="Equation" r:id="rId19" imgW="1663560" imgH="723600" progId="Equation.DSMT4">
                  <p:embed/>
                </p:oleObj>
              </mc:Choice>
              <mc:Fallback>
                <p:oleObj name="Equation" r:id="rId19" imgW="1663560" imgH="723600" progId="Equation.DSMT4">
                  <p:embed/>
                  <p:pic>
                    <p:nvPicPr>
                      <p:cNvPr id="646152" name="对象 646151">
                        <a:extLst>
                          <a:ext uri="{FF2B5EF4-FFF2-40B4-BE49-F238E27FC236}">
                            <a16:creationId xmlns:a16="http://schemas.microsoft.com/office/drawing/2014/main" id="{25E7BE6C-56A9-473B-9ADF-E627358555D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0849" y="3848090"/>
                        <a:ext cx="16637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64934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28752">
            <a:extLst>
              <a:ext uri="{FF2B5EF4-FFF2-40B4-BE49-F238E27FC236}">
                <a16:creationId xmlns:a16="http://schemas.microsoft.com/office/drawing/2014/main" id="{48EDA91E-056F-4538-B638-13446C34E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724" y="339502"/>
            <a:ext cx="806874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15 </a:t>
            </a:r>
            <a:r>
              <a:rPr lang="zh-CN" altLang="en-US" sz="2400" b="1" dirty="0">
                <a:latin typeface="+mn-ea"/>
                <a:ea typeface="+mn-ea"/>
              </a:rPr>
              <a:t>设                求             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954A3B5A-3AA7-4607-8A68-2E565D1EB1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583781"/>
              </p:ext>
            </p:extLst>
          </p:nvPr>
        </p:nvGraphicFramePr>
        <p:xfrm>
          <a:off x="1907704" y="372186"/>
          <a:ext cx="2349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21" name="Equation" r:id="rId3" imgW="2349360" imgH="596880" progId="Equation.DSMT4">
                  <p:embed/>
                </p:oleObj>
              </mc:Choice>
              <mc:Fallback>
                <p:oleObj name="Equation" r:id="rId3" imgW="234936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7704" y="372186"/>
                        <a:ext cx="23495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32A21AD-C62A-448B-8DA1-1C45C6390C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2754059"/>
              </p:ext>
            </p:extLst>
          </p:nvPr>
        </p:nvGraphicFramePr>
        <p:xfrm>
          <a:off x="4785058" y="352202"/>
          <a:ext cx="2095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22" name="Equation" r:id="rId5" imgW="2095200" imgH="596880" progId="Equation.DSMT4">
                  <p:embed/>
                </p:oleObj>
              </mc:Choice>
              <mc:Fallback>
                <p:oleObj name="Equation" r:id="rId5" imgW="209520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85058" y="352202"/>
                        <a:ext cx="20955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58D3430E-C527-4E24-B71E-B50853579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724" y="1203598"/>
            <a:ext cx="4940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A21CCDD-1DD6-4788-9142-E4956E0DFA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1770538"/>
              </p:ext>
            </p:extLst>
          </p:nvPr>
        </p:nvGraphicFramePr>
        <p:xfrm>
          <a:off x="1403648" y="1189721"/>
          <a:ext cx="20447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23" name="Equation" r:id="rId7" imgW="2044440" imgH="596880" progId="Equation.DSMT4">
                  <p:embed/>
                </p:oleObj>
              </mc:Choice>
              <mc:Fallback>
                <p:oleObj name="Equation" r:id="rId7" imgW="2044440" imgH="5968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732A21AD-C62A-448B-8DA1-1C45C6390C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03648" y="1189721"/>
                        <a:ext cx="20447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9988A7CB-35AC-4A9C-BFD2-272B756645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1544385"/>
              </p:ext>
            </p:extLst>
          </p:nvPr>
        </p:nvGraphicFramePr>
        <p:xfrm>
          <a:off x="3594791" y="1119871"/>
          <a:ext cx="2349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24" name="Equation" r:id="rId9" imgW="2349360" imgH="736560" progId="Equation.DSMT4">
                  <p:embed/>
                </p:oleObj>
              </mc:Choice>
              <mc:Fallback>
                <p:oleObj name="Equation" r:id="rId9" imgW="2349360" imgH="7365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FA21CCDD-1DD6-4788-9142-E4956E0DFA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94791" y="1119871"/>
                        <a:ext cx="2349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FD1E1DF7-A2AA-4A8F-854E-D888846396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1494312"/>
              </p:ext>
            </p:extLst>
          </p:nvPr>
        </p:nvGraphicFramePr>
        <p:xfrm>
          <a:off x="1121107" y="2061906"/>
          <a:ext cx="4711701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25" name="Equation" r:id="rId11" imgW="4711680" imgH="736560" progId="Equation.DSMT4">
                  <p:embed/>
                </p:oleObj>
              </mc:Choice>
              <mc:Fallback>
                <p:oleObj name="Equation" r:id="rId11" imgW="4711680" imgH="7365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9988A7CB-35AC-4A9C-BFD2-272B756645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121107" y="2061906"/>
                        <a:ext cx="4711701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E2C014D-5B82-4524-8B73-CB486A6A48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057733"/>
              </p:ext>
            </p:extLst>
          </p:nvPr>
        </p:nvGraphicFramePr>
        <p:xfrm>
          <a:off x="1121107" y="2887587"/>
          <a:ext cx="2755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26" name="Equation" r:id="rId13" imgW="2755800" imgH="736560" progId="Equation.DSMT4">
                  <p:embed/>
                </p:oleObj>
              </mc:Choice>
              <mc:Fallback>
                <p:oleObj name="Equation" r:id="rId13" imgW="27558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121107" y="2887587"/>
                        <a:ext cx="2755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BBA50A3-629F-4076-B1C1-A44F74B447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8780776"/>
              </p:ext>
            </p:extLst>
          </p:nvPr>
        </p:nvGraphicFramePr>
        <p:xfrm>
          <a:off x="3877007" y="2908293"/>
          <a:ext cx="2844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27" name="Equation" r:id="rId15" imgW="2844720" imgH="736560" progId="Equation.DSMT4">
                  <p:embed/>
                </p:oleObj>
              </mc:Choice>
              <mc:Fallback>
                <p:oleObj name="Equation" r:id="rId15" imgW="2844720" imgH="7365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EE2C014D-5B82-4524-8B73-CB486A6A48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877007" y="2908293"/>
                        <a:ext cx="2844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519A5CAB-3003-4477-BE57-B2E589A59F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7227301"/>
              </p:ext>
            </p:extLst>
          </p:nvPr>
        </p:nvGraphicFramePr>
        <p:xfrm>
          <a:off x="1135220" y="3766602"/>
          <a:ext cx="3733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28" name="Equation" r:id="rId17" imgW="3733560" imgH="736560" progId="Equation.DSMT4">
                  <p:embed/>
                </p:oleObj>
              </mc:Choice>
              <mc:Fallback>
                <p:oleObj name="Equation" r:id="rId17" imgW="3733560" imgH="7365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FBBA50A3-629F-4076-B1C1-A44F74B447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135220" y="3766602"/>
                        <a:ext cx="3733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85275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3D58FE8D-7BF5-4508-86E9-FDBB1A09E4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212690"/>
              </p:ext>
            </p:extLst>
          </p:nvPr>
        </p:nvGraphicFramePr>
        <p:xfrm>
          <a:off x="838200" y="483518"/>
          <a:ext cx="3733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34" name="Equation" r:id="rId3" imgW="3733560" imgH="736560" progId="Equation.DSMT4">
                  <p:embed/>
                </p:oleObj>
              </mc:Choice>
              <mc:Fallback>
                <p:oleObj name="Equation" r:id="rId3" imgW="3733560" imgH="73656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519A5CAB-3003-4477-BE57-B2E589A59F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8200" y="483518"/>
                        <a:ext cx="3733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EC7166A-56B4-4016-B5E4-FA4F2C313B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4001868"/>
              </p:ext>
            </p:extLst>
          </p:nvPr>
        </p:nvGraphicFramePr>
        <p:xfrm>
          <a:off x="0" y="1553034"/>
          <a:ext cx="1384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35" name="Equation" r:id="rId5" imgW="1384200" imgH="342720" progId="Equation.DSMT4">
                  <p:embed/>
                </p:oleObj>
              </mc:Choice>
              <mc:Fallback>
                <p:oleObj name="Equation" r:id="rId5" imgW="13842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0" y="1553034"/>
                        <a:ext cx="1384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7DE6AC98-33DD-4E7F-BF45-F62A8E39C1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3985704"/>
              </p:ext>
            </p:extLst>
          </p:nvPr>
        </p:nvGraphicFramePr>
        <p:xfrm>
          <a:off x="736600" y="1951422"/>
          <a:ext cx="1968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36" name="Equation" r:id="rId7" imgW="1968480" imgH="736560" progId="Equation.DSMT4">
                  <p:embed/>
                </p:oleObj>
              </mc:Choice>
              <mc:Fallback>
                <p:oleObj name="Equation" r:id="rId7" imgW="1968480" imgH="7365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100A045B-31E7-4440-A8D6-3607E0D668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36600" y="1951422"/>
                        <a:ext cx="1968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854269AA-9B30-4A71-9647-07CF815DEF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0641891"/>
              </p:ext>
            </p:extLst>
          </p:nvPr>
        </p:nvGraphicFramePr>
        <p:xfrm>
          <a:off x="2849213" y="1951422"/>
          <a:ext cx="1727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37" name="Equation" r:id="rId9" imgW="1726920" imgH="736560" progId="Equation.DSMT4">
                  <p:embed/>
                </p:oleObj>
              </mc:Choice>
              <mc:Fallback>
                <p:oleObj name="Equation" r:id="rId9" imgW="1726920" imgH="7365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7DE6AC98-33DD-4E7F-BF45-F62A8E39C1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849213" y="1951422"/>
                        <a:ext cx="1727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C3EB7EAC-A5D0-4D0B-99C2-9D6363F9D0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3880415"/>
              </p:ext>
            </p:extLst>
          </p:nvPr>
        </p:nvGraphicFramePr>
        <p:xfrm>
          <a:off x="736600" y="2931790"/>
          <a:ext cx="2019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38" name="Equation" r:id="rId11" imgW="2019240" imgH="736560" progId="Equation.DSMT4">
                  <p:embed/>
                </p:oleObj>
              </mc:Choice>
              <mc:Fallback>
                <p:oleObj name="Equation" r:id="rId11" imgW="2019240" imgH="7365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7DE6AC98-33DD-4E7F-BF45-F62A8E39C1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36600" y="2931790"/>
                        <a:ext cx="2019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6F8863B-8466-4EE0-B8B8-0BD5AA957C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9833883"/>
              </p:ext>
            </p:extLst>
          </p:nvPr>
        </p:nvGraphicFramePr>
        <p:xfrm>
          <a:off x="2785128" y="2859782"/>
          <a:ext cx="3276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39" name="Equation" r:id="rId13" imgW="3276360" imgH="736560" progId="Equation.DSMT4">
                  <p:embed/>
                </p:oleObj>
              </mc:Choice>
              <mc:Fallback>
                <p:oleObj name="Equation" r:id="rId13" imgW="3276360" imgH="7365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C3EB7EAC-A5D0-4D0B-99C2-9D6363F9D0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785128" y="2859782"/>
                        <a:ext cx="3276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1732407-BF9F-4356-A2A3-488EE9B8CF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9340714"/>
              </p:ext>
            </p:extLst>
          </p:nvPr>
        </p:nvGraphicFramePr>
        <p:xfrm>
          <a:off x="803618" y="3912158"/>
          <a:ext cx="28575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40" name="Equation" r:id="rId15" imgW="2857320" imgH="736560" progId="Equation.DSMT4">
                  <p:embed/>
                </p:oleObj>
              </mc:Choice>
              <mc:Fallback>
                <p:oleObj name="Equation" r:id="rId15" imgW="2857320" imgH="7365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36F8863B-8466-4EE0-B8B8-0BD5AA957C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03618" y="3912158"/>
                        <a:ext cx="28575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60D8C993-F42C-47FE-A3C8-B2DFCA656D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2751538"/>
              </p:ext>
            </p:extLst>
          </p:nvPr>
        </p:nvGraphicFramePr>
        <p:xfrm>
          <a:off x="3689844" y="3975658"/>
          <a:ext cx="1117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941" name="Equation" r:id="rId17" imgW="1117440" imgH="609480" progId="Equation.DSMT4">
                  <p:embed/>
                </p:oleObj>
              </mc:Choice>
              <mc:Fallback>
                <p:oleObj name="Equation" r:id="rId17" imgW="1117440" imgH="609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689844" y="3975658"/>
                        <a:ext cx="11176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29164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>
            <a:extLst>
              <a:ext uri="{FF2B5EF4-FFF2-40B4-BE49-F238E27FC236}">
                <a16:creationId xmlns:a16="http://schemas.microsoft.com/office/drawing/2014/main" id="{7C70FA67-1131-41C2-8182-E8C2A7E7A9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483518"/>
            <a:ext cx="129547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练习题</a:t>
            </a:r>
            <a:endParaRPr lang="en-US" altLang="zh-CN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sp>
        <p:nvSpPr>
          <p:cNvPr id="23" name="矩形 628752">
            <a:extLst>
              <a:ext uri="{FF2B5EF4-FFF2-40B4-BE49-F238E27FC236}">
                <a16:creationId xmlns:a16="http://schemas.microsoft.com/office/drawing/2014/main" id="{E1019778-3C47-4707-9A99-AED9E5283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966063"/>
            <a:ext cx="806874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1. </a:t>
            </a:r>
            <a:r>
              <a:rPr lang="zh-CN" altLang="en-US" sz="2400" b="1" dirty="0">
                <a:latin typeface="+mn-ea"/>
                <a:ea typeface="+mn-ea"/>
              </a:rPr>
              <a:t>设              求</a:t>
            </a:r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5266FB2D-EE95-42FE-9848-478464AC5F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3421080"/>
              </p:ext>
            </p:extLst>
          </p:nvPr>
        </p:nvGraphicFramePr>
        <p:xfrm>
          <a:off x="1645979" y="921923"/>
          <a:ext cx="2070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164" name="Equation" r:id="rId3" imgW="2070000" imgH="736560" progId="Equation.DSMT4">
                  <p:embed/>
                </p:oleObj>
              </mc:Choice>
              <mc:Fallback>
                <p:oleObj name="Equation" r:id="rId3" imgW="2070000" imgH="7365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118156B6-0F9E-4D73-BD2C-44C1DBBE9A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45979" y="921923"/>
                        <a:ext cx="2070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7EA8FE67-1FDA-4952-A80C-97EABDE322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529681"/>
              </p:ext>
            </p:extLst>
          </p:nvPr>
        </p:nvGraphicFramePr>
        <p:xfrm>
          <a:off x="4123498" y="978763"/>
          <a:ext cx="12700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165" name="Equation" r:id="rId5" imgW="1269720" imgH="596880" progId="Equation.DSMT4">
                  <p:embed/>
                </p:oleObj>
              </mc:Choice>
              <mc:Fallback>
                <p:oleObj name="Equation" r:id="rId5" imgW="1269720" imgH="5968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76619F32-6CC6-4F21-92F4-21BAD0AE65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23498" y="978763"/>
                        <a:ext cx="12700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>
            <a:extLst>
              <a:ext uri="{FF2B5EF4-FFF2-40B4-BE49-F238E27FC236}">
                <a16:creationId xmlns:a16="http://schemas.microsoft.com/office/drawing/2014/main" id="{7C43B0BF-7E49-4AF4-B28B-A75FFD7E3C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292" y="1815402"/>
            <a:ext cx="4320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lang="en-US" altLang="zh-CN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C3C76D4F-4CCF-4541-8C5F-ECA1A9CE97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3718515"/>
              </p:ext>
            </p:extLst>
          </p:nvPr>
        </p:nvGraphicFramePr>
        <p:xfrm>
          <a:off x="1220529" y="2746577"/>
          <a:ext cx="1460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166" name="Equation" r:id="rId7" imgW="1460160" imgH="596880" progId="Equation.DSMT4">
                  <p:embed/>
                </p:oleObj>
              </mc:Choice>
              <mc:Fallback>
                <p:oleObj name="Equation" r:id="rId7" imgW="1460160" imgH="5968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17670FEA-BFEF-4F93-B1C6-60C4C1C753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20529" y="2746577"/>
                        <a:ext cx="14605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692F114C-1D80-43DD-89C3-79283C8A03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5035282"/>
              </p:ext>
            </p:extLst>
          </p:nvPr>
        </p:nvGraphicFramePr>
        <p:xfrm>
          <a:off x="2798785" y="2845241"/>
          <a:ext cx="1193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167" name="Equation" r:id="rId9" imgW="1193760" imgH="419040" progId="Equation.DSMT4">
                  <p:embed/>
                </p:oleObj>
              </mc:Choice>
              <mc:Fallback>
                <p:oleObj name="Equation" r:id="rId9" imgW="1193760" imgH="41904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AAB4F602-6A44-4640-AA99-D075751537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98785" y="2845241"/>
                        <a:ext cx="11938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组合 28">
            <a:extLst>
              <a:ext uri="{FF2B5EF4-FFF2-40B4-BE49-F238E27FC236}">
                <a16:creationId xmlns:a16="http://schemas.microsoft.com/office/drawing/2014/main" id="{250CB64D-27D0-4237-ABF9-10E694A49FAC}"/>
              </a:ext>
            </a:extLst>
          </p:cNvPr>
          <p:cNvGrpSpPr/>
          <p:nvPr/>
        </p:nvGrpSpPr>
        <p:grpSpPr>
          <a:xfrm>
            <a:off x="1124460" y="1815401"/>
            <a:ext cx="2650504" cy="461665"/>
            <a:chOff x="1129408" y="1268540"/>
            <a:chExt cx="2650504" cy="461665"/>
          </a:xfrm>
        </p:grpSpPr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C70F5D9C-3D3A-48CC-B647-A182CDECF7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9408" y="1268540"/>
              <a:ext cx="265050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     为可导函数</a:t>
              </a:r>
              <a:r>
                <a:rPr lang="en-US" altLang="zh-CN" sz="2400" b="1" dirty="0">
                  <a:latin typeface="+mj-ea"/>
                  <a:ea typeface="+mj-ea"/>
                </a:rPr>
                <a:t>,</a:t>
              </a:r>
            </a:p>
          </p:txBody>
        </p:sp>
        <p:graphicFrame>
          <p:nvGraphicFramePr>
            <p:cNvPr id="31" name="对象 30">
              <a:extLst>
                <a:ext uri="{FF2B5EF4-FFF2-40B4-BE49-F238E27FC236}">
                  <a16:creationId xmlns:a16="http://schemas.microsoft.com/office/drawing/2014/main" id="{97B4C008-F0F8-4E33-905B-02D75265BA2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23765379"/>
                </p:ext>
              </p:extLst>
            </p:nvPr>
          </p:nvGraphicFramePr>
          <p:xfrm>
            <a:off x="1310448" y="1345332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5168" name="Equation" r:id="rId11" imgW="622080" imgH="342720" progId="Equation.DSMT4">
                    <p:embed/>
                  </p:oleObj>
                </mc:Choice>
                <mc:Fallback>
                  <p:oleObj name="Equation" r:id="rId11" imgW="622080" imgH="342720" progId="Equation.DSMT4">
                    <p:embed/>
                    <p:pic>
                      <p:nvPicPr>
                        <p:cNvPr id="10" name="对象 9">
                          <a:extLst>
                            <a:ext uri="{FF2B5EF4-FFF2-40B4-BE49-F238E27FC236}">
                              <a16:creationId xmlns:a16="http://schemas.microsoft.com/office/drawing/2014/main" id="{0377610E-B1C7-4626-A0A6-FB2578B2597E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310448" y="1345332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22A79960-C4BD-4E31-A13F-C0414727AF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1047897"/>
              </p:ext>
            </p:extLst>
          </p:nvPr>
        </p:nvGraphicFramePr>
        <p:xfrm>
          <a:off x="3980831" y="2749050"/>
          <a:ext cx="11684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169" name="Equation" r:id="rId13" imgW="1168200" imgH="596880" progId="Equation.DSMT4">
                  <p:embed/>
                </p:oleObj>
              </mc:Choice>
              <mc:Fallback>
                <p:oleObj name="Equation" r:id="rId13" imgW="1168200" imgH="5968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C8C7CCBE-6D5C-4AA3-AD18-7ED0B6D1C3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980831" y="2749050"/>
                        <a:ext cx="11684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EB5A506C-E494-49F9-AD74-67CD25EA6D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3613444"/>
              </p:ext>
            </p:extLst>
          </p:nvPr>
        </p:nvGraphicFramePr>
        <p:xfrm>
          <a:off x="3691698" y="1707654"/>
          <a:ext cx="1701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170" name="Equation" r:id="rId15" imgW="1701720" imgH="736560" progId="Equation.DSMT4">
                  <p:embed/>
                </p:oleObj>
              </mc:Choice>
              <mc:Fallback>
                <p:oleObj name="Equation" r:id="rId15" imgW="1701720" imgH="73656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5F6E74F1-595B-4279-B430-4827DA14DF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691698" y="1707654"/>
                        <a:ext cx="1701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7C01EBE0-17F7-4F87-B478-4A506FFC38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5301122"/>
              </p:ext>
            </p:extLst>
          </p:nvPr>
        </p:nvGraphicFramePr>
        <p:xfrm>
          <a:off x="5581465" y="1934336"/>
          <a:ext cx="1143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171" name="Equation" r:id="rId17" imgW="1143000" imgH="342720" progId="Equation.DSMT4">
                  <p:embed/>
                </p:oleObj>
              </mc:Choice>
              <mc:Fallback>
                <p:oleObj name="Equation" r:id="rId17" imgW="1143000" imgH="34272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69F0FE59-F88B-4ADE-8D15-2698AA15E0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581465" y="1934336"/>
                        <a:ext cx="11430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A96E4C36-4641-4467-B1D3-F1BDB84898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9931526"/>
              </p:ext>
            </p:extLst>
          </p:nvPr>
        </p:nvGraphicFramePr>
        <p:xfrm>
          <a:off x="2501923" y="3451224"/>
          <a:ext cx="1981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172" name="Equation" r:id="rId19" imgW="1981080" imgH="736560" progId="Equation.DSMT4">
                  <p:embed/>
                </p:oleObj>
              </mc:Choice>
              <mc:Fallback>
                <p:oleObj name="Equation" r:id="rId19" imgW="1981080" imgH="73656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7F5777BF-CA38-45F0-82C0-22CEA4F1E7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501923" y="3451224"/>
                        <a:ext cx="1981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79FAC521-92D3-4458-A3CA-7CC5661152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3386063"/>
              </p:ext>
            </p:extLst>
          </p:nvPr>
        </p:nvGraphicFramePr>
        <p:xfrm>
          <a:off x="4542598" y="3609974"/>
          <a:ext cx="18669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173" name="Equation" r:id="rId21" imgW="1866600" imgH="419040" progId="Equation.DSMT4">
                  <p:embed/>
                </p:oleObj>
              </mc:Choice>
              <mc:Fallback>
                <p:oleObj name="Equation" r:id="rId21" imgW="1866600" imgH="41904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F647647E-E458-4F65-95C0-9EA2713C34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542598" y="3609974"/>
                        <a:ext cx="18669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7449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28752">
            <a:extLst>
              <a:ext uri="{FF2B5EF4-FFF2-40B4-BE49-F238E27FC236}">
                <a16:creationId xmlns:a16="http://schemas.microsoft.com/office/drawing/2014/main" id="{27665159-11AC-4E18-9575-6354653BD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233363"/>
            <a:ext cx="806874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2. </a:t>
            </a:r>
            <a:r>
              <a:rPr lang="zh-CN" altLang="en-US" sz="2400" b="1" dirty="0">
                <a:latin typeface="+mn-ea"/>
                <a:ea typeface="+mn-ea"/>
              </a:rPr>
              <a:t>设    在区间     上二阶可导，且         试证明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C5E4908-99D7-4F67-8470-D06FC89DE5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58" y="1701853"/>
            <a:ext cx="4320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证</a:t>
            </a:r>
            <a:endParaRPr lang="en-US" altLang="zh-CN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0FFB47B-3170-4B52-966A-F92C718F63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0131197"/>
              </p:ext>
            </p:extLst>
          </p:nvPr>
        </p:nvGraphicFramePr>
        <p:xfrm>
          <a:off x="1619672" y="394519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282" name="Equation" r:id="rId3" imgW="622080" imgH="342720" progId="Equation.DSMT4">
                  <p:embed/>
                </p:oleObj>
              </mc:Choice>
              <mc:Fallback>
                <p:oleObj name="Equation" r:id="rId3" imgW="6220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19672" y="394519"/>
                        <a:ext cx="6223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7BD349A-A496-4FF1-A832-D17E9B4337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2300764"/>
              </p:ext>
            </p:extLst>
          </p:nvPr>
        </p:nvGraphicFramePr>
        <p:xfrm>
          <a:off x="3203848" y="407219"/>
          <a:ext cx="6350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283" name="Equation" r:id="rId5" imgW="634680" imgH="330120" progId="Equation.DSMT4">
                  <p:embed/>
                </p:oleObj>
              </mc:Choice>
              <mc:Fallback>
                <p:oleObj name="Equation" r:id="rId5" imgW="6346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03848" y="407219"/>
                        <a:ext cx="6350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6793E81-5382-432E-844D-39594BD509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3194460"/>
              </p:ext>
            </p:extLst>
          </p:nvPr>
        </p:nvGraphicFramePr>
        <p:xfrm>
          <a:off x="6084168" y="407219"/>
          <a:ext cx="1244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284" name="Equation" r:id="rId7" imgW="1244520" imgH="355320" progId="Equation.DSMT4">
                  <p:embed/>
                </p:oleObj>
              </mc:Choice>
              <mc:Fallback>
                <p:oleObj name="Equation" r:id="rId7" imgW="124452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84168" y="407219"/>
                        <a:ext cx="1244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3095E110-6C48-4A8D-967C-B1D7E981D4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9549071"/>
              </p:ext>
            </p:extLst>
          </p:nvPr>
        </p:nvGraphicFramePr>
        <p:xfrm>
          <a:off x="3347864" y="875418"/>
          <a:ext cx="2247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285" name="Equation" r:id="rId9" imgW="2247840" imgH="736560" progId="Equation.DSMT4">
                  <p:embed/>
                </p:oleObj>
              </mc:Choice>
              <mc:Fallback>
                <p:oleObj name="Equation" r:id="rId9" imgW="22478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47864" y="875418"/>
                        <a:ext cx="2247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组合 23">
            <a:extLst>
              <a:ext uri="{FF2B5EF4-FFF2-40B4-BE49-F238E27FC236}">
                <a16:creationId xmlns:a16="http://schemas.microsoft.com/office/drawing/2014/main" id="{B4AD4746-874F-4E4D-B0EE-3C468456CF3B}"/>
              </a:ext>
            </a:extLst>
          </p:cNvPr>
          <p:cNvGrpSpPr/>
          <p:nvPr/>
        </p:nvGrpSpPr>
        <p:grpSpPr>
          <a:xfrm>
            <a:off x="1153546" y="1574369"/>
            <a:ext cx="7272808" cy="736600"/>
            <a:chOff x="1153546" y="1824524"/>
            <a:chExt cx="7272808" cy="736600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2AF6583-49C7-42BF-AD3E-F8F6F6CEB8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3546" y="1962580"/>
              <a:ext cx="727280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把函数    在     处展开为一阶泰勒公式</a:t>
              </a:r>
              <a:endParaRPr lang="en-US" altLang="zh-CN" sz="2400" b="1" dirty="0">
                <a:latin typeface="+mj-ea"/>
                <a:ea typeface="+mj-ea"/>
              </a:endParaRPr>
            </a:p>
          </p:txBody>
        </p:sp>
        <p:graphicFrame>
          <p:nvGraphicFramePr>
            <p:cNvPr id="12" name="对象 11">
              <a:extLst>
                <a:ext uri="{FF2B5EF4-FFF2-40B4-BE49-F238E27FC236}">
                  <a16:creationId xmlns:a16="http://schemas.microsoft.com/office/drawing/2014/main" id="{D7F4BA61-4B7D-45AF-BF8F-B989B626E3F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67788975"/>
                </p:ext>
              </p:extLst>
            </p:nvPr>
          </p:nvGraphicFramePr>
          <p:xfrm>
            <a:off x="2161778" y="2069522"/>
            <a:ext cx="622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286" name="Equation" r:id="rId11" imgW="622080" imgH="342720" progId="Equation.DSMT4">
                    <p:embed/>
                  </p:oleObj>
                </mc:Choice>
                <mc:Fallback>
                  <p:oleObj name="Equation" r:id="rId11" imgW="62208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161778" y="2069522"/>
                          <a:ext cx="622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2DE84737-2317-49A8-B904-C53DE21B9A5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0178809"/>
                </p:ext>
              </p:extLst>
            </p:nvPr>
          </p:nvGraphicFramePr>
          <p:xfrm>
            <a:off x="3131344" y="1824524"/>
            <a:ext cx="6858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287" name="Equation" r:id="rId13" imgW="685800" imgH="736560" progId="Equation.DSMT4">
                    <p:embed/>
                  </p:oleObj>
                </mc:Choice>
                <mc:Fallback>
                  <p:oleObj name="Equation" r:id="rId13" imgW="68580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3131344" y="1824524"/>
                          <a:ext cx="6858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B4D4CD72-8D1B-470B-A0B9-3CCA9CA947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029016"/>
              </p:ext>
            </p:extLst>
          </p:nvPr>
        </p:nvGraphicFramePr>
        <p:xfrm>
          <a:off x="1052513" y="2231108"/>
          <a:ext cx="5283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288" name="Equation" r:id="rId15" imgW="5283000" imgH="736560" progId="Equation.DSMT4">
                  <p:embed/>
                </p:oleObj>
              </mc:Choice>
              <mc:Fallback>
                <p:oleObj name="Equation" r:id="rId15" imgW="52830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52513" y="2231108"/>
                        <a:ext cx="5283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2242036B-5DFB-4E67-8441-5FE5EEEFF38E}"/>
              </a:ext>
            </a:extLst>
          </p:cNvPr>
          <p:cNvGrpSpPr/>
          <p:nvPr/>
        </p:nvGrpSpPr>
        <p:grpSpPr>
          <a:xfrm>
            <a:off x="5794942" y="2219941"/>
            <a:ext cx="3169546" cy="736600"/>
            <a:chOff x="539552" y="3234698"/>
            <a:chExt cx="3169546" cy="736600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F1E64AB4-2B04-4E9D-A46F-84C30D0ED1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552" y="3350580"/>
              <a:ext cx="316954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400" b="1" dirty="0">
                  <a:latin typeface="+mj-ea"/>
                  <a:ea typeface="+mj-ea"/>
                </a:rPr>
                <a:t>   </a:t>
              </a:r>
              <a:r>
                <a:rPr lang="en-US" altLang="zh-CN" sz="2400" b="1" dirty="0">
                  <a:latin typeface="+mj-ea"/>
                  <a:ea typeface="+mj-ea"/>
                </a:rPr>
                <a:t>(</a:t>
              </a:r>
              <a:r>
                <a:rPr lang="zh-CN" altLang="en-US" sz="2400" b="1" dirty="0">
                  <a:latin typeface="+mj-ea"/>
                  <a:ea typeface="+mj-ea"/>
                </a:rPr>
                <a:t>  介于 与  之间</a:t>
              </a:r>
              <a:r>
                <a:rPr lang="en-US" altLang="zh-CN" sz="2400" b="1" dirty="0">
                  <a:latin typeface="+mj-ea"/>
                  <a:ea typeface="+mj-ea"/>
                </a:rPr>
                <a:t>)</a:t>
              </a:r>
              <a:r>
                <a:rPr lang="zh-CN" altLang="en-US" sz="2400" b="1" dirty="0">
                  <a:latin typeface="+mj-ea"/>
                  <a:ea typeface="+mj-ea"/>
                </a:rPr>
                <a:t> </a:t>
              </a:r>
              <a:endParaRPr lang="en-US" altLang="zh-CN" sz="2400" b="1" dirty="0">
                <a:latin typeface="+mj-ea"/>
                <a:ea typeface="+mj-ea"/>
              </a:endParaRPr>
            </a:p>
          </p:txBody>
        </p:sp>
        <p:graphicFrame>
          <p:nvGraphicFramePr>
            <p:cNvPr id="16" name="对象 15">
              <a:extLst>
                <a:ext uri="{FF2B5EF4-FFF2-40B4-BE49-F238E27FC236}">
                  <a16:creationId xmlns:a16="http://schemas.microsoft.com/office/drawing/2014/main" id="{066772CA-7710-4109-A101-BB9A0924A7C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35837545"/>
                </p:ext>
              </p:extLst>
            </p:nvPr>
          </p:nvGraphicFramePr>
          <p:xfrm>
            <a:off x="1259632" y="3405740"/>
            <a:ext cx="203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289" name="Equation" r:id="rId17" imgW="203040" imgH="330120" progId="Equation.DSMT4">
                    <p:embed/>
                  </p:oleObj>
                </mc:Choice>
                <mc:Fallback>
                  <p:oleObj name="Equation" r:id="rId17" imgW="20304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259632" y="3405740"/>
                          <a:ext cx="203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DF998A3A-5F9C-467C-ABCF-9CE189EC2C5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12057068"/>
                </p:ext>
              </p:extLst>
            </p:nvPr>
          </p:nvGraphicFramePr>
          <p:xfrm>
            <a:off x="2146722" y="3501398"/>
            <a:ext cx="1905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290" name="Equation" r:id="rId19" imgW="190440" imgH="203040" progId="Equation.DSMT4">
                    <p:embed/>
                  </p:oleObj>
                </mc:Choice>
                <mc:Fallback>
                  <p:oleObj name="Equation" r:id="rId19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146722" y="3501398"/>
                          <a:ext cx="1905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9942DAAD-505E-4397-AA4A-DAA2C07A9DC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25855637"/>
                </p:ext>
              </p:extLst>
            </p:nvPr>
          </p:nvGraphicFramePr>
          <p:xfrm>
            <a:off x="2676128" y="3234698"/>
            <a:ext cx="215900" cy="736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47291" name="Equation" r:id="rId21" imgW="215640" imgH="736560" progId="Equation.DSMT4">
                    <p:embed/>
                  </p:oleObj>
                </mc:Choice>
                <mc:Fallback>
                  <p:oleObj name="Equation" r:id="rId21" imgW="215640" imgH="7365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2676128" y="3234698"/>
                          <a:ext cx="215900" cy="736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D41A3D56-725C-4DFA-924A-D8C508F270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37610"/>
              </p:ext>
            </p:extLst>
          </p:nvPr>
        </p:nvGraphicFramePr>
        <p:xfrm>
          <a:off x="1587500" y="2956595"/>
          <a:ext cx="2717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292" name="Equation" r:id="rId23" imgW="2717640" imgH="736560" progId="Equation.DSMT4">
                  <p:embed/>
                </p:oleObj>
              </mc:Choice>
              <mc:Fallback>
                <p:oleObj name="Equation" r:id="rId23" imgW="27176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7500" y="2956595"/>
                        <a:ext cx="27178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1">
            <a:extLst>
              <a:ext uri="{FF2B5EF4-FFF2-40B4-BE49-F238E27FC236}">
                <a16:creationId xmlns:a16="http://schemas.microsoft.com/office/drawing/2014/main" id="{F6C4B787-05FB-42D2-B9DA-D25AAD53F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058" y="3877048"/>
            <a:ext cx="7315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则</a:t>
            </a:r>
            <a:endParaRPr lang="en-US" altLang="zh-CN" sz="2400" b="1" dirty="0">
              <a:latin typeface="+mj-ea"/>
              <a:ea typeface="+mj-ea"/>
            </a:endParaRPr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1C4F88C0-86E4-4529-9CCC-52083D8535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5622268"/>
              </p:ext>
            </p:extLst>
          </p:nvPr>
        </p:nvGraphicFramePr>
        <p:xfrm>
          <a:off x="1581150" y="3774158"/>
          <a:ext cx="3644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293" name="Equation" r:id="rId25" imgW="3644640" imgH="736560" progId="Equation.DSMT4">
                  <p:embed/>
                </p:oleObj>
              </mc:Choice>
              <mc:Fallback>
                <p:oleObj name="Equation" r:id="rId25" imgW="3644640" imgH="73656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B4D4CD72-8D1B-470B-A0B9-3CCA9CA947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1150" y="3774158"/>
                        <a:ext cx="3644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64878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1D8DE638-4813-48A0-BD13-3AEFFD6587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4381459"/>
              </p:ext>
            </p:extLst>
          </p:nvPr>
        </p:nvGraphicFramePr>
        <p:xfrm>
          <a:off x="1619672" y="483518"/>
          <a:ext cx="3644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39" name="Equation" r:id="rId3" imgW="3644640" imgH="736560" progId="Equation.DSMT4">
                  <p:embed/>
                </p:oleObj>
              </mc:Choice>
              <mc:Fallback>
                <p:oleObj name="Equation" r:id="rId3" imgW="3644640" imgH="73656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1C4F88C0-86E4-4529-9CCC-52083D8535B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19672" y="483518"/>
                        <a:ext cx="3644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34D129C7-0CAE-4C94-9C5B-5C3726D447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1275606"/>
            <a:ext cx="15121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两边积分</a:t>
            </a:r>
            <a:endParaRPr lang="en-US" altLang="zh-CN" sz="2400" b="1" dirty="0">
              <a:latin typeface="+mj-ea"/>
              <a:ea typeface="+mj-ea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878C1B0-9F30-4B83-A903-419320DF4A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40670"/>
              </p:ext>
            </p:extLst>
          </p:nvPr>
        </p:nvGraphicFramePr>
        <p:xfrm>
          <a:off x="1547664" y="1835150"/>
          <a:ext cx="5219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40" name="Equation" r:id="rId5" imgW="5219640" imgH="736560" progId="Equation.DSMT4">
                  <p:embed/>
                </p:oleObj>
              </mc:Choice>
              <mc:Fallback>
                <p:oleObj name="Equation" r:id="rId5" imgW="5219640" imgH="73656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1D8DE638-4813-48A0-BD13-3AEFFD6587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47664" y="1835150"/>
                        <a:ext cx="5219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AFFD034-D398-474C-B3D9-7A441245AA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9995699"/>
              </p:ext>
            </p:extLst>
          </p:nvPr>
        </p:nvGraphicFramePr>
        <p:xfrm>
          <a:off x="2843808" y="2787774"/>
          <a:ext cx="3213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41" name="Equation" r:id="rId7" imgW="3213000" imgH="736560" progId="Equation.DSMT4">
                  <p:embed/>
                </p:oleObj>
              </mc:Choice>
              <mc:Fallback>
                <p:oleObj name="Equation" r:id="rId7" imgW="321300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43808" y="2787774"/>
                        <a:ext cx="3213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452E82A5-6E2C-42E9-93E2-5B6EA055D5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3867894"/>
            <a:ext cx="15121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即</a:t>
            </a:r>
            <a:endParaRPr lang="en-US" altLang="zh-CN" sz="2400" b="1" dirty="0">
              <a:latin typeface="+mj-ea"/>
              <a:ea typeface="+mj-ea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CD68FBC0-D643-4534-A2E3-FC4A200B74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3262271"/>
              </p:ext>
            </p:extLst>
          </p:nvPr>
        </p:nvGraphicFramePr>
        <p:xfrm>
          <a:off x="1295636" y="3740398"/>
          <a:ext cx="2247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942" name="Equation" r:id="rId9" imgW="2247840" imgH="736560" progId="Equation.DSMT4">
                  <p:embed/>
                </p:oleObj>
              </mc:Choice>
              <mc:Fallback>
                <p:oleObj name="Equation" r:id="rId9" imgW="2247840" imgH="7365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3095E110-6C48-4A8D-967C-B1D7E981D4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95636" y="3740398"/>
                        <a:ext cx="2247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40988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28752">
            <a:extLst>
              <a:ext uri="{FF2B5EF4-FFF2-40B4-BE49-F238E27FC236}">
                <a16:creationId xmlns:a16="http://schemas.microsoft.com/office/drawing/2014/main" id="{54BD3326-1185-4CE8-8312-1BF059994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233363"/>
            <a:ext cx="806874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3. </a:t>
            </a:r>
            <a:r>
              <a:rPr lang="zh-CN" altLang="en-US" sz="2400" b="1" dirty="0">
                <a:latin typeface="+mn-ea"/>
                <a:ea typeface="+mn-ea"/>
              </a:rPr>
              <a:t>计算定积分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CA9AB4E-81F0-46E2-92C2-6B180F8230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3582730"/>
              </p:ext>
            </p:extLst>
          </p:nvPr>
        </p:nvGraphicFramePr>
        <p:xfrm>
          <a:off x="2771800" y="246063"/>
          <a:ext cx="1993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360" name="Equation" r:id="rId3" imgW="1993680" imgH="596880" progId="Equation.DSMT4">
                  <p:embed/>
                </p:oleObj>
              </mc:Choice>
              <mc:Fallback>
                <p:oleObj name="Equation" r:id="rId3" imgW="199368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71800" y="246063"/>
                        <a:ext cx="19939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9A4D25AB-966A-4CAC-8C49-85BC85AAF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957" y="953442"/>
            <a:ext cx="4320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lang="en-US" altLang="zh-CN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FBD2E298-E6F2-431F-ABC7-1F398F64F2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8528544"/>
              </p:ext>
            </p:extLst>
          </p:nvPr>
        </p:nvGraphicFramePr>
        <p:xfrm>
          <a:off x="5004048" y="885824"/>
          <a:ext cx="36068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361" name="Equation" r:id="rId5" imgW="3606480" imgH="596880" progId="Equation.DSMT4">
                  <p:embed/>
                </p:oleObj>
              </mc:Choice>
              <mc:Fallback>
                <p:oleObj name="Equation" r:id="rId5" imgW="3606480" imgH="5968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F4A0C196-E5F5-4E88-9ECC-AED1F1A785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04048" y="885824"/>
                        <a:ext cx="3606800" cy="5969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F7CB4069-E919-4088-AC94-4BF6DF3DF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624" y="938964"/>
            <a:ext cx="39604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由连续函数的区间再现公式</a:t>
            </a:r>
            <a:endParaRPr lang="en-US" altLang="zh-CN" sz="2400" b="1" dirty="0">
              <a:latin typeface="+mj-ea"/>
              <a:ea typeface="+mj-ea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237C6D6-C8BB-462C-8CC1-9C7D4C2A4B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056955"/>
              </p:ext>
            </p:extLst>
          </p:nvPr>
        </p:nvGraphicFramePr>
        <p:xfrm>
          <a:off x="1187624" y="1578725"/>
          <a:ext cx="5803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362" name="Equation" r:id="rId7" imgW="5803560" imgH="596880" progId="Equation.DSMT4">
                  <p:embed/>
                </p:oleObj>
              </mc:Choice>
              <mc:Fallback>
                <p:oleObj name="Equation" r:id="rId7" imgW="580356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87624" y="1578725"/>
                        <a:ext cx="58039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BD16980-6C8A-4B6C-87AF-DAD5DB1C85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8655836"/>
              </p:ext>
            </p:extLst>
          </p:nvPr>
        </p:nvGraphicFramePr>
        <p:xfrm>
          <a:off x="1404367" y="2271626"/>
          <a:ext cx="3009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363" name="Equation" r:id="rId9" imgW="3009600" imgH="596880" progId="Equation.DSMT4">
                  <p:embed/>
                </p:oleObj>
              </mc:Choice>
              <mc:Fallback>
                <p:oleObj name="Equation" r:id="rId9" imgW="300960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04367" y="2271626"/>
                        <a:ext cx="30099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5113CAB-3B1D-4812-A62A-B54FD40E96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9330642"/>
              </p:ext>
            </p:extLst>
          </p:nvPr>
        </p:nvGraphicFramePr>
        <p:xfrm>
          <a:off x="4459435" y="2271626"/>
          <a:ext cx="2374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364" name="Equation" r:id="rId11" imgW="2374560" imgH="596880" progId="Equation.DSMT4">
                  <p:embed/>
                </p:oleObj>
              </mc:Choice>
              <mc:Fallback>
                <p:oleObj name="Equation" r:id="rId11" imgW="237456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59435" y="2271626"/>
                        <a:ext cx="23749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EFDCCA7A-B0D9-4C77-97D4-919AB0553C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864480"/>
              </p:ext>
            </p:extLst>
          </p:nvPr>
        </p:nvGraphicFramePr>
        <p:xfrm>
          <a:off x="1427944" y="2988275"/>
          <a:ext cx="17399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365" name="Equation" r:id="rId13" imgW="1739880" imgH="596880" progId="Equation.DSMT4">
                  <p:embed/>
                </p:oleObj>
              </mc:Choice>
              <mc:Fallback>
                <p:oleObj name="Equation" r:id="rId13" imgW="1739880" imgH="59688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F5113CAB-3B1D-4812-A62A-B54FD40E96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427944" y="2988275"/>
                        <a:ext cx="17399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EF5DACB-D842-4566-8F6F-A66AAF33F2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908311"/>
              </p:ext>
            </p:extLst>
          </p:nvPr>
        </p:nvGraphicFramePr>
        <p:xfrm>
          <a:off x="3202697" y="3010898"/>
          <a:ext cx="16637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366" name="Equation" r:id="rId15" imgW="1663560" imgH="596880" progId="Equation.DSMT4">
                  <p:embed/>
                </p:oleObj>
              </mc:Choice>
              <mc:Fallback>
                <p:oleObj name="Equation" r:id="rId15" imgW="166356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202697" y="3010898"/>
                        <a:ext cx="16637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BA50979-E29A-4CF9-92BC-24AF9DB8F1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9906137"/>
              </p:ext>
            </p:extLst>
          </p:nvPr>
        </p:nvGraphicFramePr>
        <p:xfrm>
          <a:off x="4880992" y="2988345"/>
          <a:ext cx="2222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367" name="Equation" r:id="rId17" imgW="2222280" imgH="596880" progId="Equation.DSMT4">
                  <p:embed/>
                </p:oleObj>
              </mc:Choice>
              <mc:Fallback>
                <p:oleObj name="Equation" r:id="rId17" imgW="2222280" imgH="596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880992" y="2988345"/>
                        <a:ext cx="22225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663A388B-C44D-4C34-B04F-2159280981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0242945"/>
              </p:ext>
            </p:extLst>
          </p:nvPr>
        </p:nvGraphicFramePr>
        <p:xfrm>
          <a:off x="1187624" y="3750170"/>
          <a:ext cx="6273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368" name="Equation" r:id="rId19" imgW="6273720" imgH="787320" progId="Equation.DSMT4">
                  <p:embed/>
                </p:oleObj>
              </mc:Choice>
              <mc:Fallback>
                <p:oleObj name="Equation" r:id="rId19" imgW="627372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187624" y="3750170"/>
                        <a:ext cx="62738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66670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A2B3733-28DF-4D63-AFBF-DE6CFFA65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771550"/>
            <a:ext cx="4320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或</a:t>
            </a:r>
            <a:endParaRPr lang="en-US" altLang="zh-CN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1A0AD10-6D04-4E4C-A46F-F4ADA97712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6849994"/>
              </p:ext>
            </p:extLst>
          </p:nvPr>
        </p:nvGraphicFramePr>
        <p:xfrm>
          <a:off x="1259632" y="771550"/>
          <a:ext cx="19431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266" name="Equation" r:id="rId3" imgW="1942920" imgH="596880" progId="Equation.DSMT4">
                  <p:embed/>
                </p:oleObj>
              </mc:Choice>
              <mc:Fallback>
                <p:oleObj name="Equation" r:id="rId3" imgW="1942920" imgH="5968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3CA9AB4E-81F0-46E2-92C2-6B180F8230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9632" y="771550"/>
                        <a:ext cx="1943100" cy="596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5B3E6AA-2284-4E5D-9D8A-A058B4F455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8251617"/>
              </p:ext>
            </p:extLst>
          </p:nvPr>
        </p:nvGraphicFramePr>
        <p:xfrm>
          <a:off x="4932040" y="741363"/>
          <a:ext cx="3873500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267" name="Equation" r:id="rId5" imgW="4076640" imgH="723600" progId="Equation.DSMT4">
                  <p:embed/>
                </p:oleObj>
              </mc:Choice>
              <mc:Fallback>
                <p:oleObj name="Equation" r:id="rId5" imgW="4076640" imgH="7236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58B04D7A-E075-4778-8269-9CE962784D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32040" y="741363"/>
                        <a:ext cx="3873500" cy="687388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469077C-53B2-473A-9E17-7252163687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7006906"/>
              </p:ext>
            </p:extLst>
          </p:nvPr>
        </p:nvGraphicFramePr>
        <p:xfrm>
          <a:off x="1479213" y="1707654"/>
          <a:ext cx="17907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268" name="Equation" r:id="rId7" imgW="1790640" imgH="723600" progId="Equation.DSMT4">
                  <p:embed/>
                </p:oleObj>
              </mc:Choice>
              <mc:Fallback>
                <p:oleObj name="Equation" r:id="rId7" imgW="1790640" imgH="7236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C1A0AD10-6D04-4E4C-A46F-F4ADA97712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79213" y="1707654"/>
                        <a:ext cx="17907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B2F45D75-55E2-45F3-9090-67B009DBBE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5148351"/>
              </p:ext>
            </p:extLst>
          </p:nvPr>
        </p:nvGraphicFramePr>
        <p:xfrm>
          <a:off x="1479213" y="2711947"/>
          <a:ext cx="21971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269" name="Equation" r:id="rId9" imgW="2197080" imgH="774360" progId="Equation.DSMT4">
                  <p:embed/>
                </p:oleObj>
              </mc:Choice>
              <mc:Fallback>
                <p:oleObj name="Equation" r:id="rId9" imgW="2197080" imgH="7743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4469077C-53B2-473A-9E17-7252163687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79213" y="2711947"/>
                        <a:ext cx="21971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8A014D7-9B62-4F70-9C38-DC023E8BD8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1925484"/>
              </p:ext>
            </p:extLst>
          </p:nvPr>
        </p:nvGraphicFramePr>
        <p:xfrm>
          <a:off x="3801740" y="2750047"/>
          <a:ext cx="2260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4270" name="Equation" r:id="rId11" imgW="2260440" imgH="736560" progId="Equation.DSMT4">
                  <p:embed/>
                </p:oleObj>
              </mc:Choice>
              <mc:Fallback>
                <p:oleObj name="Equation" r:id="rId11" imgW="226044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801740" y="2750047"/>
                        <a:ext cx="22606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891972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28752">
            <a:extLst>
              <a:ext uri="{FF2B5EF4-FFF2-40B4-BE49-F238E27FC236}">
                <a16:creationId xmlns:a16="http://schemas.microsoft.com/office/drawing/2014/main" id="{9935DF3A-08EA-48A6-9104-56052B005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812" y="268152"/>
            <a:ext cx="1296144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4. </a:t>
            </a:r>
            <a:r>
              <a:rPr lang="zh-CN" altLang="en-US" sz="2400" b="1" dirty="0">
                <a:latin typeface="+mn-ea"/>
                <a:ea typeface="+mn-ea"/>
              </a:rPr>
              <a:t>计算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AAF2D47D-8F8E-4F9C-8751-C7B2183A91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5343747"/>
              </p:ext>
            </p:extLst>
          </p:nvPr>
        </p:nvGraphicFramePr>
        <p:xfrm>
          <a:off x="2102956" y="212846"/>
          <a:ext cx="1981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333" name="Equation" r:id="rId3" imgW="1981080" imgH="736560" progId="Equation.DSMT4">
                  <p:embed/>
                </p:oleObj>
              </mc:Choice>
              <mc:Fallback>
                <p:oleObj name="Equation" r:id="rId3" imgW="19810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02956" y="212846"/>
                        <a:ext cx="19812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731CCC7A-486A-4D7F-B219-33AA47E6D2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812" y="1348730"/>
            <a:ext cx="4320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lang="en-US" altLang="zh-CN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8D5A5CA-49AD-44FA-B800-565396AA30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9115307"/>
              </p:ext>
            </p:extLst>
          </p:nvPr>
        </p:nvGraphicFramePr>
        <p:xfrm>
          <a:off x="1443038" y="1265238"/>
          <a:ext cx="4064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334" name="Equation" r:id="rId5" imgW="4063680" imgH="736560" progId="Equation.DSMT4">
                  <p:embed/>
                </p:oleObj>
              </mc:Choice>
              <mc:Fallback>
                <p:oleObj name="Equation" r:id="rId5" imgW="4063680" imgH="7365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AAF2D47D-8F8E-4F9C-8751-C7B2183A91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43038" y="1265238"/>
                        <a:ext cx="4064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DD83852-FB53-4051-8D6C-BBEAC33109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9619766"/>
              </p:ext>
            </p:extLst>
          </p:nvPr>
        </p:nvGraphicFramePr>
        <p:xfrm>
          <a:off x="1335573" y="2181895"/>
          <a:ext cx="38608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335" name="Equation" r:id="rId7" imgW="3860640" imgH="888840" progId="Equation.DSMT4">
                  <p:embed/>
                </p:oleObj>
              </mc:Choice>
              <mc:Fallback>
                <p:oleObj name="Equation" r:id="rId7" imgW="3860640" imgH="8888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88D5A5CA-49AD-44FA-B800-565396AA30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335573" y="2181895"/>
                        <a:ext cx="38608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ABE25ECB-C07C-4C01-8D3F-1FA2DB33C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2117949"/>
            <a:ext cx="15841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分部积分</a:t>
            </a:r>
            <a:endParaRPr lang="en-US" altLang="zh-CN" sz="2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399B102-8924-4A9C-BF72-DC35859DEC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4120437"/>
              </p:ext>
            </p:extLst>
          </p:nvPr>
        </p:nvGraphicFramePr>
        <p:xfrm>
          <a:off x="5253608" y="2283495"/>
          <a:ext cx="2171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336" name="Equation" r:id="rId9" imgW="2171520" imgH="787320" progId="Equation.DSMT4">
                  <p:embed/>
                </p:oleObj>
              </mc:Choice>
              <mc:Fallback>
                <p:oleObj name="Equation" r:id="rId9" imgW="2171520" imgH="7873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DD83852-FB53-4051-8D6C-BBEAC33109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53608" y="2283495"/>
                        <a:ext cx="21717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6D6FCFFC-C77C-4E6D-A2AF-0119AB9143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051" y="3488245"/>
            <a:ext cx="4320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而</a:t>
            </a:r>
            <a:endParaRPr lang="en-US" altLang="zh-CN" sz="2400" b="1" dirty="0">
              <a:latin typeface="+mj-ea"/>
              <a:ea typeface="+mj-ea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DC4E43A8-F7F7-4936-95F3-F59B48FA75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3991659"/>
              </p:ext>
            </p:extLst>
          </p:nvPr>
        </p:nvGraphicFramePr>
        <p:xfrm>
          <a:off x="1238860" y="3384364"/>
          <a:ext cx="65913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337" name="Equation" r:id="rId11" imgW="6591240" imgH="863280" progId="Equation.DSMT4">
                  <p:embed/>
                </p:oleObj>
              </mc:Choice>
              <mc:Fallback>
                <p:oleObj name="Equation" r:id="rId11" imgW="6591240" imgH="863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38860" y="3384364"/>
                        <a:ext cx="65913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45707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7081D957-4F85-449D-A055-ED0DD6CB42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2561844"/>
              </p:ext>
            </p:extLst>
          </p:nvPr>
        </p:nvGraphicFramePr>
        <p:xfrm>
          <a:off x="899592" y="771550"/>
          <a:ext cx="65913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05" name="Equation" r:id="rId3" imgW="6591240" imgH="863280" progId="Equation.DSMT4">
                  <p:embed/>
                </p:oleObj>
              </mc:Choice>
              <mc:Fallback>
                <p:oleObj name="Equation" r:id="rId3" imgW="6591240" imgH="86328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DC4E43A8-F7F7-4936-95F3-F59B48FA75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9592" y="771550"/>
                        <a:ext cx="6591300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0AA50C3B-4208-4E5D-9D89-469296948C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0292716"/>
              </p:ext>
            </p:extLst>
          </p:nvPr>
        </p:nvGraphicFramePr>
        <p:xfrm>
          <a:off x="1024285" y="1779662"/>
          <a:ext cx="3530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06" name="Equation" r:id="rId5" imgW="3530520" imgH="787320" progId="Equation.DSMT4">
                  <p:embed/>
                </p:oleObj>
              </mc:Choice>
              <mc:Fallback>
                <p:oleObj name="Equation" r:id="rId5" imgW="353052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24285" y="1779662"/>
                        <a:ext cx="35306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C429AB2C-D5D0-4A28-AE9B-E5F24DDB5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2874441"/>
            <a:ext cx="4320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而</a:t>
            </a:r>
            <a:endParaRPr lang="en-US" altLang="zh-CN" sz="2400" b="1" dirty="0">
              <a:latin typeface="+mj-ea"/>
              <a:ea typeface="+mj-ea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A0385C5-BEED-48DE-B2F9-5566BB9A0E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2569761"/>
              </p:ext>
            </p:extLst>
          </p:nvPr>
        </p:nvGraphicFramePr>
        <p:xfrm>
          <a:off x="1476375" y="2711574"/>
          <a:ext cx="2108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07" name="Equation" r:id="rId7" imgW="2108160" imgH="787320" progId="Equation.DSMT4">
                  <p:embed/>
                </p:oleObj>
              </mc:Choice>
              <mc:Fallback>
                <p:oleObj name="Equation" r:id="rId7" imgW="2108160" imgH="787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76375" y="2711574"/>
                        <a:ext cx="2108200" cy="78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FD545AA3-894B-4E91-8944-83D6D2325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9310" y="2874441"/>
            <a:ext cx="213883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+mj-ea"/>
                <a:ea typeface="+mj-ea"/>
              </a:rPr>
              <a:t>由夹逼准则得</a:t>
            </a:r>
            <a:endParaRPr lang="en-US" altLang="zh-CN" sz="2400" b="1" dirty="0">
              <a:latin typeface="+mj-ea"/>
              <a:ea typeface="+mj-ea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6EC5EA1-7223-4F73-9D5C-C044E139DC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8166961"/>
              </p:ext>
            </p:extLst>
          </p:nvPr>
        </p:nvGraphicFramePr>
        <p:xfrm>
          <a:off x="5868144" y="2748930"/>
          <a:ext cx="2438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08" name="Equation" r:id="rId9" imgW="2438280" imgH="736560" progId="Equation.DSMT4">
                  <p:embed/>
                </p:oleObj>
              </mc:Choice>
              <mc:Fallback>
                <p:oleObj name="Equation" r:id="rId9" imgW="243828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68144" y="2748930"/>
                        <a:ext cx="24384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72640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28752">
            <a:extLst>
              <a:ext uri="{FF2B5EF4-FFF2-40B4-BE49-F238E27FC236}">
                <a16:creationId xmlns:a16="http://schemas.microsoft.com/office/drawing/2014/main" id="{3B1FA677-E2A5-41BD-A084-E45799C78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538163"/>
            <a:ext cx="806874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5. </a:t>
            </a:r>
            <a:r>
              <a:rPr lang="zh-CN" altLang="en-US" sz="2400" b="1" dirty="0">
                <a:latin typeface="+mn-ea"/>
                <a:ea typeface="+mn-ea"/>
              </a:rPr>
              <a:t>计算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7EC3FFDA-B6A2-4801-A04F-F6D2860BA4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3159876"/>
              </p:ext>
            </p:extLst>
          </p:nvPr>
        </p:nvGraphicFramePr>
        <p:xfrm>
          <a:off x="2051720" y="530184"/>
          <a:ext cx="17399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20" name="Equation" r:id="rId3" imgW="1739880" imgH="609480" progId="Equation.DSMT4">
                  <p:embed/>
                </p:oleObj>
              </mc:Choice>
              <mc:Fallback>
                <p:oleObj name="Equation" r:id="rId3" imgW="1739880" imgH="609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51720" y="530184"/>
                        <a:ext cx="17399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7A2F50FB-DF9B-4C18-AF57-CB8226FA09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419622"/>
            <a:ext cx="43204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lang="en-US" altLang="zh-CN" sz="2400" b="1" dirty="0">
              <a:solidFill>
                <a:srgbClr val="0066FF"/>
              </a:solidFill>
              <a:latin typeface="+mj-ea"/>
              <a:ea typeface="+mj-ea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3D1A1901-B8ED-40F6-BBB1-E5A58B34BD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1277761"/>
              </p:ext>
            </p:extLst>
          </p:nvPr>
        </p:nvGraphicFramePr>
        <p:xfrm>
          <a:off x="1691680" y="2153146"/>
          <a:ext cx="3022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21" name="Equation" r:id="rId5" imgW="3022560" imgH="609480" progId="Equation.DSMT4">
                  <p:embed/>
                </p:oleObj>
              </mc:Choice>
              <mc:Fallback>
                <p:oleObj name="Equation" r:id="rId5" imgW="3022560" imgH="609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91680" y="2153146"/>
                        <a:ext cx="30226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289D57B1-5EC8-4FF9-B9AE-C4D7A15A7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1419622"/>
            <a:ext cx="31683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由积分中值定理得</a:t>
            </a:r>
            <a:endParaRPr lang="en-US" altLang="zh-CN" sz="24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3F00D9B6-E733-4BB7-98A0-997D3ED03B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6524720"/>
              </p:ext>
            </p:extLst>
          </p:nvPr>
        </p:nvGraphicFramePr>
        <p:xfrm>
          <a:off x="4932040" y="2286496"/>
          <a:ext cx="1739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22" name="Equation" r:id="rId7" imgW="1739880" imgH="342720" progId="Equation.DSMT4">
                  <p:embed/>
                </p:oleObj>
              </mc:Choice>
              <mc:Fallback>
                <p:oleObj name="Equation" r:id="rId7" imgW="17398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932040" y="2286496"/>
                        <a:ext cx="17399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BE2FCAD-E556-4D91-A4A5-35525BE304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7218213"/>
              </p:ext>
            </p:extLst>
          </p:nvPr>
        </p:nvGraphicFramePr>
        <p:xfrm>
          <a:off x="1476375" y="3087613"/>
          <a:ext cx="1854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23" name="Equation" r:id="rId9" imgW="1854000" imgH="583920" progId="Equation.DSMT4">
                  <p:embed/>
                </p:oleObj>
              </mc:Choice>
              <mc:Fallback>
                <p:oleObj name="Equation" r:id="rId9" imgW="1854000" imgH="583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76375" y="3087613"/>
                        <a:ext cx="1854200" cy="584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57685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>
            <a:extLst>
              <a:ext uri="{FF2B5EF4-FFF2-40B4-BE49-F238E27FC236}">
                <a16:creationId xmlns:a16="http://schemas.microsoft.com/office/drawing/2014/main" id="{837E3FEA-8008-4711-9B70-CBA8E0095B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483518"/>
            <a:ext cx="129547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作业</a:t>
            </a:r>
            <a:endParaRPr lang="en-US" altLang="zh-CN" sz="2400" b="1" dirty="0">
              <a:solidFill>
                <a:srgbClr val="0064FF"/>
              </a:solidFill>
              <a:latin typeface="+mn-ea"/>
              <a:ea typeface="+mn-ea"/>
            </a:endParaRPr>
          </a:p>
        </p:txBody>
      </p:sp>
      <p:sp>
        <p:nvSpPr>
          <p:cNvPr id="3" name="Text Box 8">
            <a:extLst>
              <a:ext uri="{FF2B5EF4-FFF2-40B4-BE49-F238E27FC236}">
                <a16:creationId xmlns:a16="http://schemas.microsoft.com/office/drawing/2014/main" id="{22F30E59-170A-4752-B7D3-087CD53C7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131590"/>
            <a:ext cx="792088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1.</a:t>
            </a:r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练习册 第五章 </a:t>
            </a:r>
            <a:r>
              <a:rPr lang="zh-CN" altLang="en-US" sz="2400" b="1" dirty="0">
                <a:latin typeface="+mn-ea"/>
                <a:ea typeface="+mn-ea"/>
              </a:rPr>
              <a:t>第三节 分部积分法；</a:t>
            </a:r>
            <a:endParaRPr lang="en-US" altLang="zh-CN" sz="2400" b="1" dirty="0">
              <a:latin typeface="+mn-ea"/>
              <a:ea typeface="+mn-ea"/>
            </a:endParaRPr>
          </a:p>
        </p:txBody>
      </p:sp>
      <p:sp>
        <p:nvSpPr>
          <p:cNvPr id="5" name="Text Box 8">
            <a:extLst>
              <a:ext uri="{FF2B5EF4-FFF2-40B4-BE49-F238E27FC236}">
                <a16:creationId xmlns:a16="http://schemas.microsoft.com/office/drawing/2014/main" id="{7EE8F620-64F7-428C-B954-4B3B94E7EA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634" y="1923678"/>
            <a:ext cx="297326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 dirty="0">
                <a:solidFill>
                  <a:srgbClr val="0064FF"/>
                </a:solidFill>
                <a:latin typeface="+mn-ea"/>
                <a:ea typeface="+mn-ea"/>
              </a:rPr>
              <a:t>2.</a:t>
            </a:r>
            <a:r>
              <a:rPr lang="zh-CN" altLang="en-US" sz="2400" b="1" dirty="0">
                <a:solidFill>
                  <a:srgbClr val="0064FF"/>
                </a:solidFill>
                <a:latin typeface="+mn-ea"/>
                <a:ea typeface="+mn-ea"/>
              </a:rPr>
              <a:t>课后题 </a:t>
            </a:r>
            <a:r>
              <a:rPr lang="zh-CN" altLang="en-US" sz="2400" b="1" dirty="0">
                <a:latin typeface="+mn-ea"/>
                <a:ea typeface="+mn-ea"/>
              </a:rPr>
              <a:t>习题</a:t>
            </a:r>
            <a:r>
              <a:rPr lang="en-US" altLang="zh-CN" sz="2400" b="1" dirty="0">
                <a:latin typeface="+mn-ea"/>
                <a:ea typeface="+mn-ea"/>
              </a:rPr>
              <a:t>5-4.</a:t>
            </a:r>
          </a:p>
        </p:txBody>
      </p:sp>
    </p:spTree>
    <p:extLst>
      <p:ext uri="{BB962C8B-B14F-4D97-AF65-F5344CB8AC3E}">
        <p14:creationId xmlns:p14="http://schemas.microsoft.com/office/powerpoint/2010/main" val="58476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23C8CA5B-682D-49CD-89F9-E80319BD1BC4}"/>
              </a:ext>
            </a:extLst>
          </p:cNvPr>
          <p:cNvSpPr txBox="1">
            <a:spLocks/>
          </p:cNvSpPr>
          <p:nvPr/>
        </p:nvSpPr>
        <p:spPr>
          <a:xfrm>
            <a:off x="4788024" y="2211710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698CABC-5B77-4811-BA55-0DE365D931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886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7313</TotalTime>
  <Words>454</Words>
  <Application>Microsoft Office PowerPoint</Application>
  <PresentationFormat>全屏显示(16:9)</PresentationFormat>
  <Paragraphs>167</Paragraphs>
  <Slides>51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51</vt:i4>
      </vt:variant>
    </vt:vector>
  </HeadingPairs>
  <TitlesOfParts>
    <vt:vector size="65" baseType="lpstr">
      <vt:lpstr>等线</vt:lpstr>
      <vt:lpstr>华文新魏</vt:lpstr>
      <vt:lpstr>楷体</vt:lpstr>
      <vt:lpstr>隶书</vt:lpstr>
      <vt:lpstr>宋体</vt:lpstr>
      <vt:lpstr>微软雅黑</vt:lpstr>
      <vt:lpstr>Abadi</vt:lpstr>
      <vt:lpstr>Arial</vt:lpstr>
      <vt:lpstr>Calibri</vt:lpstr>
      <vt:lpstr>Times New Roman</vt:lpstr>
      <vt:lpstr>Office 主题</vt:lpstr>
      <vt:lpstr>Equation</vt:lpstr>
      <vt:lpstr>MathType 7.0 Equation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867</cp:revision>
  <dcterms:created xsi:type="dcterms:W3CDTF">2018-09-27T06:48:00Z</dcterms:created>
  <dcterms:modified xsi:type="dcterms:W3CDTF">2023-12-05T14:44:32Z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2052-11.1.0.8597</vt:lpwstr>
  </property>
</Properties>
</file>