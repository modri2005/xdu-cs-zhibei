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0"/>
  </p:notesMasterIdLst>
  <p:sldIdLst>
    <p:sldId id="362" r:id="rId2"/>
    <p:sldId id="684" r:id="rId3"/>
    <p:sldId id="678" r:id="rId4"/>
    <p:sldId id="679" r:id="rId5"/>
    <p:sldId id="681" r:id="rId6"/>
    <p:sldId id="682" r:id="rId7"/>
    <p:sldId id="683" r:id="rId8"/>
    <p:sldId id="680" r:id="rId9"/>
    <p:sldId id="685" r:id="rId10"/>
    <p:sldId id="691" r:id="rId11"/>
    <p:sldId id="692" r:id="rId12"/>
    <p:sldId id="688" r:id="rId13"/>
    <p:sldId id="689" r:id="rId14"/>
    <p:sldId id="690" r:id="rId15"/>
    <p:sldId id="693" r:id="rId16"/>
    <p:sldId id="698" r:id="rId17"/>
    <p:sldId id="699" r:id="rId18"/>
    <p:sldId id="700" r:id="rId19"/>
    <p:sldId id="696" r:id="rId20"/>
    <p:sldId id="707" r:id="rId21"/>
    <p:sldId id="708" r:id="rId22"/>
    <p:sldId id="703" r:id="rId23"/>
    <p:sldId id="704" r:id="rId24"/>
    <p:sldId id="735" r:id="rId25"/>
    <p:sldId id="709" r:id="rId26"/>
    <p:sldId id="710" r:id="rId27"/>
    <p:sldId id="711" r:id="rId28"/>
    <p:sldId id="712" r:id="rId29"/>
    <p:sldId id="736" r:id="rId30"/>
    <p:sldId id="713" r:id="rId31"/>
    <p:sldId id="717" r:id="rId32"/>
    <p:sldId id="718" r:id="rId33"/>
    <p:sldId id="706" r:id="rId34"/>
    <p:sldId id="714" r:id="rId35"/>
    <p:sldId id="715" r:id="rId36"/>
    <p:sldId id="716" r:id="rId37"/>
    <p:sldId id="727" r:id="rId38"/>
    <p:sldId id="728" r:id="rId39"/>
    <p:sldId id="729" r:id="rId40"/>
    <p:sldId id="315" r:id="rId41"/>
    <p:sldId id="323" r:id="rId42"/>
    <p:sldId id="730" r:id="rId43"/>
    <p:sldId id="734" r:id="rId44"/>
    <p:sldId id="324" r:id="rId45"/>
    <p:sldId id="339" r:id="rId46"/>
    <p:sldId id="377" r:id="rId47"/>
    <p:sldId id="643" r:id="rId48"/>
    <p:sldId id="644" r:id="rId49"/>
    <p:sldId id="645" r:id="rId50"/>
    <p:sldId id="650" r:id="rId51"/>
    <p:sldId id="651" r:id="rId52"/>
    <p:sldId id="652" r:id="rId53"/>
    <p:sldId id="653" r:id="rId54"/>
    <p:sldId id="661" r:id="rId55"/>
    <p:sldId id="665" r:id="rId56"/>
    <p:sldId id="654" r:id="rId57"/>
    <p:sldId id="666" r:id="rId58"/>
    <p:sldId id="667" r:id="rId59"/>
    <p:sldId id="655" r:id="rId60"/>
    <p:sldId id="656" r:id="rId61"/>
    <p:sldId id="668" r:id="rId62"/>
    <p:sldId id="669" r:id="rId63"/>
    <p:sldId id="670" r:id="rId64"/>
    <p:sldId id="697" r:id="rId65"/>
    <p:sldId id="725" r:id="rId66"/>
    <p:sldId id="726" r:id="rId67"/>
    <p:sldId id="672" r:id="rId68"/>
    <p:sldId id="371" r:id="rId69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1701" userDrawn="1">
          <p15:clr>
            <a:srgbClr val="A4A3A4"/>
          </p15:clr>
        </p15:guide>
        <p15:guide id="3" pos="2880" userDrawn="1">
          <p15:clr>
            <a:srgbClr val="A4A3A4"/>
          </p15:clr>
        </p15:guide>
        <p15:guide id="4" pos="657" userDrawn="1">
          <p15:clr>
            <a:srgbClr val="A4A3A4"/>
          </p15:clr>
        </p15:guide>
        <p15:guide id="5" orient="horz" pos="531" userDrawn="1">
          <p15:clr>
            <a:srgbClr val="A4A3A4"/>
          </p15:clr>
        </p15:guide>
        <p15:guide id="6" orient="horz" pos="9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FF"/>
    <a:srgbClr val="3353FF"/>
    <a:srgbClr val="CA26A7"/>
    <a:srgbClr val="4234FE"/>
    <a:srgbClr val="00FFFF"/>
    <a:srgbClr val="2F42FB"/>
    <a:srgbClr val="4355FB"/>
    <a:srgbClr val="FF9933"/>
    <a:srgbClr val="66FFC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6723" autoAdjust="0"/>
  </p:normalViewPr>
  <p:slideViewPr>
    <p:cSldViewPr>
      <p:cViewPr varScale="1">
        <p:scale>
          <a:sx n="140" d="100"/>
          <a:sy n="140" d="100"/>
        </p:scale>
        <p:origin x="144" y="210"/>
      </p:cViewPr>
      <p:guideLst>
        <p:guide pos="1701"/>
        <p:guide pos="2880"/>
        <p:guide pos="657"/>
        <p:guide orient="horz" pos="531"/>
        <p:guide orient="horz" pos="9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288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5" Type="http://schemas.openxmlformats.org/officeDocument/2006/relationships/image" Target="../media/image5.wmf"/><Relationship Id="rId10" Type="http://schemas.openxmlformats.org/officeDocument/2006/relationships/image" Target="../media/image10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4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image" Target="../media/image18.wmf"/><Relationship Id="rId7" Type="http://schemas.openxmlformats.org/officeDocument/2006/relationships/image" Target="../media/image22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Relationship Id="rId9" Type="http://schemas.openxmlformats.org/officeDocument/2006/relationships/image" Target="../media/image24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image" Target="../media/image37.wmf"/><Relationship Id="rId18" Type="http://schemas.openxmlformats.org/officeDocument/2006/relationships/image" Target="../media/image42.wmf"/><Relationship Id="rId3" Type="http://schemas.openxmlformats.org/officeDocument/2006/relationships/image" Target="../media/image27.wmf"/><Relationship Id="rId21" Type="http://schemas.openxmlformats.org/officeDocument/2006/relationships/image" Target="../media/image45.wmf"/><Relationship Id="rId7" Type="http://schemas.openxmlformats.org/officeDocument/2006/relationships/image" Target="../media/image31.wmf"/><Relationship Id="rId12" Type="http://schemas.openxmlformats.org/officeDocument/2006/relationships/image" Target="../media/image36.wmf"/><Relationship Id="rId17" Type="http://schemas.openxmlformats.org/officeDocument/2006/relationships/image" Target="../media/image41.wmf"/><Relationship Id="rId25" Type="http://schemas.openxmlformats.org/officeDocument/2006/relationships/image" Target="../media/image49.wmf"/><Relationship Id="rId2" Type="http://schemas.openxmlformats.org/officeDocument/2006/relationships/image" Target="../media/image26.wmf"/><Relationship Id="rId16" Type="http://schemas.openxmlformats.org/officeDocument/2006/relationships/image" Target="../media/image40.wmf"/><Relationship Id="rId20" Type="http://schemas.openxmlformats.org/officeDocument/2006/relationships/image" Target="../media/image44.wmf"/><Relationship Id="rId1" Type="http://schemas.openxmlformats.org/officeDocument/2006/relationships/image" Target="../media/image25.wmf"/><Relationship Id="rId6" Type="http://schemas.openxmlformats.org/officeDocument/2006/relationships/image" Target="../media/image30.wmf"/><Relationship Id="rId11" Type="http://schemas.openxmlformats.org/officeDocument/2006/relationships/image" Target="../media/image35.wmf"/><Relationship Id="rId24" Type="http://schemas.openxmlformats.org/officeDocument/2006/relationships/image" Target="../media/image48.wmf"/><Relationship Id="rId5" Type="http://schemas.openxmlformats.org/officeDocument/2006/relationships/image" Target="../media/image29.wmf"/><Relationship Id="rId15" Type="http://schemas.openxmlformats.org/officeDocument/2006/relationships/image" Target="../media/image39.wmf"/><Relationship Id="rId23" Type="http://schemas.openxmlformats.org/officeDocument/2006/relationships/image" Target="../media/image47.wmf"/><Relationship Id="rId10" Type="http://schemas.openxmlformats.org/officeDocument/2006/relationships/image" Target="../media/image34.wmf"/><Relationship Id="rId19" Type="http://schemas.openxmlformats.org/officeDocument/2006/relationships/image" Target="../media/image43.wmf"/><Relationship Id="rId4" Type="http://schemas.openxmlformats.org/officeDocument/2006/relationships/image" Target="../media/image28.wmf"/><Relationship Id="rId9" Type="http://schemas.openxmlformats.org/officeDocument/2006/relationships/image" Target="../media/image33.wmf"/><Relationship Id="rId14" Type="http://schemas.openxmlformats.org/officeDocument/2006/relationships/image" Target="../media/image38.wmf"/><Relationship Id="rId22" Type="http://schemas.openxmlformats.org/officeDocument/2006/relationships/image" Target="../media/image46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image" Target="../media/image48.wmf"/><Relationship Id="rId18" Type="http://schemas.openxmlformats.org/officeDocument/2006/relationships/image" Target="../media/image54.wmf"/><Relationship Id="rId3" Type="http://schemas.openxmlformats.org/officeDocument/2006/relationships/image" Target="../media/image38.wmf"/><Relationship Id="rId7" Type="http://schemas.openxmlformats.org/officeDocument/2006/relationships/image" Target="../media/image42.wmf"/><Relationship Id="rId12" Type="http://schemas.openxmlformats.org/officeDocument/2006/relationships/image" Target="../media/image47.wmf"/><Relationship Id="rId17" Type="http://schemas.openxmlformats.org/officeDocument/2006/relationships/image" Target="../media/image53.wmf"/><Relationship Id="rId2" Type="http://schemas.openxmlformats.org/officeDocument/2006/relationships/image" Target="../media/image37.wmf"/><Relationship Id="rId16" Type="http://schemas.openxmlformats.org/officeDocument/2006/relationships/image" Target="../media/image52.wmf"/><Relationship Id="rId1" Type="http://schemas.openxmlformats.org/officeDocument/2006/relationships/image" Target="../media/image32.wmf"/><Relationship Id="rId6" Type="http://schemas.openxmlformats.org/officeDocument/2006/relationships/image" Target="../media/image41.wmf"/><Relationship Id="rId11" Type="http://schemas.openxmlformats.org/officeDocument/2006/relationships/image" Target="../media/image46.wmf"/><Relationship Id="rId5" Type="http://schemas.openxmlformats.org/officeDocument/2006/relationships/image" Target="../media/image40.wmf"/><Relationship Id="rId15" Type="http://schemas.openxmlformats.org/officeDocument/2006/relationships/image" Target="../media/image51.wmf"/><Relationship Id="rId10" Type="http://schemas.openxmlformats.org/officeDocument/2006/relationships/image" Target="../media/image45.wmf"/><Relationship Id="rId19" Type="http://schemas.openxmlformats.org/officeDocument/2006/relationships/image" Target="../media/image49.wmf"/><Relationship Id="rId4" Type="http://schemas.openxmlformats.org/officeDocument/2006/relationships/image" Target="../media/image39.wmf"/><Relationship Id="rId9" Type="http://schemas.openxmlformats.org/officeDocument/2006/relationships/image" Target="../media/image44.wmf"/><Relationship Id="rId14" Type="http://schemas.openxmlformats.org/officeDocument/2006/relationships/image" Target="../media/image5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6" Type="http://schemas.openxmlformats.org/officeDocument/2006/relationships/image" Target="../media/image60.wmf"/><Relationship Id="rId5" Type="http://schemas.openxmlformats.org/officeDocument/2006/relationships/image" Target="../media/image59.wmf"/><Relationship Id="rId4" Type="http://schemas.openxmlformats.org/officeDocument/2006/relationships/image" Target="../media/image58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13" Type="http://schemas.openxmlformats.org/officeDocument/2006/relationships/image" Target="../media/image73.wmf"/><Relationship Id="rId18" Type="http://schemas.openxmlformats.org/officeDocument/2006/relationships/image" Target="../media/image78.wmf"/><Relationship Id="rId3" Type="http://schemas.openxmlformats.org/officeDocument/2006/relationships/image" Target="../media/image63.wmf"/><Relationship Id="rId7" Type="http://schemas.openxmlformats.org/officeDocument/2006/relationships/image" Target="../media/image67.wmf"/><Relationship Id="rId12" Type="http://schemas.openxmlformats.org/officeDocument/2006/relationships/image" Target="../media/image72.wmf"/><Relationship Id="rId17" Type="http://schemas.openxmlformats.org/officeDocument/2006/relationships/image" Target="../media/image77.wmf"/><Relationship Id="rId2" Type="http://schemas.openxmlformats.org/officeDocument/2006/relationships/image" Target="../media/image62.wmf"/><Relationship Id="rId16" Type="http://schemas.openxmlformats.org/officeDocument/2006/relationships/image" Target="../media/image76.wmf"/><Relationship Id="rId1" Type="http://schemas.openxmlformats.org/officeDocument/2006/relationships/image" Target="../media/image61.wmf"/><Relationship Id="rId6" Type="http://schemas.openxmlformats.org/officeDocument/2006/relationships/image" Target="../media/image66.wmf"/><Relationship Id="rId11" Type="http://schemas.openxmlformats.org/officeDocument/2006/relationships/image" Target="../media/image71.wmf"/><Relationship Id="rId5" Type="http://schemas.openxmlformats.org/officeDocument/2006/relationships/image" Target="../media/image65.wmf"/><Relationship Id="rId15" Type="http://schemas.openxmlformats.org/officeDocument/2006/relationships/image" Target="../media/image75.wmf"/><Relationship Id="rId10" Type="http://schemas.openxmlformats.org/officeDocument/2006/relationships/image" Target="../media/image70.wmf"/><Relationship Id="rId4" Type="http://schemas.openxmlformats.org/officeDocument/2006/relationships/image" Target="../media/image64.wmf"/><Relationship Id="rId9" Type="http://schemas.openxmlformats.org/officeDocument/2006/relationships/image" Target="../media/image69.wmf"/><Relationship Id="rId14" Type="http://schemas.openxmlformats.org/officeDocument/2006/relationships/image" Target="../media/image74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3" Type="http://schemas.openxmlformats.org/officeDocument/2006/relationships/image" Target="../media/image81.wmf"/><Relationship Id="rId7" Type="http://schemas.openxmlformats.org/officeDocument/2006/relationships/image" Target="../media/image85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Relationship Id="rId6" Type="http://schemas.openxmlformats.org/officeDocument/2006/relationships/image" Target="../media/image84.wmf"/><Relationship Id="rId5" Type="http://schemas.openxmlformats.org/officeDocument/2006/relationships/image" Target="../media/image83.wmf"/><Relationship Id="rId4" Type="http://schemas.openxmlformats.org/officeDocument/2006/relationships/image" Target="../media/image82.wmf"/><Relationship Id="rId9" Type="http://schemas.openxmlformats.org/officeDocument/2006/relationships/image" Target="../media/image63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3" Type="http://schemas.openxmlformats.org/officeDocument/2006/relationships/image" Target="../media/image89.wmf"/><Relationship Id="rId7" Type="http://schemas.openxmlformats.org/officeDocument/2006/relationships/image" Target="../media/image93.wmf"/><Relationship Id="rId12" Type="http://schemas.openxmlformats.org/officeDocument/2006/relationships/image" Target="../media/image98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Relationship Id="rId6" Type="http://schemas.openxmlformats.org/officeDocument/2006/relationships/image" Target="../media/image92.wmf"/><Relationship Id="rId11" Type="http://schemas.openxmlformats.org/officeDocument/2006/relationships/image" Target="../media/image97.wmf"/><Relationship Id="rId5" Type="http://schemas.openxmlformats.org/officeDocument/2006/relationships/image" Target="../media/image91.wmf"/><Relationship Id="rId10" Type="http://schemas.openxmlformats.org/officeDocument/2006/relationships/image" Target="../media/image96.wmf"/><Relationship Id="rId4" Type="http://schemas.openxmlformats.org/officeDocument/2006/relationships/image" Target="../media/image90.wmf"/><Relationship Id="rId9" Type="http://schemas.openxmlformats.org/officeDocument/2006/relationships/image" Target="../media/image95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3" Type="http://schemas.openxmlformats.org/officeDocument/2006/relationships/image" Target="../media/image101.wmf"/><Relationship Id="rId7" Type="http://schemas.openxmlformats.org/officeDocument/2006/relationships/image" Target="../media/image105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Relationship Id="rId6" Type="http://schemas.openxmlformats.org/officeDocument/2006/relationships/image" Target="../media/image104.wmf"/><Relationship Id="rId5" Type="http://schemas.openxmlformats.org/officeDocument/2006/relationships/image" Target="../media/image103.wmf"/><Relationship Id="rId4" Type="http://schemas.openxmlformats.org/officeDocument/2006/relationships/image" Target="../media/image102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Relationship Id="rId4" Type="http://schemas.openxmlformats.org/officeDocument/2006/relationships/image" Target="../media/image108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13" Type="http://schemas.openxmlformats.org/officeDocument/2006/relationships/image" Target="../media/image66.wmf"/><Relationship Id="rId3" Type="http://schemas.openxmlformats.org/officeDocument/2006/relationships/image" Target="../media/image63.wmf"/><Relationship Id="rId7" Type="http://schemas.openxmlformats.org/officeDocument/2006/relationships/image" Target="../media/image110.wmf"/><Relationship Id="rId12" Type="http://schemas.openxmlformats.org/officeDocument/2006/relationships/image" Target="../media/image112.wmf"/><Relationship Id="rId17" Type="http://schemas.openxmlformats.org/officeDocument/2006/relationships/image" Target="../media/image113.wmf"/><Relationship Id="rId2" Type="http://schemas.openxmlformats.org/officeDocument/2006/relationships/image" Target="../media/image62.wmf"/><Relationship Id="rId16" Type="http://schemas.openxmlformats.org/officeDocument/2006/relationships/image" Target="../media/image70.wmf"/><Relationship Id="rId1" Type="http://schemas.openxmlformats.org/officeDocument/2006/relationships/image" Target="../media/image109.wmf"/><Relationship Id="rId6" Type="http://schemas.openxmlformats.org/officeDocument/2006/relationships/image" Target="../media/image72.wmf"/><Relationship Id="rId11" Type="http://schemas.openxmlformats.org/officeDocument/2006/relationships/image" Target="../media/image77.wmf"/><Relationship Id="rId5" Type="http://schemas.openxmlformats.org/officeDocument/2006/relationships/image" Target="../media/image65.wmf"/><Relationship Id="rId15" Type="http://schemas.openxmlformats.org/officeDocument/2006/relationships/image" Target="../media/image69.wmf"/><Relationship Id="rId10" Type="http://schemas.openxmlformats.org/officeDocument/2006/relationships/image" Target="../media/image111.wmf"/><Relationship Id="rId4" Type="http://schemas.openxmlformats.org/officeDocument/2006/relationships/image" Target="../media/image64.wmf"/><Relationship Id="rId9" Type="http://schemas.openxmlformats.org/officeDocument/2006/relationships/image" Target="../media/image75.wmf"/><Relationship Id="rId14" Type="http://schemas.openxmlformats.org/officeDocument/2006/relationships/image" Target="../media/image67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wmf"/><Relationship Id="rId3" Type="http://schemas.openxmlformats.org/officeDocument/2006/relationships/image" Target="../media/image115.wmf"/><Relationship Id="rId7" Type="http://schemas.openxmlformats.org/officeDocument/2006/relationships/image" Target="../media/image117.wmf"/><Relationship Id="rId2" Type="http://schemas.openxmlformats.org/officeDocument/2006/relationships/image" Target="../media/image80.wmf"/><Relationship Id="rId1" Type="http://schemas.openxmlformats.org/officeDocument/2006/relationships/image" Target="../media/image114.wmf"/><Relationship Id="rId6" Type="http://schemas.openxmlformats.org/officeDocument/2006/relationships/image" Target="../media/image116.wmf"/><Relationship Id="rId5" Type="http://schemas.openxmlformats.org/officeDocument/2006/relationships/image" Target="../media/image81.wmf"/><Relationship Id="rId4" Type="http://schemas.openxmlformats.org/officeDocument/2006/relationships/image" Target="../media/image83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120.wmf"/><Relationship Id="rId1" Type="http://schemas.openxmlformats.org/officeDocument/2006/relationships/image" Target="../media/image119.wmf"/><Relationship Id="rId5" Type="http://schemas.openxmlformats.org/officeDocument/2006/relationships/image" Target="../media/image122.wmf"/><Relationship Id="rId4" Type="http://schemas.openxmlformats.org/officeDocument/2006/relationships/image" Target="../media/image121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10.wmf"/><Relationship Id="rId7" Type="http://schemas.openxmlformats.org/officeDocument/2006/relationships/image" Target="../media/image128.wmf"/><Relationship Id="rId2" Type="http://schemas.openxmlformats.org/officeDocument/2006/relationships/image" Target="../media/image124.wmf"/><Relationship Id="rId1" Type="http://schemas.openxmlformats.org/officeDocument/2006/relationships/image" Target="../media/image123.wmf"/><Relationship Id="rId6" Type="http://schemas.openxmlformats.org/officeDocument/2006/relationships/image" Target="../media/image127.wmf"/><Relationship Id="rId5" Type="http://schemas.openxmlformats.org/officeDocument/2006/relationships/image" Target="../media/image126.wmf"/><Relationship Id="rId4" Type="http://schemas.openxmlformats.org/officeDocument/2006/relationships/image" Target="../media/image125.wmf"/><Relationship Id="rId9" Type="http://schemas.openxmlformats.org/officeDocument/2006/relationships/image" Target="../media/image129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wmf"/><Relationship Id="rId13" Type="http://schemas.openxmlformats.org/officeDocument/2006/relationships/image" Target="../media/image142.wmf"/><Relationship Id="rId3" Type="http://schemas.openxmlformats.org/officeDocument/2006/relationships/image" Target="../media/image132.wmf"/><Relationship Id="rId7" Type="http://schemas.openxmlformats.org/officeDocument/2006/relationships/image" Target="../media/image136.wmf"/><Relationship Id="rId12" Type="http://schemas.openxmlformats.org/officeDocument/2006/relationships/image" Target="../media/image141.wmf"/><Relationship Id="rId2" Type="http://schemas.openxmlformats.org/officeDocument/2006/relationships/image" Target="../media/image131.wmf"/><Relationship Id="rId16" Type="http://schemas.openxmlformats.org/officeDocument/2006/relationships/image" Target="../media/image145.wmf"/><Relationship Id="rId1" Type="http://schemas.openxmlformats.org/officeDocument/2006/relationships/image" Target="../media/image130.wmf"/><Relationship Id="rId6" Type="http://schemas.openxmlformats.org/officeDocument/2006/relationships/image" Target="../media/image135.wmf"/><Relationship Id="rId11" Type="http://schemas.openxmlformats.org/officeDocument/2006/relationships/image" Target="../media/image140.wmf"/><Relationship Id="rId5" Type="http://schemas.openxmlformats.org/officeDocument/2006/relationships/image" Target="../media/image134.wmf"/><Relationship Id="rId15" Type="http://schemas.openxmlformats.org/officeDocument/2006/relationships/image" Target="../media/image144.wmf"/><Relationship Id="rId10" Type="http://schemas.openxmlformats.org/officeDocument/2006/relationships/image" Target="../media/image139.wmf"/><Relationship Id="rId4" Type="http://schemas.openxmlformats.org/officeDocument/2006/relationships/image" Target="../media/image133.wmf"/><Relationship Id="rId9" Type="http://schemas.openxmlformats.org/officeDocument/2006/relationships/image" Target="../media/image138.wmf"/><Relationship Id="rId14" Type="http://schemas.openxmlformats.org/officeDocument/2006/relationships/image" Target="../media/image143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wmf"/><Relationship Id="rId7" Type="http://schemas.openxmlformats.org/officeDocument/2006/relationships/image" Target="../media/image152.wmf"/><Relationship Id="rId2" Type="http://schemas.openxmlformats.org/officeDocument/2006/relationships/image" Target="../media/image147.wmf"/><Relationship Id="rId1" Type="http://schemas.openxmlformats.org/officeDocument/2006/relationships/image" Target="../media/image146.wmf"/><Relationship Id="rId6" Type="http://schemas.openxmlformats.org/officeDocument/2006/relationships/image" Target="../media/image151.wmf"/><Relationship Id="rId5" Type="http://schemas.openxmlformats.org/officeDocument/2006/relationships/image" Target="../media/image150.wmf"/><Relationship Id="rId4" Type="http://schemas.openxmlformats.org/officeDocument/2006/relationships/image" Target="../media/image149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8.wmf"/><Relationship Id="rId7" Type="http://schemas.openxmlformats.org/officeDocument/2006/relationships/image" Target="../media/image156.wmf"/><Relationship Id="rId2" Type="http://schemas.openxmlformats.org/officeDocument/2006/relationships/image" Target="../media/image154.wmf"/><Relationship Id="rId1" Type="http://schemas.openxmlformats.org/officeDocument/2006/relationships/image" Target="../media/image153.wmf"/><Relationship Id="rId6" Type="http://schemas.openxmlformats.org/officeDocument/2006/relationships/image" Target="../media/image155.wmf"/><Relationship Id="rId5" Type="http://schemas.openxmlformats.org/officeDocument/2006/relationships/image" Target="../media/image108.wmf"/><Relationship Id="rId4" Type="http://schemas.openxmlformats.org/officeDocument/2006/relationships/image" Target="../media/image107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wmf"/><Relationship Id="rId3" Type="http://schemas.openxmlformats.org/officeDocument/2006/relationships/image" Target="../media/image158.wmf"/><Relationship Id="rId7" Type="http://schemas.openxmlformats.org/officeDocument/2006/relationships/image" Target="../media/image160.wmf"/><Relationship Id="rId12" Type="http://schemas.openxmlformats.org/officeDocument/2006/relationships/image" Target="../media/image14.wmf"/><Relationship Id="rId2" Type="http://schemas.openxmlformats.org/officeDocument/2006/relationships/image" Target="../media/image157.wmf"/><Relationship Id="rId1" Type="http://schemas.openxmlformats.org/officeDocument/2006/relationships/image" Target="../media/image12.wmf"/><Relationship Id="rId6" Type="http://schemas.openxmlformats.org/officeDocument/2006/relationships/image" Target="../media/image159.wmf"/><Relationship Id="rId11" Type="http://schemas.openxmlformats.org/officeDocument/2006/relationships/image" Target="../media/image164.wmf"/><Relationship Id="rId5" Type="http://schemas.openxmlformats.org/officeDocument/2006/relationships/image" Target="../media/image15.wmf"/><Relationship Id="rId10" Type="http://schemas.openxmlformats.org/officeDocument/2006/relationships/image" Target="../media/image163.wmf"/><Relationship Id="rId4" Type="http://schemas.openxmlformats.org/officeDocument/2006/relationships/image" Target="../media/image13.wmf"/><Relationship Id="rId9" Type="http://schemas.openxmlformats.org/officeDocument/2006/relationships/image" Target="../media/image162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wmf"/><Relationship Id="rId2" Type="http://schemas.openxmlformats.org/officeDocument/2006/relationships/image" Target="../media/image166.wmf"/><Relationship Id="rId1" Type="http://schemas.openxmlformats.org/officeDocument/2006/relationships/image" Target="../media/image165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wmf"/><Relationship Id="rId13" Type="http://schemas.openxmlformats.org/officeDocument/2006/relationships/image" Target="../media/image180.wmf"/><Relationship Id="rId3" Type="http://schemas.openxmlformats.org/officeDocument/2006/relationships/image" Target="../media/image170.wmf"/><Relationship Id="rId7" Type="http://schemas.openxmlformats.org/officeDocument/2006/relationships/image" Target="../media/image174.wmf"/><Relationship Id="rId12" Type="http://schemas.openxmlformats.org/officeDocument/2006/relationships/image" Target="../media/image179.wmf"/><Relationship Id="rId2" Type="http://schemas.openxmlformats.org/officeDocument/2006/relationships/image" Target="../media/image169.wmf"/><Relationship Id="rId1" Type="http://schemas.openxmlformats.org/officeDocument/2006/relationships/image" Target="../media/image168.wmf"/><Relationship Id="rId6" Type="http://schemas.openxmlformats.org/officeDocument/2006/relationships/image" Target="../media/image173.wmf"/><Relationship Id="rId11" Type="http://schemas.openxmlformats.org/officeDocument/2006/relationships/image" Target="../media/image178.wmf"/><Relationship Id="rId5" Type="http://schemas.openxmlformats.org/officeDocument/2006/relationships/image" Target="../media/image172.wmf"/><Relationship Id="rId15" Type="http://schemas.openxmlformats.org/officeDocument/2006/relationships/image" Target="../media/image182.wmf"/><Relationship Id="rId10" Type="http://schemas.openxmlformats.org/officeDocument/2006/relationships/image" Target="../media/image177.wmf"/><Relationship Id="rId4" Type="http://schemas.openxmlformats.org/officeDocument/2006/relationships/image" Target="../media/image171.wmf"/><Relationship Id="rId9" Type="http://schemas.openxmlformats.org/officeDocument/2006/relationships/image" Target="../media/image176.wmf"/><Relationship Id="rId14" Type="http://schemas.openxmlformats.org/officeDocument/2006/relationships/image" Target="../media/image181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wmf"/><Relationship Id="rId13" Type="http://schemas.openxmlformats.org/officeDocument/2006/relationships/image" Target="../media/image192.wmf"/><Relationship Id="rId3" Type="http://schemas.openxmlformats.org/officeDocument/2006/relationships/image" Target="../media/image185.wmf"/><Relationship Id="rId7" Type="http://schemas.openxmlformats.org/officeDocument/2006/relationships/image" Target="../media/image189.wmf"/><Relationship Id="rId12" Type="http://schemas.openxmlformats.org/officeDocument/2006/relationships/image" Target="../media/image191.wmf"/><Relationship Id="rId2" Type="http://schemas.openxmlformats.org/officeDocument/2006/relationships/image" Target="../media/image184.wmf"/><Relationship Id="rId1" Type="http://schemas.openxmlformats.org/officeDocument/2006/relationships/image" Target="../media/image183.wmf"/><Relationship Id="rId6" Type="http://schemas.openxmlformats.org/officeDocument/2006/relationships/image" Target="../media/image188.wmf"/><Relationship Id="rId11" Type="http://schemas.openxmlformats.org/officeDocument/2006/relationships/image" Target="../media/image190.wmf"/><Relationship Id="rId5" Type="http://schemas.openxmlformats.org/officeDocument/2006/relationships/image" Target="../media/image187.wmf"/><Relationship Id="rId10" Type="http://schemas.openxmlformats.org/officeDocument/2006/relationships/image" Target="../media/image177.wmf"/><Relationship Id="rId4" Type="http://schemas.openxmlformats.org/officeDocument/2006/relationships/image" Target="../media/image186.wmf"/><Relationship Id="rId9" Type="http://schemas.openxmlformats.org/officeDocument/2006/relationships/image" Target="../media/image176.wmf"/><Relationship Id="rId14" Type="http://schemas.openxmlformats.org/officeDocument/2006/relationships/image" Target="../media/image193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4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6.wmf"/><Relationship Id="rId1" Type="http://schemas.openxmlformats.org/officeDocument/2006/relationships/image" Target="../media/image195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wmf"/><Relationship Id="rId13" Type="http://schemas.openxmlformats.org/officeDocument/2006/relationships/image" Target="../media/image209.wmf"/><Relationship Id="rId3" Type="http://schemas.openxmlformats.org/officeDocument/2006/relationships/image" Target="../media/image199.wmf"/><Relationship Id="rId7" Type="http://schemas.openxmlformats.org/officeDocument/2006/relationships/image" Target="../media/image203.wmf"/><Relationship Id="rId12" Type="http://schemas.openxmlformats.org/officeDocument/2006/relationships/image" Target="../media/image208.wmf"/><Relationship Id="rId2" Type="http://schemas.openxmlformats.org/officeDocument/2006/relationships/image" Target="../media/image198.wmf"/><Relationship Id="rId1" Type="http://schemas.openxmlformats.org/officeDocument/2006/relationships/image" Target="../media/image197.wmf"/><Relationship Id="rId6" Type="http://schemas.openxmlformats.org/officeDocument/2006/relationships/image" Target="../media/image202.wmf"/><Relationship Id="rId11" Type="http://schemas.openxmlformats.org/officeDocument/2006/relationships/image" Target="../media/image207.wmf"/><Relationship Id="rId5" Type="http://schemas.openxmlformats.org/officeDocument/2006/relationships/image" Target="../media/image201.wmf"/><Relationship Id="rId10" Type="http://schemas.openxmlformats.org/officeDocument/2006/relationships/image" Target="../media/image206.wmf"/><Relationship Id="rId4" Type="http://schemas.openxmlformats.org/officeDocument/2006/relationships/image" Target="../media/image200.wmf"/><Relationship Id="rId9" Type="http://schemas.openxmlformats.org/officeDocument/2006/relationships/image" Target="../media/image205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wmf"/><Relationship Id="rId2" Type="http://schemas.openxmlformats.org/officeDocument/2006/relationships/image" Target="../media/image211.wmf"/><Relationship Id="rId1" Type="http://schemas.openxmlformats.org/officeDocument/2006/relationships/image" Target="../media/image210.wmf"/><Relationship Id="rId6" Type="http://schemas.openxmlformats.org/officeDocument/2006/relationships/image" Target="../media/image200.wmf"/><Relationship Id="rId5" Type="http://schemas.openxmlformats.org/officeDocument/2006/relationships/image" Target="../media/image214.wmf"/><Relationship Id="rId4" Type="http://schemas.openxmlformats.org/officeDocument/2006/relationships/image" Target="../media/image213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wmf"/><Relationship Id="rId3" Type="http://schemas.openxmlformats.org/officeDocument/2006/relationships/image" Target="../media/image217.wmf"/><Relationship Id="rId7" Type="http://schemas.openxmlformats.org/officeDocument/2006/relationships/image" Target="../media/image221.wmf"/><Relationship Id="rId2" Type="http://schemas.openxmlformats.org/officeDocument/2006/relationships/image" Target="../media/image216.wmf"/><Relationship Id="rId1" Type="http://schemas.openxmlformats.org/officeDocument/2006/relationships/image" Target="../media/image215.wmf"/><Relationship Id="rId6" Type="http://schemas.openxmlformats.org/officeDocument/2006/relationships/image" Target="../media/image220.wmf"/><Relationship Id="rId11" Type="http://schemas.openxmlformats.org/officeDocument/2006/relationships/image" Target="../media/image225.wmf"/><Relationship Id="rId5" Type="http://schemas.openxmlformats.org/officeDocument/2006/relationships/image" Target="../media/image219.wmf"/><Relationship Id="rId10" Type="http://schemas.openxmlformats.org/officeDocument/2006/relationships/image" Target="../media/image224.wmf"/><Relationship Id="rId4" Type="http://schemas.openxmlformats.org/officeDocument/2006/relationships/image" Target="../media/image218.wmf"/><Relationship Id="rId9" Type="http://schemas.openxmlformats.org/officeDocument/2006/relationships/image" Target="../media/image223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8.wmf"/><Relationship Id="rId7" Type="http://schemas.openxmlformats.org/officeDocument/2006/relationships/image" Target="../media/image232.wmf"/><Relationship Id="rId2" Type="http://schemas.openxmlformats.org/officeDocument/2006/relationships/image" Target="../media/image227.wmf"/><Relationship Id="rId1" Type="http://schemas.openxmlformats.org/officeDocument/2006/relationships/image" Target="../media/image226.wmf"/><Relationship Id="rId6" Type="http://schemas.openxmlformats.org/officeDocument/2006/relationships/image" Target="../media/image231.wmf"/><Relationship Id="rId5" Type="http://schemas.openxmlformats.org/officeDocument/2006/relationships/image" Target="../media/image230.wmf"/><Relationship Id="rId4" Type="http://schemas.openxmlformats.org/officeDocument/2006/relationships/image" Target="../media/image229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3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6.wmf"/><Relationship Id="rId2" Type="http://schemas.openxmlformats.org/officeDocument/2006/relationships/image" Target="../media/image235.wmf"/><Relationship Id="rId1" Type="http://schemas.openxmlformats.org/officeDocument/2006/relationships/image" Target="../media/image234.wmf"/><Relationship Id="rId5" Type="http://schemas.openxmlformats.org/officeDocument/2006/relationships/image" Target="../media/image238.wmf"/><Relationship Id="rId4" Type="http://schemas.openxmlformats.org/officeDocument/2006/relationships/image" Target="../media/image237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wmf"/><Relationship Id="rId2" Type="http://schemas.openxmlformats.org/officeDocument/2006/relationships/image" Target="../media/image240.wmf"/><Relationship Id="rId1" Type="http://schemas.openxmlformats.org/officeDocument/2006/relationships/image" Target="../media/image239.wmf"/><Relationship Id="rId6" Type="http://schemas.openxmlformats.org/officeDocument/2006/relationships/image" Target="../media/image244.wmf"/><Relationship Id="rId5" Type="http://schemas.openxmlformats.org/officeDocument/2006/relationships/image" Target="../media/image243.wmf"/><Relationship Id="rId4" Type="http://schemas.openxmlformats.org/officeDocument/2006/relationships/image" Target="../media/image242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2.wmf"/><Relationship Id="rId3" Type="http://schemas.openxmlformats.org/officeDocument/2006/relationships/image" Target="../media/image247.wmf"/><Relationship Id="rId7" Type="http://schemas.openxmlformats.org/officeDocument/2006/relationships/image" Target="../media/image251.wmf"/><Relationship Id="rId2" Type="http://schemas.openxmlformats.org/officeDocument/2006/relationships/image" Target="../media/image246.wmf"/><Relationship Id="rId1" Type="http://schemas.openxmlformats.org/officeDocument/2006/relationships/image" Target="../media/image245.wmf"/><Relationship Id="rId6" Type="http://schemas.openxmlformats.org/officeDocument/2006/relationships/image" Target="../media/image250.wmf"/><Relationship Id="rId5" Type="http://schemas.openxmlformats.org/officeDocument/2006/relationships/image" Target="../media/image249.wmf"/><Relationship Id="rId4" Type="http://schemas.openxmlformats.org/officeDocument/2006/relationships/image" Target="../media/image248.wmf"/><Relationship Id="rId9" Type="http://schemas.openxmlformats.org/officeDocument/2006/relationships/image" Target="../media/image253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1.wmf"/><Relationship Id="rId3" Type="http://schemas.openxmlformats.org/officeDocument/2006/relationships/image" Target="../media/image256.wmf"/><Relationship Id="rId7" Type="http://schemas.openxmlformats.org/officeDocument/2006/relationships/image" Target="../media/image260.wmf"/><Relationship Id="rId2" Type="http://schemas.openxmlformats.org/officeDocument/2006/relationships/image" Target="../media/image255.wmf"/><Relationship Id="rId1" Type="http://schemas.openxmlformats.org/officeDocument/2006/relationships/image" Target="../media/image254.wmf"/><Relationship Id="rId6" Type="http://schemas.openxmlformats.org/officeDocument/2006/relationships/image" Target="../media/image259.wmf"/><Relationship Id="rId11" Type="http://schemas.openxmlformats.org/officeDocument/2006/relationships/image" Target="../media/image264.wmf"/><Relationship Id="rId5" Type="http://schemas.openxmlformats.org/officeDocument/2006/relationships/image" Target="../media/image258.wmf"/><Relationship Id="rId10" Type="http://schemas.openxmlformats.org/officeDocument/2006/relationships/image" Target="../media/image263.wmf"/><Relationship Id="rId4" Type="http://schemas.openxmlformats.org/officeDocument/2006/relationships/image" Target="../media/image257.wmf"/><Relationship Id="rId9" Type="http://schemas.openxmlformats.org/officeDocument/2006/relationships/image" Target="../media/image262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2.wmf"/><Relationship Id="rId3" Type="http://schemas.openxmlformats.org/officeDocument/2006/relationships/image" Target="../media/image267.wmf"/><Relationship Id="rId7" Type="http://schemas.openxmlformats.org/officeDocument/2006/relationships/image" Target="../media/image271.wmf"/><Relationship Id="rId2" Type="http://schemas.openxmlformats.org/officeDocument/2006/relationships/image" Target="../media/image266.wmf"/><Relationship Id="rId1" Type="http://schemas.openxmlformats.org/officeDocument/2006/relationships/image" Target="../media/image265.wmf"/><Relationship Id="rId6" Type="http://schemas.openxmlformats.org/officeDocument/2006/relationships/image" Target="../media/image270.wmf"/><Relationship Id="rId5" Type="http://schemas.openxmlformats.org/officeDocument/2006/relationships/image" Target="../media/image269.wmf"/><Relationship Id="rId10" Type="http://schemas.openxmlformats.org/officeDocument/2006/relationships/image" Target="../media/image274.wmf"/><Relationship Id="rId4" Type="http://schemas.openxmlformats.org/officeDocument/2006/relationships/image" Target="../media/image268.wmf"/><Relationship Id="rId9" Type="http://schemas.openxmlformats.org/officeDocument/2006/relationships/image" Target="../media/image273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7.wmf"/><Relationship Id="rId7" Type="http://schemas.openxmlformats.org/officeDocument/2006/relationships/image" Target="../media/image281.wmf"/><Relationship Id="rId2" Type="http://schemas.openxmlformats.org/officeDocument/2006/relationships/image" Target="../media/image276.wmf"/><Relationship Id="rId1" Type="http://schemas.openxmlformats.org/officeDocument/2006/relationships/image" Target="../media/image275.wmf"/><Relationship Id="rId6" Type="http://schemas.openxmlformats.org/officeDocument/2006/relationships/image" Target="../media/image280.wmf"/><Relationship Id="rId5" Type="http://schemas.openxmlformats.org/officeDocument/2006/relationships/image" Target="../media/image279.wmf"/><Relationship Id="rId4" Type="http://schemas.openxmlformats.org/officeDocument/2006/relationships/image" Target="../media/image278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9.wmf"/><Relationship Id="rId3" Type="http://schemas.openxmlformats.org/officeDocument/2006/relationships/image" Target="../media/image284.wmf"/><Relationship Id="rId7" Type="http://schemas.openxmlformats.org/officeDocument/2006/relationships/image" Target="../media/image288.wmf"/><Relationship Id="rId2" Type="http://schemas.openxmlformats.org/officeDocument/2006/relationships/image" Target="../media/image283.wmf"/><Relationship Id="rId1" Type="http://schemas.openxmlformats.org/officeDocument/2006/relationships/image" Target="../media/image282.wmf"/><Relationship Id="rId6" Type="http://schemas.openxmlformats.org/officeDocument/2006/relationships/image" Target="../media/image287.wmf"/><Relationship Id="rId5" Type="http://schemas.openxmlformats.org/officeDocument/2006/relationships/image" Target="../media/image286.wmf"/><Relationship Id="rId4" Type="http://schemas.openxmlformats.org/officeDocument/2006/relationships/image" Target="../media/image285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1.wmf"/><Relationship Id="rId2" Type="http://schemas.openxmlformats.org/officeDocument/2006/relationships/image" Target="../media/image290.wmf"/><Relationship Id="rId1" Type="http://schemas.openxmlformats.org/officeDocument/2006/relationships/image" Target="../media/image289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9.wmf"/><Relationship Id="rId13" Type="http://schemas.openxmlformats.org/officeDocument/2006/relationships/image" Target="../media/image304.wmf"/><Relationship Id="rId3" Type="http://schemas.openxmlformats.org/officeDocument/2006/relationships/image" Target="../media/image294.wmf"/><Relationship Id="rId7" Type="http://schemas.openxmlformats.org/officeDocument/2006/relationships/image" Target="../media/image298.wmf"/><Relationship Id="rId12" Type="http://schemas.openxmlformats.org/officeDocument/2006/relationships/image" Target="../media/image303.wmf"/><Relationship Id="rId2" Type="http://schemas.openxmlformats.org/officeDocument/2006/relationships/image" Target="../media/image293.wmf"/><Relationship Id="rId1" Type="http://schemas.openxmlformats.org/officeDocument/2006/relationships/image" Target="../media/image292.wmf"/><Relationship Id="rId6" Type="http://schemas.openxmlformats.org/officeDocument/2006/relationships/image" Target="../media/image297.wmf"/><Relationship Id="rId11" Type="http://schemas.openxmlformats.org/officeDocument/2006/relationships/image" Target="../media/image302.wmf"/><Relationship Id="rId5" Type="http://schemas.openxmlformats.org/officeDocument/2006/relationships/image" Target="../media/image296.wmf"/><Relationship Id="rId15" Type="http://schemas.openxmlformats.org/officeDocument/2006/relationships/image" Target="../media/image306.wmf"/><Relationship Id="rId10" Type="http://schemas.openxmlformats.org/officeDocument/2006/relationships/image" Target="../media/image301.wmf"/><Relationship Id="rId4" Type="http://schemas.openxmlformats.org/officeDocument/2006/relationships/image" Target="../media/image295.wmf"/><Relationship Id="rId9" Type="http://schemas.openxmlformats.org/officeDocument/2006/relationships/image" Target="../media/image300.wmf"/><Relationship Id="rId14" Type="http://schemas.openxmlformats.org/officeDocument/2006/relationships/image" Target="../media/image305.wmf"/></Relationships>
</file>

<file path=ppt/drawings/_rels/vmlDrawing3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4.wmf"/><Relationship Id="rId13" Type="http://schemas.openxmlformats.org/officeDocument/2006/relationships/image" Target="../media/image319.wmf"/><Relationship Id="rId3" Type="http://schemas.openxmlformats.org/officeDocument/2006/relationships/image" Target="../media/image309.wmf"/><Relationship Id="rId7" Type="http://schemas.openxmlformats.org/officeDocument/2006/relationships/image" Target="../media/image313.wmf"/><Relationship Id="rId12" Type="http://schemas.openxmlformats.org/officeDocument/2006/relationships/image" Target="../media/image318.wmf"/><Relationship Id="rId17" Type="http://schemas.openxmlformats.org/officeDocument/2006/relationships/image" Target="../media/image323.wmf"/><Relationship Id="rId2" Type="http://schemas.openxmlformats.org/officeDocument/2006/relationships/image" Target="../media/image308.wmf"/><Relationship Id="rId16" Type="http://schemas.openxmlformats.org/officeDocument/2006/relationships/image" Target="../media/image322.wmf"/><Relationship Id="rId1" Type="http://schemas.openxmlformats.org/officeDocument/2006/relationships/image" Target="../media/image307.wmf"/><Relationship Id="rId6" Type="http://schemas.openxmlformats.org/officeDocument/2006/relationships/image" Target="../media/image312.wmf"/><Relationship Id="rId11" Type="http://schemas.openxmlformats.org/officeDocument/2006/relationships/image" Target="../media/image317.wmf"/><Relationship Id="rId5" Type="http://schemas.openxmlformats.org/officeDocument/2006/relationships/image" Target="../media/image311.wmf"/><Relationship Id="rId15" Type="http://schemas.openxmlformats.org/officeDocument/2006/relationships/image" Target="../media/image321.wmf"/><Relationship Id="rId10" Type="http://schemas.openxmlformats.org/officeDocument/2006/relationships/image" Target="../media/image316.wmf"/><Relationship Id="rId4" Type="http://schemas.openxmlformats.org/officeDocument/2006/relationships/image" Target="../media/image310.wmf"/><Relationship Id="rId9" Type="http://schemas.openxmlformats.org/officeDocument/2006/relationships/image" Target="../media/image315.wmf"/><Relationship Id="rId14" Type="http://schemas.openxmlformats.org/officeDocument/2006/relationships/image" Target="../media/image320.w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4.wmf"/></Relationships>
</file>

<file path=ppt/drawings/_rels/vmlDrawing4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wmf"/><Relationship Id="rId3" Type="http://schemas.openxmlformats.org/officeDocument/2006/relationships/image" Target="../media/image327.wmf"/><Relationship Id="rId7" Type="http://schemas.openxmlformats.org/officeDocument/2006/relationships/image" Target="../media/image331.wmf"/><Relationship Id="rId2" Type="http://schemas.openxmlformats.org/officeDocument/2006/relationships/image" Target="../media/image326.wmf"/><Relationship Id="rId1" Type="http://schemas.openxmlformats.org/officeDocument/2006/relationships/image" Target="../media/image325.wmf"/><Relationship Id="rId6" Type="http://schemas.openxmlformats.org/officeDocument/2006/relationships/image" Target="../media/image330.emf"/><Relationship Id="rId11" Type="http://schemas.openxmlformats.org/officeDocument/2006/relationships/image" Target="../media/image332.wmf"/><Relationship Id="rId5" Type="http://schemas.openxmlformats.org/officeDocument/2006/relationships/image" Target="../media/image329.wmf"/><Relationship Id="rId10" Type="http://schemas.openxmlformats.org/officeDocument/2006/relationships/image" Target="../media/image177.wmf"/><Relationship Id="rId4" Type="http://schemas.openxmlformats.org/officeDocument/2006/relationships/image" Target="../media/image328.wmf"/><Relationship Id="rId9" Type="http://schemas.openxmlformats.org/officeDocument/2006/relationships/image" Target="../media/image176.wmf"/></Relationships>
</file>

<file path=ppt/drawings/_rels/vmlDrawing4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wmf"/><Relationship Id="rId13" Type="http://schemas.openxmlformats.org/officeDocument/2006/relationships/image" Target="../media/image345.wmf"/><Relationship Id="rId3" Type="http://schemas.openxmlformats.org/officeDocument/2006/relationships/image" Target="../media/image335.wmf"/><Relationship Id="rId7" Type="http://schemas.openxmlformats.org/officeDocument/2006/relationships/image" Target="../media/image339.wmf"/><Relationship Id="rId12" Type="http://schemas.openxmlformats.org/officeDocument/2006/relationships/image" Target="../media/image344.wmf"/><Relationship Id="rId2" Type="http://schemas.openxmlformats.org/officeDocument/2006/relationships/image" Target="../media/image334.wmf"/><Relationship Id="rId1" Type="http://schemas.openxmlformats.org/officeDocument/2006/relationships/image" Target="../media/image333.wmf"/><Relationship Id="rId6" Type="http://schemas.openxmlformats.org/officeDocument/2006/relationships/image" Target="../media/image338.wmf"/><Relationship Id="rId11" Type="http://schemas.openxmlformats.org/officeDocument/2006/relationships/image" Target="../media/image343.wmf"/><Relationship Id="rId5" Type="http://schemas.openxmlformats.org/officeDocument/2006/relationships/image" Target="../media/image337.wmf"/><Relationship Id="rId15" Type="http://schemas.openxmlformats.org/officeDocument/2006/relationships/image" Target="../media/image347.wmf"/><Relationship Id="rId10" Type="http://schemas.openxmlformats.org/officeDocument/2006/relationships/image" Target="../media/image342.wmf"/><Relationship Id="rId4" Type="http://schemas.openxmlformats.org/officeDocument/2006/relationships/image" Target="../media/image336.wmf"/><Relationship Id="rId9" Type="http://schemas.openxmlformats.org/officeDocument/2006/relationships/image" Target="../media/image341.wmf"/><Relationship Id="rId14" Type="http://schemas.openxmlformats.org/officeDocument/2006/relationships/image" Target="../media/image346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wmf"/><Relationship Id="rId7" Type="http://schemas.openxmlformats.org/officeDocument/2006/relationships/image" Target="../media/image354.wmf"/><Relationship Id="rId2" Type="http://schemas.openxmlformats.org/officeDocument/2006/relationships/image" Target="../media/image349.wmf"/><Relationship Id="rId1" Type="http://schemas.openxmlformats.org/officeDocument/2006/relationships/image" Target="../media/image348.wmf"/><Relationship Id="rId6" Type="http://schemas.openxmlformats.org/officeDocument/2006/relationships/image" Target="../media/image353.wmf"/><Relationship Id="rId5" Type="http://schemas.openxmlformats.org/officeDocument/2006/relationships/image" Target="../media/image352.wmf"/><Relationship Id="rId4" Type="http://schemas.openxmlformats.org/officeDocument/2006/relationships/image" Target="../media/image351.wmf"/></Relationships>
</file>

<file path=ppt/drawings/_rels/vmlDrawing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2.wmf"/><Relationship Id="rId3" Type="http://schemas.openxmlformats.org/officeDocument/2006/relationships/image" Target="../media/image357.wmf"/><Relationship Id="rId7" Type="http://schemas.openxmlformats.org/officeDocument/2006/relationships/image" Target="../media/image361.wmf"/><Relationship Id="rId2" Type="http://schemas.openxmlformats.org/officeDocument/2006/relationships/image" Target="../media/image356.wmf"/><Relationship Id="rId1" Type="http://schemas.openxmlformats.org/officeDocument/2006/relationships/image" Target="../media/image355.wmf"/><Relationship Id="rId6" Type="http://schemas.openxmlformats.org/officeDocument/2006/relationships/image" Target="../media/image360.wmf"/><Relationship Id="rId5" Type="http://schemas.openxmlformats.org/officeDocument/2006/relationships/image" Target="../media/image359.wmf"/><Relationship Id="rId4" Type="http://schemas.openxmlformats.org/officeDocument/2006/relationships/image" Target="../media/image358.wmf"/><Relationship Id="rId9" Type="http://schemas.openxmlformats.org/officeDocument/2006/relationships/image" Target="../media/image363.w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6.wmf"/><Relationship Id="rId2" Type="http://schemas.openxmlformats.org/officeDocument/2006/relationships/image" Target="../media/image365.wmf"/><Relationship Id="rId1" Type="http://schemas.openxmlformats.org/officeDocument/2006/relationships/image" Target="../media/image364.wmf"/><Relationship Id="rId4" Type="http://schemas.openxmlformats.org/officeDocument/2006/relationships/image" Target="../media/image367.wmf"/></Relationships>
</file>

<file path=ppt/drawings/_rels/vmlDrawing4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5.wmf"/><Relationship Id="rId3" Type="http://schemas.openxmlformats.org/officeDocument/2006/relationships/image" Target="../media/image370.wmf"/><Relationship Id="rId7" Type="http://schemas.openxmlformats.org/officeDocument/2006/relationships/image" Target="../media/image374.wmf"/><Relationship Id="rId2" Type="http://schemas.openxmlformats.org/officeDocument/2006/relationships/image" Target="../media/image369.wmf"/><Relationship Id="rId1" Type="http://schemas.openxmlformats.org/officeDocument/2006/relationships/image" Target="../media/image368.wmf"/><Relationship Id="rId6" Type="http://schemas.openxmlformats.org/officeDocument/2006/relationships/image" Target="../media/image373.wmf"/><Relationship Id="rId5" Type="http://schemas.openxmlformats.org/officeDocument/2006/relationships/image" Target="../media/image372.wmf"/><Relationship Id="rId4" Type="http://schemas.openxmlformats.org/officeDocument/2006/relationships/image" Target="../media/image371.w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8.wmf"/><Relationship Id="rId2" Type="http://schemas.openxmlformats.org/officeDocument/2006/relationships/image" Target="../media/image377.wmf"/><Relationship Id="rId1" Type="http://schemas.openxmlformats.org/officeDocument/2006/relationships/image" Target="../media/image376.wmf"/><Relationship Id="rId4" Type="http://schemas.openxmlformats.org/officeDocument/2006/relationships/image" Target="../media/image379.w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1.wmf"/><Relationship Id="rId2" Type="http://schemas.openxmlformats.org/officeDocument/2006/relationships/image" Target="../media/image380.wmf"/><Relationship Id="rId1" Type="http://schemas.openxmlformats.org/officeDocument/2006/relationships/image" Target="../media/image379.wmf"/><Relationship Id="rId5" Type="http://schemas.openxmlformats.org/officeDocument/2006/relationships/image" Target="../media/image383.wmf"/><Relationship Id="rId4" Type="http://schemas.openxmlformats.org/officeDocument/2006/relationships/image" Target="../media/image382.wmf"/></Relationships>
</file>

<file path=ppt/drawings/_rels/vmlDrawing4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6.wmf"/><Relationship Id="rId2" Type="http://schemas.openxmlformats.org/officeDocument/2006/relationships/image" Target="../media/image385.wmf"/><Relationship Id="rId1" Type="http://schemas.openxmlformats.org/officeDocument/2006/relationships/image" Target="../media/image384.wmf"/><Relationship Id="rId5" Type="http://schemas.openxmlformats.org/officeDocument/2006/relationships/image" Target="../media/image388.wmf"/><Relationship Id="rId4" Type="http://schemas.openxmlformats.org/officeDocument/2006/relationships/image" Target="../media/image387.wmf"/></Relationships>
</file>

<file path=ppt/drawings/_rels/vmlDrawing5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6.wmf"/><Relationship Id="rId3" Type="http://schemas.openxmlformats.org/officeDocument/2006/relationships/image" Target="../media/image391.wmf"/><Relationship Id="rId7" Type="http://schemas.openxmlformats.org/officeDocument/2006/relationships/image" Target="../media/image395.wmf"/><Relationship Id="rId2" Type="http://schemas.openxmlformats.org/officeDocument/2006/relationships/image" Target="../media/image390.wmf"/><Relationship Id="rId1" Type="http://schemas.openxmlformats.org/officeDocument/2006/relationships/image" Target="../media/image389.wmf"/><Relationship Id="rId6" Type="http://schemas.openxmlformats.org/officeDocument/2006/relationships/image" Target="../media/image394.wmf"/><Relationship Id="rId5" Type="http://schemas.openxmlformats.org/officeDocument/2006/relationships/image" Target="../media/image393.wmf"/><Relationship Id="rId4" Type="http://schemas.openxmlformats.org/officeDocument/2006/relationships/image" Target="../media/image392.w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9.wmf"/><Relationship Id="rId2" Type="http://schemas.openxmlformats.org/officeDocument/2006/relationships/image" Target="../media/image398.wmf"/><Relationship Id="rId1" Type="http://schemas.openxmlformats.org/officeDocument/2006/relationships/image" Target="../media/image397.wmf"/><Relationship Id="rId6" Type="http://schemas.openxmlformats.org/officeDocument/2006/relationships/image" Target="../media/image402.wmf"/><Relationship Id="rId5" Type="http://schemas.openxmlformats.org/officeDocument/2006/relationships/image" Target="../media/image401.wmf"/><Relationship Id="rId4" Type="http://schemas.openxmlformats.org/officeDocument/2006/relationships/image" Target="../media/image400.wmf"/></Relationships>
</file>

<file path=ppt/drawings/_rels/vmlDrawing52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0.wmf"/><Relationship Id="rId3" Type="http://schemas.openxmlformats.org/officeDocument/2006/relationships/image" Target="../media/image405.wmf"/><Relationship Id="rId7" Type="http://schemas.openxmlformats.org/officeDocument/2006/relationships/image" Target="../media/image409.wmf"/><Relationship Id="rId2" Type="http://schemas.openxmlformats.org/officeDocument/2006/relationships/image" Target="../media/image404.wmf"/><Relationship Id="rId1" Type="http://schemas.openxmlformats.org/officeDocument/2006/relationships/image" Target="../media/image403.wmf"/><Relationship Id="rId6" Type="http://schemas.openxmlformats.org/officeDocument/2006/relationships/image" Target="../media/image408.wmf"/><Relationship Id="rId5" Type="http://schemas.openxmlformats.org/officeDocument/2006/relationships/image" Target="../media/image407.wmf"/><Relationship Id="rId4" Type="http://schemas.openxmlformats.org/officeDocument/2006/relationships/image" Target="../media/image406.wmf"/><Relationship Id="rId9" Type="http://schemas.openxmlformats.org/officeDocument/2006/relationships/image" Target="../media/image411.wmf"/></Relationships>
</file>

<file path=ppt/drawings/_rels/vmlDrawing53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9.wmf"/><Relationship Id="rId13" Type="http://schemas.openxmlformats.org/officeDocument/2006/relationships/image" Target="../media/image424.wmf"/><Relationship Id="rId3" Type="http://schemas.openxmlformats.org/officeDocument/2006/relationships/image" Target="../media/image414.wmf"/><Relationship Id="rId7" Type="http://schemas.openxmlformats.org/officeDocument/2006/relationships/image" Target="../media/image418.wmf"/><Relationship Id="rId12" Type="http://schemas.openxmlformats.org/officeDocument/2006/relationships/image" Target="../media/image423.wmf"/><Relationship Id="rId2" Type="http://schemas.openxmlformats.org/officeDocument/2006/relationships/image" Target="../media/image413.wmf"/><Relationship Id="rId1" Type="http://schemas.openxmlformats.org/officeDocument/2006/relationships/image" Target="../media/image412.wmf"/><Relationship Id="rId6" Type="http://schemas.openxmlformats.org/officeDocument/2006/relationships/image" Target="../media/image417.wmf"/><Relationship Id="rId11" Type="http://schemas.openxmlformats.org/officeDocument/2006/relationships/image" Target="../media/image422.wmf"/><Relationship Id="rId5" Type="http://schemas.openxmlformats.org/officeDocument/2006/relationships/image" Target="../media/image416.wmf"/><Relationship Id="rId15" Type="http://schemas.openxmlformats.org/officeDocument/2006/relationships/image" Target="../media/image426.wmf"/><Relationship Id="rId10" Type="http://schemas.openxmlformats.org/officeDocument/2006/relationships/image" Target="../media/image421.wmf"/><Relationship Id="rId4" Type="http://schemas.openxmlformats.org/officeDocument/2006/relationships/image" Target="../media/image415.wmf"/><Relationship Id="rId9" Type="http://schemas.openxmlformats.org/officeDocument/2006/relationships/image" Target="../media/image420.wmf"/><Relationship Id="rId14" Type="http://schemas.openxmlformats.org/officeDocument/2006/relationships/image" Target="../media/image425.wmf"/></Relationships>
</file>

<file path=ppt/drawings/_rels/vmlDrawing5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4.wmf"/><Relationship Id="rId13" Type="http://schemas.openxmlformats.org/officeDocument/2006/relationships/image" Target="../media/image439.wmf"/><Relationship Id="rId3" Type="http://schemas.openxmlformats.org/officeDocument/2006/relationships/image" Target="../media/image429.wmf"/><Relationship Id="rId7" Type="http://schemas.openxmlformats.org/officeDocument/2006/relationships/image" Target="../media/image433.wmf"/><Relationship Id="rId12" Type="http://schemas.openxmlformats.org/officeDocument/2006/relationships/image" Target="../media/image438.wmf"/><Relationship Id="rId2" Type="http://schemas.openxmlformats.org/officeDocument/2006/relationships/image" Target="../media/image428.wmf"/><Relationship Id="rId1" Type="http://schemas.openxmlformats.org/officeDocument/2006/relationships/image" Target="../media/image427.wmf"/><Relationship Id="rId6" Type="http://schemas.openxmlformats.org/officeDocument/2006/relationships/image" Target="../media/image432.wmf"/><Relationship Id="rId11" Type="http://schemas.openxmlformats.org/officeDocument/2006/relationships/image" Target="../media/image437.wmf"/><Relationship Id="rId5" Type="http://schemas.openxmlformats.org/officeDocument/2006/relationships/image" Target="../media/image431.wmf"/><Relationship Id="rId10" Type="http://schemas.openxmlformats.org/officeDocument/2006/relationships/image" Target="../media/image436.wmf"/><Relationship Id="rId4" Type="http://schemas.openxmlformats.org/officeDocument/2006/relationships/image" Target="../media/image430.wmf"/><Relationship Id="rId9" Type="http://schemas.openxmlformats.org/officeDocument/2006/relationships/image" Target="../media/image435.wmf"/></Relationships>
</file>

<file path=ppt/drawings/_rels/vmlDrawing5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7.wmf"/><Relationship Id="rId3" Type="http://schemas.openxmlformats.org/officeDocument/2006/relationships/image" Target="../media/image442.wmf"/><Relationship Id="rId7" Type="http://schemas.openxmlformats.org/officeDocument/2006/relationships/image" Target="../media/image446.wmf"/><Relationship Id="rId2" Type="http://schemas.openxmlformats.org/officeDocument/2006/relationships/image" Target="../media/image441.wmf"/><Relationship Id="rId1" Type="http://schemas.openxmlformats.org/officeDocument/2006/relationships/image" Target="../media/image440.wmf"/><Relationship Id="rId6" Type="http://schemas.openxmlformats.org/officeDocument/2006/relationships/image" Target="../media/image445.wmf"/><Relationship Id="rId5" Type="http://schemas.openxmlformats.org/officeDocument/2006/relationships/image" Target="../media/image444.wmf"/><Relationship Id="rId4" Type="http://schemas.openxmlformats.org/officeDocument/2006/relationships/image" Target="../media/image443.wmf"/><Relationship Id="rId9" Type="http://schemas.openxmlformats.org/officeDocument/2006/relationships/image" Target="../media/image448.wmf"/></Relationships>
</file>

<file path=ppt/drawings/_rels/vmlDrawing5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52.wmf"/><Relationship Id="rId3" Type="http://schemas.openxmlformats.org/officeDocument/2006/relationships/image" Target="../media/image442.wmf"/><Relationship Id="rId7" Type="http://schemas.openxmlformats.org/officeDocument/2006/relationships/image" Target="../media/image451.wmf"/><Relationship Id="rId2" Type="http://schemas.openxmlformats.org/officeDocument/2006/relationships/image" Target="../media/image441.wmf"/><Relationship Id="rId1" Type="http://schemas.openxmlformats.org/officeDocument/2006/relationships/image" Target="../media/image440.wmf"/><Relationship Id="rId6" Type="http://schemas.openxmlformats.org/officeDocument/2006/relationships/image" Target="../media/image450.wmf"/><Relationship Id="rId11" Type="http://schemas.openxmlformats.org/officeDocument/2006/relationships/image" Target="../media/image424.wmf"/><Relationship Id="rId5" Type="http://schemas.openxmlformats.org/officeDocument/2006/relationships/image" Target="../media/image444.wmf"/><Relationship Id="rId10" Type="http://schemas.openxmlformats.org/officeDocument/2006/relationships/image" Target="../media/image454.wmf"/><Relationship Id="rId4" Type="http://schemas.openxmlformats.org/officeDocument/2006/relationships/image" Target="../media/image443.wmf"/><Relationship Id="rId9" Type="http://schemas.openxmlformats.org/officeDocument/2006/relationships/image" Target="../media/image453.wmf"/></Relationships>
</file>

<file path=ppt/drawings/_rels/vmlDrawing5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62.wmf"/><Relationship Id="rId13" Type="http://schemas.openxmlformats.org/officeDocument/2006/relationships/image" Target="../media/image467.wmf"/><Relationship Id="rId3" Type="http://schemas.openxmlformats.org/officeDocument/2006/relationships/image" Target="../media/image457.wmf"/><Relationship Id="rId7" Type="http://schemas.openxmlformats.org/officeDocument/2006/relationships/image" Target="../media/image461.wmf"/><Relationship Id="rId12" Type="http://schemas.openxmlformats.org/officeDocument/2006/relationships/image" Target="../media/image466.wmf"/><Relationship Id="rId2" Type="http://schemas.openxmlformats.org/officeDocument/2006/relationships/image" Target="../media/image456.wmf"/><Relationship Id="rId1" Type="http://schemas.openxmlformats.org/officeDocument/2006/relationships/image" Target="../media/image455.wmf"/><Relationship Id="rId6" Type="http://schemas.openxmlformats.org/officeDocument/2006/relationships/image" Target="../media/image460.wmf"/><Relationship Id="rId11" Type="http://schemas.openxmlformats.org/officeDocument/2006/relationships/image" Target="../media/image465.wmf"/><Relationship Id="rId5" Type="http://schemas.openxmlformats.org/officeDocument/2006/relationships/image" Target="../media/image459.wmf"/><Relationship Id="rId15" Type="http://schemas.openxmlformats.org/officeDocument/2006/relationships/image" Target="../media/image469.wmf"/><Relationship Id="rId10" Type="http://schemas.openxmlformats.org/officeDocument/2006/relationships/image" Target="../media/image464.wmf"/><Relationship Id="rId4" Type="http://schemas.openxmlformats.org/officeDocument/2006/relationships/image" Target="../media/image458.wmf"/><Relationship Id="rId9" Type="http://schemas.openxmlformats.org/officeDocument/2006/relationships/image" Target="../media/image463.wmf"/><Relationship Id="rId14" Type="http://schemas.openxmlformats.org/officeDocument/2006/relationships/image" Target="../media/image468.wmf"/></Relationships>
</file>

<file path=ppt/drawings/_rels/vmlDrawing5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75.wmf"/><Relationship Id="rId3" Type="http://schemas.openxmlformats.org/officeDocument/2006/relationships/image" Target="../media/image472.wmf"/><Relationship Id="rId7" Type="http://schemas.openxmlformats.org/officeDocument/2006/relationships/image" Target="../media/image474.wmf"/><Relationship Id="rId2" Type="http://schemas.openxmlformats.org/officeDocument/2006/relationships/image" Target="../media/image471.wmf"/><Relationship Id="rId1" Type="http://schemas.openxmlformats.org/officeDocument/2006/relationships/image" Target="../media/image470.wmf"/><Relationship Id="rId6" Type="http://schemas.openxmlformats.org/officeDocument/2006/relationships/image" Target="../media/image473.wmf"/><Relationship Id="rId5" Type="http://schemas.openxmlformats.org/officeDocument/2006/relationships/image" Target="../media/image461.wmf"/><Relationship Id="rId4" Type="http://schemas.openxmlformats.org/officeDocument/2006/relationships/image" Target="../media/image460.wmf"/></Relationships>
</file>

<file path=ppt/drawings/_rels/vmlDrawing5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7.wmf"/><Relationship Id="rId2" Type="http://schemas.openxmlformats.org/officeDocument/2006/relationships/image" Target="../media/image476.wmf"/><Relationship Id="rId1" Type="http://schemas.openxmlformats.org/officeDocument/2006/relationships/image" Target="../media/image440.wmf"/><Relationship Id="rId6" Type="http://schemas.openxmlformats.org/officeDocument/2006/relationships/image" Target="../media/image480.wmf"/><Relationship Id="rId5" Type="http://schemas.openxmlformats.org/officeDocument/2006/relationships/image" Target="../media/image479.wmf"/><Relationship Id="rId4" Type="http://schemas.openxmlformats.org/officeDocument/2006/relationships/image" Target="../media/image478.wmf"/></Relationships>
</file>

<file path=ppt/drawings/_rels/vmlDrawing6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7.wmf"/><Relationship Id="rId7" Type="http://schemas.openxmlformats.org/officeDocument/2006/relationships/image" Target="../media/image484.wmf"/><Relationship Id="rId2" Type="http://schemas.openxmlformats.org/officeDocument/2006/relationships/image" Target="../media/image476.wmf"/><Relationship Id="rId1" Type="http://schemas.openxmlformats.org/officeDocument/2006/relationships/image" Target="../media/image440.wmf"/><Relationship Id="rId6" Type="http://schemas.openxmlformats.org/officeDocument/2006/relationships/image" Target="../media/image483.wmf"/><Relationship Id="rId5" Type="http://schemas.openxmlformats.org/officeDocument/2006/relationships/image" Target="../media/image482.wmf"/><Relationship Id="rId4" Type="http://schemas.openxmlformats.org/officeDocument/2006/relationships/image" Target="../media/image481.wmf"/></Relationships>
</file>

<file path=ppt/drawings/_rels/vmlDrawing61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2.wmf"/><Relationship Id="rId3" Type="http://schemas.openxmlformats.org/officeDocument/2006/relationships/image" Target="../media/image487.wmf"/><Relationship Id="rId7" Type="http://schemas.openxmlformats.org/officeDocument/2006/relationships/image" Target="../media/image491.wmf"/><Relationship Id="rId2" Type="http://schemas.openxmlformats.org/officeDocument/2006/relationships/image" Target="../media/image486.wmf"/><Relationship Id="rId1" Type="http://schemas.openxmlformats.org/officeDocument/2006/relationships/image" Target="../media/image485.wmf"/><Relationship Id="rId6" Type="http://schemas.openxmlformats.org/officeDocument/2006/relationships/image" Target="../media/image490.wmf"/><Relationship Id="rId11" Type="http://schemas.openxmlformats.org/officeDocument/2006/relationships/image" Target="../media/image477.wmf"/><Relationship Id="rId5" Type="http://schemas.openxmlformats.org/officeDocument/2006/relationships/image" Target="../media/image489.wmf"/><Relationship Id="rId10" Type="http://schemas.openxmlformats.org/officeDocument/2006/relationships/image" Target="../media/image494.wmf"/><Relationship Id="rId4" Type="http://schemas.openxmlformats.org/officeDocument/2006/relationships/image" Target="../media/image488.wmf"/><Relationship Id="rId9" Type="http://schemas.openxmlformats.org/officeDocument/2006/relationships/image" Target="../media/image493.wmf"/></Relationships>
</file>

<file path=ppt/drawings/_rels/vmlDrawing62.vml.rels><?xml version="1.0" encoding="UTF-8" standalone="yes"?>
<Relationships xmlns="http://schemas.openxmlformats.org/package/2006/relationships"><Relationship Id="rId8" Type="http://schemas.openxmlformats.org/officeDocument/2006/relationships/image" Target="../media/image502.wmf"/><Relationship Id="rId13" Type="http://schemas.openxmlformats.org/officeDocument/2006/relationships/image" Target="../media/image507.wmf"/><Relationship Id="rId3" Type="http://schemas.openxmlformats.org/officeDocument/2006/relationships/image" Target="../media/image497.wmf"/><Relationship Id="rId7" Type="http://schemas.openxmlformats.org/officeDocument/2006/relationships/image" Target="../media/image501.wmf"/><Relationship Id="rId12" Type="http://schemas.openxmlformats.org/officeDocument/2006/relationships/image" Target="../media/image506.wmf"/><Relationship Id="rId2" Type="http://schemas.openxmlformats.org/officeDocument/2006/relationships/image" Target="../media/image496.wmf"/><Relationship Id="rId1" Type="http://schemas.openxmlformats.org/officeDocument/2006/relationships/image" Target="../media/image495.wmf"/><Relationship Id="rId6" Type="http://schemas.openxmlformats.org/officeDocument/2006/relationships/image" Target="../media/image500.wmf"/><Relationship Id="rId11" Type="http://schemas.openxmlformats.org/officeDocument/2006/relationships/image" Target="../media/image505.wmf"/><Relationship Id="rId5" Type="http://schemas.openxmlformats.org/officeDocument/2006/relationships/image" Target="../media/image499.wmf"/><Relationship Id="rId15" Type="http://schemas.openxmlformats.org/officeDocument/2006/relationships/image" Target="../media/image509.wmf"/><Relationship Id="rId10" Type="http://schemas.openxmlformats.org/officeDocument/2006/relationships/image" Target="../media/image504.wmf"/><Relationship Id="rId4" Type="http://schemas.openxmlformats.org/officeDocument/2006/relationships/image" Target="../media/image498.wmf"/><Relationship Id="rId9" Type="http://schemas.openxmlformats.org/officeDocument/2006/relationships/image" Target="../media/image503.wmf"/><Relationship Id="rId14" Type="http://schemas.openxmlformats.org/officeDocument/2006/relationships/image" Target="../media/image508.wmf"/></Relationships>
</file>

<file path=ppt/drawings/_rels/vmlDrawing6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2.wmf"/><Relationship Id="rId7" Type="http://schemas.openxmlformats.org/officeDocument/2006/relationships/image" Target="../media/image516.wmf"/><Relationship Id="rId2" Type="http://schemas.openxmlformats.org/officeDocument/2006/relationships/image" Target="../media/image511.wmf"/><Relationship Id="rId1" Type="http://schemas.openxmlformats.org/officeDocument/2006/relationships/image" Target="../media/image510.wmf"/><Relationship Id="rId6" Type="http://schemas.openxmlformats.org/officeDocument/2006/relationships/image" Target="../media/image515.wmf"/><Relationship Id="rId5" Type="http://schemas.openxmlformats.org/officeDocument/2006/relationships/image" Target="../media/image514.wmf"/><Relationship Id="rId4" Type="http://schemas.openxmlformats.org/officeDocument/2006/relationships/image" Target="../media/image513.wmf"/></Relationships>
</file>

<file path=ppt/drawings/_rels/vmlDrawing64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3.wmf"/><Relationship Id="rId13" Type="http://schemas.openxmlformats.org/officeDocument/2006/relationships/image" Target="../media/image528.wmf"/><Relationship Id="rId3" Type="http://schemas.openxmlformats.org/officeDocument/2006/relationships/image" Target="../media/image518.wmf"/><Relationship Id="rId7" Type="http://schemas.openxmlformats.org/officeDocument/2006/relationships/image" Target="../media/image522.wmf"/><Relationship Id="rId12" Type="http://schemas.openxmlformats.org/officeDocument/2006/relationships/image" Target="../media/image527.wmf"/><Relationship Id="rId2" Type="http://schemas.openxmlformats.org/officeDocument/2006/relationships/image" Target="../media/image502.wmf"/><Relationship Id="rId1" Type="http://schemas.openxmlformats.org/officeDocument/2006/relationships/image" Target="../media/image517.wmf"/><Relationship Id="rId6" Type="http://schemas.openxmlformats.org/officeDocument/2006/relationships/image" Target="../media/image521.wmf"/><Relationship Id="rId11" Type="http://schemas.openxmlformats.org/officeDocument/2006/relationships/image" Target="../media/image526.wmf"/><Relationship Id="rId5" Type="http://schemas.openxmlformats.org/officeDocument/2006/relationships/image" Target="../media/image520.wmf"/><Relationship Id="rId10" Type="http://schemas.openxmlformats.org/officeDocument/2006/relationships/image" Target="../media/image525.wmf"/><Relationship Id="rId4" Type="http://schemas.openxmlformats.org/officeDocument/2006/relationships/image" Target="../media/image519.wmf"/><Relationship Id="rId9" Type="http://schemas.openxmlformats.org/officeDocument/2006/relationships/image" Target="../media/image52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590F3A-70EF-42DC-9C2D-0F3BA1EDD2BB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D9C487-8241-42D5-8F91-F0C1531E27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9356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9C487-8241-42D5-8F91-F0C1531E274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9251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D9C487-8241-42D5-8F91-F0C1531E274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8711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D9C487-8241-42D5-8F91-F0C1531E274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44632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D9C487-8241-42D5-8F91-F0C1531E274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01082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D9C487-8241-42D5-8F91-F0C1531E274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47454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D9C487-8241-42D5-8F91-F0C1531E274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48333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/>
              <a:t>积</a:t>
            </a:r>
            <a:endParaRPr kumimoji="1" lang="en-US" altLang="zh-CN" sz="1200" b="1" dirty="0">
              <a:latin typeface="+mn-ea"/>
              <a:ea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D9C487-8241-42D5-8F91-F0C1531E274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58453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D9C487-8241-42D5-8F91-F0C1531E274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01576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D9C487-8241-42D5-8F91-F0C1531E274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8392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D9C487-8241-42D5-8F91-F0C1531E274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20561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D9C487-8241-42D5-8F91-F0C1531E274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30933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D9C487-8241-42D5-8F91-F0C1531E274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2246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3BC0268-565B-4C2B-A008-D7995EB7A07E}"/>
              </a:ext>
            </a:extLst>
          </p:cNvPr>
          <p:cNvSpPr txBox="1"/>
          <p:nvPr userDrawn="1"/>
        </p:nvSpPr>
        <p:spPr>
          <a:xfrm>
            <a:off x="5056598" y="-61016"/>
            <a:ext cx="1943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数学与统计学院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27534"/>
            <a:ext cx="8229600" cy="857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29">
            <a:extLst>
              <a:ext uri="{FF2B5EF4-FFF2-40B4-BE49-F238E27FC236}">
                <a16:creationId xmlns:a16="http://schemas.microsoft.com/office/drawing/2014/main" id="{F119A3CF-54C1-40ED-BE69-FEBD0D322A90}"/>
              </a:ext>
            </a:extLst>
          </p:cNvPr>
          <p:cNvSpPr txBox="1">
            <a:spLocks/>
          </p:cNvSpPr>
          <p:nvPr userDrawn="1"/>
        </p:nvSpPr>
        <p:spPr>
          <a:xfrm>
            <a:off x="2915816" y="20782"/>
            <a:ext cx="5891546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1800" b="1" kern="1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r>
              <a:rPr lang="zh-CN" altLang="en-US" sz="1800" dirty="0"/>
              <a:t>第一讲微分方程的基本概念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.wmf"/><Relationship Id="rId20" Type="http://schemas.openxmlformats.org/officeDocument/2006/relationships/image" Target="../media/image9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1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Relationship Id="rId22" Type="http://schemas.openxmlformats.org/officeDocument/2006/relationships/image" Target="../media/image10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15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5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21.bin"/><Relationship Id="rId18" Type="http://schemas.openxmlformats.org/officeDocument/2006/relationships/image" Target="../media/image23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0.wmf"/><Relationship Id="rId17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.wmf"/><Relationship Id="rId20" Type="http://schemas.openxmlformats.org/officeDocument/2006/relationships/image" Target="../media/image24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5" Type="http://schemas.openxmlformats.org/officeDocument/2006/relationships/oleObject" Target="../embeddings/oleObject22.bin"/><Relationship Id="rId10" Type="http://schemas.openxmlformats.org/officeDocument/2006/relationships/image" Target="../media/image19.wmf"/><Relationship Id="rId19" Type="http://schemas.openxmlformats.org/officeDocument/2006/relationships/oleObject" Target="../embeddings/oleObject24.bin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21.wmf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0.bin"/><Relationship Id="rId18" Type="http://schemas.openxmlformats.org/officeDocument/2006/relationships/image" Target="../media/image32.wmf"/><Relationship Id="rId26" Type="http://schemas.openxmlformats.org/officeDocument/2006/relationships/oleObject" Target="../embeddings/oleObject37.bin"/><Relationship Id="rId39" Type="http://schemas.openxmlformats.org/officeDocument/2006/relationships/oleObject" Target="../embeddings/oleObject44.bin"/><Relationship Id="rId21" Type="http://schemas.openxmlformats.org/officeDocument/2006/relationships/image" Target="../media/image33.wmf"/><Relationship Id="rId34" Type="http://schemas.openxmlformats.org/officeDocument/2006/relationships/image" Target="../media/image39.wmf"/><Relationship Id="rId42" Type="http://schemas.openxmlformats.org/officeDocument/2006/relationships/image" Target="../media/image43.wmf"/><Relationship Id="rId47" Type="http://schemas.openxmlformats.org/officeDocument/2006/relationships/oleObject" Target="../embeddings/oleObject48.bin"/><Relationship Id="rId50" Type="http://schemas.openxmlformats.org/officeDocument/2006/relationships/image" Target="../media/image47.wmf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.wmf"/><Relationship Id="rId29" Type="http://schemas.openxmlformats.org/officeDocument/2006/relationships/oleObject" Target="../embeddings/oleObject39.bin"/><Relationship Id="rId11" Type="http://schemas.openxmlformats.org/officeDocument/2006/relationships/oleObject" Target="../embeddings/oleObject29.bin"/><Relationship Id="rId24" Type="http://schemas.openxmlformats.org/officeDocument/2006/relationships/oleObject" Target="../embeddings/oleObject36.bin"/><Relationship Id="rId32" Type="http://schemas.openxmlformats.org/officeDocument/2006/relationships/image" Target="../media/image38.wmf"/><Relationship Id="rId37" Type="http://schemas.openxmlformats.org/officeDocument/2006/relationships/oleObject" Target="../embeddings/oleObject43.bin"/><Relationship Id="rId40" Type="http://schemas.openxmlformats.org/officeDocument/2006/relationships/image" Target="../media/image42.wmf"/><Relationship Id="rId45" Type="http://schemas.openxmlformats.org/officeDocument/2006/relationships/oleObject" Target="../embeddings/oleObject47.bin"/><Relationship Id="rId53" Type="http://schemas.openxmlformats.org/officeDocument/2006/relationships/oleObject" Target="../embeddings/oleObject51.bin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28.wmf"/><Relationship Id="rId19" Type="http://schemas.openxmlformats.org/officeDocument/2006/relationships/oleObject" Target="../embeddings/oleObject33.bin"/><Relationship Id="rId31" Type="http://schemas.openxmlformats.org/officeDocument/2006/relationships/oleObject" Target="../embeddings/oleObject40.bin"/><Relationship Id="rId44" Type="http://schemas.openxmlformats.org/officeDocument/2006/relationships/image" Target="../media/image44.wmf"/><Relationship Id="rId52" Type="http://schemas.openxmlformats.org/officeDocument/2006/relationships/image" Target="../media/image48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30.wmf"/><Relationship Id="rId22" Type="http://schemas.openxmlformats.org/officeDocument/2006/relationships/oleObject" Target="../embeddings/oleObject35.bin"/><Relationship Id="rId27" Type="http://schemas.openxmlformats.org/officeDocument/2006/relationships/image" Target="../media/image36.wmf"/><Relationship Id="rId30" Type="http://schemas.openxmlformats.org/officeDocument/2006/relationships/image" Target="../media/image37.wmf"/><Relationship Id="rId35" Type="http://schemas.openxmlformats.org/officeDocument/2006/relationships/oleObject" Target="../embeddings/oleObject42.bin"/><Relationship Id="rId43" Type="http://schemas.openxmlformats.org/officeDocument/2006/relationships/oleObject" Target="../embeddings/oleObject46.bin"/><Relationship Id="rId48" Type="http://schemas.openxmlformats.org/officeDocument/2006/relationships/image" Target="../media/image46.wmf"/><Relationship Id="rId8" Type="http://schemas.openxmlformats.org/officeDocument/2006/relationships/image" Target="../media/image27.wmf"/><Relationship Id="rId51" Type="http://schemas.openxmlformats.org/officeDocument/2006/relationships/oleObject" Target="../embeddings/oleObject50.bin"/><Relationship Id="rId3" Type="http://schemas.openxmlformats.org/officeDocument/2006/relationships/oleObject" Target="../embeddings/oleObject25.bin"/><Relationship Id="rId12" Type="http://schemas.openxmlformats.org/officeDocument/2006/relationships/image" Target="../media/image29.wmf"/><Relationship Id="rId17" Type="http://schemas.openxmlformats.org/officeDocument/2006/relationships/oleObject" Target="../embeddings/oleObject32.bin"/><Relationship Id="rId25" Type="http://schemas.openxmlformats.org/officeDocument/2006/relationships/image" Target="../media/image35.wmf"/><Relationship Id="rId33" Type="http://schemas.openxmlformats.org/officeDocument/2006/relationships/oleObject" Target="../embeddings/oleObject41.bin"/><Relationship Id="rId38" Type="http://schemas.openxmlformats.org/officeDocument/2006/relationships/image" Target="../media/image41.wmf"/><Relationship Id="rId46" Type="http://schemas.openxmlformats.org/officeDocument/2006/relationships/image" Target="../media/image45.wmf"/><Relationship Id="rId20" Type="http://schemas.openxmlformats.org/officeDocument/2006/relationships/oleObject" Target="../embeddings/oleObject34.bin"/><Relationship Id="rId41" Type="http://schemas.openxmlformats.org/officeDocument/2006/relationships/oleObject" Target="../embeddings/oleObject45.bin"/><Relationship Id="rId54" Type="http://schemas.openxmlformats.org/officeDocument/2006/relationships/image" Target="../media/image49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26.wmf"/><Relationship Id="rId15" Type="http://schemas.openxmlformats.org/officeDocument/2006/relationships/oleObject" Target="../embeddings/oleObject31.bin"/><Relationship Id="rId23" Type="http://schemas.openxmlformats.org/officeDocument/2006/relationships/image" Target="../media/image34.wmf"/><Relationship Id="rId28" Type="http://schemas.openxmlformats.org/officeDocument/2006/relationships/oleObject" Target="../embeddings/oleObject38.bin"/><Relationship Id="rId36" Type="http://schemas.openxmlformats.org/officeDocument/2006/relationships/image" Target="../media/image40.wmf"/><Relationship Id="rId49" Type="http://schemas.openxmlformats.org/officeDocument/2006/relationships/oleObject" Target="../embeddings/oleObject49.bin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7.bin"/><Relationship Id="rId18" Type="http://schemas.openxmlformats.org/officeDocument/2006/relationships/image" Target="../media/image43.wmf"/><Relationship Id="rId26" Type="http://schemas.openxmlformats.org/officeDocument/2006/relationships/image" Target="../media/image47.wmf"/><Relationship Id="rId39" Type="http://schemas.openxmlformats.org/officeDocument/2006/relationships/oleObject" Target="../embeddings/oleObject70.bin"/><Relationship Id="rId21" Type="http://schemas.openxmlformats.org/officeDocument/2006/relationships/oleObject" Target="../embeddings/oleObject61.bin"/><Relationship Id="rId34" Type="http://schemas.openxmlformats.org/officeDocument/2006/relationships/image" Target="../media/image52.wmf"/><Relationship Id="rId7" Type="http://schemas.openxmlformats.org/officeDocument/2006/relationships/oleObject" Target="../embeddings/oleObject54.bin"/><Relationship Id="rId12" Type="http://schemas.openxmlformats.org/officeDocument/2006/relationships/image" Target="../media/image40.wmf"/><Relationship Id="rId17" Type="http://schemas.openxmlformats.org/officeDocument/2006/relationships/oleObject" Target="../embeddings/oleObject59.bin"/><Relationship Id="rId25" Type="http://schemas.openxmlformats.org/officeDocument/2006/relationships/oleObject" Target="../embeddings/oleObject63.bin"/><Relationship Id="rId33" Type="http://schemas.openxmlformats.org/officeDocument/2006/relationships/oleObject" Target="../embeddings/oleObject67.bin"/><Relationship Id="rId38" Type="http://schemas.openxmlformats.org/officeDocument/2006/relationships/image" Target="../media/image5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2.wmf"/><Relationship Id="rId20" Type="http://schemas.openxmlformats.org/officeDocument/2006/relationships/image" Target="../media/image44.wmf"/><Relationship Id="rId29" Type="http://schemas.openxmlformats.org/officeDocument/2006/relationships/oleObject" Target="../embeddings/oleObject65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37.wmf"/><Relationship Id="rId11" Type="http://schemas.openxmlformats.org/officeDocument/2006/relationships/oleObject" Target="../embeddings/oleObject56.bin"/><Relationship Id="rId24" Type="http://schemas.openxmlformats.org/officeDocument/2006/relationships/image" Target="../media/image46.wmf"/><Relationship Id="rId32" Type="http://schemas.openxmlformats.org/officeDocument/2006/relationships/image" Target="../media/image51.wmf"/><Relationship Id="rId37" Type="http://schemas.openxmlformats.org/officeDocument/2006/relationships/oleObject" Target="../embeddings/oleObject69.bin"/><Relationship Id="rId40" Type="http://schemas.openxmlformats.org/officeDocument/2006/relationships/image" Target="../media/image49.wmf"/><Relationship Id="rId5" Type="http://schemas.openxmlformats.org/officeDocument/2006/relationships/oleObject" Target="../embeddings/oleObject53.bin"/><Relationship Id="rId15" Type="http://schemas.openxmlformats.org/officeDocument/2006/relationships/oleObject" Target="../embeddings/oleObject58.bin"/><Relationship Id="rId23" Type="http://schemas.openxmlformats.org/officeDocument/2006/relationships/oleObject" Target="../embeddings/oleObject62.bin"/><Relationship Id="rId28" Type="http://schemas.openxmlformats.org/officeDocument/2006/relationships/image" Target="../media/image48.wmf"/><Relationship Id="rId36" Type="http://schemas.openxmlformats.org/officeDocument/2006/relationships/image" Target="../media/image53.wmf"/><Relationship Id="rId10" Type="http://schemas.openxmlformats.org/officeDocument/2006/relationships/image" Target="../media/image39.wmf"/><Relationship Id="rId19" Type="http://schemas.openxmlformats.org/officeDocument/2006/relationships/oleObject" Target="../embeddings/oleObject60.bin"/><Relationship Id="rId31" Type="http://schemas.openxmlformats.org/officeDocument/2006/relationships/oleObject" Target="../embeddings/oleObject66.bin"/><Relationship Id="rId4" Type="http://schemas.openxmlformats.org/officeDocument/2006/relationships/image" Target="../media/image32.wmf"/><Relationship Id="rId9" Type="http://schemas.openxmlformats.org/officeDocument/2006/relationships/oleObject" Target="../embeddings/oleObject55.bin"/><Relationship Id="rId14" Type="http://schemas.openxmlformats.org/officeDocument/2006/relationships/image" Target="../media/image41.wmf"/><Relationship Id="rId22" Type="http://schemas.openxmlformats.org/officeDocument/2006/relationships/image" Target="../media/image45.wmf"/><Relationship Id="rId27" Type="http://schemas.openxmlformats.org/officeDocument/2006/relationships/oleObject" Target="../embeddings/oleObject64.bin"/><Relationship Id="rId30" Type="http://schemas.openxmlformats.org/officeDocument/2006/relationships/image" Target="../media/image50.wmf"/><Relationship Id="rId35" Type="http://schemas.openxmlformats.org/officeDocument/2006/relationships/oleObject" Target="../embeddings/oleObject68.bin"/><Relationship Id="rId8" Type="http://schemas.openxmlformats.org/officeDocument/2006/relationships/image" Target="../media/image38.wmf"/><Relationship Id="rId3" Type="http://schemas.openxmlformats.org/officeDocument/2006/relationships/oleObject" Target="../embeddings/oleObject52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13" Type="http://schemas.openxmlformats.org/officeDocument/2006/relationships/oleObject" Target="../embeddings/oleObject76.bin"/><Relationship Id="rId3" Type="http://schemas.openxmlformats.org/officeDocument/2006/relationships/oleObject" Target="../embeddings/oleObject71.bin"/><Relationship Id="rId7" Type="http://schemas.openxmlformats.org/officeDocument/2006/relationships/oleObject" Target="../embeddings/oleObject73.bin"/><Relationship Id="rId12" Type="http://schemas.openxmlformats.org/officeDocument/2006/relationships/image" Target="../media/image5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56.wmf"/><Relationship Id="rId11" Type="http://schemas.openxmlformats.org/officeDocument/2006/relationships/oleObject" Target="../embeddings/oleObject75.bin"/><Relationship Id="rId5" Type="http://schemas.openxmlformats.org/officeDocument/2006/relationships/oleObject" Target="../embeddings/oleObject72.bin"/><Relationship Id="rId10" Type="http://schemas.openxmlformats.org/officeDocument/2006/relationships/image" Target="../media/image58.wmf"/><Relationship Id="rId4" Type="http://schemas.openxmlformats.org/officeDocument/2006/relationships/image" Target="../media/image55.wmf"/><Relationship Id="rId9" Type="http://schemas.openxmlformats.org/officeDocument/2006/relationships/oleObject" Target="../embeddings/oleObject74.bin"/><Relationship Id="rId14" Type="http://schemas.openxmlformats.org/officeDocument/2006/relationships/image" Target="../media/image60.wmf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82.bin"/><Relationship Id="rId18" Type="http://schemas.openxmlformats.org/officeDocument/2006/relationships/image" Target="../media/image68.wmf"/><Relationship Id="rId26" Type="http://schemas.openxmlformats.org/officeDocument/2006/relationships/image" Target="../media/image72.wmf"/><Relationship Id="rId21" Type="http://schemas.openxmlformats.org/officeDocument/2006/relationships/oleObject" Target="../embeddings/oleObject86.bin"/><Relationship Id="rId34" Type="http://schemas.openxmlformats.org/officeDocument/2006/relationships/image" Target="../media/image76.wmf"/><Relationship Id="rId7" Type="http://schemas.openxmlformats.org/officeDocument/2006/relationships/oleObject" Target="../embeddings/oleObject79.bin"/><Relationship Id="rId12" Type="http://schemas.openxmlformats.org/officeDocument/2006/relationships/image" Target="../media/image65.wmf"/><Relationship Id="rId17" Type="http://schemas.openxmlformats.org/officeDocument/2006/relationships/oleObject" Target="../embeddings/oleObject84.bin"/><Relationship Id="rId25" Type="http://schemas.openxmlformats.org/officeDocument/2006/relationships/oleObject" Target="../embeddings/oleObject88.bin"/><Relationship Id="rId33" Type="http://schemas.openxmlformats.org/officeDocument/2006/relationships/oleObject" Target="../embeddings/oleObject92.bin"/><Relationship Id="rId38" Type="http://schemas.openxmlformats.org/officeDocument/2006/relationships/image" Target="../media/image7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7.wmf"/><Relationship Id="rId20" Type="http://schemas.openxmlformats.org/officeDocument/2006/relationships/image" Target="../media/image69.wmf"/><Relationship Id="rId29" Type="http://schemas.openxmlformats.org/officeDocument/2006/relationships/oleObject" Target="../embeddings/oleObject90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62.wmf"/><Relationship Id="rId11" Type="http://schemas.openxmlformats.org/officeDocument/2006/relationships/oleObject" Target="../embeddings/oleObject81.bin"/><Relationship Id="rId24" Type="http://schemas.openxmlformats.org/officeDocument/2006/relationships/image" Target="../media/image71.wmf"/><Relationship Id="rId32" Type="http://schemas.openxmlformats.org/officeDocument/2006/relationships/image" Target="../media/image75.wmf"/><Relationship Id="rId37" Type="http://schemas.openxmlformats.org/officeDocument/2006/relationships/oleObject" Target="../embeddings/oleObject94.bin"/><Relationship Id="rId5" Type="http://schemas.openxmlformats.org/officeDocument/2006/relationships/oleObject" Target="../embeddings/oleObject78.bin"/><Relationship Id="rId15" Type="http://schemas.openxmlformats.org/officeDocument/2006/relationships/oleObject" Target="../embeddings/oleObject83.bin"/><Relationship Id="rId23" Type="http://schemas.openxmlformats.org/officeDocument/2006/relationships/oleObject" Target="../embeddings/oleObject87.bin"/><Relationship Id="rId28" Type="http://schemas.openxmlformats.org/officeDocument/2006/relationships/image" Target="../media/image73.wmf"/><Relationship Id="rId36" Type="http://schemas.openxmlformats.org/officeDocument/2006/relationships/image" Target="../media/image77.wmf"/><Relationship Id="rId10" Type="http://schemas.openxmlformats.org/officeDocument/2006/relationships/image" Target="../media/image64.wmf"/><Relationship Id="rId19" Type="http://schemas.openxmlformats.org/officeDocument/2006/relationships/oleObject" Target="../embeddings/oleObject85.bin"/><Relationship Id="rId31" Type="http://schemas.openxmlformats.org/officeDocument/2006/relationships/oleObject" Target="../embeddings/oleObject91.bin"/><Relationship Id="rId4" Type="http://schemas.openxmlformats.org/officeDocument/2006/relationships/image" Target="../media/image61.wmf"/><Relationship Id="rId9" Type="http://schemas.openxmlformats.org/officeDocument/2006/relationships/oleObject" Target="../embeddings/oleObject80.bin"/><Relationship Id="rId14" Type="http://schemas.openxmlformats.org/officeDocument/2006/relationships/image" Target="../media/image66.wmf"/><Relationship Id="rId22" Type="http://schemas.openxmlformats.org/officeDocument/2006/relationships/image" Target="../media/image70.wmf"/><Relationship Id="rId27" Type="http://schemas.openxmlformats.org/officeDocument/2006/relationships/oleObject" Target="../embeddings/oleObject89.bin"/><Relationship Id="rId30" Type="http://schemas.openxmlformats.org/officeDocument/2006/relationships/image" Target="../media/image74.wmf"/><Relationship Id="rId35" Type="http://schemas.openxmlformats.org/officeDocument/2006/relationships/oleObject" Target="../embeddings/oleObject93.bin"/><Relationship Id="rId8" Type="http://schemas.openxmlformats.org/officeDocument/2006/relationships/image" Target="../media/image63.wmf"/><Relationship Id="rId3" Type="http://schemas.openxmlformats.org/officeDocument/2006/relationships/oleObject" Target="../embeddings/oleObject77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13" Type="http://schemas.openxmlformats.org/officeDocument/2006/relationships/oleObject" Target="../embeddings/oleObject100.bin"/><Relationship Id="rId18" Type="http://schemas.openxmlformats.org/officeDocument/2006/relationships/image" Target="../media/image86.wmf"/><Relationship Id="rId3" Type="http://schemas.openxmlformats.org/officeDocument/2006/relationships/oleObject" Target="../embeddings/oleObject95.bin"/><Relationship Id="rId21" Type="http://schemas.openxmlformats.org/officeDocument/2006/relationships/image" Target="../media/image63.wmf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83.wmf"/><Relationship Id="rId17" Type="http://schemas.openxmlformats.org/officeDocument/2006/relationships/oleObject" Target="../embeddings/oleObject10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5.wmf"/><Relationship Id="rId20" Type="http://schemas.openxmlformats.org/officeDocument/2006/relationships/oleObject" Target="../embeddings/oleObject79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80.wmf"/><Relationship Id="rId11" Type="http://schemas.openxmlformats.org/officeDocument/2006/relationships/oleObject" Target="../embeddings/oleObject99.bin"/><Relationship Id="rId5" Type="http://schemas.openxmlformats.org/officeDocument/2006/relationships/oleObject" Target="../embeddings/oleObject96.bin"/><Relationship Id="rId15" Type="http://schemas.openxmlformats.org/officeDocument/2006/relationships/oleObject" Target="../embeddings/oleObject101.bin"/><Relationship Id="rId10" Type="http://schemas.openxmlformats.org/officeDocument/2006/relationships/image" Target="../media/image82.wmf"/><Relationship Id="rId19" Type="http://schemas.openxmlformats.org/officeDocument/2006/relationships/oleObject" Target="../embeddings/oleObject103.bin"/><Relationship Id="rId4" Type="http://schemas.openxmlformats.org/officeDocument/2006/relationships/image" Target="../media/image79.wmf"/><Relationship Id="rId9" Type="http://schemas.openxmlformats.org/officeDocument/2006/relationships/oleObject" Target="../embeddings/oleObject98.bin"/><Relationship Id="rId14" Type="http://schemas.openxmlformats.org/officeDocument/2006/relationships/image" Target="../media/image84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wmf"/><Relationship Id="rId13" Type="http://schemas.openxmlformats.org/officeDocument/2006/relationships/oleObject" Target="../embeddings/oleObject109.bin"/><Relationship Id="rId18" Type="http://schemas.openxmlformats.org/officeDocument/2006/relationships/image" Target="../media/image94.wmf"/><Relationship Id="rId26" Type="http://schemas.openxmlformats.org/officeDocument/2006/relationships/oleObject" Target="../embeddings/oleObject116.bin"/><Relationship Id="rId3" Type="http://schemas.openxmlformats.org/officeDocument/2006/relationships/oleObject" Target="../embeddings/oleObject104.bin"/><Relationship Id="rId21" Type="http://schemas.openxmlformats.org/officeDocument/2006/relationships/oleObject" Target="../embeddings/oleObject113.bin"/><Relationship Id="rId7" Type="http://schemas.openxmlformats.org/officeDocument/2006/relationships/oleObject" Target="../embeddings/oleObject106.bin"/><Relationship Id="rId12" Type="http://schemas.openxmlformats.org/officeDocument/2006/relationships/image" Target="../media/image91.wmf"/><Relationship Id="rId17" Type="http://schemas.openxmlformats.org/officeDocument/2006/relationships/oleObject" Target="../embeddings/oleObject111.bin"/><Relationship Id="rId25" Type="http://schemas.openxmlformats.org/officeDocument/2006/relationships/image" Target="../media/image9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3.wmf"/><Relationship Id="rId20" Type="http://schemas.openxmlformats.org/officeDocument/2006/relationships/image" Target="../media/image95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88.wmf"/><Relationship Id="rId11" Type="http://schemas.openxmlformats.org/officeDocument/2006/relationships/oleObject" Target="../embeddings/oleObject108.bin"/><Relationship Id="rId24" Type="http://schemas.openxmlformats.org/officeDocument/2006/relationships/oleObject" Target="../embeddings/oleObject115.bin"/><Relationship Id="rId5" Type="http://schemas.openxmlformats.org/officeDocument/2006/relationships/oleObject" Target="../embeddings/oleObject105.bin"/><Relationship Id="rId15" Type="http://schemas.openxmlformats.org/officeDocument/2006/relationships/oleObject" Target="../embeddings/oleObject110.bin"/><Relationship Id="rId23" Type="http://schemas.openxmlformats.org/officeDocument/2006/relationships/image" Target="../media/image96.wmf"/><Relationship Id="rId10" Type="http://schemas.openxmlformats.org/officeDocument/2006/relationships/image" Target="../media/image90.wmf"/><Relationship Id="rId19" Type="http://schemas.openxmlformats.org/officeDocument/2006/relationships/oleObject" Target="../embeddings/oleObject112.bin"/><Relationship Id="rId4" Type="http://schemas.openxmlformats.org/officeDocument/2006/relationships/image" Target="../media/image87.wmf"/><Relationship Id="rId9" Type="http://schemas.openxmlformats.org/officeDocument/2006/relationships/oleObject" Target="../embeddings/oleObject107.bin"/><Relationship Id="rId14" Type="http://schemas.openxmlformats.org/officeDocument/2006/relationships/image" Target="../media/image92.wmf"/><Relationship Id="rId22" Type="http://schemas.openxmlformats.org/officeDocument/2006/relationships/oleObject" Target="../embeddings/oleObject114.bin"/><Relationship Id="rId27" Type="http://schemas.openxmlformats.org/officeDocument/2006/relationships/image" Target="../media/image98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wmf"/><Relationship Id="rId13" Type="http://schemas.openxmlformats.org/officeDocument/2006/relationships/oleObject" Target="../embeddings/oleObject122.bin"/><Relationship Id="rId18" Type="http://schemas.openxmlformats.org/officeDocument/2006/relationships/image" Target="../media/image106.wmf"/><Relationship Id="rId3" Type="http://schemas.openxmlformats.org/officeDocument/2006/relationships/oleObject" Target="../embeddings/oleObject117.bin"/><Relationship Id="rId7" Type="http://schemas.openxmlformats.org/officeDocument/2006/relationships/oleObject" Target="../embeddings/oleObject119.bin"/><Relationship Id="rId12" Type="http://schemas.openxmlformats.org/officeDocument/2006/relationships/image" Target="../media/image103.wmf"/><Relationship Id="rId17" Type="http://schemas.openxmlformats.org/officeDocument/2006/relationships/oleObject" Target="../embeddings/oleObject12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5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00.wmf"/><Relationship Id="rId11" Type="http://schemas.openxmlformats.org/officeDocument/2006/relationships/oleObject" Target="../embeddings/oleObject121.bin"/><Relationship Id="rId5" Type="http://schemas.openxmlformats.org/officeDocument/2006/relationships/oleObject" Target="../embeddings/oleObject118.bin"/><Relationship Id="rId15" Type="http://schemas.openxmlformats.org/officeDocument/2006/relationships/oleObject" Target="../embeddings/oleObject123.bin"/><Relationship Id="rId10" Type="http://schemas.openxmlformats.org/officeDocument/2006/relationships/image" Target="../media/image102.wmf"/><Relationship Id="rId4" Type="http://schemas.openxmlformats.org/officeDocument/2006/relationships/image" Target="../media/image99.wmf"/><Relationship Id="rId9" Type="http://schemas.openxmlformats.org/officeDocument/2006/relationships/oleObject" Target="../embeddings/oleObject120.bin"/><Relationship Id="rId14" Type="http://schemas.openxmlformats.org/officeDocument/2006/relationships/image" Target="../media/image104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3" Type="http://schemas.openxmlformats.org/officeDocument/2006/relationships/oleObject" Target="../embeddings/oleObject104.bin"/><Relationship Id="rId7" Type="http://schemas.openxmlformats.org/officeDocument/2006/relationships/oleObject" Target="../embeddings/oleObject1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88.wmf"/><Relationship Id="rId5" Type="http://schemas.openxmlformats.org/officeDocument/2006/relationships/oleObject" Target="../embeddings/oleObject105.bin"/><Relationship Id="rId10" Type="http://schemas.openxmlformats.org/officeDocument/2006/relationships/image" Target="../media/image108.wmf"/><Relationship Id="rId4" Type="http://schemas.openxmlformats.org/officeDocument/2006/relationships/image" Target="../media/image87.wmf"/><Relationship Id="rId9" Type="http://schemas.openxmlformats.org/officeDocument/2006/relationships/oleObject" Target="../embeddings/oleObject126.bin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88.bin"/><Relationship Id="rId18" Type="http://schemas.openxmlformats.org/officeDocument/2006/relationships/image" Target="../media/image74.wmf"/><Relationship Id="rId26" Type="http://schemas.openxmlformats.org/officeDocument/2006/relationships/image" Target="../media/image112.wmf"/><Relationship Id="rId3" Type="http://schemas.openxmlformats.org/officeDocument/2006/relationships/oleObject" Target="../embeddings/oleObject127.bin"/><Relationship Id="rId21" Type="http://schemas.openxmlformats.org/officeDocument/2006/relationships/oleObject" Target="../embeddings/oleObject130.bin"/><Relationship Id="rId34" Type="http://schemas.openxmlformats.org/officeDocument/2006/relationships/image" Target="../media/image70.wmf"/><Relationship Id="rId7" Type="http://schemas.openxmlformats.org/officeDocument/2006/relationships/oleObject" Target="../embeddings/oleObject79.bin"/><Relationship Id="rId12" Type="http://schemas.openxmlformats.org/officeDocument/2006/relationships/image" Target="../media/image65.wmf"/><Relationship Id="rId17" Type="http://schemas.openxmlformats.org/officeDocument/2006/relationships/oleObject" Target="../embeddings/oleObject90.bin"/><Relationship Id="rId25" Type="http://schemas.openxmlformats.org/officeDocument/2006/relationships/oleObject" Target="../embeddings/oleObject131.bin"/><Relationship Id="rId33" Type="http://schemas.openxmlformats.org/officeDocument/2006/relationships/oleObject" Target="../embeddings/oleObject8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0.wmf"/><Relationship Id="rId20" Type="http://schemas.openxmlformats.org/officeDocument/2006/relationships/image" Target="../media/image75.wmf"/><Relationship Id="rId29" Type="http://schemas.openxmlformats.org/officeDocument/2006/relationships/oleObject" Target="../embeddings/oleObject83.bin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2.wmf"/><Relationship Id="rId11" Type="http://schemas.openxmlformats.org/officeDocument/2006/relationships/oleObject" Target="../embeddings/oleObject81.bin"/><Relationship Id="rId24" Type="http://schemas.openxmlformats.org/officeDocument/2006/relationships/image" Target="../media/image77.wmf"/><Relationship Id="rId32" Type="http://schemas.openxmlformats.org/officeDocument/2006/relationships/image" Target="../media/image69.wmf"/><Relationship Id="rId5" Type="http://schemas.openxmlformats.org/officeDocument/2006/relationships/oleObject" Target="../embeddings/oleObject128.bin"/><Relationship Id="rId15" Type="http://schemas.openxmlformats.org/officeDocument/2006/relationships/oleObject" Target="../embeddings/oleObject129.bin"/><Relationship Id="rId23" Type="http://schemas.openxmlformats.org/officeDocument/2006/relationships/oleObject" Target="../embeddings/oleObject93.bin"/><Relationship Id="rId28" Type="http://schemas.openxmlformats.org/officeDocument/2006/relationships/image" Target="../media/image66.wmf"/><Relationship Id="rId36" Type="http://schemas.openxmlformats.org/officeDocument/2006/relationships/image" Target="../media/image113.wmf"/><Relationship Id="rId10" Type="http://schemas.openxmlformats.org/officeDocument/2006/relationships/image" Target="../media/image64.wmf"/><Relationship Id="rId19" Type="http://schemas.openxmlformats.org/officeDocument/2006/relationships/oleObject" Target="../embeddings/oleObject91.bin"/><Relationship Id="rId31" Type="http://schemas.openxmlformats.org/officeDocument/2006/relationships/oleObject" Target="../embeddings/oleObject85.bin"/><Relationship Id="rId4" Type="http://schemas.openxmlformats.org/officeDocument/2006/relationships/image" Target="../media/image109.wmf"/><Relationship Id="rId9" Type="http://schemas.openxmlformats.org/officeDocument/2006/relationships/oleObject" Target="../embeddings/oleObject80.bin"/><Relationship Id="rId14" Type="http://schemas.openxmlformats.org/officeDocument/2006/relationships/image" Target="../media/image72.wmf"/><Relationship Id="rId22" Type="http://schemas.openxmlformats.org/officeDocument/2006/relationships/image" Target="../media/image111.wmf"/><Relationship Id="rId27" Type="http://schemas.openxmlformats.org/officeDocument/2006/relationships/oleObject" Target="../embeddings/oleObject82.bin"/><Relationship Id="rId30" Type="http://schemas.openxmlformats.org/officeDocument/2006/relationships/image" Target="../media/image67.wmf"/><Relationship Id="rId35" Type="http://schemas.openxmlformats.org/officeDocument/2006/relationships/oleObject" Target="../embeddings/oleObject132.bin"/><Relationship Id="rId8" Type="http://schemas.openxmlformats.org/officeDocument/2006/relationships/image" Target="../media/image63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13" Type="http://schemas.openxmlformats.org/officeDocument/2006/relationships/oleObject" Target="../embeddings/oleObject138.bin"/><Relationship Id="rId18" Type="http://schemas.openxmlformats.org/officeDocument/2006/relationships/image" Target="../media/image118.wmf"/><Relationship Id="rId3" Type="http://schemas.openxmlformats.org/officeDocument/2006/relationships/oleObject" Target="../embeddings/oleObject133.bin"/><Relationship Id="rId7" Type="http://schemas.openxmlformats.org/officeDocument/2006/relationships/oleObject" Target="../embeddings/oleObject135.bin"/><Relationship Id="rId12" Type="http://schemas.openxmlformats.org/officeDocument/2006/relationships/image" Target="../media/image81.wmf"/><Relationship Id="rId17" Type="http://schemas.openxmlformats.org/officeDocument/2006/relationships/oleObject" Target="../embeddings/oleObject14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7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80.wmf"/><Relationship Id="rId11" Type="http://schemas.openxmlformats.org/officeDocument/2006/relationships/oleObject" Target="../embeddings/oleObject137.bin"/><Relationship Id="rId5" Type="http://schemas.openxmlformats.org/officeDocument/2006/relationships/oleObject" Target="../embeddings/oleObject134.bin"/><Relationship Id="rId15" Type="http://schemas.openxmlformats.org/officeDocument/2006/relationships/oleObject" Target="../embeddings/oleObject139.bin"/><Relationship Id="rId10" Type="http://schemas.openxmlformats.org/officeDocument/2006/relationships/image" Target="../media/image83.wmf"/><Relationship Id="rId4" Type="http://schemas.openxmlformats.org/officeDocument/2006/relationships/image" Target="../media/image114.wmf"/><Relationship Id="rId9" Type="http://schemas.openxmlformats.org/officeDocument/2006/relationships/oleObject" Target="../embeddings/oleObject136.bin"/><Relationship Id="rId14" Type="http://schemas.openxmlformats.org/officeDocument/2006/relationships/image" Target="../media/image116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3" Type="http://schemas.openxmlformats.org/officeDocument/2006/relationships/oleObject" Target="../embeddings/oleObject141.bin"/><Relationship Id="rId7" Type="http://schemas.openxmlformats.org/officeDocument/2006/relationships/oleObject" Target="../embeddings/oleObject79.bin"/><Relationship Id="rId12" Type="http://schemas.openxmlformats.org/officeDocument/2006/relationships/image" Target="../media/image12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20.wmf"/><Relationship Id="rId11" Type="http://schemas.openxmlformats.org/officeDocument/2006/relationships/oleObject" Target="../embeddings/oleObject144.bin"/><Relationship Id="rId5" Type="http://schemas.openxmlformats.org/officeDocument/2006/relationships/oleObject" Target="../embeddings/oleObject142.bin"/><Relationship Id="rId10" Type="http://schemas.openxmlformats.org/officeDocument/2006/relationships/image" Target="../media/image121.wmf"/><Relationship Id="rId4" Type="http://schemas.openxmlformats.org/officeDocument/2006/relationships/image" Target="../media/image119.wmf"/><Relationship Id="rId9" Type="http://schemas.openxmlformats.org/officeDocument/2006/relationships/oleObject" Target="../embeddings/oleObject143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7.bin"/><Relationship Id="rId13" Type="http://schemas.openxmlformats.org/officeDocument/2006/relationships/image" Target="../media/image126.wmf"/><Relationship Id="rId18" Type="http://schemas.openxmlformats.org/officeDocument/2006/relationships/oleObject" Target="../embeddings/oleObject152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129.wmf"/><Relationship Id="rId7" Type="http://schemas.openxmlformats.org/officeDocument/2006/relationships/image" Target="../media/image124.wmf"/><Relationship Id="rId12" Type="http://schemas.openxmlformats.org/officeDocument/2006/relationships/oleObject" Target="../embeddings/oleObject149.bin"/><Relationship Id="rId17" Type="http://schemas.openxmlformats.org/officeDocument/2006/relationships/image" Target="../media/image12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51.bin"/><Relationship Id="rId20" Type="http://schemas.openxmlformats.org/officeDocument/2006/relationships/oleObject" Target="../embeddings/oleObject153.bin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46.bin"/><Relationship Id="rId11" Type="http://schemas.openxmlformats.org/officeDocument/2006/relationships/image" Target="../media/image125.wmf"/><Relationship Id="rId5" Type="http://schemas.openxmlformats.org/officeDocument/2006/relationships/image" Target="../media/image123.wmf"/><Relationship Id="rId15" Type="http://schemas.openxmlformats.org/officeDocument/2006/relationships/image" Target="../media/image127.wmf"/><Relationship Id="rId10" Type="http://schemas.openxmlformats.org/officeDocument/2006/relationships/oleObject" Target="../embeddings/oleObject148.bin"/><Relationship Id="rId19" Type="http://schemas.openxmlformats.org/officeDocument/2006/relationships/image" Target="../media/image9.wmf"/><Relationship Id="rId4" Type="http://schemas.openxmlformats.org/officeDocument/2006/relationships/oleObject" Target="../embeddings/oleObject145.bin"/><Relationship Id="rId9" Type="http://schemas.openxmlformats.org/officeDocument/2006/relationships/image" Target="../media/image10.wmf"/><Relationship Id="rId14" Type="http://schemas.openxmlformats.org/officeDocument/2006/relationships/oleObject" Target="../embeddings/oleObject150.bin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4.wmf"/><Relationship Id="rId18" Type="http://schemas.openxmlformats.org/officeDocument/2006/relationships/oleObject" Target="../embeddings/oleObject161.bin"/><Relationship Id="rId26" Type="http://schemas.openxmlformats.org/officeDocument/2006/relationships/oleObject" Target="../embeddings/oleObject165.bin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138.wmf"/><Relationship Id="rId34" Type="http://schemas.openxmlformats.org/officeDocument/2006/relationships/oleObject" Target="../embeddings/oleObject169.bin"/><Relationship Id="rId7" Type="http://schemas.openxmlformats.org/officeDocument/2006/relationships/image" Target="../media/image131.wmf"/><Relationship Id="rId12" Type="http://schemas.openxmlformats.org/officeDocument/2006/relationships/oleObject" Target="../embeddings/oleObject158.bin"/><Relationship Id="rId17" Type="http://schemas.openxmlformats.org/officeDocument/2006/relationships/image" Target="../media/image136.wmf"/><Relationship Id="rId25" Type="http://schemas.openxmlformats.org/officeDocument/2006/relationships/image" Target="../media/image140.wmf"/><Relationship Id="rId33" Type="http://schemas.openxmlformats.org/officeDocument/2006/relationships/image" Target="../media/image14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60.bin"/><Relationship Id="rId20" Type="http://schemas.openxmlformats.org/officeDocument/2006/relationships/oleObject" Target="../embeddings/oleObject162.bin"/><Relationship Id="rId29" Type="http://schemas.openxmlformats.org/officeDocument/2006/relationships/image" Target="../media/image142.wmf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155.bin"/><Relationship Id="rId11" Type="http://schemas.openxmlformats.org/officeDocument/2006/relationships/image" Target="../media/image133.wmf"/><Relationship Id="rId24" Type="http://schemas.openxmlformats.org/officeDocument/2006/relationships/oleObject" Target="../embeddings/oleObject164.bin"/><Relationship Id="rId32" Type="http://schemas.openxmlformats.org/officeDocument/2006/relationships/oleObject" Target="../embeddings/oleObject168.bin"/><Relationship Id="rId5" Type="http://schemas.openxmlformats.org/officeDocument/2006/relationships/image" Target="../media/image130.wmf"/><Relationship Id="rId15" Type="http://schemas.openxmlformats.org/officeDocument/2006/relationships/image" Target="../media/image135.wmf"/><Relationship Id="rId23" Type="http://schemas.openxmlformats.org/officeDocument/2006/relationships/image" Target="../media/image139.wmf"/><Relationship Id="rId28" Type="http://schemas.openxmlformats.org/officeDocument/2006/relationships/oleObject" Target="../embeddings/oleObject166.bin"/><Relationship Id="rId10" Type="http://schemas.openxmlformats.org/officeDocument/2006/relationships/oleObject" Target="../embeddings/oleObject157.bin"/><Relationship Id="rId19" Type="http://schemas.openxmlformats.org/officeDocument/2006/relationships/image" Target="../media/image137.wmf"/><Relationship Id="rId31" Type="http://schemas.openxmlformats.org/officeDocument/2006/relationships/image" Target="../media/image143.wmf"/><Relationship Id="rId4" Type="http://schemas.openxmlformats.org/officeDocument/2006/relationships/oleObject" Target="../embeddings/oleObject154.bin"/><Relationship Id="rId9" Type="http://schemas.openxmlformats.org/officeDocument/2006/relationships/image" Target="../media/image132.wmf"/><Relationship Id="rId14" Type="http://schemas.openxmlformats.org/officeDocument/2006/relationships/oleObject" Target="../embeddings/oleObject159.bin"/><Relationship Id="rId22" Type="http://schemas.openxmlformats.org/officeDocument/2006/relationships/oleObject" Target="../embeddings/oleObject163.bin"/><Relationship Id="rId27" Type="http://schemas.openxmlformats.org/officeDocument/2006/relationships/image" Target="../media/image141.wmf"/><Relationship Id="rId30" Type="http://schemas.openxmlformats.org/officeDocument/2006/relationships/oleObject" Target="../embeddings/oleObject167.bin"/><Relationship Id="rId35" Type="http://schemas.openxmlformats.org/officeDocument/2006/relationships/image" Target="../media/image145.wmf"/><Relationship Id="rId8" Type="http://schemas.openxmlformats.org/officeDocument/2006/relationships/oleObject" Target="../embeddings/oleObject156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2.bin"/><Relationship Id="rId13" Type="http://schemas.openxmlformats.org/officeDocument/2006/relationships/image" Target="../media/image150.wmf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47.wmf"/><Relationship Id="rId12" Type="http://schemas.openxmlformats.org/officeDocument/2006/relationships/oleObject" Target="../embeddings/oleObject174.bin"/><Relationship Id="rId17" Type="http://schemas.openxmlformats.org/officeDocument/2006/relationships/image" Target="../media/image15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76.bin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71.bin"/><Relationship Id="rId11" Type="http://schemas.openxmlformats.org/officeDocument/2006/relationships/image" Target="../media/image149.wmf"/><Relationship Id="rId5" Type="http://schemas.openxmlformats.org/officeDocument/2006/relationships/image" Target="../media/image146.wmf"/><Relationship Id="rId15" Type="http://schemas.openxmlformats.org/officeDocument/2006/relationships/image" Target="../media/image151.wmf"/><Relationship Id="rId10" Type="http://schemas.openxmlformats.org/officeDocument/2006/relationships/oleObject" Target="../embeddings/oleObject173.bin"/><Relationship Id="rId4" Type="http://schemas.openxmlformats.org/officeDocument/2006/relationships/oleObject" Target="../embeddings/oleObject170.bin"/><Relationship Id="rId9" Type="http://schemas.openxmlformats.org/officeDocument/2006/relationships/image" Target="../media/image148.wmf"/><Relationship Id="rId14" Type="http://schemas.openxmlformats.org/officeDocument/2006/relationships/oleObject" Target="../embeddings/oleObject175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13" Type="http://schemas.openxmlformats.org/officeDocument/2006/relationships/oleObject" Target="../embeddings/oleObject181.bin"/><Relationship Id="rId3" Type="http://schemas.openxmlformats.org/officeDocument/2006/relationships/oleObject" Target="../embeddings/oleObject177.bin"/><Relationship Id="rId7" Type="http://schemas.openxmlformats.org/officeDocument/2006/relationships/oleObject" Target="../embeddings/oleObject105.bin"/><Relationship Id="rId12" Type="http://schemas.openxmlformats.org/officeDocument/2006/relationships/image" Target="../media/image10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6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54.wmf"/><Relationship Id="rId11" Type="http://schemas.openxmlformats.org/officeDocument/2006/relationships/oleObject" Target="../embeddings/oleObject180.bin"/><Relationship Id="rId5" Type="http://schemas.openxmlformats.org/officeDocument/2006/relationships/oleObject" Target="../embeddings/oleObject178.bin"/><Relationship Id="rId15" Type="http://schemas.openxmlformats.org/officeDocument/2006/relationships/oleObject" Target="../embeddings/oleObject182.bin"/><Relationship Id="rId10" Type="http://schemas.openxmlformats.org/officeDocument/2006/relationships/image" Target="../media/image107.wmf"/><Relationship Id="rId4" Type="http://schemas.openxmlformats.org/officeDocument/2006/relationships/image" Target="../media/image153.wmf"/><Relationship Id="rId9" Type="http://schemas.openxmlformats.org/officeDocument/2006/relationships/oleObject" Target="../embeddings/oleObject179.bin"/><Relationship Id="rId14" Type="http://schemas.openxmlformats.org/officeDocument/2006/relationships/image" Target="../media/image155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5.bin"/><Relationship Id="rId13" Type="http://schemas.openxmlformats.org/officeDocument/2006/relationships/image" Target="../media/image15.wmf"/><Relationship Id="rId18" Type="http://schemas.openxmlformats.org/officeDocument/2006/relationships/oleObject" Target="../embeddings/oleObject190.bin"/><Relationship Id="rId26" Type="http://schemas.openxmlformats.org/officeDocument/2006/relationships/oleObject" Target="../embeddings/oleObject194.bin"/><Relationship Id="rId3" Type="http://schemas.openxmlformats.org/officeDocument/2006/relationships/notesSlide" Target="../notesSlides/notesSlide5.xml"/><Relationship Id="rId21" Type="http://schemas.openxmlformats.org/officeDocument/2006/relationships/image" Target="../media/image162.wmf"/><Relationship Id="rId7" Type="http://schemas.openxmlformats.org/officeDocument/2006/relationships/image" Target="../media/image157.wmf"/><Relationship Id="rId12" Type="http://schemas.openxmlformats.org/officeDocument/2006/relationships/oleObject" Target="../embeddings/oleObject187.bin"/><Relationship Id="rId17" Type="http://schemas.openxmlformats.org/officeDocument/2006/relationships/image" Target="../media/image160.wmf"/><Relationship Id="rId25" Type="http://schemas.openxmlformats.org/officeDocument/2006/relationships/image" Target="../media/image16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89.bin"/><Relationship Id="rId20" Type="http://schemas.openxmlformats.org/officeDocument/2006/relationships/oleObject" Target="../embeddings/oleObject191.bin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84.bin"/><Relationship Id="rId11" Type="http://schemas.openxmlformats.org/officeDocument/2006/relationships/image" Target="../media/image13.wmf"/><Relationship Id="rId24" Type="http://schemas.openxmlformats.org/officeDocument/2006/relationships/oleObject" Target="../embeddings/oleObject193.bin"/><Relationship Id="rId5" Type="http://schemas.openxmlformats.org/officeDocument/2006/relationships/image" Target="../media/image12.wmf"/><Relationship Id="rId15" Type="http://schemas.openxmlformats.org/officeDocument/2006/relationships/image" Target="../media/image159.wmf"/><Relationship Id="rId23" Type="http://schemas.openxmlformats.org/officeDocument/2006/relationships/image" Target="../media/image163.wmf"/><Relationship Id="rId28" Type="http://schemas.openxmlformats.org/officeDocument/2006/relationships/image" Target="../media/image14.wmf"/><Relationship Id="rId10" Type="http://schemas.openxmlformats.org/officeDocument/2006/relationships/oleObject" Target="../embeddings/oleObject186.bin"/><Relationship Id="rId19" Type="http://schemas.openxmlformats.org/officeDocument/2006/relationships/image" Target="../media/image161.wmf"/><Relationship Id="rId4" Type="http://schemas.openxmlformats.org/officeDocument/2006/relationships/oleObject" Target="../embeddings/oleObject183.bin"/><Relationship Id="rId9" Type="http://schemas.openxmlformats.org/officeDocument/2006/relationships/image" Target="../media/image158.wmf"/><Relationship Id="rId14" Type="http://schemas.openxmlformats.org/officeDocument/2006/relationships/oleObject" Target="../embeddings/oleObject188.bin"/><Relationship Id="rId22" Type="http://schemas.openxmlformats.org/officeDocument/2006/relationships/oleObject" Target="../embeddings/oleObject192.bin"/><Relationship Id="rId27" Type="http://schemas.openxmlformats.org/officeDocument/2006/relationships/oleObject" Target="../embeddings/oleObject195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8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6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97.bin"/><Relationship Id="rId5" Type="http://schemas.openxmlformats.org/officeDocument/2006/relationships/image" Target="../media/image165.wmf"/><Relationship Id="rId4" Type="http://schemas.openxmlformats.org/officeDocument/2006/relationships/oleObject" Target="../embeddings/oleObject196.bin"/><Relationship Id="rId9" Type="http://schemas.openxmlformats.org/officeDocument/2006/relationships/image" Target="../media/image167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wmf"/><Relationship Id="rId13" Type="http://schemas.openxmlformats.org/officeDocument/2006/relationships/oleObject" Target="../embeddings/oleObject204.bin"/><Relationship Id="rId18" Type="http://schemas.openxmlformats.org/officeDocument/2006/relationships/image" Target="../media/image175.wmf"/><Relationship Id="rId26" Type="http://schemas.openxmlformats.org/officeDocument/2006/relationships/image" Target="../media/image179.wmf"/><Relationship Id="rId3" Type="http://schemas.openxmlformats.org/officeDocument/2006/relationships/oleObject" Target="../embeddings/oleObject199.bin"/><Relationship Id="rId21" Type="http://schemas.openxmlformats.org/officeDocument/2006/relationships/oleObject" Target="../embeddings/oleObject208.bin"/><Relationship Id="rId7" Type="http://schemas.openxmlformats.org/officeDocument/2006/relationships/oleObject" Target="../embeddings/oleObject201.bin"/><Relationship Id="rId12" Type="http://schemas.openxmlformats.org/officeDocument/2006/relationships/image" Target="../media/image172.wmf"/><Relationship Id="rId17" Type="http://schemas.openxmlformats.org/officeDocument/2006/relationships/oleObject" Target="../embeddings/oleObject206.bin"/><Relationship Id="rId25" Type="http://schemas.openxmlformats.org/officeDocument/2006/relationships/oleObject" Target="../embeddings/oleObject21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4.wmf"/><Relationship Id="rId20" Type="http://schemas.openxmlformats.org/officeDocument/2006/relationships/image" Target="../media/image176.wmf"/><Relationship Id="rId29" Type="http://schemas.openxmlformats.org/officeDocument/2006/relationships/oleObject" Target="../embeddings/oleObject212.bin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69.wmf"/><Relationship Id="rId11" Type="http://schemas.openxmlformats.org/officeDocument/2006/relationships/oleObject" Target="../embeddings/oleObject203.bin"/><Relationship Id="rId24" Type="http://schemas.openxmlformats.org/officeDocument/2006/relationships/image" Target="../media/image178.wmf"/><Relationship Id="rId32" Type="http://schemas.openxmlformats.org/officeDocument/2006/relationships/image" Target="../media/image182.wmf"/><Relationship Id="rId5" Type="http://schemas.openxmlformats.org/officeDocument/2006/relationships/oleObject" Target="../embeddings/oleObject200.bin"/><Relationship Id="rId15" Type="http://schemas.openxmlformats.org/officeDocument/2006/relationships/oleObject" Target="../embeddings/oleObject205.bin"/><Relationship Id="rId23" Type="http://schemas.openxmlformats.org/officeDocument/2006/relationships/oleObject" Target="../embeddings/oleObject209.bin"/><Relationship Id="rId28" Type="http://schemas.openxmlformats.org/officeDocument/2006/relationships/image" Target="../media/image180.wmf"/><Relationship Id="rId10" Type="http://schemas.openxmlformats.org/officeDocument/2006/relationships/image" Target="../media/image171.wmf"/><Relationship Id="rId19" Type="http://schemas.openxmlformats.org/officeDocument/2006/relationships/oleObject" Target="../embeddings/oleObject207.bin"/><Relationship Id="rId31" Type="http://schemas.openxmlformats.org/officeDocument/2006/relationships/oleObject" Target="../embeddings/oleObject213.bin"/><Relationship Id="rId4" Type="http://schemas.openxmlformats.org/officeDocument/2006/relationships/image" Target="../media/image168.wmf"/><Relationship Id="rId9" Type="http://schemas.openxmlformats.org/officeDocument/2006/relationships/oleObject" Target="../embeddings/oleObject202.bin"/><Relationship Id="rId14" Type="http://schemas.openxmlformats.org/officeDocument/2006/relationships/image" Target="../media/image173.wmf"/><Relationship Id="rId22" Type="http://schemas.openxmlformats.org/officeDocument/2006/relationships/image" Target="../media/image177.wmf"/><Relationship Id="rId27" Type="http://schemas.openxmlformats.org/officeDocument/2006/relationships/oleObject" Target="../embeddings/oleObject211.bin"/><Relationship Id="rId30" Type="http://schemas.openxmlformats.org/officeDocument/2006/relationships/image" Target="../media/image181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wmf"/><Relationship Id="rId13" Type="http://schemas.openxmlformats.org/officeDocument/2006/relationships/oleObject" Target="../embeddings/oleObject219.bin"/><Relationship Id="rId18" Type="http://schemas.openxmlformats.org/officeDocument/2006/relationships/image" Target="../media/image175.wmf"/><Relationship Id="rId26" Type="http://schemas.openxmlformats.org/officeDocument/2006/relationships/image" Target="../media/image191.wmf"/><Relationship Id="rId3" Type="http://schemas.openxmlformats.org/officeDocument/2006/relationships/oleObject" Target="../embeddings/oleObject214.bin"/><Relationship Id="rId21" Type="http://schemas.openxmlformats.org/officeDocument/2006/relationships/oleObject" Target="../embeddings/oleObject221.bin"/><Relationship Id="rId7" Type="http://schemas.openxmlformats.org/officeDocument/2006/relationships/oleObject" Target="../embeddings/oleObject216.bin"/><Relationship Id="rId12" Type="http://schemas.openxmlformats.org/officeDocument/2006/relationships/image" Target="../media/image187.wmf"/><Relationship Id="rId17" Type="http://schemas.openxmlformats.org/officeDocument/2006/relationships/oleObject" Target="../embeddings/oleObject206.bin"/><Relationship Id="rId25" Type="http://schemas.openxmlformats.org/officeDocument/2006/relationships/oleObject" Target="../embeddings/oleObject22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9.wmf"/><Relationship Id="rId20" Type="http://schemas.openxmlformats.org/officeDocument/2006/relationships/image" Target="../media/image176.wmf"/><Relationship Id="rId29" Type="http://schemas.openxmlformats.org/officeDocument/2006/relationships/oleObject" Target="../embeddings/oleObject225.bin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84.wmf"/><Relationship Id="rId11" Type="http://schemas.openxmlformats.org/officeDocument/2006/relationships/oleObject" Target="../embeddings/oleObject218.bin"/><Relationship Id="rId24" Type="http://schemas.openxmlformats.org/officeDocument/2006/relationships/image" Target="../media/image190.wmf"/><Relationship Id="rId5" Type="http://schemas.openxmlformats.org/officeDocument/2006/relationships/oleObject" Target="../embeddings/oleObject215.bin"/><Relationship Id="rId15" Type="http://schemas.openxmlformats.org/officeDocument/2006/relationships/oleObject" Target="../embeddings/oleObject220.bin"/><Relationship Id="rId23" Type="http://schemas.openxmlformats.org/officeDocument/2006/relationships/oleObject" Target="../embeddings/oleObject222.bin"/><Relationship Id="rId28" Type="http://schemas.openxmlformats.org/officeDocument/2006/relationships/image" Target="../media/image192.wmf"/><Relationship Id="rId10" Type="http://schemas.openxmlformats.org/officeDocument/2006/relationships/image" Target="../media/image186.wmf"/><Relationship Id="rId19" Type="http://schemas.openxmlformats.org/officeDocument/2006/relationships/oleObject" Target="../embeddings/oleObject207.bin"/><Relationship Id="rId4" Type="http://schemas.openxmlformats.org/officeDocument/2006/relationships/image" Target="../media/image183.wmf"/><Relationship Id="rId9" Type="http://schemas.openxmlformats.org/officeDocument/2006/relationships/oleObject" Target="../embeddings/oleObject217.bin"/><Relationship Id="rId14" Type="http://schemas.openxmlformats.org/officeDocument/2006/relationships/image" Target="../media/image188.wmf"/><Relationship Id="rId22" Type="http://schemas.openxmlformats.org/officeDocument/2006/relationships/image" Target="../media/image177.wmf"/><Relationship Id="rId27" Type="http://schemas.openxmlformats.org/officeDocument/2006/relationships/oleObject" Target="../embeddings/oleObject224.bin"/><Relationship Id="rId30" Type="http://schemas.openxmlformats.org/officeDocument/2006/relationships/image" Target="../media/image193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194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96.wmf"/><Relationship Id="rId5" Type="http://schemas.openxmlformats.org/officeDocument/2006/relationships/oleObject" Target="../embeddings/oleObject228.bin"/><Relationship Id="rId4" Type="http://schemas.openxmlformats.org/officeDocument/2006/relationships/image" Target="../media/image195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wmf"/><Relationship Id="rId13" Type="http://schemas.openxmlformats.org/officeDocument/2006/relationships/oleObject" Target="../embeddings/oleObject234.bin"/><Relationship Id="rId18" Type="http://schemas.openxmlformats.org/officeDocument/2006/relationships/image" Target="../media/image204.wmf"/><Relationship Id="rId26" Type="http://schemas.openxmlformats.org/officeDocument/2006/relationships/image" Target="../media/image208.wmf"/><Relationship Id="rId3" Type="http://schemas.openxmlformats.org/officeDocument/2006/relationships/oleObject" Target="../embeddings/oleObject229.bin"/><Relationship Id="rId21" Type="http://schemas.openxmlformats.org/officeDocument/2006/relationships/oleObject" Target="../embeddings/oleObject238.bin"/><Relationship Id="rId7" Type="http://schemas.openxmlformats.org/officeDocument/2006/relationships/oleObject" Target="../embeddings/oleObject231.bin"/><Relationship Id="rId12" Type="http://schemas.openxmlformats.org/officeDocument/2006/relationships/image" Target="../media/image201.wmf"/><Relationship Id="rId17" Type="http://schemas.openxmlformats.org/officeDocument/2006/relationships/oleObject" Target="../embeddings/oleObject236.bin"/><Relationship Id="rId25" Type="http://schemas.openxmlformats.org/officeDocument/2006/relationships/oleObject" Target="../embeddings/oleObject24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3.wmf"/><Relationship Id="rId20" Type="http://schemas.openxmlformats.org/officeDocument/2006/relationships/image" Target="../media/image205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98.wmf"/><Relationship Id="rId11" Type="http://schemas.openxmlformats.org/officeDocument/2006/relationships/oleObject" Target="../embeddings/oleObject233.bin"/><Relationship Id="rId24" Type="http://schemas.openxmlformats.org/officeDocument/2006/relationships/image" Target="../media/image207.wmf"/><Relationship Id="rId5" Type="http://schemas.openxmlformats.org/officeDocument/2006/relationships/oleObject" Target="../embeddings/oleObject230.bin"/><Relationship Id="rId15" Type="http://schemas.openxmlformats.org/officeDocument/2006/relationships/oleObject" Target="../embeddings/oleObject235.bin"/><Relationship Id="rId23" Type="http://schemas.openxmlformats.org/officeDocument/2006/relationships/oleObject" Target="../embeddings/oleObject239.bin"/><Relationship Id="rId28" Type="http://schemas.openxmlformats.org/officeDocument/2006/relationships/image" Target="../media/image209.wmf"/><Relationship Id="rId10" Type="http://schemas.openxmlformats.org/officeDocument/2006/relationships/image" Target="../media/image200.wmf"/><Relationship Id="rId19" Type="http://schemas.openxmlformats.org/officeDocument/2006/relationships/oleObject" Target="../embeddings/oleObject237.bin"/><Relationship Id="rId4" Type="http://schemas.openxmlformats.org/officeDocument/2006/relationships/image" Target="../media/image197.wmf"/><Relationship Id="rId9" Type="http://schemas.openxmlformats.org/officeDocument/2006/relationships/oleObject" Target="../embeddings/oleObject232.bin"/><Relationship Id="rId14" Type="http://schemas.openxmlformats.org/officeDocument/2006/relationships/image" Target="../media/image202.wmf"/><Relationship Id="rId22" Type="http://schemas.openxmlformats.org/officeDocument/2006/relationships/image" Target="../media/image206.wmf"/><Relationship Id="rId27" Type="http://schemas.openxmlformats.org/officeDocument/2006/relationships/oleObject" Target="../embeddings/oleObject241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wmf"/><Relationship Id="rId13" Type="http://schemas.openxmlformats.org/officeDocument/2006/relationships/oleObject" Target="../embeddings/oleObject247.bin"/><Relationship Id="rId3" Type="http://schemas.openxmlformats.org/officeDocument/2006/relationships/oleObject" Target="../embeddings/oleObject242.bin"/><Relationship Id="rId7" Type="http://schemas.openxmlformats.org/officeDocument/2006/relationships/oleObject" Target="../embeddings/oleObject244.bin"/><Relationship Id="rId12" Type="http://schemas.openxmlformats.org/officeDocument/2006/relationships/image" Target="../media/image21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11.wmf"/><Relationship Id="rId11" Type="http://schemas.openxmlformats.org/officeDocument/2006/relationships/oleObject" Target="../embeddings/oleObject246.bin"/><Relationship Id="rId5" Type="http://schemas.openxmlformats.org/officeDocument/2006/relationships/oleObject" Target="../embeddings/oleObject243.bin"/><Relationship Id="rId10" Type="http://schemas.openxmlformats.org/officeDocument/2006/relationships/image" Target="../media/image213.wmf"/><Relationship Id="rId4" Type="http://schemas.openxmlformats.org/officeDocument/2006/relationships/image" Target="../media/image210.wmf"/><Relationship Id="rId9" Type="http://schemas.openxmlformats.org/officeDocument/2006/relationships/oleObject" Target="../embeddings/oleObject245.bin"/><Relationship Id="rId14" Type="http://schemas.openxmlformats.org/officeDocument/2006/relationships/image" Target="../media/image200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wmf"/><Relationship Id="rId13" Type="http://schemas.openxmlformats.org/officeDocument/2006/relationships/oleObject" Target="../embeddings/oleObject253.bin"/><Relationship Id="rId18" Type="http://schemas.openxmlformats.org/officeDocument/2006/relationships/image" Target="../media/image222.wmf"/><Relationship Id="rId3" Type="http://schemas.openxmlformats.org/officeDocument/2006/relationships/oleObject" Target="../embeddings/oleObject248.bin"/><Relationship Id="rId21" Type="http://schemas.openxmlformats.org/officeDocument/2006/relationships/oleObject" Target="../embeddings/oleObject257.bin"/><Relationship Id="rId7" Type="http://schemas.openxmlformats.org/officeDocument/2006/relationships/oleObject" Target="../embeddings/oleObject250.bin"/><Relationship Id="rId12" Type="http://schemas.openxmlformats.org/officeDocument/2006/relationships/image" Target="../media/image219.wmf"/><Relationship Id="rId17" Type="http://schemas.openxmlformats.org/officeDocument/2006/relationships/oleObject" Target="../embeddings/oleObject25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1.wmf"/><Relationship Id="rId20" Type="http://schemas.openxmlformats.org/officeDocument/2006/relationships/image" Target="../media/image223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16.wmf"/><Relationship Id="rId11" Type="http://schemas.openxmlformats.org/officeDocument/2006/relationships/oleObject" Target="../embeddings/oleObject252.bin"/><Relationship Id="rId24" Type="http://schemas.openxmlformats.org/officeDocument/2006/relationships/image" Target="../media/image225.wmf"/><Relationship Id="rId5" Type="http://schemas.openxmlformats.org/officeDocument/2006/relationships/oleObject" Target="../embeddings/oleObject249.bin"/><Relationship Id="rId15" Type="http://schemas.openxmlformats.org/officeDocument/2006/relationships/oleObject" Target="../embeddings/oleObject254.bin"/><Relationship Id="rId23" Type="http://schemas.openxmlformats.org/officeDocument/2006/relationships/oleObject" Target="../embeddings/oleObject258.bin"/><Relationship Id="rId10" Type="http://schemas.openxmlformats.org/officeDocument/2006/relationships/image" Target="../media/image218.wmf"/><Relationship Id="rId19" Type="http://schemas.openxmlformats.org/officeDocument/2006/relationships/oleObject" Target="../embeddings/oleObject256.bin"/><Relationship Id="rId4" Type="http://schemas.openxmlformats.org/officeDocument/2006/relationships/image" Target="../media/image215.wmf"/><Relationship Id="rId9" Type="http://schemas.openxmlformats.org/officeDocument/2006/relationships/oleObject" Target="../embeddings/oleObject251.bin"/><Relationship Id="rId14" Type="http://schemas.openxmlformats.org/officeDocument/2006/relationships/image" Target="../media/image220.wmf"/><Relationship Id="rId22" Type="http://schemas.openxmlformats.org/officeDocument/2006/relationships/image" Target="../media/image224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8.wmf"/><Relationship Id="rId13" Type="http://schemas.openxmlformats.org/officeDocument/2006/relationships/oleObject" Target="../embeddings/oleObject264.bin"/><Relationship Id="rId3" Type="http://schemas.openxmlformats.org/officeDocument/2006/relationships/oleObject" Target="../embeddings/oleObject259.bin"/><Relationship Id="rId7" Type="http://schemas.openxmlformats.org/officeDocument/2006/relationships/oleObject" Target="../embeddings/oleObject261.bin"/><Relationship Id="rId12" Type="http://schemas.openxmlformats.org/officeDocument/2006/relationships/image" Target="../media/image23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2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27.wmf"/><Relationship Id="rId11" Type="http://schemas.openxmlformats.org/officeDocument/2006/relationships/oleObject" Target="../embeddings/oleObject263.bin"/><Relationship Id="rId5" Type="http://schemas.openxmlformats.org/officeDocument/2006/relationships/oleObject" Target="../embeddings/oleObject260.bin"/><Relationship Id="rId15" Type="http://schemas.openxmlformats.org/officeDocument/2006/relationships/oleObject" Target="../embeddings/oleObject265.bin"/><Relationship Id="rId10" Type="http://schemas.openxmlformats.org/officeDocument/2006/relationships/image" Target="../media/image229.wmf"/><Relationship Id="rId4" Type="http://schemas.openxmlformats.org/officeDocument/2006/relationships/image" Target="../media/image226.wmf"/><Relationship Id="rId9" Type="http://schemas.openxmlformats.org/officeDocument/2006/relationships/oleObject" Target="../embeddings/oleObject262.bin"/><Relationship Id="rId14" Type="http://schemas.openxmlformats.org/officeDocument/2006/relationships/image" Target="../media/image231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4" Type="http://schemas.openxmlformats.org/officeDocument/2006/relationships/image" Target="../media/image233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9.bin"/><Relationship Id="rId13" Type="http://schemas.openxmlformats.org/officeDocument/2006/relationships/image" Target="../media/image238.wmf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35.wmf"/><Relationship Id="rId12" Type="http://schemas.openxmlformats.org/officeDocument/2006/relationships/oleObject" Target="../embeddings/oleObject27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268.bin"/><Relationship Id="rId11" Type="http://schemas.openxmlformats.org/officeDocument/2006/relationships/image" Target="../media/image237.wmf"/><Relationship Id="rId5" Type="http://schemas.openxmlformats.org/officeDocument/2006/relationships/image" Target="../media/image234.wmf"/><Relationship Id="rId10" Type="http://schemas.openxmlformats.org/officeDocument/2006/relationships/oleObject" Target="../embeddings/oleObject270.bin"/><Relationship Id="rId4" Type="http://schemas.openxmlformats.org/officeDocument/2006/relationships/oleObject" Target="../embeddings/oleObject267.bin"/><Relationship Id="rId9" Type="http://schemas.openxmlformats.org/officeDocument/2006/relationships/image" Target="../media/image236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wmf"/><Relationship Id="rId13" Type="http://schemas.openxmlformats.org/officeDocument/2006/relationships/oleObject" Target="../embeddings/oleObject277.bin"/><Relationship Id="rId3" Type="http://schemas.openxmlformats.org/officeDocument/2006/relationships/oleObject" Target="../embeddings/oleObject272.bin"/><Relationship Id="rId7" Type="http://schemas.openxmlformats.org/officeDocument/2006/relationships/oleObject" Target="../embeddings/oleObject274.bin"/><Relationship Id="rId12" Type="http://schemas.openxmlformats.org/officeDocument/2006/relationships/image" Target="../media/image24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40.wmf"/><Relationship Id="rId11" Type="http://schemas.openxmlformats.org/officeDocument/2006/relationships/oleObject" Target="../embeddings/oleObject276.bin"/><Relationship Id="rId5" Type="http://schemas.openxmlformats.org/officeDocument/2006/relationships/oleObject" Target="../embeddings/oleObject273.bin"/><Relationship Id="rId10" Type="http://schemas.openxmlformats.org/officeDocument/2006/relationships/image" Target="../media/image242.wmf"/><Relationship Id="rId4" Type="http://schemas.openxmlformats.org/officeDocument/2006/relationships/image" Target="../media/image239.wmf"/><Relationship Id="rId9" Type="http://schemas.openxmlformats.org/officeDocument/2006/relationships/oleObject" Target="../embeddings/oleObject275.bin"/><Relationship Id="rId14" Type="http://schemas.openxmlformats.org/officeDocument/2006/relationships/image" Target="../media/image244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7.wmf"/><Relationship Id="rId13" Type="http://schemas.openxmlformats.org/officeDocument/2006/relationships/oleObject" Target="../embeddings/oleObject283.bin"/><Relationship Id="rId18" Type="http://schemas.openxmlformats.org/officeDocument/2006/relationships/image" Target="../media/image252.wmf"/><Relationship Id="rId3" Type="http://schemas.openxmlformats.org/officeDocument/2006/relationships/oleObject" Target="../embeddings/oleObject278.bin"/><Relationship Id="rId7" Type="http://schemas.openxmlformats.org/officeDocument/2006/relationships/oleObject" Target="../embeddings/oleObject280.bin"/><Relationship Id="rId12" Type="http://schemas.openxmlformats.org/officeDocument/2006/relationships/image" Target="../media/image249.wmf"/><Relationship Id="rId17" Type="http://schemas.openxmlformats.org/officeDocument/2006/relationships/oleObject" Target="../embeddings/oleObject28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1.wmf"/><Relationship Id="rId20" Type="http://schemas.openxmlformats.org/officeDocument/2006/relationships/image" Target="../media/image253.wmf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46.wmf"/><Relationship Id="rId11" Type="http://schemas.openxmlformats.org/officeDocument/2006/relationships/oleObject" Target="../embeddings/oleObject282.bin"/><Relationship Id="rId5" Type="http://schemas.openxmlformats.org/officeDocument/2006/relationships/oleObject" Target="../embeddings/oleObject279.bin"/><Relationship Id="rId15" Type="http://schemas.openxmlformats.org/officeDocument/2006/relationships/oleObject" Target="../embeddings/oleObject284.bin"/><Relationship Id="rId10" Type="http://schemas.openxmlformats.org/officeDocument/2006/relationships/image" Target="../media/image248.wmf"/><Relationship Id="rId19" Type="http://schemas.openxmlformats.org/officeDocument/2006/relationships/oleObject" Target="../embeddings/oleObject286.bin"/><Relationship Id="rId4" Type="http://schemas.openxmlformats.org/officeDocument/2006/relationships/image" Target="../media/image245.wmf"/><Relationship Id="rId9" Type="http://schemas.openxmlformats.org/officeDocument/2006/relationships/oleObject" Target="../embeddings/oleObject281.bin"/><Relationship Id="rId14" Type="http://schemas.openxmlformats.org/officeDocument/2006/relationships/image" Target="../media/image250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6.wmf"/><Relationship Id="rId13" Type="http://schemas.openxmlformats.org/officeDocument/2006/relationships/oleObject" Target="../embeddings/oleObject292.bin"/><Relationship Id="rId18" Type="http://schemas.openxmlformats.org/officeDocument/2006/relationships/image" Target="../media/image261.wmf"/><Relationship Id="rId3" Type="http://schemas.openxmlformats.org/officeDocument/2006/relationships/oleObject" Target="../embeddings/oleObject287.bin"/><Relationship Id="rId21" Type="http://schemas.openxmlformats.org/officeDocument/2006/relationships/oleObject" Target="../embeddings/oleObject296.bin"/><Relationship Id="rId7" Type="http://schemas.openxmlformats.org/officeDocument/2006/relationships/oleObject" Target="../embeddings/oleObject289.bin"/><Relationship Id="rId12" Type="http://schemas.openxmlformats.org/officeDocument/2006/relationships/image" Target="../media/image258.wmf"/><Relationship Id="rId17" Type="http://schemas.openxmlformats.org/officeDocument/2006/relationships/oleObject" Target="../embeddings/oleObject29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0.wmf"/><Relationship Id="rId20" Type="http://schemas.openxmlformats.org/officeDocument/2006/relationships/image" Target="../media/image262.w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55.wmf"/><Relationship Id="rId11" Type="http://schemas.openxmlformats.org/officeDocument/2006/relationships/oleObject" Target="../embeddings/oleObject291.bin"/><Relationship Id="rId24" Type="http://schemas.openxmlformats.org/officeDocument/2006/relationships/image" Target="../media/image264.wmf"/><Relationship Id="rId5" Type="http://schemas.openxmlformats.org/officeDocument/2006/relationships/oleObject" Target="../embeddings/oleObject288.bin"/><Relationship Id="rId15" Type="http://schemas.openxmlformats.org/officeDocument/2006/relationships/oleObject" Target="../embeddings/oleObject293.bin"/><Relationship Id="rId23" Type="http://schemas.openxmlformats.org/officeDocument/2006/relationships/oleObject" Target="../embeddings/oleObject297.bin"/><Relationship Id="rId10" Type="http://schemas.openxmlformats.org/officeDocument/2006/relationships/image" Target="../media/image257.wmf"/><Relationship Id="rId19" Type="http://schemas.openxmlformats.org/officeDocument/2006/relationships/oleObject" Target="../embeddings/oleObject295.bin"/><Relationship Id="rId4" Type="http://schemas.openxmlformats.org/officeDocument/2006/relationships/image" Target="../media/image254.wmf"/><Relationship Id="rId9" Type="http://schemas.openxmlformats.org/officeDocument/2006/relationships/oleObject" Target="../embeddings/oleObject290.bin"/><Relationship Id="rId14" Type="http://schemas.openxmlformats.org/officeDocument/2006/relationships/image" Target="../media/image259.wmf"/><Relationship Id="rId22" Type="http://schemas.openxmlformats.org/officeDocument/2006/relationships/image" Target="../media/image263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7.wmf"/><Relationship Id="rId13" Type="http://schemas.openxmlformats.org/officeDocument/2006/relationships/oleObject" Target="../embeddings/oleObject303.bin"/><Relationship Id="rId18" Type="http://schemas.openxmlformats.org/officeDocument/2006/relationships/image" Target="../media/image272.wmf"/><Relationship Id="rId3" Type="http://schemas.openxmlformats.org/officeDocument/2006/relationships/oleObject" Target="../embeddings/oleObject298.bin"/><Relationship Id="rId21" Type="http://schemas.openxmlformats.org/officeDocument/2006/relationships/oleObject" Target="../embeddings/oleObject307.bin"/><Relationship Id="rId7" Type="http://schemas.openxmlformats.org/officeDocument/2006/relationships/oleObject" Target="../embeddings/oleObject300.bin"/><Relationship Id="rId12" Type="http://schemas.openxmlformats.org/officeDocument/2006/relationships/image" Target="../media/image269.wmf"/><Relationship Id="rId17" Type="http://schemas.openxmlformats.org/officeDocument/2006/relationships/oleObject" Target="../embeddings/oleObject30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1.wmf"/><Relationship Id="rId20" Type="http://schemas.openxmlformats.org/officeDocument/2006/relationships/image" Target="../media/image273.w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266.wmf"/><Relationship Id="rId11" Type="http://schemas.openxmlformats.org/officeDocument/2006/relationships/oleObject" Target="../embeddings/oleObject302.bin"/><Relationship Id="rId5" Type="http://schemas.openxmlformats.org/officeDocument/2006/relationships/oleObject" Target="../embeddings/oleObject299.bin"/><Relationship Id="rId15" Type="http://schemas.openxmlformats.org/officeDocument/2006/relationships/oleObject" Target="../embeddings/oleObject304.bin"/><Relationship Id="rId10" Type="http://schemas.openxmlformats.org/officeDocument/2006/relationships/image" Target="../media/image268.wmf"/><Relationship Id="rId19" Type="http://schemas.openxmlformats.org/officeDocument/2006/relationships/oleObject" Target="../embeddings/oleObject306.bin"/><Relationship Id="rId4" Type="http://schemas.openxmlformats.org/officeDocument/2006/relationships/image" Target="../media/image265.wmf"/><Relationship Id="rId9" Type="http://schemas.openxmlformats.org/officeDocument/2006/relationships/oleObject" Target="../embeddings/oleObject301.bin"/><Relationship Id="rId14" Type="http://schemas.openxmlformats.org/officeDocument/2006/relationships/image" Target="../media/image270.wmf"/><Relationship Id="rId22" Type="http://schemas.openxmlformats.org/officeDocument/2006/relationships/image" Target="../media/image274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7.wmf"/><Relationship Id="rId13" Type="http://schemas.openxmlformats.org/officeDocument/2006/relationships/oleObject" Target="../embeddings/oleObject313.bin"/><Relationship Id="rId3" Type="http://schemas.openxmlformats.org/officeDocument/2006/relationships/oleObject" Target="../embeddings/oleObject308.bin"/><Relationship Id="rId7" Type="http://schemas.openxmlformats.org/officeDocument/2006/relationships/oleObject" Target="../embeddings/oleObject310.bin"/><Relationship Id="rId12" Type="http://schemas.openxmlformats.org/officeDocument/2006/relationships/image" Target="../media/image27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81.wmf"/><Relationship Id="rId1" Type="http://schemas.openxmlformats.org/officeDocument/2006/relationships/vmlDrawing" Target="../drawings/vmlDrawing35.vml"/><Relationship Id="rId6" Type="http://schemas.openxmlformats.org/officeDocument/2006/relationships/image" Target="../media/image276.wmf"/><Relationship Id="rId11" Type="http://schemas.openxmlformats.org/officeDocument/2006/relationships/oleObject" Target="../embeddings/oleObject312.bin"/><Relationship Id="rId5" Type="http://schemas.openxmlformats.org/officeDocument/2006/relationships/oleObject" Target="../embeddings/oleObject309.bin"/><Relationship Id="rId15" Type="http://schemas.openxmlformats.org/officeDocument/2006/relationships/oleObject" Target="../embeddings/oleObject314.bin"/><Relationship Id="rId10" Type="http://schemas.openxmlformats.org/officeDocument/2006/relationships/image" Target="../media/image278.wmf"/><Relationship Id="rId4" Type="http://schemas.openxmlformats.org/officeDocument/2006/relationships/image" Target="../media/image275.wmf"/><Relationship Id="rId9" Type="http://schemas.openxmlformats.org/officeDocument/2006/relationships/oleObject" Target="../embeddings/oleObject311.bin"/><Relationship Id="rId14" Type="http://schemas.openxmlformats.org/officeDocument/2006/relationships/image" Target="../media/image280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4.wmf"/><Relationship Id="rId13" Type="http://schemas.openxmlformats.org/officeDocument/2006/relationships/oleObject" Target="../embeddings/oleObject320.bin"/><Relationship Id="rId18" Type="http://schemas.openxmlformats.org/officeDocument/2006/relationships/image" Target="../media/image289.wmf"/><Relationship Id="rId3" Type="http://schemas.openxmlformats.org/officeDocument/2006/relationships/oleObject" Target="../embeddings/oleObject315.bin"/><Relationship Id="rId7" Type="http://schemas.openxmlformats.org/officeDocument/2006/relationships/oleObject" Target="../embeddings/oleObject317.bin"/><Relationship Id="rId12" Type="http://schemas.openxmlformats.org/officeDocument/2006/relationships/image" Target="../media/image286.wmf"/><Relationship Id="rId17" Type="http://schemas.openxmlformats.org/officeDocument/2006/relationships/oleObject" Target="../embeddings/oleObject32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88.wmf"/><Relationship Id="rId1" Type="http://schemas.openxmlformats.org/officeDocument/2006/relationships/vmlDrawing" Target="../drawings/vmlDrawing36.vml"/><Relationship Id="rId6" Type="http://schemas.openxmlformats.org/officeDocument/2006/relationships/image" Target="../media/image283.wmf"/><Relationship Id="rId11" Type="http://schemas.openxmlformats.org/officeDocument/2006/relationships/oleObject" Target="../embeddings/oleObject319.bin"/><Relationship Id="rId5" Type="http://schemas.openxmlformats.org/officeDocument/2006/relationships/oleObject" Target="../embeddings/oleObject316.bin"/><Relationship Id="rId15" Type="http://schemas.openxmlformats.org/officeDocument/2006/relationships/oleObject" Target="../embeddings/oleObject321.bin"/><Relationship Id="rId10" Type="http://schemas.openxmlformats.org/officeDocument/2006/relationships/image" Target="../media/image285.wmf"/><Relationship Id="rId4" Type="http://schemas.openxmlformats.org/officeDocument/2006/relationships/image" Target="../media/image282.wmf"/><Relationship Id="rId9" Type="http://schemas.openxmlformats.org/officeDocument/2006/relationships/oleObject" Target="../embeddings/oleObject318.bin"/><Relationship Id="rId14" Type="http://schemas.openxmlformats.org/officeDocument/2006/relationships/image" Target="../media/image287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1.wmf"/><Relationship Id="rId3" Type="http://schemas.openxmlformats.org/officeDocument/2006/relationships/oleObject" Target="../embeddings/oleObject323.bin"/><Relationship Id="rId7" Type="http://schemas.openxmlformats.org/officeDocument/2006/relationships/oleObject" Target="../embeddings/oleObject3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290.wmf"/><Relationship Id="rId5" Type="http://schemas.openxmlformats.org/officeDocument/2006/relationships/oleObject" Target="../embeddings/oleObject324.bin"/><Relationship Id="rId4" Type="http://schemas.openxmlformats.org/officeDocument/2006/relationships/image" Target="../media/image289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4.wmf"/><Relationship Id="rId13" Type="http://schemas.openxmlformats.org/officeDocument/2006/relationships/oleObject" Target="../embeddings/oleObject331.bin"/><Relationship Id="rId18" Type="http://schemas.openxmlformats.org/officeDocument/2006/relationships/image" Target="../media/image299.wmf"/><Relationship Id="rId26" Type="http://schemas.openxmlformats.org/officeDocument/2006/relationships/image" Target="../media/image303.wmf"/><Relationship Id="rId3" Type="http://schemas.openxmlformats.org/officeDocument/2006/relationships/oleObject" Target="../embeddings/oleObject326.bin"/><Relationship Id="rId21" Type="http://schemas.openxmlformats.org/officeDocument/2006/relationships/oleObject" Target="../embeddings/oleObject335.bin"/><Relationship Id="rId7" Type="http://schemas.openxmlformats.org/officeDocument/2006/relationships/oleObject" Target="../embeddings/oleObject328.bin"/><Relationship Id="rId12" Type="http://schemas.openxmlformats.org/officeDocument/2006/relationships/image" Target="../media/image296.wmf"/><Relationship Id="rId17" Type="http://schemas.openxmlformats.org/officeDocument/2006/relationships/oleObject" Target="../embeddings/oleObject333.bin"/><Relationship Id="rId25" Type="http://schemas.openxmlformats.org/officeDocument/2006/relationships/oleObject" Target="../embeddings/oleObject33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98.wmf"/><Relationship Id="rId20" Type="http://schemas.openxmlformats.org/officeDocument/2006/relationships/image" Target="../media/image300.wmf"/><Relationship Id="rId29" Type="http://schemas.openxmlformats.org/officeDocument/2006/relationships/oleObject" Target="../embeddings/oleObject339.bin"/><Relationship Id="rId1" Type="http://schemas.openxmlformats.org/officeDocument/2006/relationships/vmlDrawing" Target="../drawings/vmlDrawing38.vml"/><Relationship Id="rId6" Type="http://schemas.openxmlformats.org/officeDocument/2006/relationships/image" Target="../media/image293.wmf"/><Relationship Id="rId11" Type="http://schemas.openxmlformats.org/officeDocument/2006/relationships/oleObject" Target="../embeddings/oleObject330.bin"/><Relationship Id="rId24" Type="http://schemas.openxmlformats.org/officeDocument/2006/relationships/image" Target="../media/image302.wmf"/><Relationship Id="rId32" Type="http://schemas.openxmlformats.org/officeDocument/2006/relationships/image" Target="../media/image306.wmf"/><Relationship Id="rId5" Type="http://schemas.openxmlformats.org/officeDocument/2006/relationships/oleObject" Target="../embeddings/oleObject327.bin"/><Relationship Id="rId15" Type="http://schemas.openxmlformats.org/officeDocument/2006/relationships/oleObject" Target="../embeddings/oleObject332.bin"/><Relationship Id="rId23" Type="http://schemas.openxmlformats.org/officeDocument/2006/relationships/oleObject" Target="../embeddings/oleObject336.bin"/><Relationship Id="rId28" Type="http://schemas.openxmlformats.org/officeDocument/2006/relationships/image" Target="../media/image304.wmf"/><Relationship Id="rId10" Type="http://schemas.openxmlformats.org/officeDocument/2006/relationships/image" Target="../media/image295.wmf"/><Relationship Id="rId19" Type="http://schemas.openxmlformats.org/officeDocument/2006/relationships/oleObject" Target="../embeddings/oleObject334.bin"/><Relationship Id="rId31" Type="http://schemas.openxmlformats.org/officeDocument/2006/relationships/oleObject" Target="../embeddings/oleObject340.bin"/><Relationship Id="rId4" Type="http://schemas.openxmlformats.org/officeDocument/2006/relationships/image" Target="../media/image292.wmf"/><Relationship Id="rId9" Type="http://schemas.openxmlformats.org/officeDocument/2006/relationships/oleObject" Target="../embeddings/oleObject329.bin"/><Relationship Id="rId14" Type="http://schemas.openxmlformats.org/officeDocument/2006/relationships/image" Target="../media/image297.wmf"/><Relationship Id="rId22" Type="http://schemas.openxmlformats.org/officeDocument/2006/relationships/image" Target="../media/image301.wmf"/><Relationship Id="rId27" Type="http://schemas.openxmlformats.org/officeDocument/2006/relationships/oleObject" Target="../embeddings/oleObject338.bin"/><Relationship Id="rId30" Type="http://schemas.openxmlformats.org/officeDocument/2006/relationships/image" Target="../media/image305.wmf"/></Relationships>
</file>

<file path=ppt/slides/_rels/slide4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1.wmf"/><Relationship Id="rId18" Type="http://schemas.openxmlformats.org/officeDocument/2006/relationships/oleObject" Target="../embeddings/oleObject348.bin"/><Relationship Id="rId26" Type="http://schemas.openxmlformats.org/officeDocument/2006/relationships/oleObject" Target="../embeddings/oleObject352.bin"/><Relationship Id="rId21" Type="http://schemas.openxmlformats.org/officeDocument/2006/relationships/image" Target="../media/image315.wmf"/><Relationship Id="rId34" Type="http://schemas.openxmlformats.org/officeDocument/2006/relationships/oleObject" Target="../embeddings/oleObject356.bin"/><Relationship Id="rId7" Type="http://schemas.openxmlformats.org/officeDocument/2006/relationships/image" Target="../media/image308.wmf"/><Relationship Id="rId12" Type="http://schemas.openxmlformats.org/officeDocument/2006/relationships/oleObject" Target="../embeddings/oleObject345.bin"/><Relationship Id="rId17" Type="http://schemas.openxmlformats.org/officeDocument/2006/relationships/image" Target="../media/image313.wmf"/><Relationship Id="rId25" Type="http://schemas.openxmlformats.org/officeDocument/2006/relationships/image" Target="../media/image317.wmf"/><Relationship Id="rId33" Type="http://schemas.openxmlformats.org/officeDocument/2006/relationships/image" Target="../media/image32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47.bin"/><Relationship Id="rId20" Type="http://schemas.openxmlformats.org/officeDocument/2006/relationships/oleObject" Target="../embeddings/oleObject349.bin"/><Relationship Id="rId29" Type="http://schemas.openxmlformats.org/officeDocument/2006/relationships/image" Target="../media/image319.wmf"/><Relationship Id="rId1" Type="http://schemas.openxmlformats.org/officeDocument/2006/relationships/vmlDrawing" Target="../drawings/vmlDrawing39.vml"/><Relationship Id="rId6" Type="http://schemas.openxmlformats.org/officeDocument/2006/relationships/oleObject" Target="../embeddings/oleObject342.bin"/><Relationship Id="rId11" Type="http://schemas.openxmlformats.org/officeDocument/2006/relationships/image" Target="../media/image310.wmf"/><Relationship Id="rId24" Type="http://schemas.openxmlformats.org/officeDocument/2006/relationships/oleObject" Target="../embeddings/oleObject351.bin"/><Relationship Id="rId32" Type="http://schemas.openxmlformats.org/officeDocument/2006/relationships/oleObject" Target="../embeddings/oleObject355.bin"/><Relationship Id="rId37" Type="http://schemas.openxmlformats.org/officeDocument/2006/relationships/image" Target="../media/image323.wmf"/><Relationship Id="rId5" Type="http://schemas.openxmlformats.org/officeDocument/2006/relationships/image" Target="../media/image307.wmf"/><Relationship Id="rId15" Type="http://schemas.openxmlformats.org/officeDocument/2006/relationships/image" Target="../media/image312.wmf"/><Relationship Id="rId23" Type="http://schemas.openxmlformats.org/officeDocument/2006/relationships/image" Target="../media/image316.wmf"/><Relationship Id="rId28" Type="http://schemas.openxmlformats.org/officeDocument/2006/relationships/oleObject" Target="../embeddings/oleObject353.bin"/><Relationship Id="rId36" Type="http://schemas.openxmlformats.org/officeDocument/2006/relationships/oleObject" Target="../embeddings/oleObject357.bin"/><Relationship Id="rId10" Type="http://schemas.openxmlformats.org/officeDocument/2006/relationships/oleObject" Target="../embeddings/oleObject344.bin"/><Relationship Id="rId19" Type="http://schemas.openxmlformats.org/officeDocument/2006/relationships/image" Target="../media/image314.wmf"/><Relationship Id="rId31" Type="http://schemas.openxmlformats.org/officeDocument/2006/relationships/image" Target="../media/image320.wmf"/><Relationship Id="rId4" Type="http://schemas.openxmlformats.org/officeDocument/2006/relationships/oleObject" Target="../embeddings/oleObject341.bin"/><Relationship Id="rId9" Type="http://schemas.openxmlformats.org/officeDocument/2006/relationships/image" Target="../media/image309.wmf"/><Relationship Id="rId14" Type="http://schemas.openxmlformats.org/officeDocument/2006/relationships/oleObject" Target="../embeddings/oleObject346.bin"/><Relationship Id="rId22" Type="http://schemas.openxmlformats.org/officeDocument/2006/relationships/oleObject" Target="../embeddings/oleObject350.bin"/><Relationship Id="rId27" Type="http://schemas.openxmlformats.org/officeDocument/2006/relationships/image" Target="../media/image318.wmf"/><Relationship Id="rId30" Type="http://schemas.openxmlformats.org/officeDocument/2006/relationships/oleObject" Target="../embeddings/oleObject354.bin"/><Relationship Id="rId35" Type="http://schemas.openxmlformats.org/officeDocument/2006/relationships/image" Target="../media/image322.wmf"/><Relationship Id="rId8" Type="http://schemas.openxmlformats.org/officeDocument/2006/relationships/oleObject" Target="../embeddings/oleObject343.bin"/><Relationship Id="rId3" Type="http://schemas.openxmlformats.org/officeDocument/2006/relationships/notesSlide" Target="../notesSlides/notesSlide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5" Type="http://schemas.openxmlformats.org/officeDocument/2006/relationships/image" Target="../media/image324.wmf"/><Relationship Id="rId4" Type="http://schemas.openxmlformats.org/officeDocument/2006/relationships/oleObject" Target="../embeddings/oleObject358.bin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7.wmf"/><Relationship Id="rId13" Type="http://schemas.openxmlformats.org/officeDocument/2006/relationships/oleObject" Target="../embeddings/oleObject364.bin"/><Relationship Id="rId18" Type="http://schemas.openxmlformats.org/officeDocument/2006/relationships/image" Target="../media/image175.wmf"/><Relationship Id="rId3" Type="http://schemas.openxmlformats.org/officeDocument/2006/relationships/oleObject" Target="../embeddings/oleObject359.bin"/><Relationship Id="rId21" Type="http://schemas.openxmlformats.org/officeDocument/2006/relationships/oleObject" Target="../embeddings/oleObject221.bin"/><Relationship Id="rId7" Type="http://schemas.openxmlformats.org/officeDocument/2006/relationships/oleObject" Target="../embeddings/oleObject361.bin"/><Relationship Id="rId12" Type="http://schemas.openxmlformats.org/officeDocument/2006/relationships/image" Target="../media/image329.wmf"/><Relationship Id="rId17" Type="http://schemas.openxmlformats.org/officeDocument/2006/relationships/oleObject" Target="../embeddings/oleObject20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1.wmf"/><Relationship Id="rId20" Type="http://schemas.openxmlformats.org/officeDocument/2006/relationships/image" Target="../media/image176.wmf"/><Relationship Id="rId1" Type="http://schemas.openxmlformats.org/officeDocument/2006/relationships/vmlDrawing" Target="../drawings/vmlDrawing41.vml"/><Relationship Id="rId6" Type="http://schemas.openxmlformats.org/officeDocument/2006/relationships/image" Target="../media/image326.wmf"/><Relationship Id="rId11" Type="http://schemas.openxmlformats.org/officeDocument/2006/relationships/oleObject" Target="../embeddings/oleObject363.bin"/><Relationship Id="rId24" Type="http://schemas.openxmlformats.org/officeDocument/2006/relationships/image" Target="../media/image332.wmf"/><Relationship Id="rId5" Type="http://schemas.openxmlformats.org/officeDocument/2006/relationships/oleObject" Target="../embeddings/oleObject360.bin"/><Relationship Id="rId15" Type="http://schemas.openxmlformats.org/officeDocument/2006/relationships/oleObject" Target="../embeddings/oleObject365.bin"/><Relationship Id="rId23" Type="http://schemas.openxmlformats.org/officeDocument/2006/relationships/oleObject" Target="../embeddings/oleObject366.bin"/><Relationship Id="rId10" Type="http://schemas.openxmlformats.org/officeDocument/2006/relationships/image" Target="../media/image328.wmf"/><Relationship Id="rId19" Type="http://schemas.openxmlformats.org/officeDocument/2006/relationships/oleObject" Target="../embeddings/oleObject207.bin"/><Relationship Id="rId4" Type="http://schemas.openxmlformats.org/officeDocument/2006/relationships/image" Target="../media/image325.wmf"/><Relationship Id="rId9" Type="http://schemas.openxmlformats.org/officeDocument/2006/relationships/oleObject" Target="../embeddings/oleObject362.bin"/><Relationship Id="rId14" Type="http://schemas.openxmlformats.org/officeDocument/2006/relationships/image" Target="../media/image330.emf"/><Relationship Id="rId22" Type="http://schemas.openxmlformats.org/officeDocument/2006/relationships/image" Target="../media/image177.wmf"/></Relationships>
</file>

<file path=ppt/slides/_rels/slide4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7.wmf"/><Relationship Id="rId18" Type="http://schemas.openxmlformats.org/officeDocument/2006/relationships/oleObject" Target="../embeddings/oleObject374.bin"/><Relationship Id="rId26" Type="http://schemas.openxmlformats.org/officeDocument/2006/relationships/oleObject" Target="../embeddings/oleObject378.bin"/><Relationship Id="rId3" Type="http://schemas.openxmlformats.org/officeDocument/2006/relationships/notesSlide" Target="../notesSlides/notesSlide10.xml"/><Relationship Id="rId21" Type="http://schemas.openxmlformats.org/officeDocument/2006/relationships/image" Target="../media/image341.wmf"/><Relationship Id="rId7" Type="http://schemas.openxmlformats.org/officeDocument/2006/relationships/image" Target="../media/image334.wmf"/><Relationship Id="rId12" Type="http://schemas.openxmlformats.org/officeDocument/2006/relationships/oleObject" Target="../embeddings/oleObject371.bin"/><Relationship Id="rId17" Type="http://schemas.openxmlformats.org/officeDocument/2006/relationships/image" Target="../media/image339.wmf"/><Relationship Id="rId25" Type="http://schemas.openxmlformats.org/officeDocument/2006/relationships/image" Target="../media/image343.wmf"/><Relationship Id="rId33" Type="http://schemas.openxmlformats.org/officeDocument/2006/relationships/image" Target="../media/image34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73.bin"/><Relationship Id="rId20" Type="http://schemas.openxmlformats.org/officeDocument/2006/relationships/oleObject" Target="../embeddings/oleObject375.bin"/><Relationship Id="rId29" Type="http://schemas.openxmlformats.org/officeDocument/2006/relationships/image" Target="../media/image345.wmf"/><Relationship Id="rId1" Type="http://schemas.openxmlformats.org/officeDocument/2006/relationships/vmlDrawing" Target="../drawings/vmlDrawing42.vml"/><Relationship Id="rId6" Type="http://schemas.openxmlformats.org/officeDocument/2006/relationships/oleObject" Target="../embeddings/oleObject368.bin"/><Relationship Id="rId11" Type="http://schemas.openxmlformats.org/officeDocument/2006/relationships/image" Target="../media/image336.wmf"/><Relationship Id="rId24" Type="http://schemas.openxmlformats.org/officeDocument/2006/relationships/oleObject" Target="../embeddings/oleObject377.bin"/><Relationship Id="rId32" Type="http://schemas.openxmlformats.org/officeDocument/2006/relationships/oleObject" Target="../embeddings/oleObject381.bin"/><Relationship Id="rId5" Type="http://schemas.openxmlformats.org/officeDocument/2006/relationships/image" Target="../media/image333.wmf"/><Relationship Id="rId15" Type="http://schemas.openxmlformats.org/officeDocument/2006/relationships/image" Target="../media/image338.wmf"/><Relationship Id="rId23" Type="http://schemas.openxmlformats.org/officeDocument/2006/relationships/image" Target="../media/image342.wmf"/><Relationship Id="rId28" Type="http://schemas.openxmlformats.org/officeDocument/2006/relationships/oleObject" Target="../embeddings/oleObject379.bin"/><Relationship Id="rId10" Type="http://schemas.openxmlformats.org/officeDocument/2006/relationships/oleObject" Target="../embeddings/oleObject370.bin"/><Relationship Id="rId19" Type="http://schemas.openxmlformats.org/officeDocument/2006/relationships/image" Target="../media/image340.wmf"/><Relationship Id="rId31" Type="http://schemas.openxmlformats.org/officeDocument/2006/relationships/image" Target="../media/image346.wmf"/><Relationship Id="rId4" Type="http://schemas.openxmlformats.org/officeDocument/2006/relationships/oleObject" Target="../embeddings/oleObject367.bin"/><Relationship Id="rId9" Type="http://schemas.openxmlformats.org/officeDocument/2006/relationships/image" Target="../media/image335.wmf"/><Relationship Id="rId14" Type="http://schemas.openxmlformats.org/officeDocument/2006/relationships/oleObject" Target="../embeddings/oleObject372.bin"/><Relationship Id="rId22" Type="http://schemas.openxmlformats.org/officeDocument/2006/relationships/oleObject" Target="../embeddings/oleObject376.bin"/><Relationship Id="rId27" Type="http://schemas.openxmlformats.org/officeDocument/2006/relationships/image" Target="../media/image344.wmf"/><Relationship Id="rId30" Type="http://schemas.openxmlformats.org/officeDocument/2006/relationships/oleObject" Target="../embeddings/oleObject380.bin"/><Relationship Id="rId8" Type="http://schemas.openxmlformats.org/officeDocument/2006/relationships/oleObject" Target="../embeddings/oleObject369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4.bin"/><Relationship Id="rId13" Type="http://schemas.openxmlformats.org/officeDocument/2006/relationships/image" Target="../media/image352.wmf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349.wmf"/><Relationship Id="rId12" Type="http://schemas.openxmlformats.org/officeDocument/2006/relationships/oleObject" Target="../embeddings/oleObject386.bin"/><Relationship Id="rId17" Type="http://schemas.openxmlformats.org/officeDocument/2006/relationships/image" Target="../media/image35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88.bin"/><Relationship Id="rId1" Type="http://schemas.openxmlformats.org/officeDocument/2006/relationships/vmlDrawing" Target="../drawings/vmlDrawing43.vml"/><Relationship Id="rId6" Type="http://schemas.openxmlformats.org/officeDocument/2006/relationships/oleObject" Target="../embeddings/oleObject383.bin"/><Relationship Id="rId11" Type="http://schemas.openxmlformats.org/officeDocument/2006/relationships/image" Target="../media/image351.wmf"/><Relationship Id="rId5" Type="http://schemas.openxmlformats.org/officeDocument/2006/relationships/image" Target="../media/image348.wmf"/><Relationship Id="rId15" Type="http://schemas.openxmlformats.org/officeDocument/2006/relationships/image" Target="../media/image353.wmf"/><Relationship Id="rId10" Type="http://schemas.openxmlformats.org/officeDocument/2006/relationships/oleObject" Target="../embeddings/oleObject385.bin"/><Relationship Id="rId4" Type="http://schemas.openxmlformats.org/officeDocument/2006/relationships/oleObject" Target="../embeddings/oleObject382.bin"/><Relationship Id="rId9" Type="http://schemas.openxmlformats.org/officeDocument/2006/relationships/image" Target="../media/image350.wmf"/><Relationship Id="rId14" Type="http://schemas.openxmlformats.org/officeDocument/2006/relationships/oleObject" Target="../embeddings/oleObject387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7.wmf"/><Relationship Id="rId13" Type="http://schemas.openxmlformats.org/officeDocument/2006/relationships/oleObject" Target="../embeddings/oleObject394.bin"/><Relationship Id="rId18" Type="http://schemas.openxmlformats.org/officeDocument/2006/relationships/image" Target="../media/image362.wmf"/><Relationship Id="rId3" Type="http://schemas.openxmlformats.org/officeDocument/2006/relationships/oleObject" Target="../embeddings/oleObject389.bin"/><Relationship Id="rId7" Type="http://schemas.openxmlformats.org/officeDocument/2006/relationships/oleObject" Target="../embeddings/oleObject391.bin"/><Relationship Id="rId12" Type="http://schemas.openxmlformats.org/officeDocument/2006/relationships/image" Target="../media/image359.wmf"/><Relationship Id="rId17" Type="http://schemas.openxmlformats.org/officeDocument/2006/relationships/oleObject" Target="../embeddings/oleObject39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61.wmf"/><Relationship Id="rId20" Type="http://schemas.openxmlformats.org/officeDocument/2006/relationships/image" Target="../media/image363.wmf"/><Relationship Id="rId1" Type="http://schemas.openxmlformats.org/officeDocument/2006/relationships/vmlDrawing" Target="../drawings/vmlDrawing44.vml"/><Relationship Id="rId6" Type="http://schemas.openxmlformats.org/officeDocument/2006/relationships/image" Target="../media/image356.wmf"/><Relationship Id="rId11" Type="http://schemas.openxmlformats.org/officeDocument/2006/relationships/oleObject" Target="../embeddings/oleObject393.bin"/><Relationship Id="rId5" Type="http://schemas.openxmlformats.org/officeDocument/2006/relationships/oleObject" Target="../embeddings/oleObject390.bin"/><Relationship Id="rId15" Type="http://schemas.openxmlformats.org/officeDocument/2006/relationships/oleObject" Target="../embeddings/oleObject395.bin"/><Relationship Id="rId10" Type="http://schemas.openxmlformats.org/officeDocument/2006/relationships/image" Target="../media/image358.wmf"/><Relationship Id="rId19" Type="http://schemas.openxmlformats.org/officeDocument/2006/relationships/oleObject" Target="../embeddings/oleObject397.bin"/><Relationship Id="rId4" Type="http://schemas.openxmlformats.org/officeDocument/2006/relationships/image" Target="../media/image355.wmf"/><Relationship Id="rId9" Type="http://schemas.openxmlformats.org/officeDocument/2006/relationships/oleObject" Target="../embeddings/oleObject392.bin"/><Relationship Id="rId14" Type="http://schemas.openxmlformats.org/officeDocument/2006/relationships/image" Target="../media/image360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6.wmf"/><Relationship Id="rId3" Type="http://schemas.openxmlformats.org/officeDocument/2006/relationships/oleObject" Target="../embeddings/oleObject398.bin"/><Relationship Id="rId7" Type="http://schemas.openxmlformats.org/officeDocument/2006/relationships/oleObject" Target="../embeddings/oleObject40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365.wmf"/><Relationship Id="rId5" Type="http://schemas.openxmlformats.org/officeDocument/2006/relationships/oleObject" Target="../embeddings/oleObject399.bin"/><Relationship Id="rId10" Type="http://schemas.openxmlformats.org/officeDocument/2006/relationships/image" Target="../media/image367.wmf"/><Relationship Id="rId4" Type="http://schemas.openxmlformats.org/officeDocument/2006/relationships/image" Target="../media/image364.wmf"/><Relationship Id="rId9" Type="http://schemas.openxmlformats.org/officeDocument/2006/relationships/oleObject" Target="../embeddings/oleObject401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0.wmf"/><Relationship Id="rId13" Type="http://schemas.openxmlformats.org/officeDocument/2006/relationships/oleObject" Target="../embeddings/oleObject407.bin"/><Relationship Id="rId18" Type="http://schemas.openxmlformats.org/officeDocument/2006/relationships/image" Target="../media/image375.wmf"/><Relationship Id="rId3" Type="http://schemas.openxmlformats.org/officeDocument/2006/relationships/oleObject" Target="../embeddings/oleObject402.bin"/><Relationship Id="rId7" Type="http://schemas.openxmlformats.org/officeDocument/2006/relationships/oleObject" Target="../embeddings/oleObject404.bin"/><Relationship Id="rId12" Type="http://schemas.openxmlformats.org/officeDocument/2006/relationships/image" Target="../media/image372.wmf"/><Relationship Id="rId17" Type="http://schemas.openxmlformats.org/officeDocument/2006/relationships/oleObject" Target="../embeddings/oleObject40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74.wmf"/><Relationship Id="rId1" Type="http://schemas.openxmlformats.org/officeDocument/2006/relationships/vmlDrawing" Target="../drawings/vmlDrawing46.vml"/><Relationship Id="rId6" Type="http://schemas.openxmlformats.org/officeDocument/2006/relationships/image" Target="../media/image369.wmf"/><Relationship Id="rId11" Type="http://schemas.openxmlformats.org/officeDocument/2006/relationships/oleObject" Target="../embeddings/oleObject406.bin"/><Relationship Id="rId5" Type="http://schemas.openxmlformats.org/officeDocument/2006/relationships/oleObject" Target="../embeddings/oleObject403.bin"/><Relationship Id="rId15" Type="http://schemas.openxmlformats.org/officeDocument/2006/relationships/oleObject" Target="../embeddings/oleObject408.bin"/><Relationship Id="rId10" Type="http://schemas.openxmlformats.org/officeDocument/2006/relationships/image" Target="../media/image371.wmf"/><Relationship Id="rId4" Type="http://schemas.openxmlformats.org/officeDocument/2006/relationships/image" Target="../media/image368.wmf"/><Relationship Id="rId9" Type="http://schemas.openxmlformats.org/officeDocument/2006/relationships/oleObject" Target="../embeddings/oleObject405.bin"/><Relationship Id="rId14" Type="http://schemas.openxmlformats.org/officeDocument/2006/relationships/image" Target="../media/image373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8.wmf"/><Relationship Id="rId3" Type="http://schemas.openxmlformats.org/officeDocument/2006/relationships/oleObject" Target="../embeddings/oleObject410.bin"/><Relationship Id="rId7" Type="http://schemas.openxmlformats.org/officeDocument/2006/relationships/oleObject" Target="../embeddings/oleObject4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377.wmf"/><Relationship Id="rId5" Type="http://schemas.openxmlformats.org/officeDocument/2006/relationships/oleObject" Target="../embeddings/oleObject411.bin"/><Relationship Id="rId10" Type="http://schemas.openxmlformats.org/officeDocument/2006/relationships/image" Target="../media/image379.wmf"/><Relationship Id="rId4" Type="http://schemas.openxmlformats.org/officeDocument/2006/relationships/image" Target="../media/image376.wmf"/><Relationship Id="rId9" Type="http://schemas.openxmlformats.org/officeDocument/2006/relationships/oleObject" Target="../embeddings/oleObject413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1.wmf"/><Relationship Id="rId3" Type="http://schemas.openxmlformats.org/officeDocument/2006/relationships/oleObject" Target="../embeddings/oleObject414.bin"/><Relationship Id="rId7" Type="http://schemas.openxmlformats.org/officeDocument/2006/relationships/oleObject" Target="../embeddings/oleObject416.bin"/><Relationship Id="rId12" Type="http://schemas.openxmlformats.org/officeDocument/2006/relationships/image" Target="../media/image38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380.wmf"/><Relationship Id="rId11" Type="http://schemas.openxmlformats.org/officeDocument/2006/relationships/oleObject" Target="../embeddings/oleObject418.bin"/><Relationship Id="rId5" Type="http://schemas.openxmlformats.org/officeDocument/2006/relationships/oleObject" Target="../embeddings/oleObject415.bin"/><Relationship Id="rId10" Type="http://schemas.openxmlformats.org/officeDocument/2006/relationships/image" Target="../media/image382.wmf"/><Relationship Id="rId4" Type="http://schemas.openxmlformats.org/officeDocument/2006/relationships/image" Target="../media/image379.wmf"/><Relationship Id="rId9" Type="http://schemas.openxmlformats.org/officeDocument/2006/relationships/oleObject" Target="../embeddings/oleObject417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6.wmf"/><Relationship Id="rId3" Type="http://schemas.openxmlformats.org/officeDocument/2006/relationships/oleObject" Target="../embeddings/oleObject419.bin"/><Relationship Id="rId7" Type="http://schemas.openxmlformats.org/officeDocument/2006/relationships/oleObject" Target="../embeddings/oleObject421.bin"/><Relationship Id="rId12" Type="http://schemas.openxmlformats.org/officeDocument/2006/relationships/image" Target="../media/image38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385.wmf"/><Relationship Id="rId11" Type="http://schemas.openxmlformats.org/officeDocument/2006/relationships/oleObject" Target="../embeddings/oleObject423.bin"/><Relationship Id="rId5" Type="http://schemas.openxmlformats.org/officeDocument/2006/relationships/oleObject" Target="../embeddings/oleObject420.bin"/><Relationship Id="rId10" Type="http://schemas.openxmlformats.org/officeDocument/2006/relationships/image" Target="../media/image387.wmf"/><Relationship Id="rId4" Type="http://schemas.openxmlformats.org/officeDocument/2006/relationships/image" Target="../media/image384.wmf"/><Relationship Id="rId9" Type="http://schemas.openxmlformats.org/officeDocument/2006/relationships/oleObject" Target="../embeddings/oleObject422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1.wmf"/><Relationship Id="rId13" Type="http://schemas.openxmlformats.org/officeDocument/2006/relationships/oleObject" Target="../embeddings/oleObject430.bin"/><Relationship Id="rId18" Type="http://schemas.openxmlformats.org/officeDocument/2006/relationships/image" Target="../media/image395.wmf"/><Relationship Id="rId3" Type="http://schemas.openxmlformats.org/officeDocument/2006/relationships/oleObject" Target="../embeddings/oleObject424.bin"/><Relationship Id="rId7" Type="http://schemas.openxmlformats.org/officeDocument/2006/relationships/oleObject" Target="../embeddings/oleObject426.bin"/><Relationship Id="rId12" Type="http://schemas.openxmlformats.org/officeDocument/2006/relationships/oleObject" Target="../embeddings/oleObject429.bin"/><Relationship Id="rId17" Type="http://schemas.openxmlformats.org/officeDocument/2006/relationships/oleObject" Target="../embeddings/oleObject43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4.wmf"/><Relationship Id="rId20" Type="http://schemas.openxmlformats.org/officeDocument/2006/relationships/image" Target="../media/image396.wmf"/><Relationship Id="rId1" Type="http://schemas.openxmlformats.org/officeDocument/2006/relationships/vmlDrawing" Target="../drawings/vmlDrawing50.vml"/><Relationship Id="rId6" Type="http://schemas.openxmlformats.org/officeDocument/2006/relationships/image" Target="../media/image390.wmf"/><Relationship Id="rId11" Type="http://schemas.openxmlformats.org/officeDocument/2006/relationships/oleObject" Target="../embeddings/oleObject428.bin"/><Relationship Id="rId5" Type="http://schemas.openxmlformats.org/officeDocument/2006/relationships/oleObject" Target="../embeddings/oleObject425.bin"/><Relationship Id="rId15" Type="http://schemas.openxmlformats.org/officeDocument/2006/relationships/oleObject" Target="../embeddings/oleObject431.bin"/><Relationship Id="rId10" Type="http://schemas.openxmlformats.org/officeDocument/2006/relationships/image" Target="../media/image392.wmf"/><Relationship Id="rId19" Type="http://schemas.openxmlformats.org/officeDocument/2006/relationships/oleObject" Target="../embeddings/oleObject433.bin"/><Relationship Id="rId4" Type="http://schemas.openxmlformats.org/officeDocument/2006/relationships/image" Target="../media/image389.wmf"/><Relationship Id="rId9" Type="http://schemas.openxmlformats.org/officeDocument/2006/relationships/oleObject" Target="../embeddings/oleObject427.bin"/><Relationship Id="rId14" Type="http://schemas.openxmlformats.org/officeDocument/2006/relationships/image" Target="../media/image393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9.wmf"/><Relationship Id="rId13" Type="http://schemas.openxmlformats.org/officeDocument/2006/relationships/oleObject" Target="../embeddings/oleObject439.bin"/><Relationship Id="rId3" Type="http://schemas.openxmlformats.org/officeDocument/2006/relationships/oleObject" Target="../embeddings/oleObject434.bin"/><Relationship Id="rId7" Type="http://schemas.openxmlformats.org/officeDocument/2006/relationships/oleObject" Target="../embeddings/oleObject436.bin"/><Relationship Id="rId12" Type="http://schemas.openxmlformats.org/officeDocument/2006/relationships/image" Target="../media/image40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398.wmf"/><Relationship Id="rId11" Type="http://schemas.openxmlformats.org/officeDocument/2006/relationships/oleObject" Target="../embeddings/oleObject438.bin"/><Relationship Id="rId5" Type="http://schemas.openxmlformats.org/officeDocument/2006/relationships/oleObject" Target="../embeddings/oleObject435.bin"/><Relationship Id="rId10" Type="http://schemas.openxmlformats.org/officeDocument/2006/relationships/image" Target="../media/image400.wmf"/><Relationship Id="rId4" Type="http://schemas.openxmlformats.org/officeDocument/2006/relationships/image" Target="../media/image397.wmf"/><Relationship Id="rId9" Type="http://schemas.openxmlformats.org/officeDocument/2006/relationships/oleObject" Target="../embeddings/oleObject437.bin"/><Relationship Id="rId14" Type="http://schemas.openxmlformats.org/officeDocument/2006/relationships/image" Target="../media/image402.w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5.wmf"/><Relationship Id="rId13" Type="http://schemas.openxmlformats.org/officeDocument/2006/relationships/oleObject" Target="../embeddings/oleObject445.bin"/><Relationship Id="rId18" Type="http://schemas.openxmlformats.org/officeDocument/2006/relationships/image" Target="../media/image410.wmf"/><Relationship Id="rId3" Type="http://schemas.openxmlformats.org/officeDocument/2006/relationships/oleObject" Target="../embeddings/oleObject440.bin"/><Relationship Id="rId7" Type="http://schemas.openxmlformats.org/officeDocument/2006/relationships/oleObject" Target="../embeddings/oleObject442.bin"/><Relationship Id="rId12" Type="http://schemas.openxmlformats.org/officeDocument/2006/relationships/image" Target="../media/image407.wmf"/><Relationship Id="rId17" Type="http://schemas.openxmlformats.org/officeDocument/2006/relationships/oleObject" Target="../embeddings/oleObject44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09.wmf"/><Relationship Id="rId20" Type="http://schemas.openxmlformats.org/officeDocument/2006/relationships/image" Target="../media/image411.wmf"/><Relationship Id="rId1" Type="http://schemas.openxmlformats.org/officeDocument/2006/relationships/vmlDrawing" Target="../drawings/vmlDrawing52.vml"/><Relationship Id="rId6" Type="http://schemas.openxmlformats.org/officeDocument/2006/relationships/image" Target="../media/image404.wmf"/><Relationship Id="rId11" Type="http://schemas.openxmlformats.org/officeDocument/2006/relationships/oleObject" Target="../embeddings/oleObject444.bin"/><Relationship Id="rId5" Type="http://schemas.openxmlformats.org/officeDocument/2006/relationships/oleObject" Target="../embeddings/oleObject441.bin"/><Relationship Id="rId15" Type="http://schemas.openxmlformats.org/officeDocument/2006/relationships/oleObject" Target="../embeddings/oleObject446.bin"/><Relationship Id="rId10" Type="http://schemas.openxmlformats.org/officeDocument/2006/relationships/image" Target="../media/image406.wmf"/><Relationship Id="rId19" Type="http://schemas.openxmlformats.org/officeDocument/2006/relationships/oleObject" Target="../embeddings/oleObject448.bin"/><Relationship Id="rId4" Type="http://schemas.openxmlformats.org/officeDocument/2006/relationships/image" Target="../media/image403.wmf"/><Relationship Id="rId9" Type="http://schemas.openxmlformats.org/officeDocument/2006/relationships/oleObject" Target="../embeddings/oleObject443.bin"/><Relationship Id="rId14" Type="http://schemas.openxmlformats.org/officeDocument/2006/relationships/image" Target="../media/image408.w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4.wmf"/><Relationship Id="rId13" Type="http://schemas.openxmlformats.org/officeDocument/2006/relationships/oleObject" Target="../embeddings/oleObject454.bin"/><Relationship Id="rId18" Type="http://schemas.openxmlformats.org/officeDocument/2006/relationships/image" Target="../media/image419.wmf"/><Relationship Id="rId26" Type="http://schemas.openxmlformats.org/officeDocument/2006/relationships/image" Target="../media/image423.wmf"/><Relationship Id="rId3" Type="http://schemas.openxmlformats.org/officeDocument/2006/relationships/oleObject" Target="../embeddings/oleObject449.bin"/><Relationship Id="rId21" Type="http://schemas.openxmlformats.org/officeDocument/2006/relationships/oleObject" Target="../embeddings/oleObject458.bin"/><Relationship Id="rId7" Type="http://schemas.openxmlformats.org/officeDocument/2006/relationships/oleObject" Target="../embeddings/oleObject451.bin"/><Relationship Id="rId12" Type="http://schemas.openxmlformats.org/officeDocument/2006/relationships/image" Target="../media/image416.wmf"/><Relationship Id="rId17" Type="http://schemas.openxmlformats.org/officeDocument/2006/relationships/oleObject" Target="../embeddings/oleObject456.bin"/><Relationship Id="rId25" Type="http://schemas.openxmlformats.org/officeDocument/2006/relationships/oleObject" Target="../embeddings/oleObject46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18.wmf"/><Relationship Id="rId20" Type="http://schemas.openxmlformats.org/officeDocument/2006/relationships/image" Target="../media/image420.wmf"/><Relationship Id="rId29" Type="http://schemas.openxmlformats.org/officeDocument/2006/relationships/oleObject" Target="../embeddings/oleObject462.bin"/><Relationship Id="rId1" Type="http://schemas.openxmlformats.org/officeDocument/2006/relationships/vmlDrawing" Target="../drawings/vmlDrawing53.vml"/><Relationship Id="rId6" Type="http://schemas.openxmlformats.org/officeDocument/2006/relationships/image" Target="../media/image413.wmf"/><Relationship Id="rId11" Type="http://schemas.openxmlformats.org/officeDocument/2006/relationships/oleObject" Target="../embeddings/oleObject453.bin"/><Relationship Id="rId24" Type="http://schemas.openxmlformats.org/officeDocument/2006/relationships/image" Target="../media/image422.wmf"/><Relationship Id="rId32" Type="http://schemas.openxmlformats.org/officeDocument/2006/relationships/image" Target="../media/image426.wmf"/><Relationship Id="rId5" Type="http://schemas.openxmlformats.org/officeDocument/2006/relationships/oleObject" Target="../embeddings/oleObject450.bin"/><Relationship Id="rId15" Type="http://schemas.openxmlformats.org/officeDocument/2006/relationships/oleObject" Target="../embeddings/oleObject455.bin"/><Relationship Id="rId23" Type="http://schemas.openxmlformats.org/officeDocument/2006/relationships/oleObject" Target="../embeddings/oleObject459.bin"/><Relationship Id="rId28" Type="http://schemas.openxmlformats.org/officeDocument/2006/relationships/image" Target="../media/image424.wmf"/><Relationship Id="rId10" Type="http://schemas.openxmlformats.org/officeDocument/2006/relationships/image" Target="../media/image415.wmf"/><Relationship Id="rId19" Type="http://schemas.openxmlformats.org/officeDocument/2006/relationships/oleObject" Target="../embeddings/oleObject457.bin"/><Relationship Id="rId31" Type="http://schemas.openxmlformats.org/officeDocument/2006/relationships/oleObject" Target="../embeddings/oleObject463.bin"/><Relationship Id="rId4" Type="http://schemas.openxmlformats.org/officeDocument/2006/relationships/image" Target="../media/image412.wmf"/><Relationship Id="rId9" Type="http://schemas.openxmlformats.org/officeDocument/2006/relationships/oleObject" Target="../embeddings/oleObject452.bin"/><Relationship Id="rId14" Type="http://schemas.openxmlformats.org/officeDocument/2006/relationships/image" Target="../media/image417.wmf"/><Relationship Id="rId22" Type="http://schemas.openxmlformats.org/officeDocument/2006/relationships/image" Target="../media/image421.wmf"/><Relationship Id="rId27" Type="http://schemas.openxmlformats.org/officeDocument/2006/relationships/oleObject" Target="../embeddings/oleObject461.bin"/><Relationship Id="rId30" Type="http://schemas.openxmlformats.org/officeDocument/2006/relationships/image" Target="../media/image425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9.wmf"/><Relationship Id="rId13" Type="http://schemas.openxmlformats.org/officeDocument/2006/relationships/oleObject" Target="../embeddings/oleObject469.bin"/><Relationship Id="rId18" Type="http://schemas.openxmlformats.org/officeDocument/2006/relationships/image" Target="../media/image434.wmf"/><Relationship Id="rId26" Type="http://schemas.openxmlformats.org/officeDocument/2006/relationships/image" Target="../media/image438.wmf"/><Relationship Id="rId3" Type="http://schemas.openxmlformats.org/officeDocument/2006/relationships/oleObject" Target="../embeddings/oleObject464.bin"/><Relationship Id="rId21" Type="http://schemas.openxmlformats.org/officeDocument/2006/relationships/oleObject" Target="../embeddings/oleObject473.bin"/><Relationship Id="rId7" Type="http://schemas.openxmlformats.org/officeDocument/2006/relationships/oleObject" Target="../embeddings/oleObject466.bin"/><Relationship Id="rId12" Type="http://schemas.openxmlformats.org/officeDocument/2006/relationships/image" Target="../media/image431.wmf"/><Relationship Id="rId17" Type="http://schemas.openxmlformats.org/officeDocument/2006/relationships/oleObject" Target="../embeddings/oleObject471.bin"/><Relationship Id="rId25" Type="http://schemas.openxmlformats.org/officeDocument/2006/relationships/oleObject" Target="../embeddings/oleObject47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33.wmf"/><Relationship Id="rId20" Type="http://schemas.openxmlformats.org/officeDocument/2006/relationships/image" Target="../media/image435.wmf"/><Relationship Id="rId29" Type="http://schemas.openxmlformats.org/officeDocument/2006/relationships/oleObject" Target="../embeddings/oleObject477.bin"/><Relationship Id="rId1" Type="http://schemas.openxmlformats.org/officeDocument/2006/relationships/vmlDrawing" Target="../drawings/vmlDrawing54.vml"/><Relationship Id="rId6" Type="http://schemas.openxmlformats.org/officeDocument/2006/relationships/image" Target="../media/image428.wmf"/><Relationship Id="rId11" Type="http://schemas.openxmlformats.org/officeDocument/2006/relationships/oleObject" Target="../embeddings/oleObject468.bin"/><Relationship Id="rId24" Type="http://schemas.openxmlformats.org/officeDocument/2006/relationships/image" Target="../media/image437.wmf"/><Relationship Id="rId5" Type="http://schemas.openxmlformats.org/officeDocument/2006/relationships/oleObject" Target="../embeddings/oleObject465.bin"/><Relationship Id="rId15" Type="http://schemas.openxmlformats.org/officeDocument/2006/relationships/oleObject" Target="../embeddings/oleObject470.bin"/><Relationship Id="rId23" Type="http://schemas.openxmlformats.org/officeDocument/2006/relationships/oleObject" Target="../embeddings/oleObject474.bin"/><Relationship Id="rId28" Type="http://schemas.openxmlformats.org/officeDocument/2006/relationships/image" Target="../media/image439.wmf"/><Relationship Id="rId10" Type="http://schemas.openxmlformats.org/officeDocument/2006/relationships/image" Target="../media/image430.wmf"/><Relationship Id="rId19" Type="http://schemas.openxmlformats.org/officeDocument/2006/relationships/oleObject" Target="../embeddings/oleObject472.bin"/><Relationship Id="rId4" Type="http://schemas.openxmlformats.org/officeDocument/2006/relationships/image" Target="../media/image427.wmf"/><Relationship Id="rId9" Type="http://schemas.openxmlformats.org/officeDocument/2006/relationships/oleObject" Target="../embeddings/oleObject467.bin"/><Relationship Id="rId14" Type="http://schemas.openxmlformats.org/officeDocument/2006/relationships/image" Target="../media/image432.wmf"/><Relationship Id="rId22" Type="http://schemas.openxmlformats.org/officeDocument/2006/relationships/image" Target="../media/image436.wmf"/><Relationship Id="rId27" Type="http://schemas.openxmlformats.org/officeDocument/2006/relationships/oleObject" Target="../embeddings/oleObject476.bin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2.wmf"/><Relationship Id="rId13" Type="http://schemas.openxmlformats.org/officeDocument/2006/relationships/oleObject" Target="../embeddings/oleObject483.bin"/><Relationship Id="rId18" Type="http://schemas.openxmlformats.org/officeDocument/2006/relationships/image" Target="../media/image447.wmf"/><Relationship Id="rId3" Type="http://schemas.openxmlformats.org/officeDocument/2006/relationships/oleObject" Target="../embeddings/oleObject478.bin"/><Relationship Id="rId21" Type="http://schemas.openxmlformats.org/officeDocument/2006/relationships/image" Target="../media/image449.jpeg"/><Relationship Id="rId7" Type="http://schemas.openxmlformats.org/officeDocument/2006/relationships/oleObject" Target="../embeddings/oleObject480.bin"/><Relationship Id="rId12" Type="http://schemas.openxmlformats.org/officeDocument/2006/relationships/image" Target="../media/image444.wmf"/><Relationship Id="rId17" Type="http://schemas.openxmlformats.org/officeDocument/2006/relationships/oleObject" Target="../embeddings/oleObject48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46.wmf"/><Relationship Id="rId20" Type="http://schemas.openxmlformats.org/officeDocument/2006/relationships/image" Target="../media/image448.wmf"/><Relationship Id="rId1" Type="http://schemas.openxmlformats.org/officeDocument/2006/relationships/vmlDrawing" Target="../drawings/vmlDrawing55.vml"/><Relationship Id="rId6" Type="http://schemas.openxmlformats.org/officeDocument/2006/relationships/image" Target="../media/image441.wmf"/><Relationship Id="rId11" Type="http://schemas.openxmlformats.org/officeDocument/2006/relationships/oleObject" Target="../embeddings/oleObject482.bin"/><Relationship Id="rId5" Type="http://schemas.openxmlformats.org/officeDocument/2006/relationships/oleObject" Target="../embeddings/oleObject479.bin"/><Relationship Id="rId15" Type="http://schemas.openxmlformats.org/officeDocument/2006/relationships/oleObject" Target="../embeddings/oleObject484.bin"/><Relationship Id="rId10" Type="http://schemas.openxmlformats.org/officeDocument/2006/relationships/image" Target="../media/image443.wmf"/><Relationship Id="rId19" Type="http://schemas.openxmlformats.org/officeDocument/2006/relationships/oleObject" Target="../embeddings/oleObject486.bin"/><Relationship Id="rId4" Type="http://schemas.openxmlformats.org/officeDocument/2006/relationships/image" Target="../media/image440.wmf"/><Relationship Id="rId9" Type="http://schemas.openxmlformats.org/officeDocument/2006/relationships/oleObject" Target="../embeddings/oleObject481.bin"/><Relationship Id="rId14" Type="http://schemas.openxmlformats.org/officeDocument/2006/relationships/image" Target="../media/image445.w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2.wmf"/><Relationship Id="rId13" Type="http://schemas.openxmlformats.org/officeDocument/2006/relationships/oleObject" Target="../embeddings/oleObject492.bin"/><Relationship Id="rId18" Type="http://schemas.openxmlformats.org/officeDocument/2006/relationships/image" Target="../media/image452.wmf"/><Relationship Id="rId26" Type="http://schemas.openxmlformats.org/officeDocument/2006/relationships/oleObject" Target="../embeddings/oleObject499.bin"/><Relationship Id="rId3" Type="http://schemas.openxmlformats.org/officeDocument/2006/relationships/oleObject" Target="../embeddings/oleObject487.bin"/><Relationship Id="rId21" Type="http://schemas.openxmlformats.org/officeDocument/2006/relationships/oleObject" Target="../embeddings/oleObject496.bin"/><Relationship Id="rId7" Type="http://schemas.openxmlformats.org/officeDocument/2006/relationships/oleObject" Target="../embeddings/oleObject489.bin"/><Relationship Id="rId12" Type="http://schemas.openxmlformats.org/officeDocument/2006/relationships/image" Target="../media/image444.wmf"/><Relationship Id="rId17" Type="http://schemas.openxmlformats.org/officeDocument/2006/relationships/oleObject" Target="../embeddings/oleObject494.bin"/><Relationship Id="rId25" Type="http://schemas.openxmlformats.org/officeDocument/2006/relationships/image" Target="../media/image42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51.wmf"/><Relationship Id="rId20" Type="http://schemas.openxmlformats.org/officeDocument/2006/relationships/image" Target="../media/image453.wmf"/><Relationship Id="rId1" Type="http://schemas.openxmlformats.org/officeDocument/2006/relationships/vmlDrawing" Target="../drawings/vmlDrawing56.vml"/><Relationship Id="rId6" Type="http://schemas.openxmlformats.org/officeDocument/2006/relationships/image" Target="../media/image441.wmf"/><Relationship Id="rId11" Type="http://schemas.openxmlformats.org/officeDocument/2006/relationships/oleObject" Target="../embeddings/oleObject491.bin"/><Relationship Id="rId24" Type="http://schemas.openxmlformats.org/officeDocument/2006/relationships/oleObject" Target="../embeddings/oleObject498.bin"/><Relationship Id="rId5" Type="http://schemas.openxmlformats.org/officeDocument/2006/relationships/oleObject" Target="../embeddings/oleObject488.bin"/><Relationship Id="rId15" Type="http://schemas.openxmlformats.org/officeDocument/2006/relationships/oleObject" Target="../embeddings/oleObject493.bin"/><Relationship Id="rId23" Type="http://schemas.openxmlformats.org/officeDocument/2006/relationships/oleObject" Target="../embeddings/oleObject497.bin"/><Relationship Id="rId10" Type="http://schemas.openxmlformats.org/officeDocument/2006/relationships/image" Target="../media/image443.wmf"/><Relationship Id="rId19" Type="http://schemas.openxmlformats.org/officeDocument/2006/relationships/oleObject" Target="../embeddings/oleObject495.bin"/><Relationship Id="rId4" Type="http://schemas.openxmlformats.org/officeDocument/2006/relationships/image" Target="../media/image440.wmf"/><Relationship Id="rId9" Type="http://schemas.openxmlformats.org/officeDocument/2006/relationships/oleObject" Target="../embeddings/oleObject490.bin"/><Relationship Id="rId14" Type="http://schemas.openxmlformats.org/officeDocument/2006/relationships/image" Target="../media/image450.wmf"/><Relationship Id="rId22" Type="http://schemas.openxmlformats.org/officeDocument/2006/relationships/image" Target="../media/image454.w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7.wmf"/><Relationship Id="rId13" Type="http://schemas.openxmlformats.org/officeDocument/2006/relationships/oleObject" Target="../embeddings/oleObject505.bin"/><Relationship Id="rId18" Type="http://schemas.openxmlformats.org/officeDocument/2006/relationships/image" Target="../media/image462.wmf"/><Relationship Id="rId26" Type="http://schemas.openxmlformats.org/officeDocument/2006/relationships/image" Target="../media/image466.wmf"/><Relationship Id="rId3" Type="http://schemas.openxmlformats.org/officeDocument/2006/relationships/oleObject" Target="../embeddings/oleObject500.bin"/><Relationship Id="rId21" Type="http://schemas.openxmlformats.org/officeDocument/2006/relationships/oleObject" Target="../embeddings/oleObject509.bin"/><Relationship Id="rId7" Type="http://schemas.openxmlformats.org/officeDocument/2006/relationships/oleObject" Target="../embeddings/oleObject502.bin"/><Relationship Id="rId12" Type="http://schemas.openxmlformats.org/officeDocument/2006/relationships/image" Target="../media/image459.wmf"/><Relationship Id="rId17" Type="http://schemas.openxmlformats.org/officeDocument/2006/relationships/oleObject" Target="../embeddings/oleObject507.bin"/><Relationship Id="rId25" Type="http://schemas.openxmlformats.org/officeDocument/2006/relationships/oleObject" Target="../embeddings/oleObject51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61.wmf"/><Relationship Id="rId20" Type="http://schemas.openxmlformats.org/officeDocument/2006/relationships/image" Target="../media/image463.wmf"/><Relationship Id="rId29" Type="http://schemas.openxmlformats.org/officeDocument/2006/relationships/oleObject" Target="../embeddings/oleObject513.bin"/><Relationship Id="rId1" Type="http://schemas.openxmlformats.org/officeDocument/2006/relationships/vmlDrawing" Target="../drawings/vmlDrawing57.vml"/><Relationship Id="rId6" Type="http://schemas.openxmlformats.org/officeDocument/2006/relationships/image" Target="../media/image456.wmf"/><Relationship Id="rId11" Type="http://schemas.openxmlformats.org/officeDocument/2006/relationships/oleObject" Target="../embeddings/oleObject504.bin"/><Relationship Id="rId24" Type="http://schemas.openxmlformats.org/officeDocument/2006/relationships/image" Target="../media/image465.wmf"/><Relationship Id="rId32" Type="http://schemas.openxmlformats.org/officeDocument/2006/relationships/image" Target="../media/image469.wmf"/><Relationship Id="rId5" Type="http://schemas.openxmlformats.org/officeDocument/2006/relationships/oleObject" Target="../embeddings/oleObject501.bin"/><Relationship Id="rId15" Type="http://schemas.openxmlformats.org/officeDocument/2006/relationships/oleObject" Target="../embeddings/oleObject506.bin"/><Relationship Id="rId23" Type="http://schemas.openxmlformats.org/officeDocument/2006/relationships/oleObject" Target="../embeddings/oleObject510.bin"/><Relationship Id="rId28" Type="http://schemas.openxmlformats.org/officeDocument/2006/relationships/image" Target="../media/image467.wmf"/><Relationship Id="rId10" Type="http://schemas.openxmlformats.org/officeDocument/2006/relationships/image" Target="../media/image458.wmf"/><Relationship Id="rId19" Type="http://schemas.openxmlformats.org/officeDocument/2006/relationships/oleObject" Target="../embeddings/oleObject508.bin"/><Relationship Id="rId31" Type="http://schemas.openxmlformats.org/officeDocument/2006/relationships/oleObject" Target="../embeddings/oleObject514.bin"/><Relationship Id="rId4" Type="http://schemas.openxmlformats.org/officeDocument/2006/relationships/image" Target="../media/image455.wmf"/><Relationship Id="rId9" Type="http://schemas.openxmlformats.org/officeDocument/2006/relationships/oleObject" Target="../embeddings/oleObject503.bin"/><Relationship Id="rId14" Type="http://schemas.openxmlformats.org/officeDocument/2006/relationships/image" Target="../media/image460.wmf"/><Relationship Id="rId22" Type="http://schemas.openxmlformats.org/officeDocument/2006/relationships/image" Target="../media/image464.wmf"/><Relationship Id="rId27" Type="http://schemas.openxmlformats.org/officeDocument/2006/relationships/oleObject" Target="../embeddings/oleObject512.bin"/><Relationship Id="rId30" Type="http://schemas.openxmlformats.org/officeDocument/2006/relationships/image" Target="../media/image468.wmf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2.wmf"/><Relationship Id="rId13" Type="http://schemas.openxmlformats.org/officeDocument/2006/relationships/oleObject" Target="../embeddings/oleObject520.bin"/><Relationship Id="rId18" Type="http://schemas.openxmlformats.org/officeDocument/2006/relationships/image" Target="../media/image475.wmf"/><Relationship Id="rId3" Type="http://schemas.openxmlformats.org/officeDocument/2006/relationships/oleObject" Target="../embeddings/oleObject515.bin"/><Relationship Id="rId7" Type="http://schemas.openxmlformats.org/officeDocument/2006/relationships/oleObject" Target="../embeddings/oleObject517.bin"/><Relationship Id="rId12" Type="http://schemas.openxmlformats.org/officeDocument/2006/relationships/image" Target="../media/image461.wmf"/><Relationship Id="rId17" Type="http://schemas.openxmlformats.org/officeDocument/2006/relationships/oleObject" Target="../embeddings/oleObject52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74.wmf"/><Relationship Id="rId1" Type="http://schemas.openxmlformats.org/officeDocument/2006/relationships/vmlDrawing" Target="../drawings/vmlDrawing58.vml"/><Relationship Id="rId6" Type="http://schemas.openxmlformats.org/officeDocument/2006/relationships/image" Target="../media/image471.wmf"/><Relationship Id="rId11" Type="http://schemas.openxmlformats.org/officeDocument/2006/relationships/oleObject" Target="../embeddings/oleObject519.bin"/><Relationship Id="rId5" Type="http://schemas.openxmlformats.org/officeDocument/2006/relationships/oleObject" Target="../embeddings/oleObject516.bin"/><Relationship Id="rId15" Type="http://schemas.openxmlformats.org/officeDocument/2006/relationships/oleObject" Target="../embeddings/oleObject521.bin"/><Relationship Id="rId10" Type="http://schemas.openxmlformats.org/officeDocument/2006/relationships/image" Target="../media/image460.wmf"/><Relationship Id="rId4" Type="http://schemas.openxmlformats.org/officeDocument/2006/relationships/image" Target="../media/image470.wmf"/><Relationship Id="rId9" Type="http://schemas.openxmlformats.org/officeDocument/2006/relationships/oleObject" Target="../embeddings/oleObject518.bin"/><Relationship Id="rId14" Type="http://schemas.openxmlformats.org/officeDocument/2006/relationships/image" Target="../media/image473.wmf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7.wmf"/><Relationship Id="rId13" Type="http://schemas.openxmlformats.org/officeDocument/2006/relationships/oleObject" Target="../embeddings/oleObject528.bin"/><Relationship Id="rId3" Type="http://schemas.openxmlformats.org/officeDocument/2006/relationships/oleObject" Target="../embeddings/oleObject523.bin"/><Relationship Id="rId7" Type="http://schemas.openxmlformats.org/officeDocument/2006/relationships/oleObject" Target="../embeddings/oleObject525.bin"/><Relationship Id="rId12" Type="http://schemas.openxmlformats.org/officeDocument/2006/relationships/image" Target="../media/image47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9.vml"/><Relationship Id="rId6" Type="http://schemas.openxmlformats.org/officeDocument/2006/relationships/image" Target="../media/image476.wmf"/><Relationship Id="rId11" Type="http://schemas.openxmlformats.org/officeDocument/2006/relationships/oleObject" Target="../embeddings/oleObject527.bin"/><Relationship Id="rId5" Type="http://schemas.openxmlformats.org/officeDocument/2006/relationships/oleObject" Target="../embeddings/oleObject524.bin"/><Relationship Id="rId10" Type="http://schemas.openxmlformats.org/officeDocument/2006/relationships/image" Target="../media/image478.wmf"/><Relationship Id="rId4" Type="http://schemas.openxmlformats.org/officeDocument/2006/relationships/image" Target="../media/image440.wmf"/><Relationship Id="rId9" Type="http://schemas.openxmlformats.org/officeDocument/2006/relationships/oleObject" Target="../embeddings/oleObject526.bin"/><Relationship Id="rId14" Type="http://schemas.openxmlformats.org/officeDocument/2006/relationships/image" Target="../media/image480.wmf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7.wmf"/><Relationship Id="rId13" Type="http://schemas.openxmlformats.org/officeDocument/2006/relationships/oleObject" Target="../embeddings/oleObject534.bin"/><Relationship Id="rId3" Type="http://schemas.openxmlformats.org/officeDocument/2006/relationships/oleObject" Target="../embeddings/oleObject529.bin"/><Relationship Id="rId7" Type="http://schemas.openxmlformats.org/officeDocument/2006/relationships/oleObject" Target="../embeddings/oleObject531.bin"/><Relationship Id="rId12" Type="http://schemas.openxmlformats.org/officeDocument/2006/relationships/image" Target="../media/image482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84.wmf"/><Relationship Id="rId1" Type="http://schemas.openxmlformats.org/officeDocument/2006/relationships/vmlDrawing" Target="../drawings/vmlDrawing60.vml"/><Relationship Id="rId6" Type="http://schemas.openxmlformats.org/officeDocument/2006/relationships/image" Target="../media/image476.wmf"/><Relationship Id="rId11" Type="http://schemas.openxmlformats.org/officeDocument/2006/relationships/oleObject" Target="../embeddings/oleObject533.bin"/><Relationship Id="rId5" Type="http://schemas.openxmlformats.org/officeDocument/2006/relationships/oleObject" Target="../embeddings/oleObject530.bin"/><Relationship Id="rId15" Type="http://schemas.openxmlformats.org/officeDocument/2006/relationships/oleObject" Target="../embeddings/oleObject535.bin"/><Relationship Id="rId10" Type="http://schemas.openxmlformats.org/officeDocument/2006/relationships/image" Target="../media/image481.wmf"/><Relationship Id="rId4" Type="http://schemas.openxmlformats.org/officeDocument/2006/relationships/image" Target="../media/image440.wmf"/><Relationship Id="rId9" Type="http://schemas.openxmlformats.org/officeDocument/2006/relationships/oleObject" Target="../embeddings/oleObject532.bin"/><Relationship Id="rId14" Type="http://schemas.openxmlformats.org/officeDocument/2006/relationships/image" Target="../media/image483.wmf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7.wmf"/><Relationship Id="rId13" Type="http://schemas.openxmlformats.org/officeDocument/2006/relationships/oleObject" Target="../embeddings/oleObject541.bin"/><Relationship Id="rId18" Type="http://schemas.openxmlformats.org/officeDocument/2006/relationships/image" Target="../media/image492.wmf"/><Relationship Id="rId3" Type="http://schemas.openxmlformats.org/officeDocument/2006/relationships/oleObject" Target="../embeddings/oleObject536.bin"/><Relationship Id="rId21" Type="http://schemas.openxmlformats.org/officeDocument/2006/relationships/oleObject" Target="../embeddings/oleObject545.bin"/><Relationship Id="rId7" Type="http://schemas.openxmlformats.org/officeDocument/2006/relationships/oleObject" Target="../embeddings/oleObject538.bin"/><Relationship Id="rId12" Type="http://schemas.openxmlformats.org/officeDocument/2006/relationships/image" Target="../media/image489.wmf"/><Relationship Id="rId17" Type="http://schemas.openxmlformats.org/officeDocument/2006/relationships/oleObject" Target="../embeddings/oleObject54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91.wmf"/><Relationship Id="rId20" Type="http://schemas.openxmlformats.org/officeDocument/2006/relationships/image" Target="../media/image493.wmf"/><Relationship Id="rId1" Type="http://schemas.openxmlformats.org/officeDocument/2006/relationships/vmlDrawing" Target="../drawings/vmlDrawing61.vml"/><Relationship Id="rId6" Type="http://schemas.openxmlformats.org/officeDocument/2006/relationships/image" Target="../media/image486.wmf"/><Relationship Id="rId11" Type="http://schemas.openxmlformats.org/officeDocument/2006/relationships/oleObject" Target="../embeddings/oleObject540.bin"/><Relationship Id="rId24" Type="http://schemas.openxmlformats.org/officeDocument/2006/relationships/image" Target="../media/image477.wmf"/><Relationship Id="rId5" Type="http://schemas.openxmlformats.org/officeDocument/2006/relationships/oleObject" Target="../embeddings/oleObject537.bin"/><Relationship Id="rId15" Type="http://schemas.openxmlformats.org/officeDocument/2006/relationships/oleObject" Target="../embeddings/oleObject542.bin"/><Relationship Id="rId23" Type="http://schemas.openxmlformats.org/officeDocument/2006/relationships/oleObject" Target="../embeddings/oleObject546.bin"/><Relationship Id="rId10" Type="http://schemas.openxmlformats.org/officeDocument/2006/relationships/image" Target="../media/image488.wmf"/><Relationship Id="rId19" Type="http://schemas.openxmlformats.org/officeDocument/2006/relationships/oleObject" Target="../embeddings/oleObject544.bin"/><Relationship Id="rId4" Type="http://schemas.openxmlformats.org/officeDocument/2006/relationships/image" Target="../media/image485.wmf"/><Relationship Id="rId9" Type="http://schemas.openxmlformats.org/officeDocument/2006/relationships/oleObject" Target="../embeddings/oleObject539.bin"/><Relationship Id="rId14" Type="http://schemas.openxmlformats.org/officeDocument/2006/relationships/image" Target="../media/image490.wmf"/><Relationship Id="rId22" Type="http://schemas.openxmlformats.org/officeDocument/2006/relationships/image" Target="../media/image494.wmf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7.wmf"/><Relationship Id="rId13" Type="http://schemas.openxmlformats.org/officeDocument/2006/relationships/oleObject" Target="../embeddings/oleObject552.bin"/><Relationship Id="rId18" Type="http://schemas.openxmlformats.org/officeDocument/2006/relationships/image" Target="../media/image502.wmf"/><Relationship Id="rId26" Type="http://schemas.openxmlformats.org/officeDocument/2006/relationships/image" Target="../media/image506.wmf"/><Relationship Id="rId3" Type="http://schemas.openxmlformats.org/officeDocument/2006/relationships/oleObject" Target="../embeddings/oleObject547.bin"/><Relationship Id="rId21" Type="http://schemas.openxmlformats.org/officeDocument/2006/relationships/oleObject" Target="../embeddings/oleObject556.bin"/><Relationship Id="rId7" Type="http://schemas.openxmlformats.org/officeDocument/2006/relationships/oleObject" Target="../embeddings/oleObject549.bin"/><Relationship Id="rId12" Type="http://schemas.openxmlformats.org/officeDocument/2006/relationships/image" Target="../media/image499.wmf"/><Relationship Id="rId17" Type="http://schemas.openxmlformats.org/officeDocument/2006/relationships/oleObject" Target="../embeddings/oleObject554.bin"/><Relationship Id="rId25" Type="http://schemas.openxmlformats.org/officeDocument/2006/relationships/oleObject" Target="../embeddings/oleObject55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01.wmf"/><Relationship Id="rId20" Type="http://schemas.openxmlformats.org/officeDocument/2006/relationships/image" Target="../media/image503.wmf"/><Relationship Id="rId29" Type="http://schemas.openxmlformats.org/officeDocument/2006/relationships/oleObject" Target="../embeddings/oleObject560.bin"/><Relationship Id="rId1" Type="http://schemas.openxmlformats.org/officeDocument/2006/relationships/vmlDrawing" Target="../drawings/vmlDrawing62.vml"/><Relationship Id="rId6" Type="http://schemas.openxmlformats.org/officeDocument/2006/relationships/image" Target="../media/image496.wmf"/><Relationship Id="rId11" Type="http://schemas.openxmlformats.org/officeDocument/2006/relationships/oleObject" Target="../embeddings/oleObject551.bin"/><Relationship Id="rId24" Type="http://schemas.openxmlformats.org/officeDocument/2006/relationships/image" Target="../media/image505.wmf"/><Relationship Id="rId32" Type="http://schemas.openxmlformats.org/officeDocument/2006/relationships/image" Target="../media/image509.wmf"/><Relationship Id="rId5" Type="http://schemas.openxmlformats.org/officeDocument/2006/relationships/oleObject" Target="../embeddings/oleObject548.bin"/><Relationship Id="rId15" Type="http://schemas.openxmlformats.org/officeDocument/2006/relationships/oleObject" Target="../embeddings/oleObject553.bin"/><Relationship Id="rId23" Type="http://schemas.openxmlformats.org/officeDocument/2006/relationships/oleObject" Target="../embeddings/oleObject557.bin"/><Relationship Id="rId28" Type="http://schemas.openxmlformats.org/officeDocument/2006/relationships/image" Target="../media/image507.wmf"/><Relationship Id="rId10" Type="http://schemas.openxmlformats.org/officeDocument/2006/relationships/image" Target="../media/image498.wmf"/><Relationship Id="rId19" Type="http://schemas.openxmlformats.org/officeDocument/2006/relationships/oleObject" Target="../embeddings/oleObject555.bin"/><Relationship Id="rId31" Type="http://schemas.openxmlformats.org/officeDocument/2006/relationships/oleObject" Target="../embeddings/oleObject561.bin"/><Relationship Id="rId4" Type="http://schemas.openxmlformats.org/officeDocument/2006/relationships/image" Target="../media/image495.wmf"/><Relationship Id="rId9" Type="http://schemas.openxmlformats.org/officeDocument/2006/relationships/oleObject" Target="../embeddings/oleObject550.bin"/><Relationship Id="rId14" Type="http://schemas.openxmlformats.org/officeDocument/2006/relationships/image" Target="../media/image500.wmf"/><Relationship Id="rId22" Type="http://schemas.openxmlformats.org/officeDocument/2006/relationships/image" Target="../media/image504.wmf"/><Relationship Id="rId27" Type="http://schemas.openxmlformats.org/officeDocument/2006/relationships/oleObject" Target="../embeddings/oleObject559.bin"/><Relationship Id="rId30" Type="http://schemas.openxmlformats.org/officeDocument/2006/relationships/image" Target="../media/image508.wmf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2.wmf"/><Relationship Id="rId13" Type="http://schemas.openxmlformats.org/officeDocument/2006/relationships/oleObject" Target="../embeddings/oleObject567.bin"/><Relationship Id="rId3" Type="http://schemas.openxmlformats.org/officeDocument/2006/relationships/oleObject" Target="../embeddings/oleObject562.bin"/><Relationship Id="rId7" Type="http://schemas.openxmlformats.org/officeDocument/2006/relationships/oleObject" Target="../embeddings/oleObject564.bin"/><Relationship Id="rId12" Type="http://schemas.openxmlformats.org/officeDocument/2006/relationships/image" Target="../media/image51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16.wmf"/><Relationship Id="rId1" Type="http://schemas.openxmlformats.org/officeDocument/2006/relationships/vmlDrawing" Target="../drawings/vmlDrawing63.vml"/><Relationship Id="rId6" Type="http://schemas.openxmlformats.org/officeDocument/2006/relationships/image" Target="../media/image511.wmf"/><Relationship Id="rId11" Type="http://schemas.openxmlformats.org/officeDocument/2006/relationships/oleObject" Target="../embeddings/oleObject566.bin"/><Relationship Id="rId5" Type="http://schemas.openxmlformats.org/officeDocument/2006/relationships/oleObject" Target="../embeddings/oleObject563.bin"/><Relationship Id="rId15" Type="http://schemas.openxmlformats.org/officeDocument/2006/relationships/oleObject" Target="../embeddings/oleObject568.bin"/><Relationship Id="rId10" Type="http://schemas.openxmlformats.org/officeDocument/2006/relationships/image" Target="../media/image513.wmf"/><Relationship Id="rId4" Type="http://schemas.openxmlformats.org/officeDocument/2006/relationships/image" Target="../media/image510.wmf"/><Relationship Id="rId9" Type="http://schemas.openxmlformats.org/officeDocument/2006/relationships/oleObject" Target="../embeddings/oleObject565.bin"/><Relationship Id="rId14" Type="http://schemas.openxmlformats.org/officeDocument/2006/relationships/image" Target="../media/image515.wmf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0.bin"/><Relationship Id="rId13" Type="http://schemas.openxmlformats.org/officeDocument/2006/relationships/image" Target="../media/image520.wmf"/><Relationship Id="rId18" Type="http://schemas.openxmlformats.org/officeDocument/2006/relationships/oleObject" Target="../embeddings/oleObject575.bin"/><Relationship Id="rId26" Type="http://schemas.openxmlformats.org/officeDocument/2006/relationships/oleObject" Target="../embeddings/oleObject579.bin"/><Relationship Id="rId3" Type="http://schemas.openxmlformats.org/officeDocument/2006/relationships/notesSlide" Target="../notesSlides/notesSlide12.xml"/><Relationship Id="rId21" Type="http://schemas.openxmlformats.org/officeDocument/2006/relationships/image" Target="../media/image524.wmf"/><Relationship Id="rId7" Type="http://schemas.openxmlformats.org/officeDocument/2006/relationships/image" Target="../media/image502.wmf"/><Relationship Id="rId12" Type="http://schemas.openxmlformats.org/officeDocument/2006/relationships/oleObject" Target="../embeddings/oleObject572.bin"/><Relationship Id="rId17" Type="http://schemas.openxmlformats.org/officeDocument/2006/relationships/image" Target="../media/image522.wmf"/><Relationship Id="rId25" Type="http://schemas.openxmlformats.org/officeDocument/2006/relationships/image" Target="../media/image52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74.bin"/><Relationship Id="rId20" Type="http://schemas.openxmlformats.org/officeDocument/2006/relationships/oleObject" Target="../embeddings/oleObject576.bin"/><Relationship Id="rId29" Type="http://schemas.openxmlformats.org/officeDocument/2006/relationships/image" Target="../media/image528.wmf"/><Relationship Id="rId1" Type="http://schemas.openxmlformats.org/officeDocument/2006/relationships/vmlDrawing" Target="../drawings/vmlDrawing64.vml"/><Relationship Id="rId6" Type="http://schemas.openxmlformats.org/officeDocument/2006/relationships/oleObject" Target="../embeddings/oleObject554.bin"/><Relationship Id="rId11" Type="http://schemas.openxmlformats.org/officeDocument/2006/relationships/image" Target="../media/image519.wmf"/><Relationship Id="rId24" Type="http://schemas.openxmlformats.org/officeDocument/2006/relationships/oleObject" Target="../embeddings/oleObject578.bin"/><Relationship Id="rId5" Type="http://schemas.openxmlformats.org/officeDocument/2006/relationships/image" Target="../media/image517.wmf"/><Relationship Id="rId15" Type="http://schemas.openxmlformats.org/officeDocument/2006/relationships/image" Target="../media/image521.wmf"/><Relationship Id="rId23" Type="http://schemas.openxmlformats.org/officeDocument/2006/relationships/image" Target="../media/image525.wmf"/><Relationship Id="rId28" Type="http://schemas.openxmlformats.org/officeDocument/2006/relationships/oleObject" Target="../embeddings/oleObject580.bin"/><Relationship Id="rId10" Type="http://schemas.openxmlformats.org/officeDocument/2006/relationships/oleObject" Target="../embeddings/oleObject571.bin"/><Relationship Id="rId19" Type="http://schemas.openxmlformats.org/officeDocument/2006/relationships/image" Target="../media/image523.wmf"/><Relationship Id="rId4" Type="http://schemas.openxmlformats.org/officeDocument/2006/relationships/oleObject" Target="../embeddings/oleObject569.bin"/><Relationship Id="rId9" Type="http://schemas.openxmlformats.org/officeDocument/2006/relationships/image" Target="../media/image518.wmf"/><Relationship Id="rId14" Type="http://schemas.openxmlformats.org/officeDocument/2006/relationships/oleObject" Target="../embeddings/oleObject573.bin"/><Relationship Id="rId22" Type="http://schemas.openxmlformats.org/officeDocument/2006/relationships/oleObject" Target="../embeddings/oleObject577.bin"/><Relationship Id="rId27" Type="http://schemas.openxmlformats.org/officeDocument/2006/relationships/image" Target="../media/image527.wmf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2A067A7A-E45F-4BA1-865C-C5553ED83FB9}"/>
              </a:ext>
            </a:extLst>
          </p:cNvPr>
          <p:cNvSpPr txBox="1">
            <a:spLocks/>
          </p:cNvSpPr>
          <p:nvPr/>
        </p:nvSpPr>
        <p:spPr>
          <a:xfrm>
            <a:off x="2267744" y="411510"/>
            <a:ext cx="4030216" cy="1101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第五章  定积分</a:t>
            </a:r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CE4E1A96-17AD-41A0-8574-C0B76E0BA354}"/>
              </a:ext>
            </a:extLst>
          </p:cNvPr>
          <p:cNvSpPr txBox="1">
            <a:spLocks/>
          </p:cNvSpPr>
          <p:nvPr/>
        </p:nvSpPr>
        <p:spPr>
          <a:xfrm>
            <a:off x="2538636" y="1765162"/>
            <a:ext cx="3488432" cy="576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定积分的计算</a:t>
            </a:r>
          </a:p>
        </p:txBody>
      </p:sp>
      <p:sp>
        <p:nvSpPr>
          <p:cNvPr id="6" name="副标题 2">
            <a:extLst>
              <a:ext uri="{FF2B5EF4-FFF2-40B4-BE49-F238E27FC236}">
                <a16:creationId xmlns:a16="http://schemas.microsoft.com/office/drawing/2014/main" id="{5CFE24AD-CFC6-416B-BC6B-9D922CD8BC8E}"/>
              </a:ext>
            </a:extLst>
          </p:cNvPr>
          <p:cNvSpPr txBox="1">
            <a:spLocks/>
          </p:cNvSpPr>
          <p:nvPr/>
        </p:nvSpPr>
        <p:spPr>
          <a:xfrm>
            <a:off x="2695140" y="2643758"/>
            <a:ext cx="3488432" cy="576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第四节 积分上限的函数</a:t>
            </a:r>
          </a:p>
        </p:txBody>
      </p:sp>
    </p:spTree>
    <p:extLst>
      <p:ext uri="{BB962C8B-B14F-4D97-AF65-F5344CB8AC3E}">
        <p14:creationId xmlns:p14="http://schemas.microsoft.com/office/powerpoint/2010/main" val="74239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49041F9-0BF6-406C-BC49-BC82788189BA}"/>
              </a:ext>
            </a:extLst>
          </p:cNvPr>
          <p:cNvSpPr txBox="1"/>
          <p:nvPr/>
        </p:nvSpPr>
        <p:spPr>
          <a:xfrm>
            <a:off x="899592" y="195486"/>
            <a:ext cx="7704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一、变速直线运动中位置函数与速度函数的关系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AB662C3-A8EF-4C5C-93C2-07202467539C}"/>
              </a:ext>
            </a:extLst>
          </p:cNvPr>
          <p:cNvSpPr txBox="1"/>
          <p:nvPr/>
        </p:nvSpPr>
        <p:spPr>
          <a:xfrm>
            <a:off x="899592" y="843558"/>
            <a:ext cx="2952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在变速直线运动中，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0FA8DE9-D300-4ADD-80FD-B67AE8B1A87E}"/>
              </a:ext>
            </a:extLst>
          </p:cNvPr>
          <p:cNvGrpSpPr/>
          <p:nvPr/>
        </p:nvGrpSpPr>
        <p:grpSpPr>
          <a:xfrm>
            <a:off x="3563888" y="843558"/>
            <a:ext cx="4248472" cy="461665"/>
            <a:chOff x="3885511" y="937868"/>
            <a:chExt cx="4215818" cy="461665"/>
          </a:xfrm>
        </p:grpSpPr>
        <p:sp>
          <p:nvSpPr>
            <p:cNvPr id="5" name="Text Box 21">
              <a:extLst>
                <a:ext uri="{FF2B5EF4-FFF2-40B4-BE49-F238E27FC236}">
                  <a16:creationId xmlns:a16="http://schemas.microsoft.com/office/drawing/2014/main" id="{537FD97D-08AF-4EF6-A736-2B21648F7D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5511" y="937868"/>
              <a:ext cx="421581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已知</a:t>
              </a:r>
              <a:r>
                <a:rPr kumimoji="1" lang="zh-CN" altLang="en-US" sz="2400" b="1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时刻物体的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位置函数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为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6" name="Object 24">
              <a:extLst>
                <a:ext uri="{FF2B5EF4-FFF2-40B4-BE49-F238E27FC236}">
                  <a16:creationId xmlns:a16="http://schemas.microsoft.com/office/drawing/2014/main" id="{CD931677-17CC-4503-8D34-C9095A8F97DD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635510" y="1060112"/>
            <a:ext cx="1270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281" name="Equation" r:id="rId3" imgW="126720" imgH="241200" progId="Equation.DSMT4">
                    <p:embed/>
                  </p:oleObj>
                </mc:Choice>
                <mc:Fallback>
                  <p:oleObj name="Equation" r:id="rId3" imgW="126720" imgH="241200" progId="Equation.DSMT4">
                    <p:embed/>
                    <p:pic>
                      <p:nvPicPr>
                        <p:cNvPr id="6" name="Object 24">
                          <a:extLst>
                            <a:ext uri="{FF2B5EF4-FFF2-40B4-BE49-F238E27FC236}">
                              <a16:creationId xmlns:a16="http://schemas.microsoft.com/office/drawing/2014/main" id="{CD931677-17CC-4503-8D34-C9095A8F97D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35510" y="1060112"/>
                          <a:ext cx="127000" cy="241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Object 24">
            <a:extLst>
              <a:ext uri="{FF2B5EF4-FFF2-40B4-BE49-F238E27FC236}">
                <a16:creationId xmlns:a16="http://schemas.microsoft.com/office/drawing/2014/main" id="{5AC68A5D-3536-4F02-8A4C-84E4BABBBB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7141987"/>
              </p:ext>
            </p:extLst>
          </p:nvPr>
        </p:nvGraphicFramePr>
        <p:xfrm>
          <a:off x="7613848" y="915002"/>
          <a:ext cx="990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282" name="Equation" r:id="rId5" imgW="990360" imgH="342720" progId="Equation.DSMT4">
                  <p:embed/>
                </p:oleObj>
              </mc:Choice>
              <mc:Fallback>
                <p:oleObj name="Equation" r:id="rId5" imgW="990360" imgH="342720" progId="Equation.DSMT4">
                  <p:embed/>
                  <p:pic>
                    <p:nvPicPr>
                      <p:cNvPr id="7" name="Object 24">
                        <a:extLst>
                          <a:ext uri="{FF2B5EF4-FFF2-40B4-BE49-F238E27FC236}">
                            <a16:creationId xmlns:a16="http://schemas.microsoft.com/office/drawing/2014/main" id="{5AC68A5D-3536-4F02-8A4C-84E4BABBBB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3848" y="915002"/>
                        <a:ext cx="9906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21">
            <a:extLst>
              <a:ext uri="{FF2B5EF4-FFF2-40B4-BE49-F238E27FC236}">
                <a16:creationId xmlns:a16="http://schemas.microsoft.com/office/drawing/2014/main" id="{BEEE1C51-601D-4C25-8A2B-626CB16FAC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187" y="1430075"/>
            <a:ext cx="110989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速度为</a:t>
            </a:r>
          </a:p>
        </p:txBody>
      </p:sp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00003BF2-D60D-4031-8936-AC2D2511F1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8069797"/>
              </p:ext>
            </p:extLst>
          </p:nvPr>
        </p:nvGraphicFramePr>
        <p:xfrm>
          <a:off x="1314636" y="1510414"/>
          <a:ext cx="2120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283" name="Equation" r:id="rId7" imgW="2120760" imgH="342720" progId="Equation.DSMT4">
                  <p:embed/>
                </p:oleObj>
              </mc:Choice>
              <mc:Fallback>
                <p:oleObj name="Equation" r:id="rId7" imgW="2120760" imgH="342720" progId="Equation.DSMT4">
                  <p:embed/>
                  <p:pic>
                    <p:nvPicPr>
                      <p:cNvPr id="9" name="Object 24">
                        <a:extLst>
                          <a:ext uri="{FF2B5EF4-FFF2-40B4-BE49-F238E27FC236}">
                            <a16:creationId xmlns:a16="http://schemas.microsoft.com/office/drawing/2014/main" id="{00003BF2-D60D-4031-8936-AC2D2511F1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4636" y="1510414"/>
                        <a:ext cx="21209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21">
            <a:extLst>
              <a:ext uri="{FF2B5EF4-FFF2-40B4-BE49-F238E27FC236}">
                <a16:creationId xmlns:a16="http://schemas.microsoft.com/office/drawing/2014/main" id="{4EDDF915-8010-4914-877A-6919D42CA2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4500" y="1391649"/>
            <a:ext cx="24114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物体在时间间隔</a:t>
            </a:r>
          </a:p>
        </p:txBody>
      </p:sp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0D4DAEB3-C695-45DC-838F-C424FB9957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1829181"/>
              </p:ext>
            </p:extLst>
          </p:nvPr>
        </p:nvGraphicFramePr>
        <p:xfrm>
          <a:off x="5580112" y="1431981"/>
          <a:ext cx="800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284" name="Equation" r:id="rId9" imgW="799920" imgH="380880" progId="Equation.DSMT4">
                  <p:embed/>
                </p:oleObj>
              </mc:Choice>
              <mc:Fallback>
                <p:oleObj name="Equation" r:id="rId9" imgW="799920" imgH="380880" progId="Equation.DSMT4">
                  <p:embed/>
                  <p:pic>
                    <p:nvPicPr>
                      <p:cNvPr id="11" name="Object 24">
                        <a:extLst>
                          <a:ext uri="{FF2B5EF4-FFF2-40B4-BE49-F238E27FC236}">
                            <a16:creationId xmlns:a16="http://schemas.microsoft.com/office/drawing/2014/main" id="{0D4DAEB3-C695-45DC-838F-C424FB9957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112" y="1431981"/>
                        <a:ext cx="8001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7">
            <a:extLst>
              <a:ext uri="{FF2B5EF4-FFF2-40B4-BE49-F238E27FC236}">
                <a16:creationId xmlns:a16="http://schemas.microsoft.com/office/drawing/2014/main" id="{A7E13A4E-CDC3-4B69-8864-48A8C0F4E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0934" y="1351316"/>
            <a:ext cx="23855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内所经过的路程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3" name="Object 24">
            <a:extLst>
              <a:ext uri="{FF2B5EF4-FFF2-40B4-BE49-F238E27FC236}">
                <a16:creationId xmlns:a16="http://schemas.microsoft.com/office/drawing/2014/main" id="{04E9156C-EF91-4A77-839C-F61AA513E3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5354785"/>
              </p:ext>
            </p:extLst>
          </p:nvPr>
        </p:nvGraphicFramePr>
        <p:xfrm>
          <a:off x="2792859" y="1969071"/>
          <a:ext cx="29083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285" name="Equation" r:id="rId11" imgW="2908080" imgH="634680" progId="Equation.DSMT4">
                  <p:embed/>
                </p:oleObj>
              </mc:Choice>
              <mc:Fallback>
                <p:oleObj name="Equation" r:id="rId11" imgW="2908080" imgH="634680" progId="Equation.DSMT4">
                  <p:embed/>
                  <p:pic>
                    <p:nvPicPr>
                      <p:cNvPr id="13" name="Object 24">
                        <a:extLst>
                          <a:ext uri="{FF2B5EF4-FFF2-40B4-BE49-F238E27FC236}">
                            <a16:creationId xmlns:a16="http://schemas.microsoft.com/office/drawing/2014/main" id="{04E9156C-EF91-4A77-839C-F61AA513E3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2859" y="1969071"/>
                        <a:ext cx="2908300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>
            <a:extLst>
              <a:ext uri="{FF2B5EF4-FFF2-40B4-BE49-F238E27FC236}">
                <a16:creationId xmlns:a16="http://schemas.microsoft.com/office/drawing/2014/main" id="{2A2EE506-2B0E-41BB-8EB3-999B1A3FCA42}"/>
              </a:ext>
            </a:extLst>
          </p:cNvPr>
          <p:cNvGrpSpPr/>
          <p:nvPr/>
        </p:nvGrpSpPr>
        <p:grpSpPr>
          <a:xfrm>
            <a:off x="253315" y="2540716"/>
            <a:ext cx="3316919" cy="461665"/>
            <a:chOff x="174961" y="2638656"/>
            <a:chExt cx="3316919" cy="461665"/>
          </a:xfrm>
        </p:grpSpPr>
        <p:sp>
          <p:nvSpPr>
            <p:cNvPr id="15" name="Text Box 5">
              <a:extLst>
                <a:ext uri="{FF2B5EF4-FFF2-40B4-BE49-F238E27FC236}">
                  <a16:creationId xmlns:a16="http://schemas.microsoft.com/office/drawing/2014/main" id="{021ACE0C-8579-4862-A6E3-ABE760F4F1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961" y="2638656"/>
              <a:ext cx="331691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这里   是   的原函数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.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6" name="Object 24">
              <a:extLst>
                <a:ext uri="{FF2B5EF4-FFF2-40B4-BE49-F238E27FC236}">
                  <a16:creationId xmlns:a16="http://schemas.microsoft.com/office/drawing/2014/main" id="{6126513E-D3B8-45D1-9160-7AAEE1E02576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887520" y="2724540"/>
            <a:ext cx="482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286" name="Equation" r:id="rId13" imgW="482400" imgH="342720" progId="Equation.DSMT4">
                    <p:embed/>
                  </p:oleObj>
                </mc:Choice>
                <mc:Fallback>
                  <p:oleObj name="Equation" r:id="rId13" imgW="482400" imgH="342720" progId="Equation.DSMT4">
                    <p:embed/>
                    <p:pic>
                      <p:nvPicPr>
                        <p:cNvPr id="16" name="Object 24">
                          <a:extLst>
                            <a:ext uri="{FF2B5EF4-FFF2-40B4-BE49-F238E27FC236}">
                              <a16:creationId xmlns:a16="http://schemas.microsoft.com/office/drawing/2014/main" id="{6126513E-D3B8-45D1-9160-7AAEE1E0257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7520" y="2724540"/>
                          <a:ext cx="4826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24">
              <a:extLst>
                <a:ext uri="{FF2B5EF4-FFF2-40B4-BE49-F238E27FC236}">
                  <a16:creationId xmlns:a16="http://schemas.microsoft.com/office/drawing/2014/main" id="{1327497F-1A59-485B-920F-319D64F3656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654911" y="2729568"/>
            <a:ext cx="482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287" name="Equation" r:id="rId15" imgW="482400" imgH="342720" progId="Equation.DSMT4">
                    <p:embed/>
                  </p:oleObj>
                </mc:Choice>
                <mc:Fallback>
                  <p:oleObj name="Equation" r:id="rId15" imgW="482400" imgH="342720" progId="Equation.DSMT4">
                    <p:embed/>
                    <p:pic>
                      <p:nvPicPr>
                        <p:cNvPr id="17" name="Object 24">
                          <a:extLst>
                            <a:ext uri="{FF2B5EF4-FFF2-40B4-BE49-F238E27FC236}">
                              <a16:creationId xmlns:a16="http://schemas.microsoft.com/office/drawing/2014/main" id="{1327497F-1A59-485B-920F-319D64F3656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4911" y="2729568"/>
                          <a:ext cx="4826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Text Box 13">
            <a:extLst>
              <a:ext uri="{FF2B5EF4-FFF2-40B4-BE49-F238E27FC236}">
                <a16:creationId xmlns:a16="http://schemas.microsoft.com/office/drawing/2014/main" id="{AED719E7-AFE6-43A5-8F39-CA174C09CB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261" y="3133813"/>
            <a:ext cx="10525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猜想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: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67BBA1E3-DE80-45F3-8669-49A967339F50}"/>
              </a:ext>
            </a:extLst>
          </p:cNvPr>
          <p:cNvGrpSpPr/>
          <p:nvPr/>
        </p:nvGrpSpPr>
        <p:grpSpPr>
          <a:xfrm>
            <a:off x="1733265" y="3115078"/>
            <a:ext cx="6463546" cy="461665"/>
            <a:chOff x="1774220" y="3177848"/>
            <a:chExt cx="6463546" cy="461665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F5655863-EA8A-4F25-B6EA-BCF46C3B71D8}"/>
                </a:ext>
              </a:extLst>
            </p:cNvPr>
            <p:cNvGrpSpPr/>
            <p:nvPr/>
          </p:nvGrpSpPr>
          <p:grpSpPr>
            <a:xfrm>
              <a:off x="1774220" y="3177848"/>
              <a:ext cx="6463546" cy="461665"/>
              <a:chOff x="179513" y="4414341"/>
              <a:chExt cx="6463546" cy="461665"/>
            </a:xfrm>
          </p:grpSpPr>
          <p:sp>
            <p:nvSpPr>
              <p:cNvPr id="22" name="Text Box 5">
                <a:extLst>
                  <a:ext uri="{FF2B5EF4-FFF2-40B4-BE49-F238E27FC236}">
                    <a16:creationId xmlns:a16="http://schemas.microsoft.com/office/drawing/2014/main" id="{43A17CA3-C5EF-4C67-B570-D8CA748DCE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9513" y="4414341"/>
                <a:ext cx="646354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如果    是    在区间    </a:t>
                </a:r>
                <a:r>
                  <a:rPr kumimoji="1" lang="zh-CN" altLang="en-US" sz="2400" b="1" i="1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上的一个原函数</a:t>
                </a:r>
                <a:r>
                  <a:rPr kumimoji="1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endPara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23" name="Object 24">
                <a:extLst>
                  <a:ext uri="{FF2B5EF4-FFF2-40B4-BE49-F238E27FC236}">
                    <a16:creationId xmlns:a16="http://schemas.microsoft.com/office/drawing/2014/main" id="{80D37331-13A4-42F0-B17C-267B1FD373ED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916334" y="4511714"/>
              <a:ext cx="6350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7288" name="Equation" r:id="rId17" imgW="634680" imgH="342720" progId="Equation.DSMT4">
                      <p:embed/>
                    </p:oleObj>
                  </mc:Choice>
                  <mc:Fallback>
                    <p:oleObj name="Equation" r:id="rId17" imgW="634680" imgH="342720" progId="Equation.DSMT4">
                      <p:embed/>
                      <p:pic>
                        <p:nvPicPr>
                          <p:cNvPr id="23" name="Object 24">
                            <a:extLst>
                              <a:ext uri="{FF2B5EF4-FFF2-40B4-BE49-F238E27FC236}">
                                <a16:creationId xmlns:a16="http://schemas.microsoft.com/office/drawing/2014/main" id="{80D37331-13A4-42F0-B17C-267B1FD373E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16334" y="4511714"/>
                            <a:ext cx="635000" cy="3429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" name="Object 24">
                <a:extLst>
                  <a:ext uri="{FF2B5EF4-FFF2-40B4-BE49-F238E27FC236}">
                    <a16:creationId xmlns:a16="http://schemas.microsoft.com/office/drawing/2014/main" id="{2195478C-EDA1-49E3-8B87-8ECA29C2D3FE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1800957" y="4505325"/>
              <a:ext cx="6223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7289" name="Equation" r:id="rId19" imgW="622080" imgH="342720" progId="Equation.DSMT4">
                      <p:embed/>
                    </p:oleObj>
                  </mc:Choice>
                  <mc:Fallback>
                    <p:oleObj name="Equation" r:id="rId19" imgW="622080" imgH="342720" progId="Equation.DSMT4">
                      <p:embed/>
                      <p:pic>
                        <p:nvPicPr>
                          <p:cNvPr id="24" name="Object 24">
                            <a:extLst>
                              <a:ext uri="{FF2B5EF4-FFF2-40B4-BE49-F238E27FC236}">
                                <a16:creationId xmlns:a16="http://schemas.microsoft.com/office/drawing/2014/main" id="{2195478C-EDA1-49E3-8B87-8ECA29C2D3F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00957" y="4505325"/>
                            <a:ext cx="622300" cy="3429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1" name="Object 24">
              <a:extLst>
                <a:ext uri="{FF2B5EF4-FFF2-40B4-BE49-F238E27FC236}">
                  <a16:creationId xmlns:a16="http://schemas.microsoft.com/office/drawing/2014/main" id="{4ED3C8D5-014E-4AD0-B361-AB504E8AB8D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979800" y="3255727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290" name="Equation" r:id="rId21" imgW="634680" imgH="330120" progId="Equation.DSMT4">
                    <p:embed/>
                  </p:oleObj>
                </mc:Choice>
                <mc:Fallback>
                  <p:oleObj name="Equation" r:id="rId21" imgW="634680" imgH="330120" progId="Equation.DSMT4">
                    <p:embed/>
                    <p:pic>
                      <p:nvPicPr>
                        <p:cNvPr id="21" name="Object 24">
                          <a:extLst>
                            <a:ext uri="{FF2B5EF4-FFF2-40B4-BE49-F238E27FC236}">
                              <a16:creationId xmlns:a16="http://schemas.microsoft.com/office/drawing/2014/main" id="{4ED3C8D5-014E-4AD0-B361-AB504E8AB8D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9800" y="3255727"/>
                          <a:ext cx="635000" cy="330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6D346C69-02C2-4AA7-9153-65A229CDB0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7848876"/>
              </p:ext>
            </p:extLst>
          </p:nvPr>
        </p:nvGraphicFramePr>
        <p:xfrm>
          <a:off x="2628330" y="3607718"/>
          <a:ext cx="2984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291" name="Equation" r:id="rId23" imgW="2984400" imgH="596880" progId="Equation.DSMT4">
                  <p:embed/>
                </p:oleObj>
              </mc:Choice>
              <mc:Fallback>
                <p:oleObj name="Equation" r:id="rId23" imgW="2984400" imgH="596880" progId="Equation.DSMT4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6D346C69-02C2-4AA7-9153-65A229CDB0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8330" y="3607718"/>
                        <a:ext cx="29845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13">
            <a:extLst>
              <a:ext uri="{FF2B5EF4-FFF2-40B4-BE49-F238E27FC236}">
                <a16:creationId xmlns:a16="http://schemas.microsoft.com/office/drawing/2014/main" id="{6BB8FDB4-E0E5-4C9E-9582-A791A421D9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27" y="4271597"/>
            <a:ext cx="23632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结论是否成立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?  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Text Box 13">
            <a:extLst>
              <a:ext uri="{FF2B5EF4-FFF2-40B4-BE49-F238E27FC236}">
                <a16:creationId xmlns:a16="http://schemas.microsoft.com/office/drawing/2014/main" id="{9D838099-4CF4-42F4-AE46-5E4828E5D0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752" y="4285133"/>
            <a:ext cx="31603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什么条件下成立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?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1590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 build="p" autoUpdateAnimBg="0"/>
      <p:bldP spid="10" grpId="0" build="p" autoUpdateAnimBg="0"/>
      <p:bldP spid="12" grpId="0" autoUpdateAnimBg="0"/>
      <p:bldP spid="18" grpId="0" autoUpdateAnimBg="0"/>
      <p:bldP spid="26" grpId="0" autoUpdateAnimBg="0"/>
      <p:bldP spid="27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2">
            <a:extLst>
              <a:ext uri="{FF2B5EF4-FFF2-40B4-BE49-F238E27FC236}">
                <a16:creationId xmlns:a16="http://schemas.microsoft.com/office/drawing/2014/main" id="{453AA6E5-211B-456A-88D6-BCFA35392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462" y="1452904"/>
            <a:ext cx="635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则</a:t>
            </a:r>
            <a:endParaRPr kumimoji="1" lang="en-US" altLang="zh-CN" sz="2400" b="1" dirty="0">
              <a:solidFill>
                <a:prstClr val="black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24">
            <a:extLst>
              <a:ext uri="{FF2B5EF4-FFF2-40B4-BE49-F238E27FC236}">
                <a16:creationId xmlns:a16="http://schemas.microsoft.com/office/drawing/2014/main" id="{34F0FB37-EA2B-4159-BCEA-576C972D67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8725859"/>
              </p:ext>
            </p:extLst>
          </p:nvPr>
        </p:nvGraphicFramePr>
        <p:xfrm>
          <a:off x="2633828" y="1409948"/>
          <a:ext cx="30353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990" name="Equation" r:id="rId3" imgW="3035160" imgH="596880" progId="Equation.DSMT4">
                  <p:embed/>
                </p:oleObj>
              </mc:Choice>
              <mc:Fallback>
                <p:oleObj name="Equation" r:id="rId3" imgW="3035160" imgH="596880" progId="Equation.DSMT4">
                  <p:embed/>
                  <p:pic>
                    <p:nvPicPr>
                      <p:cNvPr id="3" name="Object 24">
                        <a:extLst>
                          <a:ext uri="{FF2B5EF4-FFF2-40B4-BE49-F238E27FC236}">
                            <a16:creationId xmlns:a16="http://schemas.microsoft.com/office/drawing/2014/main" id="{222465BF-0DC5-491B-8B8B-8764AF71B1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3828" y="1409948"/>
                        <a:ext cx="30353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F6134F89-8423-48BA-BEB8-6C090BD30454}"/>
              </a:ext>
            </a:extLst>
          </p:cNvPr>
          <p:cNvSpPr txBox="1"/>
          <p:nvPr/>
        </p:nvSpPr>
        <p:spPr>
          <a:xfrm>
            <a:off x="752372" y="555295"/>
            <a:ext cx="10473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定理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800" b="1" dirty="0">
              <a:solidFill>
                <a:srgbClr val="0064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12">
            <a:extLst>
              <a:ext uri="{FF2B5EF4-FFF2-40B4-BE49-F238E27FC236}">
                <a16:creationId xmlns:a16="http://schemas.microsoft.com/office/drawing/2014/main" id="{E3832614-D442-493C-9864-635E5A9709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9240" y="2189414"/>
            <a:ext cx="31685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en-US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 </a:t>
            </a:r>
            <a:r>
              <a:rPr kumimoji="1" lang="zh-CN" altLang="en-US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牛顿</a:t>
            </a:r>
            <a:r>
              <a:rPr kumimoji="1" lang="en-US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</a:t>
            </a:r>
            <a:r>
              <a:rPr kumimoji="1" lang="zh-CN" altLang="en-US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莱布尼茨公式</a:t>
            </a:r>
            <a:endParaRPr kumimoji="1" lang="en-US" altLang="zh-CN" sz="24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1F496703-3FF6-459E-99C8-3EB969058687}"/>
              </a:ext>
            </a:extLst>
          </p:cNvPr>
          <p:cNvGrpSpPr/>
          <p:nvPr/>
        </p:nvGrpSpPr>
        <p:grpSpPr>
          <a:xfrm>
            <a:off x="1691680" y="555526"/>
            <a:ext cx="7062382" cy="461665"/>
            <a:chOff x="1590628" y="915797"/>
            <a:chExt cx="7062382" cy="461665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F98BB034-3916-49BE-A9E4-A861DB6327A3}"/>
                </a:ext>
              </a:extLst>
            </p:cNvPr>
            <p:cNvGrpSpPr/>
            <p:nvPr/>
          </p:nvGrpSpPr>
          <p:grpSpPr>
            <a:xfrm>
              <a:off x="1590628" y="915797"/>
              <a:ext cx="7062382" cy="461665"/>
              <a:chOff x="1830098" y="915797"/>
              <a:chExt cx="7062382" cy="461665"/>
            </a:xfrm>
          </p:grpSpPr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1C838370-B631-49F3-8344-C1E4384E7246}"/>
                  </a:ext>
                </a:extLst>
              </p:cNvPr>
              <p:cNvGrpSpPr/>
              <p:nvPr/>
            </p:nvGrpSpPr>
            <p:grpSpPr>
              <a:xfrm>
                <a:off x="1830098" y="915797"/>
                <a:ext cx="7062382" cy="461665"/>
                <a:chOff x="931316" y="1131590"/>
                <a:chExt cx="7062382" cy="461665"/>
              </a:xfrm>
            </p:grpSpPr>
            <p:sp>
              <p:nvSpPr>
                <p:cNvPr id="11" name="Text Box 46">
                  <a:extLst>
                    <a:ext uri="{FF2B5EF4-FFF2-40B4-BE49-F238E27FC236}">
                      <a16:creationId xmlns:a16="http://schemas.microsoft.com/office/drawing/2014/main" id="{1C3EA857-3E23-4E4F-A508-78C34A514CC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31316" y="1131590"/>
                  <a:ext cx="7062382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宋体" panose="02010600030101010101" pitchFamily="2" charset="-122"/>
                      <a:ea typeface="宋体" panose="02010600030101010101" pitchFamily="2" charset="-122"/>
                    </a:rPr>
                    <a:t>若    是</a:t>
                  </a:r>
                  <a:r>
                    <a:rPr kumimoji="1" lang="zh-CN" altLang="en-US" sz="2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宋体" panose="02010600030101010101" pitchFamily="2" charset="-122"/>
                      <a:ea typeface="宋体" panose="02010600030101010101" pitchFamily="2" charset="-122"/>
                    </a:rPr>
                    <a:t>连续函数</a:t>
                  </a:r>
                  <a:r>
                    <a:rPr kumimoji="1" lang="zh-CN" altLang="en-US" sz="2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宋体" panose="02010600030101010101" pitchFamily="2" charset="-122"/>
                      <a:ea typeface="宋体" panose="02010600030101010101" pitchFamily="2" charset="-122"/>
                    </a:rPr>
                    <a:t>    在区间    上的一个原函数，</a:t>
                  </a:r>
                  <a:endParaRPr kumimoji="1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graphicFrame>
              <p:nvGraphicFramePr>
                <p:cNvPr id="12" name="Object 24">
                  <a:extLst>
                    <a:ext uri="{FF2B5EF4-FFF2-40B4-BE49-F238E27FC236}">
                      <a16:creationId xmlns:a16="http://schemas.microsoft.com/office/drawing/2014/main" id="{FC623664-EF67-4E0D-BF3E-D8C915CEDFA7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92502206"/>
                    </p:ext>
                  </p:extLst>
                </p:nvPr>
              </p:nvGraphicFramePr>
              <p:xfrm>
                <a:off x="1325203" y="1238890"/>
                <a:ext cx="635000" cy="3429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47991" name="Equation" r:id="rId5" imgW="634680" imgH="342720" progId="Equation.DSMT4">
                        <p:embed/>
                      </p:oleObj>
                    </mc:Choice>
                    <mc:Fallback>
                      <p:oleObj name="Equation" r:id="rId5" imgW="634680" imgH="342720" progId="Equation.DSMT4">
                        <p:embed/>
                        <p:pic>
                          <p:nvPicPr>
                            <p:cNvPr id="12" name="Object 24">
                              <a:extLst>
                                <a:ext uri="{FF2B5EF4-FFF2-40B4-BE49-F238E27FC236}">
                                  <a16:creationId xmlns:a16="http://schemas.microsoft.com/office/drawing/2014/main" id="{D59F644F-5359-463A-9EE6-1EFF021378F1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325203" y="1238890"/>
                              <a:ext cx="635000" cy="3429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10" name="Object 24">
                <a:extLst>
                  <a:ext uri="{FF2B5EF4-FFF2-40B4-BE49-F238E27FC236}">
                    <a16:creationId xmlns:a16="http://schemas.microsoft.com/office/drawing/2014/main" id="{4345CFBD-2D31-47F3-A277-61D4A426BE5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37667605"/>
                  </p:ext>
                </p:extLst>
              </p:nvPr>
            </p:nvGraphicFramePr>
            <p:xfrm>
              <a:off x="5918055" y="1002430"/>
              <a:ext cx="635000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7992" name="Equation" r:id="rId7" imgW="634680" imgH="330120" progId="Equation.DSMT4">
                      <p:embed/>
                    </p:oleObj>
                  </mc:Choice>
                  <mc:Fallback>
                    <p:oleObj name="Equation" r:id="rId7" imgW="634680" imgH="330120" progId="Equation.DSMT4">
                      <p:embed/>
                      <p:pic>
                        <p:nvPicPr>
                          <p:cNvPr id="10" name="Object 24">
                            <a:extLst>
                              <a:ext uri="{FF2B5EF4-FFF2-40B4-BE49-F238E27FC236}">
                                <a16:creationId xmlns:a16="http://schemas.microsoft.com/office/drawing/2014/main" id="{F65EAA8B-1E6E-4F44-AFB1-1310C95C930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918055" y="1002430"/>
                            <a:ext cx="635000" cy="3302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8" name="Object 24">
              <a:extLst>
                <a:ext uri="{FF2B5EF4-FFF2-40B4-BE49-F238E27FC236}">
                  <a16:creationId xmlns:a16="http://schemas.microsoft.com/office/drawing/2014/main" id="{243156F2-C839-423C-AAA7-FD05A1BC54A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14684661"/>
                </p:ext>
              </p:extLst>
            </p:nvPr>
          </p:nvGraphicFramePr>
          <p:xfrm>
            <a:off x="4134620" y="1022081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993" name="Equation" r:id="rId9" imgW="622080" imgH="342720" progId="Equation.DSMT4">
                    <p:embed/>
                  </p:oleObj>
                </mc:Choice>
                <mc:Fallback>
                  <p:oleObj name="Equation" r:id="rId9" imgW="622080" imgH="342720" progId="Equation.DSMT4">
                    <p:embed/>
                    <p:pic>
                      <p:nvPicPr>
                        <p:cNvPr id="8" name="Object 24">
                          <a:extLst>
                            <a:ext uri="{FF2B5EF4-FFF2-40B4-BE49-F238E27FC236}">
                              <a16:creationId xmlns:a16="http://schemas.microsoft.com/office/drawing/2014/main" id="{1C7E30C5-1035-421E-ACB4-3699BB81778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34620" y="1022081"/>
                          <a:ext cx="622300" cy="3429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Text Box 12">
            <a:extLst>
              <a:ext uri="{FF2B5EF4-FFF2-40B4-BE49-F238E27FC236}">
                <a16:creationId xmlns:a16="http://schemas.microsoft.com/office/drawing/2014/main" id="{5A1214FB-5BB7-4A1F-82C5-857ED17DF0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9734" y="2189413"/>
            <a:ext cx="295241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（微积分基本公式）</a:t>
            </a:r>
            <a:endParaRPr kumimoji="1" lang="en-US" altLang="zh-CN" sz="24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4424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4" grpId="0"/>
      <p:bldP spid="5" grpId="0" autoUpdateAnimBg="0"/>
      <p:bldP spid="13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4">
            <a:extLst>
              <a:ext uri="{FF2B5EF4-FFF2-40B4-BE49-F238E27FC236}">
                <a16:creationId xmlns:a16="http://schemas.microsoft.com/office/drawing/2014/main" id="{CA0FFCC1-106B-4432-8703-1E49E2EC22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4301107"/>
              </p:ext>
            </p:extLst>
          </p:nvPr>
        </p:nvGraphicFramePr>
        <p:xfrm>
          <a:off x="1310766" y="1481708"/>
          <a:ext cx="1231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275" name="Equation" r:id="rId3" imgW="1231560" imgH="596880" progId="Equation.DSMT4">
                  <p:embed/>
                </p:oleObj>
              </mc:Choice>
              <mc:Fallback>
                <p:oleObj name="Equation" r:id="rId3" imgW="1231560" imgH="596880" progId="Equation.DSMT4">
                  <p:embed/>
                  <p:pic>
                    <p:nvPicPr>
                      <p:cNvPr id="26" name="Object 24">
                        <a:extLst>
                          <a:ext uri="{FF2B5EF4-FFF2-40B4-BE49-F238E27FC236}">
                            <a16:creationId xmlns:a16="http://schemas.microsoft.com/office/drawing/2014/main" id="{2C5413EE-60B4-47AC-9564-2991B00A1B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0766" y="1481708"/>
                        <a:ext cx="12319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4">
            <a:extLst>
              <a:ext uri="{FF2B5EF4-FFF2-40B4-BE49-F238E27FC236}">
                <a16:creationId xmlns:a16="http://schemas.microsoft.com/office/drawing/2014/main" id="{8C427B0A-A01E-407C-A0A9-F5F0C06873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7765235"/>
              </p:ext>
            </p:extLst>
          </p:nvPr>
        </p:nvGraphicFramePr>
        <p:xfrm>
          <a:off x="1281460" y="3130393"/>
          <a:ext cx="17018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276" name="Equation" r:id="rId5" imgW="1701720" imgH="596880" progId="Equation.DSMT4">
                  <p:embed/>
                </p:oleObj>
              </mc:Choice>
              <mc:Fallback>
                <p:oleObj name="Equation" r:id="rId5" imgW="1701720" imgH="596880" progId="Equation.DSMT4">
                  <p:embed/>
                  <p:pic>
                    <p:nvPicPr>
                      <p:cNvPr id="27" name="Object 24">
                        <a:extLst>
                          <a:ext uri="{FF2B5EF4-FFF2-40B4-BE49-F238E27FC236}">
                            <a16:creationId xmlns:a16="http://schemas.microsoft.com/office/drawing/2014/main" id="{83EE2E56-8E91-4DB9-9FF5-B6A2898141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1460" y="3130393"/>
                        <a:ext cx="17018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6">
            <a:extLst>
              <a:ext uri="{FF2B5EF4-FFF2-40B4-BE49-F238E27FC236}">
                <a16:creationId xmlns:a16="http://schemas.microsoft.com/office/drawing/2014/main" id="{1735130D-5C0B-491D-9C2C-A5E9659567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114" y="561751"/>
            <a:ext cx="6996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fontAlgn="auto" hangingPunct="1">
              <a:spcBef>
                <a:spcPct val="50000"/>
              </a:spcBef>
              <a:spcAft>
                <a:spcPts val="0"/>
              </a:spcAft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BFC5696-A906-4C3D-A926-13DDABF00067}"/>
              </a:ext>
            </a:extLst>
          </p:cNvPr>
          <p:cNvSpPr/>
          <p:nvPr/>
        </p:nvSpPr>
        <p:spPr>
          <a:xfrm>
            <a:off x="1475798" y="561751"/>
            <a:ext cx="9589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</a:t>
            </a: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zh-CN" altLang="en-US" sz="2400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graphicFrame>
        <p:nvGraphicFramePr>
          <p:cNvPr id="6" name="Object 24">
            <a:extLst>
              <a:ext uri="{FF2B5EF4-FFF2-40B4-BE49-F238E27FC236}">
                <a16:creationId xmlns:a16="http://schemas.microsoft.com/office/drawing/2014/main" id="{C376356F-E884-4050-B9F8-8B369F9A4C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4041041"/>
              </p:ext>
            </p:extLst>
          </p:nvPr>
        </p:nvGraphicFramePr>
        <p:xfrm>
          <a:off x="2411760" y="483518"/>
          <a:ext cx="13208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277" name="Equation" r:id="rId7" imgW="1320480" imgH="596880" progId="Equation.DSMT4">
                  <p:embed/>
                </p:oleObj>
              </mc:Choice>
              <mc:Fallback>
                <p:oleObj name="Equation" r:id="rId7" imgW="1320480" imgH="596880" progId="Equation.DSMT4">
                  <p:embed/>
                  <p:pic>
                    <p:nvPicPr>
                      <p:cNvPr id="30" name="Object 24">
                        <a:extLst>
                          <a:ext uri="{FF2B5EF4-FFF2-40B4-BE49-F238E27FC236}">
                            <a16:creationId xmlns:a16="http://schemas.microsoft.com/office/drawing/2014/main" id="{A9DD8E8C-1C22-4798-ADAD-C1A234B883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483518"/>
                        <a:ext cx="13208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4">
            <a:extLst>
              <a:ext uri="{FF2B5EF4-FFF2-40B4-BE49-F238E27FC236}">
                <a16:creationId xmlns:a16="http://schemas.microsoft.com/office/drawing/2014/main" id="{EC82111D-59AC-4E4F-92FC-FAA2B938A9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7692666"/>
              </p:ext>
            </p:extLst>
          </p:nvPr>
        </p:nvGraphicFramePr>
        <p:xfrm>
          <a:off x="4427462" y="459137"/>
          <a:ext cx="1739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278" name="Equation" r:id="rId9" imgW="1739880" imgH="596880" progId="Equation.DSMT4">
                  <p:embed/>
                </p:oleObj>
              </mc:Choice>
              <mc:Fallback>
                <p:oleObj name="Equation" r:id="rId9" imgW="1739880" imgH="596880" progId="Equation.DSMT4">
                  <p:embed/>
                  <p:pic>
                    <p:nvPicPr>
                      <p:cNvPr id="31" name="Object 24">
                        <a:extLst>
                          <a:ext uri="{FF2B5EF4-FFF2-40B4-BE49-F238E27FC236}">
                            <a16:creationId xmlns:a16="http://schemas.microsoft.com/office/drawing/2014/main" id="{F394ADC4-3270-4638-A666-4D761784E5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462" y="459137"/>
                        <a:ext cx="17399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D922DBFF-E241-41A3-9E7E-C6B7479392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1162223"/>
              </p:ext>
            </p:extLst>
          </p:nvPr>
        </p:nvGraphicFramePr>
        <p:xfrm>
          <a:off x="2555796" y="1327125"/>
          <a:ext cx="1143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279" name="Equation" r:id="rId11" imgW="1143000" imgH="888840" progId="Equation.DSMT4">
                  <p:embed/>
                </p:oleObj>
              </mc:Choice>
              <mc:Fallback>
                <p:oleObj name="Equation" r:id="rId11" imgW="1143000" imgH="888840" progId="Equation.DSMT4">
                  <p:embed/>
                  <p:pic>
                    <p:nvPicPr>
                      <p:cNvPr id="32" name="Object 24">
                        <a:extLst>
                          <a:ext uri="{FF2B5EF4-FFF2-40B4-BE49-F238E27FC236}">
                            <a16:creationId xmlns:a16="http://schemas.microsoft.com/office/drawing/2014/main" id="{5FE64B71-45E4-4DC5-AF3A-7EDE758689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96" y="1327125"/>
                        <a:ext cx="1143000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487421F0-D3B3-458E-B8C8-287EABAF37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8667234"/>
              </p:ext>
            </p:extLst>
          </p:nvPr>
        </p:nvGraphicFramePr>
        <p:xfrm>
          <a:off x="3624979" y="1365225"/>
          <a:ext cx="1168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280" name="Equation" r:id="rId13" imgW="1168200" imgH="812520" progId="Equation.DSMT4">
                  <p:embed/>
                </p:oleObj>
              </mc:Choice>
              <mc:Fallback>
                <p:oleObj name="Equation" r:id="rId13" imgW="1168200" imgH="812520" progId="Equation.DSMT4">
                  <p:embed/>
                  <p:pic>
                    <p:nvPicPr>
                      <p:cNvPr id="33" name="Object 24">
                        <a:extLst>
                          <a:ext uri="{FF2B5EF4-FFF2-40B4-BE49-F238E27FC236}">
                            <a16:creationId xmlns:a16="http://schemas.microsoft.com/office/drawing/2014/main" id="{3F205FF6-5812-461F-AA19-B3A8388CB7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4979" y="1365225"/>
                        <a:ext cx="11684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4">
            <a:extLst>
              <a:ext uri="{FF2B5EF4-FFF2-40B4-BE49-F238E27FC236}">
                <a16:creationId xmlns:a16="http://schemas.microsoft.com/office/drawing/2014/main" id="{BB6F4DA4-7873-40F9-92F2-5F16219CB2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0934509"/>
              </p:ext>
            </p:extLst>
          </p:nvPr>
        </p:nvGraphicFramePr>
        <p:xfrm>
          <a:off x="2983260" y="3191710"/>
          <a:ext cx="1498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281" name="Equation" r:id="rId15" imgW="1498320" imgH="507960" progId="Equation.DSMT4">
                  <p:embed/>
                </p:oleObj>
              </mc:Choice>
              <mc:Fallback>
                <p:oleObj name="Equation" r:id="rId15" imgW="1498320" imgH="507960" progId="Equation.DSMT4">
                  <p:embed/>
                  <p:pic>
                    <p:nvPicPr>
                      <p:cNvPr id="34" name="Object 24">
                        <a:extLst>
                          <a:ext uri="{FF2B5EF4-FFF2-40B4-BE49-F238E27FC236}">
                            <a16:creationId xmlns:a16="http://schemas.microsoft.com/office/drawing/2014/main" id="{648D066F-E4AB-43AF-B9BB-0193C1C84B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3260" y="3191710"/>
                        <a:ext cx="14986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87E96301-BD19-43E4-8DB2-BA8C6A91C4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2549052"/>
              </p:ext>
            </p:extLst>
          </p:nvPr>
        </p:nvGraphicFramePr>
        <p:xfrm>
          <a:off x="4770123" y="1403325"/>
          <a:ext cx="533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282" name="Equation" r:id="rId17" imgW="533160" imgH="736560" progId="Equation.DSMT4">
                  <p:embed/>
                </p:oleObj>
              </mc:Choice>
              <mc:Fallback>
                <p:oleObj name="Equation" r:id="rId17" imgW="533160" imgH="736560" progId="Equation.DSMT4">
                  <p:embed/>
                  <p:pic>
                    <p:nvPicPr>
                      <p:cNvPr id="35" name="Object 24">
                        <a:extLst>
                          <a:ext uri="{FF2B5EF4-FFF2-40B4-BE49-F238E27FC236}">
                            <a16:creationId xmlns:a16="http://schemas.microsoft.com/office/drawing/2014/main" id="{457B567C-33DF-4B0F-81E2-7E55AC3EE0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0123" y="1403325"/>
                        <a:ext cx="5334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4">
            <a:extLst>
              <a:ext uri="{FF2B5EF4-FFF2-40B4-BE49-F238E27FC236}">
                <a16:creationId xmlns:a16="http://schemas.microsoft.com/office/drawing/2014/main" id="{40AD22F1-7517-4ACA-9A35-18C1C4F772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036608"/>
              </p:ext>
            </p:extLst>
          </p:nvPr>
        </p:nvGraphicFramePr>
        <p:xfrm>
          <a:off x="4445376" y="3311674"/>
          <a:ext cx="1244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283" name="Equation" r:id="rId19" imgW="1244520" imgH="279360" progId="Equation.DSMT4">
                  <p:embed/>
                </p:oleObj>
              </mc:Choice>
              <mc:Fallback>
                <p:oleObj name="Equation" r:id="rId19" imgW="1244520" imgH="279360" progId="Equation.DSMT4">
                  <p:embed/>
                  <p:pic>
                    <p:nvPicPr>
                      <p:cNvPr id="36" name="Object 24">
                        <a:extLst>
                          <a:ext uri="{FF2B5EF4-FFF2-40B4-BE49-F238E27FC236}">
                            <a16:creationId xmlns:a16="http://schemas.microsoft.com/office/drawing/2014/main" id="{FFD30F09-CFFB-49CE-A6ED-A680078AB0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376" y="3311674"/>
                        <a:ext cx="12446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6">
            <a:extLst>
              <a:ext uri="{FF2B5EF4-FFF2-40B4-BE49-F238E27FC236}">
                <a16:creationId xmlns:a16="http://schemas.microsoft.com/office/drawing/2014/main" id="{907D02B9-5765-4AA1-9855-68EB3FBBFD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114" y="1520599"/>
            <a:ext cx="6996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fontAlgn="auto" hangingPunct="1">
              <a:spcBef>
                <a:spcPct val="50000"/>
              </a:spcBef>
              <a:spcAft>
                <a:spcPts val="0"/>
              </a:spcAft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解 </a:t>
            </a:r>
          </a:p>
        </p:txBody>
      </p:sp>
      <p:sp>
        <p:nvSpPr>
          <p:cNvPr id="14" name="Text Box 16">
            <a:extLst>
              <a:ext uri="{FF2B5EF4-FFF2-40B4-BE49-F238E27FC236}">
                <a16:creationId xmlns:a16="http://schemas.microsoft.com/office/drawing/2014/main" id="{C233E113-DBF6-4715-B5DD-477DBFB478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112" y="1822046"/>
            <a:ext cx="3073696" cy="1200329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1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被积函数在积分区间上连续，</a:t>
            </a:r>
            <a:endParaRPr kumimoji="1" lang="en-US" altLang="zh-CN" sz="1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1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且函数能用一个解析式表示，</a:t>
            </a:r>
            <a:endParaRPr kumimoji="1" lang="en-US" altLang="zh-CN" sz="1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1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可直接利用</a:t>
            </a:r>
            <a:r>
              <a:rPr kumimoji="1"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N-L</a:t>
            </a:r>
            <a:r>
              <a:rPr kumimoji="1" lang="zh-CN" altLang="en-US" sz="1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公式</a:t>
            </a:r>
            <a:r>
              <a:rPr kumimoji="1" lang="en-US" altLang="zh-CN" sz="1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kumimoji="1" lang="zh-CN" altLang="en-US" sz="1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30774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14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E8D3E42-6D31-4742-B21B-3A300EE91004}"/>
              </a:ext>
            </a:extLst>
          </p:cNvPr>
          <p:cNvSpPr txBox="1"/>
          <p:nvPr/>
        </p:nvSpPr>
        <p:spPr>
          <a:xfrm>
            <a:off x="827584" y="123478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二、积分上限函数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48D79D3-E057-48B2-9EBB-D6B2D4BD6166}"/>
              </a:ext>
            </a:extLst>
          </p:cNvPr>
          <p:cNvSpPr txBox="1"/>
          <p:nvPr/>
        </p:nvSpPr>
        <p:spPr>
          <a:xfrm>
            <a:off x="765454" y="644845"/>
            <a:ext cx="7944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微软雅黑" panose="020B0503020204020204" charset="-122"/>
              </a:rPr>
              <a:t>设        是有界闭区间      上的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cs typeface="微软雅黑" panose="020B0503020204020204" charset="-122"/>
              </a:rPr>
              <a:t>非负连续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微软雅黑" panose="020B0503020204020204" charset="-122"/>
              </a:rPr>
              <a:t>函数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cs typeface="微软雅黑" panose="020B0503020204020204" charset="-122"/>
              </a:rPr>
              <a:t>.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微软雅黑" panose="020B0503020204020204" charset="-122"/>
              </a:rPr>
              <a:t>曲线</a:t>
            </a:r>
            <a:endParaRPr lang="zh-CN" altLang="en-US" sz="2400" b="1" dirty="0">
              <a:solidFill>
                <a:srgbClr val="FF0000"/>
              </a:solidFill>
              <a:latin typeface="宋体" panose="02010600030101010101" pitchFamily="2" charset="-122"/>
              <a:cs typeface="微软雅黑" panose="020B0503020204020204" charset="-122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4425F8D-A0C8-46A9-95C2-A1B084007F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03137"/>
              </p:ext>
            </p:extLst>
          </p:nvPr>
        </p:nvGraphicFramePr>
        <p:xfrm>
          <a:off x="1194886" y="722359"/>
          <a:ext cx="1104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94" name="Equation" r:id="rId3" imgW="1104840" imgH="342720" progId="Equation.DSMT4">
                  <p:embed/>
                </p:oleObj>
              </mc:Choice>
              <mc:Fallback>
                <p:oleObj name="Equation" r:id="rId3" imgW="1104840" imgH="34272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48249783-9524-4169-B94A-2673F1F9F1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4886" y="722359"/>
                        <a:ext cx="1104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8DBDD74-D72D-447F-8373-42C5164B00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8439969"/>
              </p:ext>
            </p:extLst>
          </p:nvPr>
        </p:nvGraphicFramePr>
        <p:xfrm>
          <a:off x="4361951" y="739237"/>
          <a:ext cx="635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95" name="Equation" r:id="rId5" imgW="634680" imgH="330120" progId="Equation.DSMT4">
                  <p:embed/>
                </p:oleObj>
              </mc:Choice>
              <mc:Fallback>
                <p:oleObj name="Equation" r:id="rId5" imgW="634680" imgH="33012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E9EBED7E-0088-493F-AEAF-A70939AD1A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61951" y="739237"/>
                        <a:ext cx="635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B1D2BFA4-D262-423E-8098-3074D6A8E9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8721033"/>
              </p:ext>
            </p:extLst>
          </p:nvPr>
        </p:nvGraphicFramePr>
        <p:xfrm>
          <a:off x="307015" y="1201733"/>
          <a:ext cx="1104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96" name="Equation" r:id="rId7" imgW="1104840" imgH="342720" progId="Equation.DSMT4">
                  <p:embed/>
                </p:oleObj>
              </mc:Choice>
              <mc:Fallback>
                <p:oleObj name="Equation" r:id="rId7" imgW="1104840" imgH="34272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FA00EDE8-527D-4216-9901-9C1885229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7015" y="1201733"/>
                        <a:ext cx="1104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B1FE7894-4B87-4CCA-9B95-EB5603C9BB96}"/>
              </a:ext>
            </a:extLst>
          </p:cNvPr>
          <p:cNvSpPr txBox="1"/>
          <p:nvPr/>
        </p:nvSpPr>
        <p:spPr>
          <a:xfrm>
            <a:off x="1311312" y="1127129"/>
            <a:ext cx="7416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微软雅黑" panose="020B0503020204020204" charset="-122"/>
              </a:rPr>
              <a:t>与直线          及     围成曲边梯形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270DB00-149E-4C83-98BC-3D39B5AE71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0094235"/>
              </p:ext>
            </p:extLst>
          </p:nvPr>
        </p:nvGraphicFramePr>
        <p:xfrm>
          <a:off x="2428693" y="1213418"/>
          <a:ext cx="1371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97" name="Equation" r:id="rId9" imgW="1371600" imgH="330120" progId="Equation.DSMT4">
                  <p:embed/>
                </p:oleObj>
              </mc:Choice>
              <mc:Fallback>
                <p:oleObj name="Equation" r:id="rId9" imgW="1371600" imgH="33012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AE333EB0-2C0F-48CB-B18F-307E88D810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28693" y="1213418"/>
                        <a:ext cx="13716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634CFD5A-F0AC-481D-89F8-723BBAED12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536255"/>
              </p:ext>
            </p:extLst>
          </p:nvPr>
        </p:nvGraphicFramePr>
        <p:xfrm>
          <a:off x="4228784" y="1215692"/>
          <a:ext cx="660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98" name="Equation" r:id="rId11" imgW="660240" imgH="342720" progId="Equation.DSMT4">
                  <p:embed/>
                </p:oleObj>
              </mc:Choice>
              <mc:Fallback>
                <p:oleObj name="Equation" r:id="rId11" imgW="660240" imgH="34272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84F607A7-56E7-498A-9636-AAD754E6D7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228784" y="1215692"/>
                        <a:ext cx="660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133E3CEA-8CFD-4054-9D8C-CF5BD7155A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5867385"/>
              </p:ext>
            </p:extLst>
          </p:nvPr>
        </p:nvGraphicFramePr>
        <p:xfrm>
          <a:off x="6791653" y="1213418"/>
          <a:ext cx="914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99" name="Equation" r:id="rId13" imgW="914400" imgH="279360" progId="Equation.DSMT4">
                  <p:embed/>
                </p:oleObj>
              </mc:Choice>
              <mc:Fallback>
                <p:oleObj name="Equation" r:id="rId13" imgW="914400" imgH="27936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BEA6289C-43B1-4BFD-86A5-B5F891707D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791653" y="1213418"/>
                        <a:ext cx="9144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79CBA22F-7506-4064-AD32-200ED809BBF8}"/>
              </a:ext>
            </a:extLst>
          </p:cNvPr>
          <p:cNvSpPr/>
          <p:nvPr/>
        </p:nvSpPr>
        <p:spPr>
          <a:xfrm>
            <a:off x="762894" y="3598765"/>
            <a:ext cx="82273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微软雅黑" panose="020B0503020204020204" charset="-122"/>
              </a:rPr>
              <a:t>任取</a:t>
            </a:r>
            <a:endParaRPr lang="zh-CN" altLang="en-US" dirty="0">
              <a:solidFill>
                <a:prstClr val="black"/>
              </a:solidFill>
              <a:ea typeface="等线" panose="02010600030101010101" pitchFamily="2" charset="-122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A05A3FDB-AE53-4221-94F2-589B7D9D6B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7325067"/>
              </p:ext>
            </p:extLst>
          </p:nvPr>
        </p:nvGraphicFramePr>
        <p:xfrm>
          <a:off x="1474391" y="3664497"/>
          <a:ext cx="1155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00" name="Equation" r:id="rId15" imgW="1155600" imgH="330120" progId="Equation.DSMT4">
                  <p:embed/>
                </p:oleObj>
              </mc:Choice>
              <mc:Fallback>
                <p:oleObj name="Equation" r:id="rId15" imgW="1155600" imgH="330120" progId="Equation.DSMT4">
                  <p:embed/>
                  <p:pic>
                    <p:nvPicPr>
                      <p:cNvPr id="59" name="对象 58">
                        <a:extLst>
                          <a:ext uri="{FF2B5EF4-FFF2-40B4-BE49-F238E27FC236}">
                            <a16:creationId xmlns:a16="http://schemas.microsoft.com/office/drawing/2014/main" id="{7BB16222-60AB-4FB8-973E-227CD8194C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474391" y="3664497"/>
                        <a:ext cx="11557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EAC84B86-3334-41EE-987C-D6432E5240E1}"/>
              </a:ext>
            </a:extLst>
          </p:cNvPr>
          <p:cNvSpPr/>
          <p:nvPr/>
        </p:nvSpPr>
        <p:spPr>
          <a:xfrm>
            <a:off x="2604965" y="3598765"/>
            <a:ext cx="58793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微软雅黑" panose="020B0503020204020204" charset="-122"/>
              </a:rPr>
              <a:t>过  轴上点  作平行于  轴的直线段     </a:t>
            </a:r>
            <a:endParaRPr lang="zh-CN" altLang="en-US" dirty="0">
              <a:solidFill>
                <a:prstClr val="black"/>
              </a:solidFill>
              <a:ea typeface="等线" panose="02010600030101010101" pitchFamily="2" charset="-122"/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A1EB4595-4165-41A6-9638-9C00D7C359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4721912"/>
              </p:ext>
            </p:extLst>
          </p:nvPr>
        </p:nvGraphicFramePr>
        <p:xfrm>
          <a:off x="3082631" y="3729667"/>
          <a:ext cx="1778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01" name="Equation" r:id="rId17" imgW="177480" imgH="190440" progId="Equation.DSMT4">
                  <p:embed/>
                </p:oleObj>
              </mc:Choice>
              <mc:Fallback>
                <p:oleObj name="Equation" r:id="rId17" imgW="177480" imgH="190440" progId="Equation.DSMT4">
                  <p:embed/>
                  <p:pic>
                    <p:nvPicPr>
                      <p:cNvPr id="61" name="对象 60">
                        <a:extLst>
                          <a:ext uri="{FF2B5EF4-FFF2-40B4-BE49-F238E27FC236}">
                            <a16:creationId xmlns:a16="http://schemas.microsoft.com/office/drawing/2014/main" id="{CCA03EC9-2B18-4576-AD02-26C81EDA77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082631" y="3729667"/>
                        <a:ext cx="1778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1B9E57F9-58EB-4D4F-9355-01BDC2A498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1492373"/>
              </p:ext>
            </p:extLst>
          </p:nvPr>
        </p:nvGraphicFramePr>
        <p:xfrm>
          <a:off x="4243642" y="3731155"/>
          <a:ext cx="1778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02" name="Equation" r:id="rId19" imgW="177480" imgH="190440" progId="Equation.DSMT4">
                  <p:embed/>
                </p:oleObj>
              </mc:Choice>
              <mc:Fallback>
                <p:oleObj name="Equation" r:id="rId19" imgW="177480" imgH="190440" progId="Equation.DSMT4">
                  <p:embed/>
                  <p:pic>
                    <p:nvPicPr>
                      <p:cNvPr id="62" name="对象 61">
                        <a:extLst>
                          <a:ext uri="{FF2B5EF4-FFF2-40B4-BE49-F238E27FC236}">
                            <a16:creationId xmlns:a16="http://schemas.microsoft.com/office/drawing/2014/main" id="{54296B9D-832B-4C6F-817D-7273AB5458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243642" y="3731155"/>
                        <a:ext cx="1778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433B15F1-F09C-4684-AB36-4667E3E95E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202287"/>
              </p:ext>
            </p:extLst>
          </p:nvPr>
        </p:nvGraphicFramePr>
        <p:xfrm>
          <a:off x="5767192" y="3715074"/>
          <a:ext cx="215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03" name="Equation" r:id="rId20" imgW="215640" imgH="266400" progId="Equation.DSMT4">
                  <p:embed/>
                </p:oleObj>
              </mc:Choice>
              <mc:Fallback>
                <p:oleObj name="Equation" r:id="rId20" imgW="215640" imgH="266400" progId="Equation.DSMT4">
                  <p:embed/>
                  <p:pic>
                    <p:nvPicPr>
                      <p:cNvPr id="63" name="对象 62">
                        <a:extLst>
                          <a:ext uri="{FF2B5EF4-FFF2-40B4-BE49-F238E27FC236}">
                            <a16:creationId xmlns:a16="http://schemas.microsoft.com/office/drawing/2014/main" id="{2C471587-072C-4B50-961D-F58BFF5C39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767192" y="3715074"/>
                        <a:ext cx="2159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50A05B7C-8C54-4BBE-BD9A-AC40F34AE7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2502314"/>
              </p:ext>
            </p:extLst>
          </p:nvPr>
        </p:nvGraphicFramePr>
        <p:xfrm>
          <a:off x="7610067" y="3683324"/>
          <a:ext cx="609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04" name="Equation" r:id="rId22" imgW="609480" imgH="330120" progId="Equation.DSMT4">
                  <p:embed/>
                </p:oleObj>
              </mc:Choice>
              <mc:Fallback>
                <p:oleObj name="Equation" r:id="rId22" imgW="609480" imgH="330120" progId="Equation.DSMT4">
                  <p:embed/>
                  <p:pic>
                    <p:nvPicPr>
                      <p:cNvPr id="64" name="对象 63">
                        <a:extLst>
                          <a:ext uri="{FF2B5EF4-FFF2-40B4-BE49-F238E27FC236}">
                            <a16:creationId xmlns:a16="http://schemas.microsoft.com/office/drawing/2014/main" id="{9312A717-59D1-4C62-8C2F-276805B7A8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610067" y="3683324"/>
                        <a:ext cx="6096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5CDCD8A3-EDAB-4872-8F61-CE47C5DB21D8}"/>
              </a:ext>
            </a:extLst>
          </p:cNvPr>
          <p:cNvSpPr/>
          <p:nvPr/>
        </p:nvSpPr>
        <p:spPr>
          <a:xfrm>
            <a:off x="275428" y="4229932"/>
            <a:ext cx="81367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微软雅黑" panose="020B0503020204020204" charset="-122"/>
              </a:rPr>
              <a:t>记曲边梯形      的面积为</a:t>
            </a:r>
            <a:endParaRPr lang="zh-CN" altLang="en-US" dirty="0">
              <a:solidFill>
                <a:prstClr val="black"/>
              </a:solidFill>
              <a:ea typeface="等线" panose="02010600030101010101" pitchFamily="2" charset="-122"/>
            </a:endParaRP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575C1054-C080-49CC-945F-3EC3002A67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6725878"/>
              </p:ext>
            </p:extLst>
          </p:nvPr>
        </p:nvGraphicFramePr>
        <p:xfrm>
          <a:off x="1887759" y="4335770"/>
          <a:ext cx="9271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05" name="Equation" r:id="rId24" imgW="927000" imgH="279360" progId="Equation.DSMT4">
                  <p:embed/>
                </p:oleObj>
              </mc:Choice>
              <mc:Fallback>
                <p:oleObj name="Equation" r:id="rId24" imgW="927000" imgH="279360" progId="Equation.DSMT4">
                  <p:embed/>
                  <p:pic>
                    <p:nvPicPr>
                      <p:cNvPr id="66" name="对象 65">
                        <a:extLst>
                          <a:ext uri="{FF2B5EF4-FFF2-40B4-BE49-F238E27FC236}">
                            <a16:creationId xmlns:a16="http://schemas.microsoft.com/office/drawing/2014/main" id="{49C73895-F9C6-4D46-9B85-370CE32B52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887759" y="4335770"/>
                        <a:ext cx="9271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FF58F5FA-5BE9-4EE0-A5F5-AF7B800BB1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8422017"/>
              </p:ext>
            </p:extLst>
          </p:nvPr>
        </p:nvGraphicFramePr>
        <p:xfrm>
          <a:off x="4074806" y="4335770"/>
          <a:ext cx="647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06" name="Equation" r:id="rId26" imgW="647640" imgH="342720" progId="Equation.DSMT4">
                  <p:embed/>
                </p:oleObj>
              </mc:Choice>
              <mc:Fallback>
                <p:oleObj name="Equation" r:id="rId26" imgW="647640" imgH="342720" progId="Equation.DSMT4">
                  <p:embed/>
                  <p:pic>
                    <p:nvPicPr>
                      <p:cNvPr id="67" name="对象 66">
                        <a:extLst>
                          <a:ext uri="{FF2B5EF4-FFF2-40B4-BE49-F238E27FC236}">
                            <a16:creationId xmlns:a16="http://schemas.microsoft.com/office/drawing/2014/main" id="{7B05EEE6-F261-4792-AFAA-3F1AD94BA1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074806" y="4335770"/>
                        <a:ext cx="647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2F45FE3D-A861-4379-B911-DD813BC73790}"/>
              </a:ext>
            </a:extLst>
          </p:cNvPr>
          <p:cNvGrpSpPr/>
          <p:nvPr/>
        </p:nvGrpSpPr>
        <p:grpSpPr>
          <a:xfrm>
            <a:off x="2604965" y="1618718"/>
            <a:ext cx="3581672" cy="1915560"/>
            <a:chOff x="2844914" y="2933115"/>
            <a:chExt cx="3581672" cy="1915560"/>
          </a:xfrm>
        </p:grpSpPr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20ADD833-F4CB-4605-B1F5-5380A4792A8A}"/>
                </a:ext>
              </a:extLst>
            </p:cNvPr>
            <p:cNvSpPr/>
            <p:nvPr/>
          </p:nvSpPr>
          <p:spPr>
            <a:xfrm>
              <a:off x="3639440" y="3404122"/>
              <a:ext cx="887734" cy="1209082"/>
            </a:xfrm>
            <a:custGeom>
              <a:avLst/>
              <a:gdLst>
                <a:gd name="connsiteX0" fmla="*/ 844731 w 870857"/>
                <a:gd name="connsiteY0" fmla="*/ 8709 h 1149531"/>
                <a:gd name="connsiteX1" fmla="*/ 801188 w 870857"/>
                <a:gd name="connsiteY1" fmla="*/ 0 h 1149531"/>
                <a:gd name="connsiteX2" fmla="*/ 627017 w 870857"/>
                <a:gd name="connsiteY2" fmla="*/ 17417 h 1149531"/>
                <a:gd name="connsiteX3" fmla="*/ 600891 w 870857"/>
                <a:gd name="connsiteY3" fmla="*/ 26126 h 1149531"/>
                <a:gd name="connsiteX4" fmla="*/ 574765 w 870857"/>
                <a:gd name="connsiteY4" fmla="*/ 43543 h 1149531"/>
                <a:gd name="connsiteX5" fmla="*/ 505097 w 870857"/>
                <a:gd name="connsiteY5" fmla="*/ 52251 h 1149531"/>
                <a:gd name="connsiteX6" fmla="*/ 426720 w 870857"/>
                <a:gd name="connsiteY6" fmla="*/ 95794 h 1149531"/>
                <a:gd name="connsiteX7" fmla="*/ 391885 w 870857"/>
                <a:gd name="connsiteY7" fmla="*/ 121920 h 1149531"/>
                <a:gd name="connsiteX8" fmla="*/ 339634 w 870857"/>
                <a:gd name="connsiteY8" fmla="*/ 139337 h 1149531"/>
                <a:gd name="connsiteX9" fmla="*/ 313508 w 870857"/>
                <a:gd name="connsiteY9" fmla="*/ 156754 h 1149531"/>
                <a:gd name="connsiteX10" fmla="*/ 261257 w 870857"/>
                <a:gd name="connsiteY10" fmla="*/ 200297 h 1149531"/>
                <a:gd name="connsiteX11" fmla="*/ 217714 w 870857"/>
                <a:gd name="connsiteY11" fmla="*/ 235131 h 1149531"/>
                <a:gd name="connsiteX12" fmla="*/ 200297 w 870857"/>
                <a:gd name="connsiteY12" fmla="*/ 252549 h 1149531"/>
                <a:gd name="connsiteX13" fmla="*/ 174171 w 870857"/>
                <a:gd name="connsiteY13" fmla="*/ 269966 h 1149531"/>
                <a:gd name="connsiteX14" fmla="*/ 156754 w 870857"/>
                <a:gd name="connsiteY14" fmla="*/ 296091 h 1149531"/>
                <a:gd name="connsiteX15" fmla="*/ 139337 w 870857"/>
                <a:gd name="connsiteY15" fmla="*/ 313509 h 1149531"/>
                <a:gd name="connsiteX16" fmla="*/ 104503 w 870857"/>
                <a:gd name="connsiteY16" fmla="*/ 374469 h 1149531"/>
                <a:gd name="connsiteX17" fmla="*/ 60960 w 870857"/>
                <a:gd name="connsiteY17" fmla="*/ 418011 h 1149531"/>
                <a:gd name="connsiteX18" fmla="*/ 52251 w 870857"/>
                <a:gd name="connsiteY18" fmla="*/ 444137 h 1149531"/>
                <a:gd name="connsiteX19" fmla="*/ 26125 w 870857"/>
                <a:gd name="connsiteY19" fmla="*/ 470263 h 1149531"/>
                <a:gd name="connsiteX20" fmla="*/ 17417 w 870857"/>
                <a:gd name="connsiteY20" fmla="*/ 592183 h 1149531"/>
                <a:gd name="connsiteX21" fmla="*/ 0 w 870857"/>
                <a:gd name="connsiteY21" fmla="*/ 661851 h 1149531"/>
                <a:gd name="connsiteX22" fmla="*/ 17417 w 870857"/>
                <a:gd name="connsiteY22" fmla="*/ 1010194 h 1149531"/>
                <a:gd name="connsiteX23" fmla="*/ 34834 w 870857"/>
                <a:gd name="connsiteY23" fmla="*/ 1079863 h 1149531"/>
                <a:gd name="connsiteX24" fmla="*/ 52251 w 870857"/>
                <a:gd name="connsiteY24" fmla="*/ 1123406 h 1149531"/>
                <a:gd name="connsiteX25" fmla="*/ 139337 w 870857"/>
                <a:gd name="connsiteY25" fmla="*/ 1149531 h 1149531"/>
                <a:gd name="connsiteX26" fmla="*/ 731520 w 870857"/>
                <a:gd name="connsiteY26" fmla="*/ 1140823 h 1149531"/>
                <a:gd name="connsiteX27" fmla="*/ 853440 w 870857"/>
                <a:gd name="connsiteY27" fmla="*/ 1053737 h 1149531"/>
                <a:gd name="connsiteX28" fmla="*/ 844731 w 870857"/>
                <a:gd name="connsiteY28" fmla="*/ 1027611 h 1149531"/>
                <a:gd name="connsiteX29" fmla="*/ 853440 w 870857"/>
                <a:gd name="connsiteY29" fmla="*/ 870857 h 1149531"/>
                <a:gd name="connsiteX30" fmla="*/ 870857 w 870857"/>
                <a:gd name="connsiteY30" fmla="*/ 818606 h 1149531"/>
                <a:gd name="connsiteX31" fmla="*/ 862148 w 870857"/>
                <a:gd name="connsiteY31" fmla="*/ 339634 h 1149531"/>
                <a:gd name="connsiteX32" fmla="*/ 853440 w 870857"/>
                <a:gd name="connsiteY32" fmla="*/ 269966 h 1149531"/>
                <a:gd name="connsiteX33" fmla="*/ 844731 w 870857"/>
                <a:gd name="connsiteY33" fmla="*/ 243840 h 1149531"/>
                <a:gd name="connsiteX34" fmla="*/ 844731 w 870857"/>
                <a:gd name="connsiteY34" fmla="*/ 8709 h 1149531"/>
                <a:gd name="connsiteX35" fmla="*/ 844731 w 870857"/>
                <a:gd name="connsiteY35" fmla="*/ 8709 h 1149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70857" h="1149531">
                  <a:moveTo>
                    <a:pt x="844731" y="8709"/>
                  </a:moveTo>
                  <a:cubicBezTo>
                    <a:pt x="837474" y="7257"/>
                    <a:pt x="815990" y="0"/>
                    <a:pt x="801188" y="0"/>
                  </a:cubicBezTo>
                  <a:cubicBezTo>
                    <a:pt x="739500" y="0"/>
                    <a:pt x="686404" y="8934"/>
                    <a:pt x="627017" y="17417"/>
                  </a:cubicBezTo>
                  <a:cubicBezTo>
                    <a:pt x="618308" y="20320"/>
                    <a:pt x="609102" y="22021"/>
                    <a:pt x="600891" y="26126"/>
                  </a:cubicBezTo>
                  <a:cubicBezTo>
                    <a:pt x="591530" y="30807"/>
                    <a:pt x="584863" y="40789"/>
                    <a:pt x="574765" y="43543"/>
                  </a:cubicBezTo>
                  <a:cubicBezTo>
                    <a:pt x="552186" y="49701"/>
                    <a:pt x="528320" y="49348"/>
                    <a:pt x="505097" y="52251"/>
                  </a:cubicBezTo>
                  <a:cubicBezTo>
                    <a:pt x="464365" y="65829"/>
                    <a:pt x="474632" y="59861"/>
                    <a:pt x="426720" y="95794"/>
                  </a:cubicBezTo>
                  <a:cubicBezTo>
                    <a:pt x="415108" y="104503"/>
                    <a:pt x="404867" y="115429"/>
                    <a:pt x="391885" y="121920"/>
                  </a:cubicBezTo>
                  <a:cubicBezTo>
                    <a:pt x="375464" y="130130"/>
                    <a:pt x="339634" y="139337"/>
                    <a:pt x="339634" y="139337"/>
                  </a:cubicBezTo>
                  <a:cubicBezTo>
                    <a:pt x="330925" y="145143"/>
                    <a:pt x="321549" y="150053"/>
                    <a:pt x="313508" y="156754"/>
                  </a:cubicBezTo>
                  <a:cubicBezTo>
                    <a:pt x="246455" y="212632"/>
                    <a:pt x="326123" y="157054"/>
                    <a:pt x="261257" y="200297"/>
                  </a:cubicBezTo>
                  <a:cubicBezTo>
                    <a:pt x="226566" y="252334"/>
                    <a:pt x="264453" y="207087"/>
                    <a:pt x="217714" y="235131"/>
                  </a:cubicBezTo>
                  <a:cubicBezTo>
                    <a:pt x="210673" y="239355"/>
                    <a:pt x="206708" y="247420"/>
                    <a:pt x="200297" y="252549"/>
                  </a:cubicBezTo>
                  <a:cubicBezTo>
                    <a:pt x="192124" y="259087"/>
                    <a:pt x="182880" y="264160"/>
                    <a:pt x="174171" y="269966"/>
                  </a:cubicBezTo>
                  <a:cubicBezTo>
                    <a:pt x="168365" y="278674"/>
                    <a:pt x="163292" y="287918"/>
                    <a:pt x="156754" y="296091"/>
                  </a:cubicBezTo>
                  <a:cubicBezTo>
                    <a:pt x="151625" y="302502"/>
                    <a:pt x="143891" y="306677"/>
                    <a:pt x="139337" y="313509"/>
                  </a:cubicBezTo>
                  <a:cubicBezTo>
                    <a:pt x="116842" y="347252"/>
                    <a:pt x="129441" y="345968"/>
                    <a:pt x="104503" y="374469"/>
                  </a:cubicBezTo>
                  <a:cubicBezTo>
                    <a:pt x="90986" y="389916"/>
                    <a:pt x="60960" y="418011"/>
                    <a:pt x="60960" y="418011"/>
                  </a:cubicBezTo>
                  <a:cubicBezTo>
                    <a:pt x="58057" y="426720"/>
                    <a:pt x="57343" y="436499"/>
                    <a:pt x="52251" y="444137"/>
                  </a:cubicBezTo>
                  <a:cubicBezTo>
                    <a:pt x="45419" y="454384"/>
                    <a:pt x="28946" y="458274"/>
                    <a:pt x="26125" y="470263"/>
                  </a:cubicBezTo>
                  <a:cubicBezTo>
                    <a:pt x="16793" y="509923"/>
                    <a:pt x="22922" y="551813"/>
                    <a:pt x="17417" y="592183"/>
                  </a:cubicBezTo>
                  <a:cubicBezTo>
                    <a:pt x="14183" y="615901"/>
                    <a:pt x="0" y="661851"/>
                    <a:pt x="0" y="661851"/>
                  </a:cubicBezTo>
                  <a:cubicBezTo>
                    <a:pt x="2942" y="735413"/>
                    <a:pt x="8389" y="919911"/>
                    <a:pt x="17417" y="1010194"/>
                  </a:cubicBezTo>
                  <a:cubicBezTo>
                    <a:pt x="19780" y="1033823"/>
                    <a:pt x="26496" y="1057628"/>
                    <a:pt x="34834" y="1079863"/>
                  </a:cubicBezTo>
                  <a:cubicBezTo>
                    <a:pt x="40323" y="1094500"/>
                    <a:pt x="40486" y="1113112"/>
                    <a:pt x="52251" y="1123406"/>
                  </a:cubicBezTo>
                  <a:cubicBezTo>
                    <a:pt x="60733" y="1130827"/>
                    <a:pt x="122628" y="1145354"/>
                    <a:pt x="139337" y="1149531"/>
                  </a:cubicBezTo>
                  <a:lnTo>
                    <a:pt x="731520" y="1140823"/>
                  </a:lnTo>
                  <a:cubicBezTo>
                    <a:pt x="878300" y="1137286"/>
                    <a:pt x="873037" y="1171318"/>
                    <a:pt x="853440" y="1053737"/>
                  </a:cubicBezTo>
                  <a:cubicBezTo>
                    <a:pt x="851931" y="1044682"/>
                    <a:pt x="847634" y="1036320"/>
                    <a:pt x="844731" y="1027611"/>
                  </a:cubicBezTo>
                  <a:cubicBezTo>
                    <a:pt x="847634" y="975360"/>
                    <a:pt x="846949" y="922785"/>
                    <a:pt x="853440" y="870857"/>
                  </a:cubicBezTo>
                  <a:cubicBezTo>
                    <a:pt x="855717" y="852640"/>
                    <a:pt x="870857" y="818606"/>
                    <a:pt x="870857" y="818606"/>
                  </a:cubicBezTo>
                  <a:cubicBezTo>
                    <a:pt x="867954" y="658949"/>
                    <a:pt x="867215" y="499237"/>
                    <a:pt x="862148" y="339634"/>
                  </a:cubicBezTo>
                  <a:cubicBezTo>
                    <a:pt x="861405" y="316242"/>
                    <a:pt x="857627" y="292992"/>
                    <a:pt x="853440" y="269966"/>
                  </a:cubicBezTo>
                  <a:cubicBezTo>
                    <a:pt x="851798" y="260934"/>
                    <a:pt x="847634" y="252549"/>
                    <a:pt x="844731" y="243840"/>
                  </a:cubicBezTo>
                  <a:cubicBezTo>
                    <a:pt x="829825" y="139489"/>
                    <a:pt x="829272" y="163297"/>
                    <a:pt x="844731" y="8709"/>
                  </a:cubicBezTo>
                  <a:lnTo>
                    <a:pt x="844731" y="8709"/>
                  </a:lnTo>
                  <a:close/>
                </a:path>
              </a:pathLst>
            </a:custGeom>
            <a:pattFill prst="dkUpDiag">
              <a:fgClr>
                <a:sysClr val="window" lastClr="FFFFFF">
                  <a:lumMod val="75000"/>
                </a:sysClr>
              </a:fgClr>
              <a:bgClr>
                <a:sysClr val="window" lastClr="FFFFFF"/>
              </a:bgClr>
            </a:patt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C79B4D54-A47E-4CC3-8750-96D2413FE235}"/>
                </a:ext>
              </a:extLst>
            </p:cNvPr>
            <p:cNvCxnSpPr>
              <a:cxnSpLocks/>
            </p:cNvCxnSpPr>
            <p:nvPr/>
          </p:nvCxnSpPr>
          <p:spPr>
            <a:xfrm>
              <a:off x="2997106" y="4591706"/>
              <a:ext cx="3429480" cy="0"/>
            </a:xfrm>
            <a:prstGeom prst="straightConnector1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tailEnd type="arrow"/>
            </a:ln>
            <a:effectLst/>
          </p:spPr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FEBE7A43-7E32-4B55-A749-DAE31E0C85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49506" y="2933115"/>
              <a:ext cx="0" cy="1810991"/>
            </a:xfrm>
            <a:prstGeom prst="straightConnector1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tailEnd type="arrow"/>
            </a:ln>
            <a:effectLst/>
          </p:spPr>
        </p:cxnSp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4F8B04FD-C07F-4D3B-84B4-A1434C4438C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6367132"/>
                </p:ext>
              </p:extLst>
            </p:nvPr>
          </p:nvGraphicFramePr>
          <p:xfrm>
            <a:off x="6248786" y="4648856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07" name="Equation" r:id="rId28" imgW="177480" imgH="190440" progId="Equation.DSMT4">
                    <p:embed/>
                  </p:oleObj>
                </mc:Choice>
                <mc:Fallback>
                  <p:oleObj name="Equation" r:id="rId28" imgW="177480" imgH="190440" progId="Equation.DSMT4">
                    <p:embed/>
                    <p:pic>
                      <p:nvPicPr>
                        <p:cNvPr id="31" name="对象 30">
                          <a:extLst>
                            <a:ext uri="{FF2B5EF4-FFF2-40B4-BE49-F238E27FC236}">
                              <a16:creationId xmlns:a16="http://schemas.microsoft.com/office/drawing/2014/main" id="{614A0358-B777-40A6-BCB8-6280814541E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248786" y="4648856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3C5829C4-4E93-40A7-83D1-0134BFBFCE6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27330404"/>
                </p:ext>
              </p:extLst>
            </p:nvPr>
          </p:nvGraphicFramePr>
          <p:xfrm>
            <a:off x="3233774" y="2997203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08" name="Equation" r:id="rId29" imgW="190440" imgH="241200" progId="Equation.DSMT4">
                    <p:embed/>
                  </p:oleObj>
                </mc:Choice>
                <mc:Fallback>
                  <p:oleObj name="Equation" r:id="rId29" imgW="190440" imgH="241200" progId="Equation.DSMT4">
                    <p:embed/>
                    <p:pic>
                      <p:nvPicPr>
                        <p:cNvPr id="32" name="对象 31">
                          <a:extLst>
                            <a:ext uri="{FF2B5EF4-FFF2-40B4-BE49-F238E27FC236}">
                              <a16:creationId xmlns:a16="http://schemas.microsoft.com/office/drawing/2014/main" id="{B3E4790D-8A81-4599-9AF6-E47D34A9980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3233774" y="2997203"/>
                          <a:ext cx="1905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B09AFF92-F2E2-479C-8ABA-9565A1164AA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92890042"/>
                </p:ext>
              </p:extLst>
            </p:nvPr>
          </p:nvGraphicFramePr>
          <p:xfrm>
            <a:off x="2844914" y="4598056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09" name="Equation" r:id="rId31" imgW="228600" imgH="241200" progId="Equation.DSMT4">
                    <p:embed/>
                  </p:oleObj>
                </mc:Choice>
                <mc:Fallback>
                  <p:oleObj name="Equation" r:id="rId31" imgW="228600" imgH="241200" progId="Equation.DSMT4">
                    <p:embed/>
                    <p:pic>
                      <p:nvPicPr>
                        <p:cNvPr id="33" name="对象 32">
                          <a:extLst>
                            <a:ext uri="{FF2B5EF4-FFF2-40B4-BE49-F238E27FC236}">
                              <a16:creationId xmlns:a16="http://schemas.microsoft.com/office/drawing/2014/main" id="{D6513D8B-1114-40E2-80BD-D30A9878FD1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2844914" y="4598056"/>
                          <a:ext cx="2286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任意多边形 679">
              <a:extLst>
                <a:ext uri="{FF2B5EF4-FFF2-40B4-BE49-F238E27FC236}">
                  <a16:creationId xmlns:a16="http://schemas.microsoft.com/office/drawing/2014/main" id="{B3B3ABBD-90A4-46E3-B705-F39C84D113EE}"/>
                </a:ext>
              </a:extLst>
            </p:cNvPr>
            <p:cNvSpPr/>
            <p:nvPr/>
          </p:nvSpPr>
          <p:spPr>
            <a:xfrm>
              <a:off x="3660309" y="3429000"/>
              <a:ext cx="1682750" cy="490855"/>
            </a:xfrm>
            <a:custGeom>
              <a:avLst/>
              <a:gdLst>
                <a:gd name="connsiteX0" fmla="*/ 0 w 1370316"/>
                <a:gd name="connsiteY0" fmla="*/ 281911 h 281911"/>
                <a:gd name="connsiteX1" fmla="*/ 444500 w 1370316"/>
                <a:gd name="connsiteY1" fmla="*/ 8861 h 281911"/>
                <a:gd name="connsiteX2" fmla="*/ 1289050 w 1370316"/>
                <a:gd name="connsiteY2" fmla="*/ 66011 h 281911"/>
                <a:gd name="connsiteX3" fmla="*/ 1289050 w 1370316"/>
                <a:gd name="connsiteY3" fmla="*/ 59661 h 281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0316" h="281911">
                  <a:moveTo>
                    <a:pt x="0" y="281911"/>
                  </a:moveTo>
                  <a:cubicBezTo>
                    <a:pt x="114829" y="163377"/>
                    <a:pt x="229658" y="44844"/>
                    <a:pt x="444500" y="8861"/>
                  </a:cubicBezTo>
                  <a:cubicBezTo>
                    <a:pt x="659342" y="-27122"/>
                    <a:pt x="1148292" y="57544"/>
                    <a:pt x="1289050" y="66011"/>
                  </a:cubicBezTo>
                  <a:cubicBezTo>
                    <a:pt x="1429808" y="74478"/>
                    <a:pt x="1359429" y="67069"/>
                    <a:pt x="1289050" y="59661"/>
                  </a:cubicBezTo>
                </a:path>
              </a:pathLst>
            </a:custGeom>
            <a:noFill/>
            <a:ln w="15875" cap="flat" cmpd="sng" algn="ctr">
              <a:solidFill>
                <a:srgbClr val="0064FF"/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816F97E6-856D-489E-B816-5A9EAB7C8C47}"/>
                </a:ext>
              </a:extLst>
            </p:cNvPr>
            <p:cNvCxnSpPr>
              <a:stCxn id="28" idx="0"/>
            </p:cNvCxnSpPr>
            <p:nvPr/>
          </p:nvCxnSpPr>
          <p:spPr>
            <a:xfrm>
              <a:off x="3660309" y="3919855"/>
              <a:ext cx="0" cy="671851"/>
            </a:xfrm>
            <a:prstGeom prst="line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CB65F6D8-82B8-460B-8261-902B491156B6}"/>
                </a:ext>
              </a:extLst>
            </p:cNvPr>
            <p:cNvCxnSpPr>
              <a:cxnSpLocks/>
            </p:cNvCxnSpPr>
            <p:nvPr/>
          </p:nvCxnSpPr>
          <p:spPr>
            <a:xfrm>
              <a:off x="5343059" y="3564544"/>
              <a:ext cx="0" cy="1027162"/>
            </a:xfrm>
            <a:prstGeom prst="line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8CDE8618-E1EE-4D87-B2F0-98DB1FC6EAF2}"/>
                </a:ext>
              </a:extLst>
            </p:cNvPr>
            <p:cNvCxnSpPr>
              <a:cxnSpLocks/>
            </p:cNvCxnSpPr>
            <p:nvPr/>
          </p:nvCxnSpPr>
          <p:spPr>
            <a:xfrm>
              <a:off x="4501590" y="3429000"/>
              <a:ext cx="0" cy="1169056"/>
            </a:xfrm>
            <a:prstGeom prst="line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graphicFrame>
          <p:nvGraphicFramePr>
            <p:cNvPr id="32" name="对象 31">
              <a:extLst>
                <a:ext uri="{FF2B5EF4-FFF2-40B4-BE49-F238E27FC236}">
                  <a16:creationId xmlns:a16="http://schemas.microsoft.com/office/drawing/2014/main" id="{EF4C2CDC-7CAF-4E69-8AF7-2D2465DA8D7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97314378"/>
                </p:ext>
              </p:extLst>
            </p:nvPr>
          </p:nvGraphicFramePr>
          <p:xfrm>
            <a:off x="3558848" y="4598577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10" name="Equation" r:id="rId33" imgW="177480" imgH="190440" progId="Equation.DSMT4">
                    <p:embed/>
                  </p:oleObj>
                </mc:Choice>
                <mc:Fallback>
                  <p:oleObj name="Equation" r:id="rId33" imgW="177480" imgH="190440" progId="Equation.DSMT4">
                    <p:embed/>
                    <p:pic>
                      <p:nvPicPr>
                        <p:cNvPr id="44" name="对象 43">
                          <a:extLst>
                            <a:ext uri="{FF2B5EF4-FFF2-40B4-BE49-F238E27FC236}">
                              <a16:creationId xmlns:a16="http://schemas.microsoft.com/office/drawing/2014/main" id="{5DD7F8D0-A5FE-4807-8985-8105876C514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3558848" y="4598577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对象 32">
              <a:extLst>
                <a:ext uri="{FF2B5EF4-FFF2-40B4-BE49-F238E27FC236}">
                  <a16:creationId xmlns:a16="http://schemas.microsoft.com/office/drawing/2014/main" id="{305B9077-6CA3-4349-8485-DD8B7198F0A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23140320"/>
                </p:ext>
              </p:extLst>
            </p:nvPr>
          </p:nvGraphicFramePr>
          <p:xfrm>
            <a:off x="5296273" y="4594675"/>
            <a:ext cx="1651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11" name="Equation" r:id="rId35" imgW="164880" imgH="253800" progId="Equation.DSMT4">
                    <p:embed/>
                  </p:oleObj>
                </mc:Choice>
                <mc:Fallback>
                  <p:oleObj name="Equation" r:id="rId35" imgW="164880" imgH="253800" progId="Equation.DSMT4">
                    <p:embed/>
                    <p:pic>
                      <p:nvPicPr>
                        <p:cNvPr id="45" name="对象 44">
                          <a:extLst>
                            <a:ext uri="{FF2B5EF4-FFF2-40B4-BE49-F238E27FC236}">
                              <a16:creationId xmlns:a16="http://schemas.microsoft.com/office/drawing/2014/main" id="{07013BCD-58A2-4977-99CD-4E6FE46B21C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5296273" y="4594675"/>
                          <a:ext cx="1651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对象 33">
              <a:extLst>
                <a:ext uri="{FF2B5EF4-FFF2-40B4-BE49-F238E27FC236}">
                  <a16:creationId xmlns:a16="http://schemas.microsoft.com/office/drawing/2014/main" id="{4B8AFA98-3218-4515-B03F-6C990C35545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28548487"/>
                </p:ext>
              </p:extLst>
            </p:nvPr>
          </p:nvGraphicFramePr>
          <p:xfrm>
            <a:off x="4401642" y="4648856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12" name="Equation" r:id="rId37" imgW="177480" imgH="190440" progId="Equation.DSMT4">
                    <p:embed/>
                  </p:oleObj>
                </mc:Choice>
                <mc:Fallback>
                  <p:oleObj name="Equation" r:id="rId37" imgW="177480" imgH="190440" progId="Equation.DSMT4">
                    <p:embed/>
                    <p:pic>
                      <p:nvPicPr>
                        <p:cNvPr id="46" name="对象 45">
                          <a:extLst>
                            <a:ext uri="{FF2B5EF4-FFF2-40B4-BE49-F238E27FC236}">
                              <a16:creationId xmlns:a16="http://schemas.microsoft.com/office/drawing/2014/main" id="{071D8C24-EE46-4D8E-9082-93B18FA4D83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4401642" y="4648856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对象 34">
              <a:extLst>
                <a:ext uri="{FF2B5EF4-FFF2-40B4-BE49-F238E27FC236}">
                  <a16:creationId xmlns:a16="http://schemas.microsoft.com/office/drawing/2014/main" id="{44837A0C-7736-4F2E-8090-5C9B7D46DA8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8169718"/>
                </p:ext>
              </p:extLst>
            </p:nvPr>
          </p:nvGraphicFramePr>
          <p:xfrm>
            <a:off x="3414639" y="4325007"/>
            <a:ext cx="2159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13" name="Equation" r:id="rId39" imgW="215640" imgH="228600" progId="Equation.DSMT4">
                    <p:embed/>
                  </p:oleObj>
                </mc:Choice>
                <mc:Fallback>
                  <p:oleObj name="Equation" r:id="rId39" imgW="215640" imgH="228600" progId="Equation.DSMT4">
                    <p:embed/>
                    <p:pic>
                      <p:nvPicPr>
                        <p:cNvPr id="47" name="对象 46">
                          <a:extLst>
                            <a:ext uri="{FF2B5EF4-FFF2-40B4-BE49-F238E27FC236}">
                              <a16:creationId xmlns:a16="http://schemas.microsoft.com/office/drawing/2014/main" id="{4B56AB2A-0670-450C-989F-B08879AA520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0"/>
                        <a:stretch>
                          <a:fillRect/>
                        </a:stretch>
                      </p:blipFill>
                      <p:spPr>
                        <a:xfrm>
                          <a:off x="3414639" y="4325007"/>
                          <a:ext cx="2159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对象 35">
              <a:extLst>
                <a:ext uri="{FF2B5EF4-FFF2-40B4-BE49-F238E27FC236}">
                  <a16:creationId xmlns:a16="http://schemas.microsoft.com/office/drawing/2014/main" id="{6BCB7157-5D54-4EA5-B2E0-4AF95ECA228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43816005"/>
                </p:ext>
              </p:extLst>
            </p:nvPr>
          </p:nvGraphicFramePr>
          <p:xfrm>
            <a:off x="5363928" y="4325007"/>
            <a:ext cx="2159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14" name="Equation" r:id="rId41" imgW="215640" imgH="228600" progId="Equation.DSMT4">
                    <p:embed/>
                  </p:oleObj>
                </mc:Choice>
                <mc:Fallback>
                  <p:oleObj name="Equation" r:id="rId41" imgW="215640" imgH="228600" progId="Equation.DSMT4">
                    <p:embed/>
                    <p:pic>
                      <p:nvPicPr>
                        <p:cNvPr id="48" name="对象 47">
                          <a:extLst>
                            <a:ext uri="{FF2B5EF4-FFF2-40B4-BE49-F238E27FC236}">
                              <a16:creationId xmlns:a16="http://schemas.microsoft.com/office/drawing/2014/main" id="{ABA49A39-5483-43B2-9D30-28166B65853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2"/>
                        <a:stretch>
                          <a:fillRect/>
                        </a:stretch>
                      </p:blipFill>
                      <p:spPr>
                        <a:xfrm>
                          <a:off x="5363928" y="4325007"/>
                          <a:ext cx="2159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对象 36">
              <a:extLst>
                <a:ext uri="{FF2B5EF4-FFF2-40B4-BE49-F238E27FC236}">
                  <a16:creationId xmlns:a16="http://schemas.microsoft.com/office/drawing/2014/main" id="{CC192A89-F23B-4D31-AA1D-B79E07EE727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53466854"/>
                </p:ext>
              </p:extLst>
            </p:nvPr>
          </p:nvGraphicFramePr>
          <p:xfrm>
            <a:off x="5363928" y="3323244"/>
            <a:ext cx="2159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15" name="Equation" r:id="rId43" imgW="215640" imgH="241200" progId="Equation.DSMT4">
                    <p:embed/>
                  </p:oleObj>
                </mc:Choice>
                <mc:Fallback>
                  <p:oleObj name="Equation" r:id="rId43" imgW="215640" imgH="241200" progId="Equation.DSMT4">
                    <p:embed/>
                    <p:pic>
                      <p:nvPicPr>
                        <p:cNvPr id="49" name="对象 48">
                          <a:extLst>
                            <a:ext uri="{FF2B5EF4-FFF2-40B4-BE49-F238E27FC236}">
                              <a16:creationId xmlns:a16="http://schemas.microsoft.com/office/drawing/2014/main" id="{F9A1E217-7CB2-446E-94E3-9923BE8B136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4"/>
                        <a:stretch>
                          <a:fillRect/>
                        </a:stretch>
                      </p:blipFill>
                      <p:spPr>
                        <a:xfrm>
                          <a:off x="5363928" y="3323244"/>
                          <a:ext cx="2159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对象 37">
              <a:extLst>
                <a:ext uri="{FF2B5EF4-FFF2-40B4-BE49-F238E27FC236}">
                  <a16:creationId xmlns:a16="http://schemas.microsoft.com/office/drawing/2014/main" id="{657FE517-6A30-4948-B0BD-7C52A77A9D0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40563935"/>
                </p:ext>
              </p:extLst>
            </p:nvPr>
          </p:nvGraphicFramePr>
          <p:xfrm>
            <a:off x="3414639" y="3713725"/>
            <a:ext cx="2413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16" name="Equation" r:id="rId45" imgW="241200" imgH="228600" progId="Equation.DSMT4">
                    <p:embed/>
                  </p:oleObj>
                </mc:Choice>
                <mc:Fallback>
                  <p:oleObj name="Equation" r:id="rId45" imgW="241200" imgH="228600" progId="Equation.DSMT4">
                    <p:embed/>
                    <p:pic>
                      <p:nvPicPr>
                        <p:cNvPr id="50" name="对象 49">
                          <a:extLst>
                            <a:ext uri="{FF2B5EF4-FFF2-40B4-BE49-F238E27FC236}">
                              <a16:creationId xmlns:a16="http://schemas.microsoft.com/office/drawing/2014/main" id="{8072EF5D-9121-4289-952F-8B09FF8C6EF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6"/>
                        <a:stretch>
                          <a:fillRect/>
                        </a:stretch>
                      </p:blipFill>
                      <p:spPr>
                        <a:xfrm>
                          <a:off x="3414639" y="3713725"/>
                          <a:ext cx="2413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对象 38">
              <a:extLst>
                <a:ext uri="{FF2B5EF4-FFF2-40B4-BE49-F238E27FC236}">
                  <a16:creationId xmlns:a16="http://schemas.microsoft.com/office/drawing/2014/main" id="{88CF2842-0E97-4B1D-96E1-74A957E9417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2512472"/>
                </p:ext>
              </p:extLst>
            </p:nvPr>
          </p:nvGraphicFramePr>
          <p:xfrm>
            <a:off x="4522459" y="4328546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17" name="Equation" r:id="rId47" imgW="304560" imgH="228600" progId="Equation.DSMT4">
                    <p:embed/>
                  </p:oleObj>
                </mc:Choice>
                <mc:Fallback>
                  <p:oleObj name="Equation" r:id="rId47" imgW="304560" imgH="228600" progId="Equation.DSMT4">
                    <p:embed/>
                    <p:pic>
                      <p:nvPicPr>
                        <p:cNvPr id="52" name="对象 51">
                          <a:extLst>
                            <a:ext uri="{FF2B5EF4-FFF2-40B4-BE49-F238E27FC236}">
                              <a16:creationId xmlns:a16="http://schemas.microsoft.com/office/drawing/2014/main" id="{6E45382A-6F68-45CA-9B06-94544A5AD09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8"/>
                        <a:stretch>
                          <a:fillRect/>
                        </a:stretch>
                      </p:blipFill>
                      <p:spPr>
                        <a:xfrm>
                          <a:off x="4522459" y="4328546"/>
                          <a:ext cx="3048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对象 39">
              <a:extLst>
                <a:ext uri="{FF2B5EF4-FFF2-40B4-BE49-F238E27FC236}">
                  <a16:creationId xmlns:a16="http://schemas.microsoft.com/office/drawing/2014/main" id="{C02AD4AE-20BC-40D4-BDDC-B9B124157C4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47368647"/>
                </p:ext>
              </p:extLst>
            </p:nvPr>
          </p:nvGraphicFramePr>
          <p:xfrm>
            <a:off x="4401642" y="3155951"/>
            <a:ext cx="2540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18" name="Equation" r:id="rId49" imgW="253800" imgH="241200" progId="Equation.DSMT4">
                    <p:embed/>
                  </p:oleObj>
                </mc:Choice>
                <mc:Fallback>
                  <p:oleObj name="Equation" r:id="rId49" imgW="253800" imgH="241200" progId="Equation.DSMT4">
                    <p:embed/>
                    <p:pic>
                      <p:nvPicPr>
                        <p:cNvPr id="53" name="对象 52">
                          <a:extLst>
                            <a:ext uri="{FF2B5EF4-FFF2-40B4-BE49-F238E27FC236}">
                              <a16:creationId xmlns:a16="http://schemas.microsoft.com/office/drawing/2014/main" id="{CD720440-92AD-441E-9A7A-F1548AC652F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0"/>
                        <a:stretch>
                          <a:fillRect/>
                        </a:stretch>
                      </p:blipFill>
                      <p:spPr>
                        <a:xfrm>
                          <a:off x="4401642" y="3155951"/>
                          <a:ext cx="2540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" name="对象 40">
              <a:extLst>
                <a:ext uri="{FF2B5EF4-FFF2-40B4-BE49-F238E27FC236}">
                  <a16:creationId xmlns:a16="http://schemas.microsoft.com/office/drawing/2014/main" id="{EDD14D54-FEED-4705-AF97-76E2A351DF8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91666629"/>
                </p:ext>
              </p:extLst>
            </p:nvPr>
          </p:nvGraphicFramePr>
          <p:xfrm>
            <a:off x="3824687" y="3971800"/>
            <a:ext cx="5080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19" name="Equation" r:id="rId51" imgW="507960" imgH="304560" progId="Equation.DSMT4">
                    <p:embed/>
                  </p:oleObj>
                </mc:Choice>
                <mc:Fallback>
                  <p:oleObj name="Equation" r:id="rId51" imgW="507960" imgH="304560" progId="Equation.DSMT4">
                    <p:embed/>
                    <p:pic>
                      <p:nvPicPr>
                        <p:cNvPr id="68" name="对象 67">
                          <a:extLst>
                            <a:ext uri="{FF2B5EF4-FFF2-40B4-BE49-F238E27FC236}">
                              <a16:creationId xmlns:a16="http://schemas.microsoft.com/office/drawing/2014/main" id="{2EAF798A-DC1D-4D15-97E0-FC6C81C90CE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2"/>
                        <a:stretch>
                          <a:fillRect/>
                        </a:stretch>
                      </p:blipFill>
                      <p:spPr>
                        <a:xfrm>
                          <a:off x="3824687" y="3971800"/>
                          <a:ext cx="5080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53165FC3-D99C-40C5-AE83-BF40100228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8140013"/>
              </p:ext>
            </p:extLst>
          </p:nvPr>
        </p:nvGraphicFramePr>
        <p:xfrm>
          <a:off x="3184325" y="1815478"/>
          <a:ext cx="927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20" name="Equation" r:id="rId53" imgW="927000" imgH="304560" progId="Equation.DSMT4">
                  <p:embed/>
                </p:oleObj>
              </mc:Choice>
              <mc:Fallback>
                <p:oleObj name="Equation" r:id="rId53" imgW="92700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3184325" y="1815478"/>
                        <a:ext cx="9271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8968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E1CCB7B-F665-4FFC-B193-174638533F11}"/>
              </a:ext>
            </a:extLst>
          </p:cNvPr>
          <p:cNvGrpSpPr/>
          <p:nvPr/>
        </p:nvGrpSpPr>
        <p:grpSpPr>
          <a:xfrm>
            <a:off x="2915816" y="339502"/>
            <a:ext cx="3581672" cy="1915560"/>
            <a:chOff x="2844914" y="2933115"/>
            <a:chExt cx="3581672" cy="1915560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5EC95A16-84F5-4343-9BDB-904C4553A879}"/>
                </a:ext>
              </a:extLst>
            </p:cNvPr>
            <p:cNvSpPr/>
            <p:nvPr/>
          </p:nvSpPr>
          <p:spPr>
            <a:xfrm>
              <a:off x="3639440" y="3404122"/>
              <a:ext cx="887734" cy="1209082"/>
            </a:xfrm>
            <a:custGeom>
              <a:avLst/>
              <a:gdLst>
                <a:gd name="connsiteX0" fmla="*/ 844731 w 870857"/>
                <a:gd name="connsiteY0" fmla="*/ 8709 h 1149531"/>
                <a:gd name="connsiteX1" fmla="*/ 801188 w 870857"/>
                <a:gd name="connsiteY1" fmla="*/ 0 h 1149531"/>
                <a:gd name="connsiteX2" fmla="*/ 627017 w 870857"/>
                <a:gd name="connsiteY2" fmla="*/ 17417 h 1149531"/>
                <a:gd name="connsiteX3" fmla="*/ 600891 w 870857"/>
                <a:gd name="connsiteY3" fmla="*/ 26126 h 1149531"/>
                <a:gd name="connsiteX4" fmla="*/ 574765 w 870857"/>
                <a:gd name="connsiteY4" fmla="*/ 43543 h 1149531"/>
                <a:gd name="connsiteX5" fmla="*/ 505097 w 870857"/>
                <a:gd name="connsiteY5" fmla="*/ 52251 h 1149531"/>
                <a:gd name="connsiteX6" fmla="*/ 426720 w 870857"/>
                <a:gd name="connsiteY6" fmla="*/ 95794 h 1149531"/>
                <a:gd name="connsiteX7" fmla="*/ 391885 w 870857"/>
                <a:gd name="connsiteY7" fmla="*/ 121920 h 1149531"/>
                <a:gd name="connsiteX8" fmla="*/ 339634 w 870857"/>
                <a:gd name="connsiteY8" fmla="*/ 139337 h 1149531"/>
                <a:gd name="connsiteX9" fmla="*/ 313508 w 870857"/>
                <a:gd name="connsiteY9" fmla="*/ 156754 h 1149531"/>
                <a:gd name="connsiteX10" fmla="*/ 261257 w 870857"/>
                <a:gd name="connsiteY10" fmla="*/ 200297 h 1149531"/>
                <a:gd name="connsiteX11" fmla="*/ 217714 w 870857"/>
                <a:gd name="connsiteY11" fmla="*/ 235131 h 1149531"/>
                <a:gd name="connsiteX12" fmla="*/ 200297 w 870857"/>
                <a:gd name="connsiteY12" fmla="*/ 252549 h 1149531"/>
                <a:gd name="connsiteX13" fmla="*/ 174171 w 870857"/>
                <a:gd name="connsiteY13" fmla="*/ 269966 h 1149531"/>
                <a:gd name="connsiteX14" fmla="*/ 156754 w 870857"/>
                <a:gd name="connsiteY14" fmla="*/ 296091 h 1149531"/>
                <a:gd name="connsiteX15" fmla="*/ 139337 w 870857"/>
                <a:gd name="connsiteY15" fmla="*/ 313509 h 1149531"/>
                <a:gd name="connsiteX16" fmla="*/ 104503 w 870857"/>
                <a:gd name="connsiteY16" fmla="*/ 374469 h 1149531"/>
                <a:gd name="connsiteX17" fmla="*/ 60960 w 870857"/>
                <a:gd name="connsiteY17" fmla="*/ 418011 h 1149531"/>
                <a:gd name="connsiteX18" fmla="*/ 52251 w 870857"/>
                <a:gd name="connsiteY18" fmla="*/ 444137 h 1149531"/>
                <a:gd name="connsiteX19" fmla="*/ 26125 w 870857"/>
                <a:gd name="connsiteY19" fmla="*/ 470263 h 1149531"/>
                <a:gd name="connsiteX20" fmla="*/ 17417 w 870857"/>
                <a:gd name="connsiteY20" fmla="*/ 592183 h 1149531"/>
                <a:gd name="connsiteX21" fmla="*/ 0 w 870857"/>
                <a:gd name="connsiteY21" fmla="*/ 661851 h 1149531"/>
                <a:gd name="connsiteX22" fmla="*/ 17417 w 870857"/>
                <a:gd name="connsiteY22" fmla="*/ 1010194 h 1149531"/>
                <a:gd name="connsiteX23" fmla="*/ 34834 w 870857"/>
                <a:gd name="connsiteY23" fmla="*/ 1079863 h 1149531"/>
                <a:gd name="connsiteX24" fmla="*/ 52251 w 870857"/>
                <a:gd name="connsiteY24" fmla="*/ 1123406 h 1149531"/>
                <a:gd name="connsiteX25" fmla="*/ 139337 w 870857"/>
                <a:gd name="connsiteY25" fmla="*/ 1149531 h 1149531"/>
                <a:gd name="connsiteX26" fmla="*/ 731520 w 870857"/>
                <a:gd name="connsiteY26" fmla="*/ 1140823 h 1149531"/>
                <a:gd name="connsiteX27" fmla="*/ 853440 w 870857"/>
                <a:gd name="connsiteY27" fmla="*/ 1053737 h 1149531"/>
                <a:gd name="connsiteX28" fmla="*/ 844731 w 870857"/>
                <a:gd name="connsiteY28" fmla="*/ 1027611 h 1149531"/>
                <a:gd name="connsiteX29" fmla="*/ 853440 w 870857"/>
                <a:gd name="connsiteY29" fmla="*/ 870857 h 1149531"/>
                <a:gd name="connsiteX30" fmla="*/ 870857 w 870857"/>
                <a:gd name="connsiteY30" fmla="*/ 818606 h 1149531"/>
                <a:gd name="connsiteX31" fmla="*/ 862148 w 870857"/>
                <a:gd name="connsiteY31" fmla="*/ 339634 h 1149531"/>
                <a:gd name="connsiteX32" fmla="*/ 853440 w 870857"/>
                <a:gd name="connsiteY32" fmla="*/ 269966 h 1149531"/>
                <a:gd name="connsiteX33" fmla="*/ 844731 w 870857"/>
                <a:gd name="connsiteY33" fmla="*/ 243840 h 1149531"/>
                <a:gd name="connsiteX34" fmla="*/ 844731 w 870857"/>
                <a:gd name="connsiteY34" fmla="*/ 8709 h 1149531"/>
                <a:gd name="connsiteX35" fmla="*/ 844731 w 870857"/>
                <a:gd name="connsiteY35" fmla="*/ 8709 h 1149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70857" h="1149531">
                  <a:moveTo>
                    <a:pt x="844731" y="8709"/>
                  </a:moveTo>
                  <a:cubicBezTo>
                    <a:pt x="837474" y="7257"/>
                    <a:pt x="815990" y="0"/>
                    <a:pt x="801188" y="0"/>
                  </a:cubicBezTo>
                  <a:cubicBezTo>
                    <a:pt x="739500" y="0"/>
                    <a:pt x="686404" y="8934"/>
                    <a:pt x="627017" y="17417"/>
                  </a:cubicBezTo>
                  <a:cubicBezTo>
                    <a:pt x="618308" y="20320"/>
                    <a:pt x="609102" y="22021"/>
                    <a:pt x="600891" y="26126"/>
                  </a:cubicBezTo>
                  <a:cubicBezTo>
                    <a:pt x="591530" y="30807"/>
                    <a:pt x="584863" y="40789"/>
                    <a:pt x="574765" y="43543"/>
                  </a:cubicBezTo>
                  <a:cubicBezTo>
                    <a:pt x="552186" y="49701"/>
                    <a:pt x="528320" y="49348"/>
                    <a:pt x="505097" y="52251"/>
                  </a:cubicBezTo>
                  <a:cubicBezTo>
                    <a:pt x="464365" y="65829"/>
                    <a:pt x="474632" y="59861"/>
                    <a:pt x="426720" y="95794"/>
                  </a:cubicBezTo>
                  <a:cubicBezTo>
                    <a:pt x="415108" y="104503"/>
                    <a:pt x="404867" y="115429"/>
                    <a:pt x="391885" y="121920"/>
                  </a:cubicBezTo>
                  <a:cubicBezTo>
                    <a:pt x="375464" y="130130"/>
                    <a:pt x="339634" y="139337"/>
                    <a:pt x="339634" y="139337"/>
                  </a:cubicBezTo>
                  <a:cubicBezTo>
                    <a:pt x="330925" y="145143"/>
                    <a:pt x="321549" y="150053"/>
                    <a:pt x="313508" y="156754"/>
                  </a:cubicBezTo>
                  <a:cubicBezTo>
                    <a:pt x="246455" y="212632"/>
                    <a:pt x="326123" y="157054"/>
                    <a:pt x="261257" y="200297"/>
                  </a:cubicBezTo>
                  <a:cubicBezTo>
                    <a:pt x="226566" y="252334"/>
                    <a:pt x="264453" y="207087"/>
                    <a:pt x="217714" y="235131"/>
                  </a:cubicBezTo>
                  <a:cubicBezTo>
                    <a:pt x="210673" y="239355"/>
                    <a:pt x="206708" y="247420"/>
                    <a:pt x="200297" y="252549"/>
                  </a:cubicBezTo>
                  <a:cubicBezTo>
                    <a:pt x="192124" y="259087"/>
                    <a:pt x="182880" y="264160"/>
                    <a:pt x="174171" y="269966"/>
                  </a:cubicBezTo>
                  <a:cubicBezTo>
                    <a:pt x="168365" y="278674"/>
                    <a:pt x="163292" y="287918"/>
                    <a:pt x="156754" y="296091"/>
                  </a:cubicBezTo>
                  <a:cubicBezTo>
                    <a:pt x="151625" y="302502"/>
                    <a:pt x="143891" y="306677"/>
                    <a:pt x="139337" y="313509"/>
                  </a:cubicBezTo>
                  <a:cubicBezTo>
                    <a:pt x="116842" y="347252"/>
                    <a:pt x="129441" y="345968"/>
                    <a:pt x="104503" y="374469"/>
                  </a:cubicBezTo>
                  <a:cubicBezTo>
                    <a:pt x="90986" y="389916"/>
                    <a:pt x="60960" y="418011"/>
                    <a:pt x="60960" y="418011"/>
                  </a:cubicBezTo>
                  <a:cubicBezTo>
                    <a:pt x="58057" y="426720"/>
                    <a:pt x="57343" y="436499"/>
                    <a:pt x="52251" y="444137"/>
                  </a:cubicBezTo>
                  <a:cubicBezTo>
                    <a:pt x="45419" y="454384"/>
                    <a:pt x="28946" y="458274"/>
                    <a:pt x="26125" y="470263"/>
                  </a:cubicBezTo>
                  <a:cubicBezTo>
                    <a:pt x="16793" y="509923"/>
                    <a:pt x="22922" y="551813"/>
                    <a:pt x="17417" y="592183"/>
                  </a:cubicBezTo>
                  <a:cubicBezTo>
                    <a:pt x="14183" y="615901"/>
                    <a:pt x="0" y="661851"/>
                    <a:pt x="0" y="661851"/>
                  </a:cubicBezTo>
                  <a:cubicBezTo>
                    <a:pt x="2942" y="735413"/>
                    <a:pt x="8389" y="919911"/>
                    <a:pt x="17417" y="1010194"/>
                  </a:cubicBezTo>
                  <a:cubicBezTo>
                    <a:pt x="19780" y="1033823"/>
                    <a:pt x="26496" y="1057628"/>
                    <a:pt x="34834" y="1079863"/>
                  </a:cubicBezTo>
                  <a:cubicBezTo>
                    <a:pt x="40323" y="1094500"/>
                    <a:pt x="40486" y="1113112"/>
                    <a:pt x="52251" y="1123406"/>
                  </a:cubicBezTo>
                  <a:cubicBezTo>
                    <a:pt x="60733" y="1130827"/>
                    <a:pt x="122628" y="1145354"/>
                    <a:pt x="139337" y="1149531"/>
                  </a:cubicBezTo>
                  <a:lnTo>
                    <a:pt x="731520" y="1140823"/>
                  </a:lnTo>
                  <a:cubicBezTo>
                    <a:pt x="878300" y="1137286"/>
                    <a:pt x="873037" y="1171318"/>
                    <a:pt x="853440" y="1053737"/>
                  </a:cubicBezTo>
                  <a:cubicBezTo>
                    <a:pt x="851931" y="1044682"/>
                    <a:pt x="847634" y="1036320"/>
                    <a:pt x="844731" y="1027611"/>
                  </a:cubicBezTo>
                  <a:cubicBezTo>
                    <a:pt x="847634" y="975360"/>
                    <a:pt x="846949" y="922785"/>
                    <a:pt x="853440" y="870857"/>
                  </a:cubicBezTo>
                  <a:cubicBezTo>
                    <a:pt x="855717" y="852640"/>
                    <a:pt x="870857" y="818606"/>
                    <a:pt x="870857" y="818606"/>
                  </a:cubicBezTo>
                  <a:cubicBezTo>
                    <a:pt x="867954" y="658949"/>
                    <a:pt x="867215" y="499237"/>
                    <a:pt x="862148" y="339634"/>
                  </a:cubicBezTo>
                  <a:cubicBezTo>
                    <a:pt x="861405" y="316242"/>
                    <a:pt x="857627" y="292992"/>
                    <a:pt x="853440" y="269966"/>
                  </a:cubicBezTo>
                  <a:cubicBezTo>
                    <a:pt x="851798" y="260934"/>
                    <a:pt x="847634" y="252549"/>
                    <a:pt x="844731" y="243840"/>
                  </a:cubicBezTo>
                  <a:cubicBezTo>
                    <a:pt x="829825" y="139489"/>
                    <a:pt x="829272" y="163297"/>
                    <a:pt x="844731" y="8709"/>
                  </a:cubicBezTo>
                  <a:lnTo>
                    <a:pt x="844731" y="8709"/>
                  </a:lnTo>
                  <a:close/>
                </a:path>
              </a:pathLst>
            </a:custGeom>
            <a:pattFill prst="dkUpDiag">
              <a:fgClr>
                <a:sysClr val="window" lastClr="FFFFFF">
                  <a:lumMod val="75000"/>
                </a:sysClr>
              </a:fgClr>
              <a:bgClr>
                <a:sysClr val="window" lastClr="FFFFFF"/>
              </a:bgClr>
            </a:patt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BA0DB222-EBC5-4FD2-AC6B-A3193CD55202}"/>
                </a:ext>
              </a:extLst>
            </p:cNvPr>
            <p:cNvCxnSpPr>
              <a:cxnSpLocks/>
            </p:cNvCxnSpPr>
            <p:nvPr/>
          </p:nvCxnSpPr>
          <p:spPr>
            <a:xfrm>
              <a:off x="2997106" y="4591706"/>
              <a:ext cx="3429480" cy="0"/>
            </a:xfrm>
            <a:prstGeom prst="straightConnector1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tailEnd type="arrow"/>
            </a:ln>
            <a:effectLst/>
          </p:spPr>
        </p:cxn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99C4896B-91D2-4963-836F-6466871164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49506" y="2933115"/>
              <a:ext cx="0" cy="1810991"/>
            </a:xfrm>
            <a:prstGeom prst="straightConnector1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tailEnd type="arrow"/>
            </a:ln>
            <a:effectLst/>
          </p:spPr>
        </p:cxn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78B4B634-9455-46BC-8019-36BBE334E25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48792608"/>
                </p:ext>
              </p:extLst>
            </p:nvPr>
          </p:nvGraphicFramePr>
          <p:xfrm>
            <a:off x="6248786" y="4648856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749" name="Equation" r:id="rId3" imgW="177480" imgH="190440" progId="Equation.DSMT4">
                    <p:embed/>
                  </p:oleObj>
                </mc:Choice>
                <mc:Fallback>
                  <p:oleObj name="Equation" r:id="rId3" imgW="177480" imgH="19044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4557E6A7-94C6-4410-B116-85B584A6A22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248786" y="4648856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A8F98136-6983-4AC8-A231-2D8983B936D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69979845"/>
                </p:ext>
              </p:extLst>
            </p:nvPr>
          </p:nvGraphicFramePr>
          <p:xfrm>
            <a:off x="3233774" y="2997203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750" name="Equation" r:id="rId5" imgW="190440" imgH="241200" progId="Equation.DSMT4">
                    <p:embed/>
                  </p:oleObj>
                </mc:Choice>
                <mc:Fallback>
                  <p:oleObj name="Equation" r:id="rId5" imgW="190440" imgH="24120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D4D65416-F3FE-4E42-9138-3A4A908CE93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233774" y="2997203"/>
                          <a:ext cx="1905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EEFD8CD1-0634-47C9-9E3F-7670DAEA258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61650964"/>
                </p:ext>
              </p:extLst>
            </p:nvPr>
          </p:nvGraphicFramePr>
          <p:xfrm>
            <a:off x="2844914" y="4598056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751" name="Equation" r:id="rId7" imgW="228600" imgH="241200" progId="Equation.DSMT4">
                    <p:embed/>
                  </p:oleObj>
                </mc:Choice>
                <mc:Fallback>
                  <p:oleObj name="Equation" r:id="rId7" imgW="228600" imgH="24120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6226933C-3E79-4696-B8F1-325D3226796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844914" y="4598056"/>
                          <a:ext cx="2286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任意多边形 679">
              <a:extLst>
                <a:ext uri="{FF2B5EF4-FFF2-40B4-BE49-F238E27FC236}">
                  <a16:creationId xmlns:a16="http://schemas.microsoft.com/office/drawing/2014/main" id="{F6B60DA7-E3C0-4915-9EB6-20DFAA9EFF2B}"/>
                </a:ext>
              </a:extLst>
            </p:cNvPr>
            <p:cNvSpPr/>
            <p:nvPr/>
          </p:nvSpPr>
          <p:spPr>
            <a:xfrm>
              <a:off x="3660309" y="3429000"/>
              <a:ext cx="1682750" cy="490855"/>
            </a:xfrm>
            <a:custGeom>
              <a:avLst/>
              <a:gdLst>
                <a:gd name="connsiteX0" fmla="*/ 0 w 1370316"/>
                <a:gd name="connsiteY0" fmla="*/ 281911 h 281911"/>
                <a:gd name="connsiteX1" fmla="*/ 444500 w 1370316"/>
                <a:gd name="connsiteY1" fmla="*/ 8861 h 281911"/>
                <a:gd name="connsiteX2" fmla="*/ 1289050 w 1370316"/>
                <a:gd name="connsiteY2" fmla="*/ 66011 h 281911"/>
                <a:gd name="connsiteX3" fmla="*/ 1289050 w 1370316"/>
                <a:gd name="connsiteY3" fmla="*/ 59661 h 281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0316" h="281911">
                  <a:moveTo>
                    <a:pt x="0" y="281911"/>
                  </a:moveTo>
                  <a:cubicBezTo>
                    <a:pt x="114829" y="163377"/>
                    <a:pt x="229658" y="44844"/>
                    <a:pt x="444500" y="8861"/>
                  </a:cubicBezTo>
                  <a:cubicBezTo>
                    <a:pt x="659342" y="-27122"/>
                    <a:pt x="1148292" y="57544"/>
                    <a:pt x="1289050" y="66011"/>
                  </a:cubicBezTo>
                  <a:cubicBezTo>
                    <a:pt x="1429808" y="74478"/>
                    <a:pt x="1359429" y="67069"/>
                    <a:pt x="1289050" y="59661"/>
                  </a:cubicBezTo>
                </a:path>
              </a:pathLst>
            </a:custGeom>
            <a:noFill/>
            <a:ln w="15875" cap="flat" cmpd="sng" algn="ctr">
              <a:solidFill>
                <a:srgbClr val="0064FF"/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endParaRP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E4F1D258-83E4-4B78-A7A1-EF6B0C400B58}"/>
                </a:ext>
              </a:extLst>
            </p:cNvPr>
            <p:cNvCxnSpPr>
              <a:stCxn id="9" idx="0"/>
            </p:cNvCxnSpPr>
            <p:nvPr/>
          </p:nvCxnSpPr>
          <p:spPr>
            <a:xfrm>
              <a:off x="3660309" y="3919855"/>
              <a:ext cx="0" cy="671851"/>
            </a:xfrm>
            <a:prstGeom prst="line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23B21E2C-33E9-4F65-AF37-AEB8404F8F52}"/>
                </a:ext>
              </a:extLst>
            </p:cNvPr>
            <p:cNvCxnSpPr>
              <a:cxnSpLocks/>
            </p:cNvCxnSpPr>
            <p:nvPr/>
          </p:nvCxnSpPr>
          <p:spPr>
            <a:xfrm>
              <a:off x="5343059" y="3564544"/>
              <a:ext cx="0" cy="1027162"/>
            </a:xfrm>
            <a:prstGeom prst="line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5BDA5707-9847-4FF6-A262-E3F2C3884C43}"/>
                </a:ext>
              </a:extLst>
            </p:cNvPr>
            <p:cNvCxnSpPr>
              <a:cxnSpLocks/>
            </p:cNvCxnSpPr>
            <p:nvPr/>
          </p:nvCxnSpPr>
          <p:spPr>
            <a:xfrm>
              <a:off x="4501590" y="3429000"/>
              <a:ext cx="0" cy="1169056"/>
            </a:xfrm>
            <a:prstGeom prst="line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27803CCA-FCFC-4DED-B3E0-D9E8466D7E2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82749066"/>
                </p:ext>
              </p:extLst>
            </p:nvPr>
          </p:nvGraphicFramePr>
          <p:xfrm>
            <a:off x="3558848" y="4598577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752" name="Equation" r:id="rId9" imgW="177480" imgH="190440" progId="Equation.DSMT4">
                    <p:embed/>
                  </p:oleObj>
                </mc:Choice>
                <mc:Fallback>
                  <p:oleObj name="Equation" r:id="rId9" imgW="177480" imgH="19044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9BD44183-1AC2-4FC4-9D6A-988EB200B64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558848" y="4598577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C14D4E16-AA47-4CB5-959D-0A4285F4E78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55755469"/>
                </p:ext>
              </p:extLst>
            </p:nvPr>
          </p:nvGraphicFramePr>
          <p:xfrm>
            <a:off x="5296273" y="4594675"/>
            <a:ext cx="1651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753" name="Equation" r:id="rId11" imgW="164880" imgH="253800" progId="Equation.DSMT4">
                    <p:embed/>
                  </p:oleObj>
                </mc:Choice>
                <mc:Fallback>
                  <p:oleObj name="Equation" r:id="rId11" imgW="164880" imgH="25380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2FFCF96B-B389-4567-A060-CCAD026FE11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296273" y="4594675"/>
                          <a:ext cx="1651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7B255D95-AD0E-4282-AAA8-3C268B609FC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20640066"/>
                </p:ext>
              </p:extLst>
            </p:nvPr>
          </p:nvGraphicFramePr>
          <p:xfrm>
            <a:off x="4401642" y="4648856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754" name="Equation" r:id="rId13" imgW="177480" imgH="190440" progId="Equation.DSMT4">
                    <p:embed/>
                  </p:oleObj>
                </mc:Choice>
                <mc:Fallback>
                  <p:oleObj name="Equation" r:id="rId13" imgW="177480" imgH="19044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A0CA38C8-B987-41C3-BA97-70A82925C2C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401642" y="4648856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C6F70793-3B59-49F0-B9FD-DCA0F7D3970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97525935"/>
                </p:ext>
              </p:extLst>
            </p:nvPr>
          </p:nvGraphicFramePr>
          <p:xfrm>
            <a:off x="3414639" y="4325007"/>
            <a:ext cx="2159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755" name="Equation" r:id="rId15" imgW="215640" imgH="228600" progId="Equation.DSMT4">
                    <p:embed/>
                  </p:oleObj>
                </mc:Choice>
                <mc:Fallback>
                  <p:oleObj name="Equation" r:id="rId15" imgW="215640" imgH="22860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6BD2C117-825B-4E15-8C91-63F70E685F1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414639" y="4325007"/>
                          <a:ext cx="2159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9849161E-4FB2-4420-A6CD-45F68F78F5F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18159507"/>
                </p:ext>
              </p:extLst>
            </p:nvPr>
          </p:nvGraphicFramePr>
          <p:xfrm>
            <a:off x="5363928" y="4325007"/>
            <a:ext cx="2159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756" name="Equation" r:id="rId17" imgW="215640" imgH="228600" progId="Equation.DSMT4">
                    <p:embed/>
                  </p:oleObj>
                </mc:Choice>
                <mc:Fallback>
                  <p:oleObj name="Equation" r:id="rId17" imgW="215640" imgH="22860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2914D9BA-D438-4911-A57E-DC51C930427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363928" y="4325007"/>
                          <a:ext cx="2159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84BF7DE9-C221-41E1-962B-6D90B510422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53675733"/>
                </p:ext>
              </p:extLst>
            </p:nvPr>
          </p:nvGraphicFramePr>
          <p:xfrm>
            <a:off x="5363928" y="3323244"/>
            <a:ext cx="2159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757" name="Equation" r:id="rId19" imgW="215640" imgH="241200" progId="Equation.DSMT4">
                    <p:embed/>
                  </p:oleObj>
                </mc:Choice>
                <mc:Fallback>
                  <p:oleObj name="Equation" r:id="rId19" imgW="215640" imgH="24120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46A682EB-D4D0-456B-A6F0-251110B026E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363928" y="3323244"/>
                          <a:ext cx="2159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F2A7FA66-515B-42FA-970D-AE539DCC280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46541405"/>
                </p:ext>
              </p:extLst>
            </p:nvPr>
          </p:nvGraphicFramePr>
          <p:xfrm>
            <a:off x="3414639" y="3713725"/>
            <a:ext cx="2413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758" name="Equation" r:id="rId21" imgW="241200" imgH="228600" progId="Equation.DSMT4">
                    <p:embed/>
                  </p:oleObj>
                </mc:Choice>
                <mc:Fallback>
                  <p:oleObj name="Equation" r:id="rId21" imgW="241200" imgH="22860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0300E45E-A8A7-4A9E-A33F-9D037CFA6E5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414639" y="3713725"/>
                          <a:ext cx="2413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644FECB5-F672-42F9-8B33-B67C4F3CA86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34401702"/>
                </p:ext>
              </p:extLst>
            </p:nvPr>
          </p:nvGraphicFramePr>
          <p:xfrm>
            <a:off x="4522459" y="4328546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759" name="Equation" r:id="rId23" imgW="304560" imgH="228600" progId="Equation.DSMT4">
                    <p:embed/>
                  </p:oleObj>
                </mc:Choice>
                <mc:Fallback>
                  <p:oleObj name="Equation" r:id="rId23" imgW="304560" imgH="228600" progId="Equation.DSMT4">
                    <p:embed/>
                    <p:pic>
                      <p:nvPicPr>
                        <p:cNvPr id="20" name="对象 19">
                          <a:extLst>
                            <a:ext uri="{FF2B5EF4-FFF2-40B4-BE49-F238E27FC236}">
                              <a16:creationId xmlns:a16="http://schemas.microsoft.com/office/drawing/2014/main" id="{9EFBAEBE-1977-4E7B-8FB6-DD40C97DD6F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4522459" y="4328546"/>
                          <a:ext cx="3048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F682A7B6-782D-424C-878D-7DE37A85112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42461268"/>
                </p:ext>
              </p:extLst>
            </p:nvPr>
          </p:nvGraphicFramePr>
          <p:xfrm>
            <a:off x="4401642" y="3155951"/>
            <a:ext cx="2540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760" name="Equation" r:id="rId25" imgW="253800" imgH="241200" progId="Equation.DSMT4">
                    <p:embed/>
                  </p:oleObj>
                </mc:Choice>
                <mc:Fallback>
                  <p:oleObj name="Equation" r:id="rId25" imgW="253800" imgH="24120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0B9D2324-C5E9-4976-A0C3-6A40F9C367D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4401642" y="3155951"/>
                          <a:ext cx="2540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50377FFB-94A9-483D-8EFF-33819807408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5685363"/>
                </p:ext>
              </p:extLst>
            </p:nvPr>
          </p:nvGraphicFramePr>
          <p:xfrm>
            <a:off x="3824687" y="3971800"/>
            <a:ext cx="5080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761" name="Equation" r:id="rId27" imgW="507960" imgH="304560" progId="Equation.DSMT4">
                    <p:embed/>
                  </p:oleObj>
                </mc:Choice>
                <mc:Fallback>
                  <p:oleObj name="Equation" r:id="rId27" imgW="507960" imgH="30456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C7497CA7-A692-4B66-8A78-26BC61B389D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3824687" y="3971800"/>
                          <a:ext cx="5080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7429F79A-9D97-4EC4-9C64-1B216A749E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6297267"/>
              </p:ext>
            </p:extLst>
          </p:nvPr>
        </p:nvGraphicFramePr>
        <p:xfrm>
          <a:off x="2627784" y="2368796"/>
          <a:ext cx="50673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762" name="Equation" r:id="rId29" imgW="5067000" imgH="596880" progId="Equation.DSMT4">
                  <p:embed/>
                </p:oleObj>
              </mc:Choice>
              <mc:Fallback>
                <p:oleObj name="Equation" r:id="rId29" imgW="5067000" imgH="59688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3F581E07-5CE4-430A-9B6A-E72D40C03C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627784" y="2368796"/>
                        <a:ext cx="5067300" cy="5969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矩形 23">
            <a:extLst>
              <a:ext uri="{FF2B5EF4-FFF2-40B4-BE49-F238E27FC236}">
                <a16:creationId xmlns:a16="http://schemas.microsoft.com/office/drawing/2014/main" id="{7B4EECC7-4316-4B1D-B7C2-28FCC908231D}"/>
              </a:ext>
            </a:extLst>
          </p:cNvPr>
          <p:cNvSpPr/>
          <p:nvPr/>
        </p:nvSpPr>
        <p:spPr>
          <a:xfrm>
            <a:off x="282371" y="2442084"/>
            <a:ext cx="22326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微软雅黑" panose="020B0503020204020204" charset="-122"/>
              </a:rPr>
              <a:t>则面积函数为</a:t>
            </a:r>
            <a:endParaRPr lang="zh-CN" altLang="en-US" dirty="0">
              <a:solidFill>
                <a:prstClr val="black"/>
              </a:solidFill>
              <a:ea typeface="等线" panose="02010600030101010101" pitchFamily="2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905E8CE-154B-40D5-BDE0-9B2F5F2AFEA7}"/>
              </a:ext>
            </a:extLst>
          </p:cNvPr>
          <p:cNvSpPr/>
          <p:nvPr/>
        </p:nvSpPr>
        <p:spPr>
          <a:xfrm>
            <a:off x="267844" y="3139028"/>
            <a:ext cx="86246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微软雅黑" panose="020B0503020204020204" charset="-122"/>
              </a:rPr>
              <a:t>显然面积函数    为  的函数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cs typeface="微软雅黑" panose="020B0503020204020204" charset="-122"/>
              </a:rPr>
              <a:t>,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微软雅黑" panose="020B0503020204020204" charset="-122"/>
              </a:rPr>
              <a:t>是用定积分定义得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cs typeface="微软雅黑" panose="020B0503020204020204" charset="-122"/>
              </a:rPr>
              <a:t>变动积分上限</a:t>
            </a:r>
            <a:endParaRPr lang="zh-CN" altLang="en-US" dirty="0">
              <a:solidFill>
                <a:srgbClr val="FF0000"/>
              </a:solidFill>
              <a:ea typeface="等线" panose="02010600030101010101" pitchFamily="2" charset="-122"/>
            </a:endParaRPr>
          </a:p>
        </p:txBody>
      </p: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B2BC8092-7F65-42CE-83D9-95B6A88C4F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462788"/>
              </p:ext>
            </p:extLst>
          </p:nvPr>
        </p:nvGraphicFramePr>
        <p:xfrm>
          <a:off x="2146513" y="3268260"/>
          <a:ext cx="596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763" name="Equation" r:id="rId31" imgW="596880" imgH="342720" progId="Equation.DSMT4">
                  <p:embed/>
                </p:oleObj>
              </mc:Choice>
              <mc:Fallback>
                <p:oleObj name="Equation" r:id="rId31" imgW="596880" imgH="34272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4156CCB7-EB12-4684-839F-CC1CF4CE18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146513" y="3268260"/>
                        <a:ext cx="596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14E0B2F7-F1A8-4A22-B965-DF7C228D7E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9841057"/>
              </p:ext>
            </p:extLst>
          </p:nvPr>
        </p:nvGraphicFramePr>
        <p:xfrm>
          <a:off x="3114176" y="3296519"/>
          <a:ext cx="190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764" name="Equation" r:id="rId33" imgW="190440" imgH="203040" progId="Equation.DSMT4">
                  <p:embed/>
                </p:oleObj>
              </mc:Choice>
              <mc:Fallback>
                <p:oleObj name="Equation" r:id="rId33" imgW="190440" imgH="20304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A81BEEB7-87C6-4ADF-BC11-5AD473ADBA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3114176" y="3296519"/>
                        <a:ext cx="190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矩形 27">
            <a:extLst>
              <a:ext uri="{FF2B5EF4-FFF2-40B4-BE49-F238E27FC236}">
                <a16:creationId xmlns:a16="http://schemas.microsoft.com/office/drawing/2014/main" id="{DA2E1383-B7BB-4F1D-9881-80F5F8C298D3}"/>
              </a:ext>
            </a:extLst>
          </p:cNvPr>
          <p:cNvSpPr/>
          <p:nvPr/>
        </p:nvSpPr>
        <p:spPr>
          <a:xfrm>
            <a:off x="314187" y="3788537"/>
            <a:ext cx="129875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的函数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.</a:t>
            </a:r>
            <a:endParaRPr lang="zh-CN" altLang="en-US" dirty="0">
              <a:solidFill>
                <a:prstClr val="black"/>
              </a:solidFill>
              <a:ea typeface="等线" panose="02010600030101010101" pitchFamily="2" charset="-122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623907F-F693-4D01-8CF0-A2F2CD3EFA4B}"/>
              </a:ext>
            </a:extLst>
          </p:cNvPr>
          <p:cNvGrpSpPr/>
          <p:nvPr/>
        </p:nvGrpSpPr>
        <p:grpSpPr>
          <a:xfrm>
            <a:off x="2514991" y="3860410"/>
            <a:ext cx="1532715" cy="461665"/>
            <a:chOff x="4457997" y="3509719"/>
            <a:chExt cx="1532715" cy="461665"/>
          </a:xfrm>
        </p:grpSpPr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84818947-09D3-4457-BEFA-D4A800DBB00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80216646"/>
                </p:ext>
              </p:extLst>
            </p:nvPr>
          </p:nvGraphicFramePr>
          <p:xfrm>
            <a:off x="4457997" y="3667719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765" name="Equation" r:id="rId35" imgW="190440" imgH="203040" progId="Equation.DSMT4">
                    <p:embed/>
                  </p:oleObj>
                </mc:Choice>
                <mc:Fallback>
                  <p:oleObj name="Equation" r:id="rId35" imgW="190440" imgH="203040" progId="Equation.DSMT4">
                    <p:embed/>
                    <p:pic>
                      <p:nvPicPr>
                        <p:cNvPr id="30" name="对象 29">
                          <a:extLst>
                            <a:ext uri="{FF2B5EF4-FFF2-40B4-BE49-F238E27FC236}">
                              <a16:creationId xmlns:a16="http://schemas.microsoft.com/office/drawing/2014/main" id="{5874D0B5-701B-4F5B-93D6-FF984FB9155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4457997" y="3667719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B88EA53F-0395-40B4-AFB6-5BA25BF007A6}"/>
                </a:ext>
              </a:extLst>
            </p:cNvPr>
            <p:cNvSpPr/>
            <p:nvPr/>
          </p:nvSpPr>
          <p:spPr>
            <a:xfrm>
              <a:off x="4877907" y="3509719"/>
              <a:ext cx="1112805" cy="461665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txBody>
            <a:bodyPr wrap="none">
              <a:spAutoFit/>
            </a:bodyPr>
            <a:lstStyle/>
            <a:p>
              <a:pPr marL="0" marR="0" lvl="0" indent="0" defTabSz="4572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rPr>
                <a:t>自变量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35E0F918-087A-48B4-BA2C-C48A86B861CA}"/>
                </a:ext>
              </a:extLst>
            </p:cNvPr>
            <p:cNvCxnSpPr/>
            <p:nvPr/>
          </p:nvCxnSpPr>
          <p:spPr>
            <a:xfrm>
              <a:off x="4648497" y="3769319"/>
              <a:ext cx="249664" cy="0"/>
            </a:xfrm>
            <a:prstGeom prst="line">
              <a:avLst/>
            </a:prstGeom>
            <a:noFill/>
            <a:ln w="635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</p:cxn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DF7B6A80-B860-45E0-863C-A727E0081DDD}"/>
              </a:ext>
            </a:extLst>
          </p:cNvPr>
          <p:cNvGrpSpPr/>
          <p:nvPr/>
        </p:nvGrpSpPr>
        <p:grpSpPr>
          <a:xfrm>
            <a:off x="4516316" y="3835972"/>
            <a:ext cx="1795289" cy="461665"/>
            <a:chOff x="5672695" y="5528455"/>
            <a:chExt cx="1795289" cy="461665"/>
          </a:xfrm>
        </p:grpSpPr>
        <p:graphicFrame>
          <p:nvGraphicFramePr>
            <p:cNvPr id="34" name="对象 33">
              <a:extLst>
                <a:ext uri="{FF2B5EF4-FFF2-40B4-BE49-F238E27FC236}">
                  <a16:creationId xmlns:a16="http://schemas.microsoft.com/office/drawing/2014/main" id="{2C630921-7701-45F5-B497-722FD304987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429198"/>
                </p:ext>
              </p:extLst>
            </p:nvPr>
          </p:nvGraphicFramePr>
          <p:xfrm>
            <a:off x="5672695" y="5691639"/>
            <a:ext cx="1270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766" name="Equation" r:id="rId37" imgW="126720" imgH="241200" progId="Equation.DSMT4">
                    <p:embed/>
                  </p:oleObj>
                </mc:Choice>
                <mc:Fallback>
                  <p:oleObj name="Equation" r:id="rId37" imgW="126720" imgH="241200" progId="Equation.DSMT4">
                    <p:embed/>
                    <p:pic>
                      <p:nvPicPr>
                        <p:cNvPr id="35" name="对象 34">
                          <a:extLst>
                            <a:ext uri="{FF2B5EF4-FFF2-40B4-BE49-F238E27FC236}">
                              <a16:creationId xmlns:a16="http://schemas.microsoft.com/office/drawing/2014/main" id="{3D913EE1-1741-4363-9393-74471A8F79B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5672695" y="5691639"/>
                          <a:ext cx="1270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ABD4446F-996E-4FAE-8628-11062E77E369}"/>
                </a:ext>
              </a:extLst>
            </p:cNvPr>
            <p:cNvCxnSpPr/>
            <p:nvPr/>
          </p:nvCxnSpPr>
          <p:spPr>
            <a:xfrm>
              <a:off x="5796136" y="5810453"/>
              <a:ext cx="249664" cy="0"/>
            </a:xfrm>
            <a:prstGeom prst="line">
              <a:avLst/>
            </a:prstGeom>
            <a:noFill/>
            <a:ln w="6350" cap="flat" cmpd="sng" algn="ctr">
              <a:solidFill>
                <a:srgbClr val="0066FF"/>
              </a:solidFill>
              <a:prstDash val="solid"/>
              <a:miter lim="800000"/>
            </a:ln>
            <a:effectLst/>
          </p:spPr>
        </p:cxn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BF00CDB5-E46F-4336-BF75-21FF44FAF537}"/>
                </a:ext>
              </a:extLst>
            </p:cNvPr>
            <p:cNvSpPr/>
            <p:nvPr/>
          </p:nvSpPr>
          <p:spPr>
            <a:xfrm>
              <a:off x="6045800" y="5528455"/>
              <a:ext cx="1422184" cy="461665"/>
            </a:xfrm>
            <a:prstGeom prst="rect">
              <a:avLst/>
            </a:prstGeom>
            <a:ln>
              <a:solidFill>
                <a:srgbClr val="0066FF"/>
              </a:solidFill>
            </a:ln>
          </p:spPr>
          <p:txBody>
            <a:bodyPr wrap="none">
              <a:spAutoFit/>
            </a:bodyPr>
            <a:lstStyle/>
            <a:p>
              <a:pPr marL="0" marR="0" lvl="0" indent="0" defTabSz="4572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rPr>
                <a:t>积分变量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70961836-C1E7-4161-95AF-B0053B6FB4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4863708"/>
              </p:ext>
            </p:extLst>
          </p:nvPr>
        </p:nvGraphicFramePr>
        <p:xfrm>
          <a:off x="3382926" y="539321"/>
          <a:ext cx="927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767" name="Equation" r:id="rId39" imgW="927000" imgH="304560" progId="Equation.DSMT4">
                  <p:embed/>
                </p:oleObj>
              </mc:Choice>
              <mc:Fallback>
                <p:oleObj name="Equation" r:id="rId39" imgW="927000" imgH="304560" progId="Equation.DSMT4">
                  <p:embed/>
                  <p:pic>
                    <p:nvPicPr>
                      <p:cNvPr id="42" name="对象 41">
                        <a:extLst>
                          <a:ext uri="{FF2B5EF4-FFF2-40B4-BE49-F238E27FC236}">
                            <a16:creationId xmlns:a16="http://schemas.microsoft.com/office/drawing/2014/main" id="{53165FC3-D99C-40C5-AE83-BF40100228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3382926" y="539321"/>
                        <a:ext cx="9271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14832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6072CB4-4E8B-463F-91F8-50C001E0A46C}"/>
              </a:ext>
            </a:extLst>
          </p:cNvPr>
          <p:cNvSpPr/>
          <p:nvPr/>
        </p:nvSpPr>
        <p:spPr>
          <a:xfrm>
            <a:off x="1043608" y="411511"/>
            <a:ext cx="9361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cs typeface="微软雅黑" panose="020B0503020204020204" charset="-122"/>
              </a:rPr>
              <a:t>定义</a:t>
            </a:r>
            <a:endParaRPr lang="zh-CN" altLang="en-US" dirty="0">
              <a:solidFill>
                <a:srgbClr val="0066FF"/>
              </a:solidFill>
              <a:ea typeface="等线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AB6A218-9D1D-4559-9D74-4276B2EF05EF}"/>
              </a:ext>
            </a:extLst>
          </p:cNvPr>
          <p:cNvSpPr/>
          <p:nvPr/>
        </p:nvSpPr>
        <p:spPr>
          <a:xfrm>
            <a:off x="1763688" y="411510"/>
            <a:ext cx="46085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微软雅黑" panose="020B0503020204020204" charset="-122"/>
              </a:rPr>
              <a:t>设函数     在     上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cs typeface="微软雅黑" panose="020B0503020204020204" charset="-122"/>
              </a:rPr>
              <a:t>可积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微软雅黑" panose="020B0503020204020204" charset="-122"/>
              </a:rPr>
              <a:t>，称</a:t>
            </a:r>
            <a:endParaRPr lang="zh-CN" altLang="en-US" dirty="0">
              <a:solidFill>
                <a:prstClr val="black"/>
              </a:solidFill>
              <a:ea typeface="等线" panose="02010600030101010101" pitchFamily="2" charset="-122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99D399B-44F0-4B89-82FE-75B8F1CBB3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5609955"/>
              </p:ext>
            </p:extLst>
          </p:nvPr>
        </p:nvGraphicFramePr>
        <p:xfrm>
          <a:off x="2820690" y="470892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170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2405E406-804C-41CC-8625-7211D7455E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20690" y="470892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1EDB3BE-30B5-4EDA-A405-A0BC6F4C83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6088589"/>
              </p:ext>
            </p:extLst>
          </p:nvPr>
        </p:nvGraphicFramePr>
        <p:xfrm>
          <a:off x="3889338" y="470892"/>
          <a:ext cx="635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171" name="Equation" r:id="rId5" imgW="634680" imgH="330120" progId="Equation.DSMT4">
                  <p:embed/>
                </p:oleObj>
              </mc:Choice>
              <mc:Fallback>
                <p:oleObj name="Equation" r:id="rId5" imgW="634680" imgH="3301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BFB18EF0-AEE8-461F-A19F-F1318F9BD5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89338" y="470892"/>
                        <a:ext cx="635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CA54FCC-D142-49BA-BDA6-F488C27744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6779094"/>
              </p:ext>
            </p:extLst>
          </p:nvPr>
        </p:nvGraphicFramePr>
        <p:xfrm>
          <a:off x="2339752" y="935059"/>
          <a:ext cx="3556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172" name="Equation" r:id="rId7" imgW="3555720" imgH="596880" progId="Equation.DSMT4">
                  <p:embed/>
                </p:oleObj>
              </mc:Choice>
              <mc:Fallback>
                <p:oleObj name="Equation" r:id="rId7" imgW="3555720" imgH="5968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0940F7FC-6D6B-4077-99F4-9D82EF362E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39752" y="935059"/>
                        <a:ext cx="35560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85291B68-6AD9-4DB6-8DE5-F05FF0B6213E}"/>
              </a:ext>
            </a:extLst>
          </p:cNvPr>
          <p:cNvSpPr/>
          <p:nvPr/>
        </p:nvSpPr>
        <p:spPr>
          <a:xfrm>
            <a:off x="539552" y="1509332"/>
            <a:ext cx="37675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微软雅黑" panose="020B0503020204020204" charset="-122"/>
              </a:rPr>
              <a:t>为    的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cs typeface="微软雅黑" panose="020B0503020204020204" charset="-122"/>
              </a:rPr>
              <a:t>积分上限的函数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cs typeface="微软雅黑" panose="020B0503020204020204" charset="-122"/>
              </a:rPr>
              <a:t>.</a:t>
            </a:r>
            <a:endParaRPr lang="zh-CN" altLang="en-US" dirty="0">
              <a:solidFill>
                <a:prstClr val="black"/>
              </a:solidFill>
              <a:ea typeface="等线" panose="02010600030101010101" pitchFamily="2" charset="-122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DE1091B7-EAE6-47C5-BB41-DE8CCFDB8B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347904"/>
              </p:ext>
            </p:extLst>
          </p:nvPr>
        </p:nvGraphicFramePr>
        <p:xfrm>
          <a:off x="967377" y="1568714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173" name="Equation" r:id="rId9" imgW="622080" imgH="342720" progId="Equation.DSMT4">
                  <p:embed/>
                </p:oleObj>
              </mc:Choice>
              <mc:Fallback>
                <p:oleObj name="Equation" r:id="rId9" imgW="622080" imgH="342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BB024AC9-D5E4-4A99-BA1F-C5341E90D6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67377" y="1568714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FAA1DFCC-3257-41EF-85E5-7D96C0AD1ED1}"/>
              </a:ext>
            </a:extLst>
          </p:cNvPr>
          <p:cNvSpPr/>
          <p:nvPr/>
        </p:nvSpPr>
        <p:spPr>
          <a:xfrm>
            <a:off x="967377" y="2044973"/>
            <a:ext cx="39951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微软雅黑" panose="020B0503020204020204" charset="-122"/>
              </a:rPr>
              <a:t>类似可定义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cs typeface="微软雅黑" panose="020B0503020204020204" charset="-122"/>
              </a:rPr>
              <a:t>积分下限的函数</a:t>
            </a:r>
            <a:endParaRPr lang="zh-CN" altLang="en-US" dirty="0">
              <a:solidFill>
                <a:prstClr val="black"/>
              </a:solidFill>
              <a:ea typeface="等线" panose="02010600030101010101" pitchFamily="2" charset="-122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7CDD97F-D18F-4D51-B691-5ACC730AF2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9777213"/>
              </p:ext>
            </p:extLst>
          </p:nvPr>
        </p:nvGraphicFramePr>
        <p:xfrm>
          <a:off x="2008637" y="2484011"/>
          <a:ext cx="3403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174" name="Equation" r:id="rId11" imgW="3403440" imgH="596880" progId="Equation.DSMT4">
                  <p:embed/>
                </p:oleObj>
              </mc:Choice>
              <mc:Fallback>
                <p:oleObj name="Equation" r:id="rId11" imgW="3403440" imgH="5968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B6A98234-0CF1-4103-B11C-68D17A17B6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008637" y="2484011"/>
                        <a:ext cx="34036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71BC49A5-F69A-4AC7-9152-9E50927DA4B8}"/>
              </a:ext>
            </a:extLst>
          </p:cNvPr>
          <p:cNvSpPr/>
          <p:nvPr/>
        </p:nvSpPr>
        <p:spPr>
          <a:xfrm>
            <a:off x="1016322" y="3264549"/>
            <a:ext cx="8743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微软雅黑" panose="020B0503020204020204" charset="-122"/>
              </a:rPr>
              <a:t>因为</a:t>
            </a:r>
            <a:endParaRPr lang="zh-CN" altLang="en-US" dirty="0">
              <a:solidFill>
                <a:prstClr val="black"/>
              </a:solidFill>
              <a:ea typeface="等线" panose="02010600030101010101" pitchFamily="2" charset="-122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928B713C-BB59-4AAD-85CE-0971509BCF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8828811"/>
              </p:ext>
            </p:extLst>
          </p:nvPr>
        </p:nvGraphicFramePr>
        <p:xfrm>
          <a:off x="1907704" y="3196932"/>
          <a:ext cx="3746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175" name="Equation" r:id="rId13" imgW="3746160" imgH="596880" progId="Equation.DSMT4">
                  <p:embed/>
                </p:oleObj>
              </mc:Choice>
              <mc:Fallback>
                <p:oleObj name="Equation" r:id="rId13" imgW="3746160" imgH="5968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D669CE31-F799-4064-91C4-9B5D22B0C1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907704" y="3196932"/>
                        <a:ext cx="37465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4395F032-8D5E-40AE-8D61-00C17CC6CAA6}"/>
              </a:ext>
            </a:extLst>
          </p:cNvPr>
          <p:cNvSpPr/>
          <p:nvPr/>
        </p:nvSpPr>
        <p:spPr>
          <a:xfrm>
            <a:off x="935596" y="4032963"/>
            <a:ext cx="43924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微软雅黑" panose="020B0503020204020204" charset="-122"/>
              </a:rPr>
              <a:t>故只需讨论积分上限的函数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cs typeface="微软雅黑" panose="020B0503020204020204" charset="-122"/>
              </a:rPr>
              <a:t>.</a:t>
            </a:r>
            <a:endParaRPr lang="zh-CN" altLang="en-US" dirty="0">
              <a:solidFill>
                <a:prstClr val="black"/>
              </a:solidFill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7969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>
            <a:extLst>
              <a:ext uri="{FF2B5EF4-FFF2-40B4-BE49-F238E27FC236}">
                <a16:creationId xmlns:a16="http://schemas.microsoft.com/office/drawing/2014/main" id="{63B24EA8-6BC3-4E4B-99A6-7467420AF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473514"/>
            <a:ext cx="8337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  <a:buFontTx/>
              <a:buNone/>
              <a:defRPr/>
            </a:pP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2400" b="1" dirty="0">
              <a:solidFill>
                <a:srgbClr val="0064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16">
            <a:extLst>
              <a:ext uri="{FF2B5EF4-FFF2-40B4-BE49-F238E27FC236}">
                <a16:creationId xmlns:a16="http://schemas.microsoft.com/office/drawing/2014/main" id="{13BF84E0-8087-43E6-8950-3271A8E110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656" y="466100"/>
            <a:ext cx="5225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  <a:buFontTx/>
              <a:buNone/>
              <a:defRPr/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设</a:t>
            </a:r>
            <a:endParaRPr kumimoji="1"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3E778580-CCBA-4503-9979-11BC323FE3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3053005"/>
              </p:ext>
            </p:extLst>
          </p:nvPr>
        </p:nvGraphicFramePr>
        <p:xfrm>
          <a:off x="1907704" y="267494"/>
          <a:ext cx="2933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740" name="Equation" r:id="rId3" imgW="2933640" imgH="914400" progId="Equation.DSMT4">
                  <p:embed/>
                </p:oleObj>
              </mc:Choice>
              <mc:Fallback>
                <p:oleObj name="Equation" r:id="rId3" imgW="2933640" imgH="9144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3A563174-1C24-4DDE-A0B6-782F52B230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7704" y="267494"/>
                        <a:ext cx="29337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6">
            <a:extLst>
              <a:ext uri="{FF2B5EF4-FFF2-40B4-BE49-F238E27FC236}">
                <a16:creationId xmlns:a16="http://schemas.microsoft.com/office/drawing/2014/main" id="{F179F442-446E-4D96-915E-D9572F628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0867" y="446435"/>
            <a:ext cx="37093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  <a:buFontTx/>
              <a:buNone/>
              <a:defRPr/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求              在</a:t>
            </a:r>
            <a:endParaRPr kumimoji="1"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1D2497C-CB49-470D-AA98-80FE89D37C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4165218"/>
              </p:ext>
            </p:extLst>
          </p:nvPr>
        </p:nvGraphicFramePr>
        <p:xfrm>
          <a:off x="5348312" y="378817"/>
          <a:ext cx="2032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741" name="Equation" r:id="rId5" imgW="2031840" imgH="596880" progId="Equation.DSMT4">
                  <p:embed/>
                </p:oleObj>
              </mc:Choice>
              <mc:Fallback>
                <p:oleObj name="Equation" r:id="rId5" imgW="2031840" imgH="5968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AD62ED32-A1B4-4C91-B664-7319CD4B45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48312" y="378817"/>
                        <a:ext cx="20320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19A894C-3435-41A6-ABE3-F02F6E3442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3846757"/>
              </p:ext>
            </p:extLst>
          </p:nvPr>
        </p:nvGraphicFramePr>
        <p:xfrm>
          <a:off x="7806125" y="531832"/>
          <a:ext cx="622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742" name="Equation" r:id="rId7" imgW="622080" imgH="330120" progId="Equation.DSMT4">
                  <p:embed/>
                </p:oleObj>
              </mc:Choice>
              <mc:Fallback>
                <p:oleObj name="Equation" r:id="rId7" imgW="622080" imgH="3301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7A16F228-F606-415F-A9A1-898B96375E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806125" y="531832"/>
                        <a:ext cx="6223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6">
            <a:extLst>
              <a:ext uri="{FF2B5EF4-FFF2-40B4-BE49-F238E27FC236}">
                <a16:creationId xmlns:a16="http://schemas.microsoft.com/office/drawing/2014/main" id="{54AE06B5-193B-43CE-BC05-2A8E138B8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9" y="1272730"/>
            <a:ext cx="63367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  <a:buFontTx/>
              <a:buNone/>
              <a:defRPr/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上的表达式，并讨论     在    上的连续性</a:t>
            </a: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kumimoji="1"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B772DED-8169-475F-9D0C-D2A90C3A48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2743285"/>
              </p:ext>
            </p:extLst>
          </p:nvPr>
        </p:nvGraphicFramePr>
        <p:xfrm>
          <a:off x="3275856" y="1375074"/>
          <a:ext cx="660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743" name="Equation" r:id="rId9" imgW="660240" imgH="342720" progId="Equation.DSMT4">
                  <p:embed/>
                </p:oleObj>
              </mc:Choice>
              <mc:Fallback>
                <p:oleObj name="Equation" r:id="rId9" imgW="660240" imgH="3427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67B15B8F-2A41-4FC3-8AAA-E19EA917FB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75856" y="1375074"/>
                        <a:ext cx="660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125A0326-6147-4182-971E-920A0F4CB1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0564730"/>
              </p:ext>
            </p:extLst>
          </p:nvPr>
        </p:nvGraphicFramePr>
        <p:xfrm>
          <a:off x="4257228" y="1354345"/>
          <a:ext cx="622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744" name="Equation" r:id="rId11" imgW="622080" imgH="330120" progId="Equation.DSMT4">
                  <p:embed/>
                </p:oleObj>
              </mc:Choice>
              <mc:Fallback>
                <p:oleObj name="Equation" r:id="rId11" imgW="622080" imgH="3301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612DBAB9-AEA2-4F40-8BEA-5B8274127B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257228" y="1354345"/>
                        <a:ext cx="6223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6">
            <a:extLst>
              <a:ext uri="{FF2B5EF4-FFF2-40B4-BE49-F238E27FC236}">
                <a16:creationId xmlns:a16="http://schemas.microsoft.com/office/drawing/2014/main" id="{C47E8052-0164-41B8-A606-AF2A5CF07E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1868192"/>
            <a:ext cx="5760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  <a:buFontTx/>
              <a:buNone/>
              <a:defRPr/>
            </a:pP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解</a:t>
            </a:r>
            <a:endParaRPr kumimoji="1" lang="zh-CN" altLang="en-US" sz="2400" b="1" dirty="0">
              <a:solidFill>
                <a:srgbClr val="0064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EAB5F59E-B121-4139-9770-C601A94C8646}"/>
              </a:ext>
            </a:extLst>
          </p:cNvPr>
          <p:cNvGrpSpPr/>
          <p:nvPr/>
        </p:nvGrpSpPr>
        <p:grpSpPr>
          <a:xfrm>
            <a:off x="1318301" y="1854972"/>
            <a:ext cx="7286147" cy="461665"/>
            <a:chOff x="1318301" y="1854972"/>
            <a:chExt cx="7286147" cy="461665"/>
          </a:xfrm>
        </p:grpSpPr>
        <p:sp>
          <p:nvSpPr>
            <p:cNvPr id="12" name="Text Box 16">
              <a:extLst>
                <a:ext uri="{FF2B5EF4-FFF2-40B4-BE49-F238E27FC236}">
                  <a16:creationId xmlns:a16="http://schemas.microsoft.com/office/drawing/2014/main" id="{8CCF8C58-2E3E-44E1-917E-628F397FD6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8301" y="1854972"/>
              <a:ext cx="728614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457200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  <a:defRPr/>
              </a:pPr>
              <a:r>
                <a:rPr kumimoji="1"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由于    在     上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有界</a:t>
              </a:r>
              <a:r>
                <a:rPr kumimoji="1"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且只有一个间断点     从而</a:t>
              </a:r>
              <a:endParaRPr kumimoji="1"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BFC95714-9C66-4F79-9393-3994C84B5A9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3981996"/>
                </p:ext>
              </p:extLst>
            </p:nvPr>
          </p:nvGraphicFramePr>
          <p:xfrm>
            <a:off x="1998241" y="1927574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3745" name="Equation" r:id="rId13" imgW="622080" imgH="342720" progId="Equation.DSMT4">
                    <p:embed/>
                  </p:oleObj>
                </mc:Choice>
                <mc:Fallback>
                  <p:oleObj name="Equation" r:id="rId13" imgW="622080" imgH="34272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6ACB0E01-826A-4A97-BB19-91706BFF020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998241" y="1927574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4DB3B593-A8F6-4539-BE6B-D7A2A52A468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0620875"/>
                </p:ext>
              </p:extLst>
            </p:nvPr>
          </p:nvGraphicFramePr>
          <p:xfrm>
            <a:off x="2964706" y="1920704"/>
            <a:ext cx="622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3746" name="Equation" r:id="rId15" imgW="622080" imgH="330120" progId="Equation.DSMT4">
                    <p:embed/>
                  </p:oleObj>
                </mc:Choice>
                <mc:Fallback>
                  <p:oleObj name="Equation" r:id="rId15" imgW="622080" imgH="33012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3A063D3E-C292-4C65-93EE-607D794E5BC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964706" y="1920704"/>
                          <a:ext cx="622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B1E7D380-E46E-4385-A942-C2FF581C96C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6880964"/>
                </p:ext>
              </p:extLst>
            </p:nvPr>
          </p:nvGraphicFramePr>
          <p:xfrm>
            <a:off x="7133025" y="1920704"/>
            <a:ext cx="6731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3747" name="Equation" r:id="rId17" imgW="672840" imgH="330120" progId="Equation.DSMT4">
                    <p:embed/>
                  </p:oleObj>
                </mc:Choice>
                <mc:Fallback>
                  <p:oleObj name="Equation" r:id="rId17" imgW="672840" imgH="33012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074C18D5-40A1-4E97-A783-138B66E23A2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133025" y="1920704"/>
                          <a:ext cx="6731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E116FCB-9DCE-49D1-BE74-EA82D84CC196}"/>
              </a:ext>
            </a:extLst>
          </p:cNvPr>
          <p:cNvGrpSpPr/>
          <p:nvPr/>
        </p:nvGrpSpPr>
        <p:grpSpPr>
          <a:xfrm>
            <a:off x="327302" y="2380545"/>
            <a:ext cx="3608954" cy="461665"/>
            <a:chOff x="327302" y="2380545"/>
            <a:chExt cx="3608954" cy="461665"/>
          </a:xfrm>
        </p:grpSpPr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B4363533-2880-489C-8D3D-97FE3C5372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302" y="2380545"/>
              <a:ext cx="36089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457200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  <a:defRPr/>
              </a:pPr>
              <a:r>
                <a:rPr kumimoji="1"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函数    在     上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可积</a:t>
              </a:r>
              <a:r>
                <a:rPr kumimoji="1" lang="en-US" altLang="zh-CN" sz="2400" b="1" dirty="0">
                  <a:solidFill>
                    <a:srgbClr val="FF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kumimoji="1"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904D7A89-C76F-490C-86AC-F0A5A87A795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91711326"/>
                </p:ext>
              </p:extLst>
            </p:nvPr>
          </p:nvGraphicFramePr>
          <p:xfrm>
            <a:off x="1043433" y="2439927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3748" name="Equation" r:id="rId19" imgW="622080" imgH="342720" progId="Equation.DSMT4">
                    <p:embed/>
                  </p:oleObj>
                </mc:Choice>
                <mc:Fallback>
                  <p:oleObj name="Equation" r:id="rId19" imgW="622080" imgH="34272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6CD0641E-29D1-4969-A78D-AC73DC84490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043433" y="2439927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78F31D63-BF36-410A-97A9-62865F3E129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85833006"/>
                </p:ext>
              </p:extLst>
            </p:nvPr>
          </p:nvGraphicFramePr>
          <p:xfrm>
            <a:off x="1998240" y="2452627"/>
            <a:ext cx="622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3749" name="Equation" r:id="rId21" imgW="622080" imgH="330120" progId="Equation.DSMT4">
                    <p:embed/>
                  </p:oleObj>
                </mc:Choice>
                <mc:Fallback>
                  <p:oleObj name="Equation" r:id="rId21" imgW="622080" imgH="33012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87F16B22-CDC1-44BA-B895-23CAB8A3B02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998240" y="2452627"/>
                          <a:ext cx="622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62E3B5A0-2FEE-427A-94FC-399E99381C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4985555"/>
              </p:ext>
            </p:extLst>
          </p:nvPr>
        </p:nvGraphicFramePr>
        <p:xfrm>
          <a:off x="6371084" y="2661573"/>
          <a:ext cx="1778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750" name="Equation" r:id="rId23" imgW="177480" imgH="291960" progId="Equation.DSMT4">
                  <p:embed/>
                </p:oleObj>
              </mc:Choice>
              <mc:Fallback>
                <p:oleObj name="Equation" r:id="rId23" imgW="177480" imgH="29196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7034CA58-25BF-47EB-9AA3-3A47D03371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371084" y="2661573"/>
                        <a:ext cx="1778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组合 30">
            <a:extLst>
              <a:ext uri="{FF2B5EF4-FFF2-40B4-BE49-F238E27FC236}">
                <a16:creationId xmlns:a16="http://schemas.microsoft.com/office/drawing/2014/main" id="{16C99DDB-A4A9-4F5D-85A6-F97807827C86}"/>
              </a:ext>
            </a:extLst>
          </p:cNvPr>
          <p:cNvGrpSpPr/>
          <p:nvPr/>
        </p:nvGrpSpPr>
        <p:grpSpPr>
          <a:xfrm>
            <a:off x="951342" y="2928992"/>
            <a:ext cx="2285727" cy="461665"/>
            <a:chOff x="951342" y="2928992"/>
            <a:chExt cx="2285727" cy="461665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8FC664B9-D5A8-47D4-ADE1-F5B42F554C1A}"/>
                </a:ext>
              </a:extLst>
            </p:cNvPr>
            <p:cNvSpPr/>
            <p:nvPr/>
          </p:nvSpPr>
          <p:spPr>
            <a:xfrm>
              <a:off x="951342" y="2928992"/>
              <a:ext cx="228572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4572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当       时，</a:t>
              </a:r>
              <a:endParaRPr lang="zh-CN" altLang="en-US" dirty="0">
                <a:solidFill>
                  <a:prstClr val="black"/>
                </a:solidFill>
                <a:latin typeface="宋体" panose="02010600030101010101" pitchFamily="2" charset="-122"/>
              </a:endParaRPr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D7A39F9A-3B38-4700-A7A5-77792E1B795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35048572"/>
                </p:ext>
              </p:extLst>
            </p:nvPr>
          </p:nvGraphicFramePr>
          <p:xfrm>
            <a:off x="1383740" y="3021002"/>
            <a:ext cx="1028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3751" name="Equation" r:id="rId25" imgW="1028520" imgH="342720" progId="Equation.DSMT4">
                    <p:embed/>
                  </p:oleObj>
                </mc:Choice>
                <mc:Fallback>
                  <p:oleObj name="Equation" r:id="rId25" imgW="1028520" imgH="34272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0288D3E9-F5DA-4470-B44D-A6A4DBCF0F7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383740" y="3021002"/>
                          <a:ext cx="1028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FF9DE71E-1498-468C-8109-100D4783DE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5482541"/>
              </p:ext>
            </p:extLst>
          </p:nvPr>
        </p:nvGraphicFramePr>
        <p:xfrm>
          <a:off x="3228975" y="2911475"/>
          <a:ext cx="3911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752" name="Equation" r:id="rId27" imgW="3911400" imgH="596880" progId="Equation.DSMT4">
                  <p:embed/>
                </p:oleObj>
              </mc:Choice>
              <mc:Fallback>
                <p:oleObj name="Equation" r:id="rId27" imgW="3911400" imgH="59688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B4B942E4-05D6-4731-9644-F6E2E0DBE4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228975" y="2911475"/>
                        <a:ext cx="39116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" name="组合 31">
            <a:extLst>
              <a:ext uri="{FF2B5EF4-FFF2-40B4-BE49-F238E27FC236}">
                <a16:creationId xmlns:a16="http://schemas.microsoft.com/office/drawing/2014/main" id="{32E2DDB9-D5A8-4928-9804-C9ED65AE2720}"/>
              </a:ext>
            </a:extLst>
          </p:cNvPr>
          <p:cNvGrpSpPr/>
          <p:nvPr/>
        </p:nvGrpSpPr>
        <p:grpSpPr>
          <a:xfrm>
            <a:off x="976818" y="3655212"/>
            <a:ext cx="2285727" cy="461665"/>
            <a:chOff x="976818" y="3655212"/>
            <a:chExt cx="2285727" cy="461665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71EEC4F-C0C0-4271-9C8D-EDD2E15CEBF4}"/>
                </a:ext>
              </a:extLst>
            </p:cNvPr>
            <p:cNvSpPr/>
            <p:nvPr/>
          </p:nvSpPr>
          <p:spPr>
            <a:xfrm>
              <a:off x="976818" y="3655212"/>
              <a:ext cx="228572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4572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当       时，</a:t>
              </a:r>
              <a:endParaRPr lang="zh-CN" altLang="en-US" dirty="0">
                <a:solidFill>
                  <a:prstClr val="black"/>
                </a:solidFill>
                <a:latin typeface="宋体" panose="02010600030101010101" pitchFamily="2" charset="-122"/>
              </a:endParaRPr>
            </a:p>
          </p:txBody>
        </p:sp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7AD6129B-46BE-4C34-B9AB-1A429B92727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2010638"/>
                </p:ext>
              </p:extLst>
            </p:nvPr>
          </p:nvGraphicFramePr>
          <p:xfrm>
            <a:off x="1390090" y="3726789"/>
            <a:ext cx="1016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3753" name="Equation" r:id="rId29" imgW="1015920" imgH="330120" progId="Equation.DSMT4">
                    <p:embed/>
                  </p:oleObj>
                </mc:Choice>
                <mc:Fallback>
                  <p:oleObj name="Equation" r:id="rId29" imgW="1015920" imgH="330120" progId="Equation.DSMT4">
                    <p:embed/>
                    <p:pic>
                      <p:nvPicPr>
                        <p:cNvPr id="26" name="对象 25">
                          <a:extLst>
                            <a:ext uri="{FF2B5EF4-FFF2-40B4-BE49-F238E27FC236}">
                              <a16:creationId xmlns:a16="http://schemas.microsoft.com/office/drawing/2014/main" id="{C932F1C7-7860-4C65-8B01-96608961B29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1390090" y="3726789"/>
                          <a:ext cx="1016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6A937D51-B6B8-4457-BB73-66F89878BE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203246"/>
              </p:ext>
            </p:extLst>
          </p:nvPr>
        </p:nvGraphicFramePr>
        <p:xfrm>
          <a:off x="3170625" y="3603060"/>
          <a:ext cx="2032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754" name="Equation" r:id="rId31" imgW="2031840" imgH="596880" progId="Equation.DSMT4">
                  <p:embed/>
                </p:oleObj>
              </mc:Choice>
              <mc:Fallback>
                <p:oleObj name="Equation" r:id="rId31" imgW="2031840" imgH="59688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550E3206-7770-4BDA-AF2C-63EBA59F11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3170625" y="3603060"/>
                        <a:ext cx="20320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D75CC9AD-F675-4C2C-A6BA-4D2562F81F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5868251"/>
              </p:ext>
            </p:extLst>
          </p:nvPr>
        </p:nvGraphicFramePr>
        <p:xfrm>
          <a:off x="5207503" y="3607081"/>
          <a:ext cx="990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755" name="Equation" r:id="rId33" imgW="990360" imgH="596880" progId="Equation.DSMT4">
                  <p:embed/>
                </p:oleObj>
              </mc:Choice>
              <mc:Fallback>
                <p:oleObj name="Equation" r:id="rId33" imgW="990360" imgH="59688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A7D6A89A-9E18-4435-BF82-078DD92003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5207503" y="3607081"/>
                        <a:ext cx="9906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9EA1F431-8665-40E8-8AF7-47E9955A1C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5968735"/>
              </p:ext>
            </p:extLst>
          </p:nvPr>
        </p:nvGraphicFramePr>
        <p:xfrm>
          <a:off x="6211015" y="3572320"/>
          <a:ext cx="10033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756" name="Equation" r:id="rId35" imgW="1002960" imgH="596880" progId="Equation.DSMT4">
                  <p:embed/>
                </p:oleObj>
              </mc:Choice>
              <mc:Fallback>
                <p:oleObj name="Equation" r:id="rId35" imgW="1002960" imgH="596880" progId="Equation.DSMT4">
                  <p:embed/>
                  <p:pic>
                    <p:nvPicPr>
                      <p:cNvPr id="29" name="对象 28">
                        <a:extLst>
                          <a:ext uri="{FF2B5EF4-FFF2-40B4-BE49-F238E27FC236}">
                            <a16:creationId xmlns:a16="http://schemas.microsoft.com/office/drawing/2014/main" id="{C721751E-643E-4184-A8B0-D53E507144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6211015" y="3572320"/>
                        <a:ext cx="10033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39F5861D-DBC2-4C39-BF04-71EE5832ED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3911715"/>
              </p:ext>
            </p:extLst>
          </p:nvPr>
        </p:nvGraphicFramePr>
        <p:xfrm>
          <a:off x="3829009" y="4343367"/>
          <a:ext cx="2413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757" name="Equation" r:id="rId37" imgW="2412720" imgH="444240" progId="Equation.DSMT4">
                  <p:embed/>
                </p:oleObj>
              </mc:Choice>
              <mc:Fallback>
                <p:oleObj name="Equation" r:id="rId37" imgW="2412720" imgH="44424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5E488764-40BF-4ACB-9C4F-ABA9AA6436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3829009" y="4343367"/>
                        <a:ext cx="24130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14966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BC81F0-B12B-4E6E-A463-51815BF31785}"/>
              </a:ext>
            </a:extLst>
          </p:cNvPr>
          <p:cNvSpPr/>
          <p:nvPr/>
        </p:nvSpPr>
        <p:spPr>
          <a:xfrm>
            <a:off x="984131" y="972247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prstClr val="black"/>
                </a:solidFill>
                <a:cs typeface="Times New Roman" panose="02020603050405020304" pitchFamily="18" charset="0"/>
              </a:rPr>
              <a:t>从而</a:t>
            </a:r>
            <a:endParaRPr lang="zh-CN" altLang="en-US" sz="2400" b="1" dirty="0">
              <a:solidFill>
                <a:prstClr val="black"/>
              </a:solidFill>
              <a:ea typeface="等线" panose="02010600030101010101" pitchFamily="2" charset="-122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D5AD4FE-45A0-4B96-8586-096A42820B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7740626"/>
              </p:ext>
            </p:extLst>
          </p:nvPr>
        </p:nvGraphicFramePr>
        <p:xfrm>
          <a:off x="1923058" y="402980"/>
          <a:ext cx="34290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374" name="Equation" r:id="rId3" imgW="3429000" imgH="1600200" progId="Equation.DSMT4">
                  <p:embed/>
                </p:oleObj>
              </mc:Choice>
              <mc:Fallback>
                <p:oleObj name="Equation" r:id="rId3" imgW="3429000" imgH="16002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BAE32ACC-13B4-4C38-BBF0-31169DD2C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23058" y="402980"/>
                        <a:ext cx="3429000" cy="160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74366A7F-1AB1-4A88-906A-4209B10374CC}"/>
              </a:ext>
            </a:extLst>
          </p:cNvPr>
          <p:cNvGrpSpPr/>
          <p:nvPr/>
        </p:nvGrpSpPr>
        <p:grpSpPr>
          <a:xfrm>
            <a:off x="1032424" y="2172071"/>
            <a:ext cx="5915840" cy="461665"/>
            <a:chOff x="1032424" y="3284984"/>
            <a:chExt cx="5915840" cy="461665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B4E7C193-5668-4E0E-ADCC-80FF856CF603}"/>
                </a:ext>
              </a:extLst>
            </p:cNvPr>
            <p:cNvSpPr/>
            <p:nvPr/>
          </p:nvSpPr>
          <p:spPr>
            <a:xfrm>
              <a:off x="1032424" y="3284984"/>
              <a:ext cx="591584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4572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Times New Roman" panose="02020603050405020304" pitchFamily="18" charset="0"/>
                </a:rPr>
                <a:t>当                 及                时，         显然连续；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等线" panose="02010600030101010101" pitchFamily="2" charset="-122"/>
              </a:endParaRPr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22E0A849-1DF1-48B8-965C-57DE766AD38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00858098"/>
                </p:ext>
              </p:extLst>
            </p:nvPr>
          </p:nvGraphicFramePr>
          <p:xfrm>
            <a:off x="1546395" y="3344366"/>
            <a:ext cx="1028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375" name="Equation" r:id="rId5" imgW="1028520" imgH="342720" progId="Equation.DSMT4">
                    <p:embed/>
                  </p:oleObj>
                </mc:Choice>
                <mc:Fallback>
                  <p:oleObj name="Equation" r:id="rId5" imgW="1028520" imgH="3427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82E97E55-29FB-4F37-B2A8-B3109C126F1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546395" y="3344366"/>
                          <a:ext cx="1028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CB4C821C-7A1E-403E-B323-4D7DC1CCD8C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25500895"/>
                </p:ext>
              </p:extLst>
            </p:nvPr>
          </p:nvGraphicFramePr>
          <p:xfrm>
            <a:off x="2843808" y="3338159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376" name="Equation" r:id="rId7" imgW="1104840" imgH="342720" progId="Equation.DSMT4">
                    <p:embed/>
                  </p:oleObj>
                </mc:Choice>
                <mc:Fallback>
                  <p:oleObj name="Equation" r:id="rId7" imgW="1104840" imgH="34272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A1861CFC-F512-4037-BD84-4F32C46956A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843808" y="3338159"/>
                          <a:ext cx="1104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FACB572A-ECD8-4A40-AFBF-64EF20B6F34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6772676"/>
                </p:ext>
              </p:extLst>
            </p:nvPr>
          </p:nvGraphicFramePr>
          <p:xfrm>
            <a:off x="4534894" y="3377678"/>
            <a:ext cx="660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377" name="Equation" r:id="rId9" imgW="660240" imgH="342720" progId="Equation.DSMT4">
                    <p:embed/>
                  </p:oleObj>
                </mc:Choice>
                <mc:Fallback>
                  <p:oleObj name="Equation" r:id="rId9" imgW="660240" imgH="34272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53CD3C4A-1238-44CC-B864-7DEE5E5474B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534894" y="3377678"/>
                          <a:ext cx="660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FD22369-7176-41CF-8F05-FFCE9589BCA9}"/>
              </a:ext>
            </a:extLst>
          </p:cNvPr>
          <p:cNvGrpSpPr/>
          <p:nvPr/>
        </p:nvGrpSpPr>
        <p:grpSpPr>
          <a:xfrm>
            <a:off x="1187450" y="2690632"/>
            <a:ext cx="7603494" cy="736600"/>
            <a:chOff x="1187450" y="2690632"/>
            <a:chExt cx="7603494" cy="736600"/>
          </a:xfrm>
        </p:grpSpPr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8B54629F-C0B6-42AF-A054-5E42B8C218B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5281456"/>
                </p:ext>
              </p:extLst>
            </p:nvPr>
          </p:nvGraphicFramePr>
          <p:xfrm>
            <a:off x="1187450" y="2889454"/>
            <a:ext cx="596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378" name="Equation" r:id="rId11" imgW="596880" imgH="279360" progId="Equation.DSMT4">
                    <p:embed/>
                  </p:oleObj>
                </mc:Choice>
                <mc:Fallback>
                  <p:oleObj name="Equation" r:id="rId11" imgW="596880" imgH="27936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958151A3-BE22-4763-BB2B-6D062FDFE1D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187450" y="2889454"/>
                          <a:ext cx="5969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0AEE557-B5D0-4C16-92F9-D768DD7139D7}"/>
                </a:ext>
              </a:extLst>
            </p:cNvPr>
            <p:cNvSpPr/>
            <p:nvPr/>
          </p:nvSpPr>
          <p:spPr>
            <a:xfrm>
              <a:off x="1748700" y="2798321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4572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时，</a:t>
              </a:r>
              <a:endParaRPr lang="zh-CN" altLang="en-US" sz="2400" b="1" dirty="0">
                <a:solidFill>
                  <a:prstClr val="black"/>
                </a:solidFill>
                <a:ea typeface="等线" panose="02010600030101010101" pitchFamily="2" charset="-122"/>
              </a:endParaRP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865FC2A9-787F-4041-A72D-369273A665B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9717980"/>
                </p:ext>
              </p:extLst>
            </p:nvPr>
          </p:nvGraphicFramePr>
          <p:xfrm>
            <a:off x="2390144" y="2690632"/>
            <a:ext cx="32004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379" name="Equation" r:id="rId13" imgW="3200400" imgH="736560" progId="Equation.DSMT4">
                    <p:embed/>
                  </p:oleObj>
                </mc:Choice>
                <mc:Fallback>
                  <p:oleObj name="Equation" r:id="rId13" imgW="3200400" imgH="73656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155E3981-BEBC-48D6-B9EC-8D1C8317987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390144" y="2690632"/>
                          <a:ext cx="32004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45B1D49E-A02F-445F-9837-AD1D9D5A41A7}"/>
                </a:ext>
              </a:extLst>
            </p:cNvPr>
            <p:cNvSpPr/>
            <p:nvPr/>
          </p:nvSpPr>
          <p:spPr>
            <a:xfrm>
              <a:off x="5590544" y="2828099"/>
              <a:ext cx="32004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4572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所以           在          处</a:t>
              </a:r>
              <a:endParaRPr lang="zh-CN" altLang="en-US" sz="2400" b="1" dirty="0">
                <a:solidFill>
                  <a:prstClr val="black"/>
                </a:solidFill>
                <a:ea typeface="等线" panose="02010600030101010101" pitchFamily="2" charset="-122"/>
              </a:endParaRP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B0E84069-B015-4369-A362-89BD8C70936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68255679"/>
                </p:ext>
              </p:extLst>
            </p:nvPr>
          </p:nvGraphicFramePr>
          <p:xfrm>
            <a:off x="6369965" y="2917086"/>
            <a:ext cx="660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380" name="Equation" r:id="rId15" imgW="660240" imgH="342720" progId="Equation.DSMT4">
                    <p:embed/>
                  </p:oleObj>
                </mc:Choice>
                <mc:Fallback>
                  <p:oleObj name="Equation" r:id="rId15" imgW="660240" imgH="34272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3B72E1D5-5EB5-417F-93A4-0537E813C24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6369965" y="2917086"/>
                          <a:ext cx="660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7DD9832C-AA2C-4581-A0DC-5B01306361F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52431526"/>
                </p:ext>
              </p:extLst>
            </p:nvPr>
          </p:nvGraphicFramePr>
          <p:xfrm>
            <a:off x="7395300" y="2910780"/>
            <a:ext cx="596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381" name="Equation" r:id="rId17" imgW="596880" imgH="279360" progId="Equation.DSMT4">
                    <p:embed/>
                  </p:oleObj>
                </mc:Choice>
                <mc:Fallback>
                  <p:oleObj name="Equation" r:id="rId17" imgW="596880" imgH="27936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1B77D45B-97A9-487E-B24A-82544CE1890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395300" y="2910780"/>
                          <a:ext cx="5969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952A607-6534-48D5-AD37-07AE59E34609}"/>
              </a:ext>
            </a:extLst>
          </p:cNvPr>
          <p:cNvGrpSpPr/>
          <p:nvPr/>
        </p:nvGrpSpPr>
        <p:grpSpPr>
          <a:xfrm>
            <a:off x="443060" y="3423187"/>
            <a:ext cx="5270360" cy="461665"/>
            <a:chOff x="443060" y="3423187"/>
            <a:chExt cx="5270360" cy="461665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231C9E12-8B89-4779-A9AE-C0DFC063B846}"/>
                </a:ext>
              </a:extLst>
            </p:cNvPr>
            <p:cNvSpPr/>
            <p:nvPr/>
          </p:nvSpPr>
          <p:spPr>
            <a:xfrm>
              <a:off x="443060" y="3423187"/>
              <a:ext cx="527036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4572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连续；因此          在           上处处连续</a:t>
              </a:r>
              <a:r>
                <a:rPr lang="en-US" altLang="zh-CN" sz="2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.</a:t>
              </a:r>
              <a:endParaRPr lang="zh-CN" altLang="en-US" dirty="0">
                <a:solidFill>
                  <a:prstClr val="black"/>
                </a:solidFill>
                <a:ea typeface="等线" panose="02010600030101010101" pitchFamily="2" charset="-122"/>
              </a:endParaRP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D3A6F0DA-2932-487E-ACBB-F318B1E19E1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22959091"/>
                </p:ext>
              </p:extLst>
            </p:nvPr>
          </p:nvGraphicFramePr>
          <p:xfrm>
            <a:off x="2076404" y="3506734"/>
            <a:ext cx="660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382" name="Equation" r:id="rId19" imgW="660240" imgH="342720" progId="Equation.DSMT4">
                    <p:embed/>
                  </p:oleObj>
                </mc:Choice>
                <mc:Fallback>
                  <p:oleObj name="Equation" r:id="rId19" imgW="660240" imgH="34272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A203DB0B-D718-4F97-84A3-D86B1A3FDAA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076404" y="3506734"/>
                          <a:ext cx="660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CC082AFA-33AB-4C97-8D75-F647CA50FCE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63902422"/>
                </p:ext>
              </p:extLst>
            </p:nvPr>
          </p:nvGraphicFramePr>
          <p:xfrm>
            <a:off x="3131840" y="3488919"/>
            <a:ext cx="622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383" name="Equation" r:id="rId20" imgW="622080" imgH="330120" progId="Equation.DSMT4">
                    <p:embed/>
                  </p:oleObj>
                </mc:Choice>
                <mc:Fallback>
                  <p:oleObj name="Equation" r:id="rId20" imgW="622080" imgH="33012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3FEF73C0-493A-4C0B-B758-93486D6ED67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3131840" y="3488919"/>
                          <a:ext cx="622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195AB781-BDC0-4ABF-8D91-BB435C76BAE1}"/>
              </a:ext>
            </a:extLst>
          </p:cNvPr>
          <p:cNvSpPr/>
          <p:nvPr/>
        </p:nvSpPr>
        <p:spPr>
          <a:xfrm>
            <a:off x="480166" y="4135275"/>
            <a:ext cx="81836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5600" algn="just" defTabSz="457200" eaLnBrk="0" fontAlgn="base" hangingPunct="0">
              <a:spcBef>
                <a:spcPct val="0"/>
              </a:spcBef>
            </a:pPr>
            <a:r>
              <a:rPr lang="zh-CN" altLang="zh-CN" sz="2400" b="1" kern="100" dirty="0">
                <a:solidFill>
                  <a:srgbClr val="0066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问题</a:t>
            </a:r>
            <a:r>
              <a:rPr lang="en-US" altLang="zh-CN" sz="2400" b="1" kern="100" dirty="0">
                <a:solidFill>
                  <a:srgbClr val="0066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400" b="1" kern="100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对任一</a:t>
            </a:r>
            <a:r>
              <a:rPr lang="zh-CN" altLang="zh-CN" sz="2400" b="1" kern="100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可积函数</a:t>
            </a:r>
            <a:r>
              <a:rPr lang="zh-CN" altLang="zh-CN" sz="2400" b="1" kern="100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，积分上限的函数是否一定连续？</a:t>
            </a:r>
          </a:p>
        </p:txBody>
      </p:sp>
    </p:spTree>
    <p:extLst>
      <p:ext uri="{BB962C8B-B14F-4D97-AF65-F5344CB8AC3E}">
        <p14:creationId xmlns:p14="http://schemas.microsoft.com/office/powerpoint/2010/main" val="2989044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D355C58C-885C-4D97-BF1F-1FA91467A9C0}"/>
              </a:ext>
            </a:extLst>
          </p:cNvPr>
          <p:cNvGrpSpPr/>
          <p:nvPr/>
        </p:nvGrpSpPr>
        <p:grpSpPr>
          <a:xfrm>
            <a:off x="899592" y="412566"/>
            <a:ext cx="7992888" cy="461665"/>
            <a:chOff x="971600" y="699542"/>
            <a:chExt cx="7992888" cy="461665"/>
          </a:xfrm>
        </p:grpSpPr>
        <p:sp>
          <p:nvSpPr>
            <p:cNvPr id="2" name="Text Box 12">
              <a:extLst>
                <a:ext uri="{FF2B5EF4-FFF2-40B4-BE49-F238E27FC236}">
                  <a16:creationId xmlns:a16="http://schemas.microsoft.com/office/drawing/2014/main" id="{CA209BDB-7292-402C-9C8C-CB8FFE0CE0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1600" y="699542"/>
              <a:ext cx="79928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定理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设函数     在区间     上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可积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，则积分上限函数</a:t>
              </a:r>
              <a:endPara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1EC6A109-D695-43E2-9671-2BE88DA5000A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987824" y="818307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522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1EC6A109-D695-43E2-9671-2BE88DA5000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987824" y="818307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D9A3699F-67F7-4CC4-8086-B85730A4D2DE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716016" y="765274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523" name="Equation" r:id="rId5" imgW="634680" imgH="330120" progId="Equation.DSMT4">
                    <p:embed/>
                  </p:oleObj>
                </mc:Choice>
                <mc:Fallback>
                  <p:oleObj name="Equation" r:id="rId5" imgW="634680" imgH="3301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D9A3699F-67F7-4CC4-8086-B85730A4D2D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716016" y="765274"/>
                          <a:ext cx="635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Rectangle 2">
            <a:extLst>
              <a:ext uri="{FF2B5EF4-FFF2-40B4-BE49-F238E27FC236}">
                <a16:creationId xmlns:a16="http://schemas.microsoft.com/office/drawing/2014/main" id="{2115777B-E92B-45BE-8AAF-D511CC60C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3109" y="149163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C030A54-13C7-41B6-A820-2499A859E47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491025" y="992996"/>
          <a:ext cx="203835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24" name="Equation" r:id="rId7" imgW="2031840" imgH="596880" progId="Equation.DSMT4">
                  <p:embed/>
                </p:oleObj>
              </mc:Choice>
              <mc:Fallback>
                <p:oleObj name="Equation" r:id="rId7" imgW="2031840" imgH="5968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0C030A54-13C7-41B6-A820-2499A859E4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1025" y="992996"/>
                        <a:ext cx="2038350" cy="603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B93069DE-B11D-4977-8A25-47B7F54AD763}"/>
              </a:ext>
            </a:extLst>
          </p:cNvPr>
          <p:cNvGrpSpPr/>
          <p:nvPr/>
        </p:nvGrpSpPr>
        <p:grpSpPr>
          <a:xfrm>
            <a:off x="289235" y="1656620"/>
            <a:ext cx="7992888" cy="461665"/>
            <a:chOff x="575556" y="1686544"/>
            <a:chExt cx="7992888" cy="461665"/>
          </a:xfrm>
        </p:grpSpPr>
        <p:sp>
          <p:nvSpPr>
            <p:cNvPr id="7" name="Text Box 12">
              <a:extLst>
                <a:ext uri="{FF2B5EF4-FFF2-40B4-BE49-F238E27FC236}">
                  <a16:creationId xmlns:a16="http://schemas.microsoft.com/office/drawing/2014/main" id="{F1368123-5638-4987-B8C1-667A885044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5556" y="1686544"/>
              <a:ext cx="79928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是区间     上的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连续函数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.</a:t>
              </a:r>
              <a:endPara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B33364EC-2007-4702-8535-3F7F05661872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731833" y="1794852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525" name="Equation" r:id="rId9" imgW="634680" imgH="330120" progId="Equation.DSMT4">
                    <p:embed/>
                  </p:oleObj>
                </mc:Choice>
                <mc:Fallback>
                  <p:oleObj name="Equation" r:id="rId9" imgW="634680" imgH="33012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B33364EC-2007-4702-8535-3F7F0566187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731833" y="1794852"/>
                          <a:ext cx="635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D269523D-2973-43FB-85FB-9CFDFAABF4CD}"/>
              </a:ext>
            </a:extLst>
          </p:cNvPr>
          <p:cNvSpPr/>
          <p:nvPr/>
        </p:nvSpPr>
        <p:spPr>
          <a:xfrm>
            <a:off x="958268" y="2337523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证明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15">
            <a:extLst>
              <a:ext uri="{FF2B5EF4-FFF2-40B4-BE49-F238E27FC236}">
                <a16:creationId xmlns:a16="http://schemas.microsoft.com/office/drawing/2014/main" id="{8036E259-314B-47A7-8050-CF0208C70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5146" y="2489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964D5970-F273-4CDF-A22D-F1CB638B8CD7}"/>
              </a:ext>
            </a:extLst>
          </p:cNvPr>
          <p:cNvGrpSpPr/>
          <p:nvPr/>
        </p:nvGrpSpPr>
        <p:grpSpPr>
          <a:xfrm>
            <a:off x="1654087" y="2337524"/>
            <a:ext cx="7016121" cy="461665"/>
            <a:chOff x="1654087" y="2337524"/>
            <a:chExt cx="7016121" cy="461665"/>
          </a:xfrm>
        </p:grpSpPr>
        <p:sp>
          <p:nvSpPr>
            <p:cNvPr id="17" name="Rectangle 12">
              <a:extLst>
                <a:ext uri="{FF2B5EF4-FFF2-40B4-BE49-F238E27FC236}">
                  <a16:creationId xmlns:a16="http://schemas.microsoft.com/office/drawing/2014/main" id="{3F50FAD5-FA80-47A1-883F-8E7B336B22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4087" y="2337524"/>
              <a:ext cx="701612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对    上任一点  给自变量增量   使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F63123BC-E49B-48BD-8B67-C292140B1B82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093632" y="2413001"/>
            <a:ext cx="628650" cy="334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526" name="Equation" r:id="rId11" imgW="634680" imgH="330120" progId="Equation.DSMT4">
                    <p:embed/>
                  </p:oleObj>
                </mc:Choice>
                <mc:Fallback>
                  <p:oleObj name="Equation" r:id="rId11" imgW="634680" imgH="33012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F63123BC-E49B-48BD-8B67-C292140B1B8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3632" y="2413001"/>
                          <a:ext cx="628650" cy="334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17154AAB-B958-4FEC-A87F-E67E89E94E8D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874158" y="2489200"/>
            <a:ext cx="271462" cy="258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527" name="Equation" r:id="rId13" imgW="266400" imgH="253800" progId="Equation.DSMT4">
                    <p:embed/>
                  </p:oleObj>
                </mc:Choice>
                <mc:Fallback>
                  <p:oleObj name="Equation" r:id="rId13" imgW="266400" imgH="25380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17154AAB-B958-4FEC-A87F-E67E89E94E8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4158" y="2489200"/>
                          <a:ext cx="271462" cy="2587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C9E25AB8-C5EF-4ADD-A88B-F4125107C369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014005" y="2409606"/>
            <a:ext cx="450850" cy="317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528" name="Equation" r:id="rId15" imgW="457200" imgH="317160" progId="Equation.DSMT4">
                    <p:embed/>
                  </p:oleObj>
                </mc:Choice>
                <mc:Fallback>
                  <p:oleObj name="Equation" r:id="rId15" imgW="457200" imgH="31716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C9E25AB8-C5EF-4ADD-A88B-F4125107C36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14005" y="2409606"/>
                          <a:ext cx="450850" cy="317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E7807CFB-BBA7-4337-9B21-86420F36F22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796794" y="2387084"/>
            <a:ext cx="1771650" cy="334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529" name="Equation" r:id="rId17" imgW="1765080" imgH="330120" progId="Equation.DSMT4">
                    <p:embed/>
                  </p:oleObj>
                </mc:Choice>
                <mc:Fallback>
                  <p:oleObj name="Equation" r:id="rId17" imgW="1765080" imgH="330120" progId="Equation.DSMT4">
                    <p:embed/>
                    <p:pic>
                      <p:nvPicPr>
                        <p:cNvPr id="20" name="对象 19">
                          <a:extLst>
                            <a:ext uri="{FF2B5EF4-FFF2-40B4-BE49-F238E27FC236}">
                              <a16:creationId xmlns:a16="http://schemas.microsoft.com/office/drawing/2014/main" id="{E7807CFB-BBA7-4337-9B21-86420F36F22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96794" y="2387084"/>
                          <a:ext cx="1771650" cy="334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B349CA52-4AF8-4B79-A58C-AACAF2C20941}"/>
              </a:ext>
            </a:extLst>
          </p:cNvPr>
          <p:cNvGrpSpPr/>
          <p:nvPr/>
        </p:nvGrpSpPr>
        <p:grpSpPr>
          <a:xfrm>
            <a:off x="323528" y="3037613"/>
            <a:ext cx="6473266" cy="461665"/>
            <a:chOff x="323528" y="3037613"/>
            <a:chExt cx="6473266" cy="461665"/>
          </a:xfrm>
        </p:grpSpPr>
        <p:sp>
          <p:nvSpPr>
            <p:cNvPr id="21" name="Text Box 12">
              <a:extLst>
                <a:ext uri="{FF2B5EF4-FFF2-40B4-BE49-F238E27FC236}">
                  <a16:creationId xmlns:a16="http://schemas.microsoft.com/office/drawing/2014/main" id="{0BECEEAE-62D0-4637-8092-1033A74B07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528" y="3037613"/>
              <a:ext cx="647326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由于函数     在区间     上可积，从而有界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.</a:t>
              </a:r>
              <a:endPara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2F7CFA11-DC3B-44B2-AC35-BC7ACA980C4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688930" y="3156378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530" name="Equation" r:id="rId19" imgW="622080" imgH="342720" progId="Equation.DSMT4">
                    <p:embed/>
                  </p:oleObj>
                </mc:Choice>
                <mc:Fallback>
                  <p:oleObj name="Equation" r:id="rId19" imgW="622080" imgH="34272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2F7CFA11-DC3B-44B2-AC35-BC7ACA980C4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688930" y="3156378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FDB8089E-EFCD-4478-AE0D-A48A0F8B8B00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381239" y="3100964"/>
            <a:ext cx="628650" cy="334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531" name="Equation" r:id="rId21" imgW="634680" imgH="330120" progId="Equation.DSMT4">
                    <p:embed/>
                  </p:oleObj>
                </mc:Choice>
                <mc:Fallback>
                  <p:oleObj name="Equation" r:id="rId21" imgW="634680" imgH="33012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FDB8089E-EFCD-4478-AE0D-A48A0F8B8B0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81239" y="3100964"/>
                          <a:ext cx="628650" cy="334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CED7E8FA-9884-4130-85AF-F15D6023269E}"/>
              </a:ext>
            </a:extLst>
          </p:cNvPr>
          <p:cNvGrpSpPr/>
          <p:nvPr/>
        </p:nvGrpSpPr>
        <p:grpSpPr>
          <a:xfrm>
            <a:off x="6629970" y="3018427"/>
            <a:ext cx="2190502" cy="461665"/>
            <a:chOff x="6629970" y="3018427"/>
            <a:chExt cx="2190502" cy="461665"/>
          </a:xfrm>
        </p:grpSpPr>
        <p:sp>
          <p:nvSpPr>
            <p:cNvPr id="24" name="Text Box 12">
              <a:extLst>
                <a:ext uri="{FF2B5EF4-FFF2-40B4-BE49-F238E27FC236}">
                  <a16:creationId xmlns:a16="http://schemas.microsoft.com/office/drawing/2014/main" id="{906426D3-0F3A-4158-B6F3-9F348DD9BC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9970" y="3018427"/>
              <a:ext cx="219050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即存在</a:t>
              </a:r>
              <a:endPara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B8394BB1-CB6F-4956-A0D1-94B3C04E11B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735361" y="3137652"/>
            <a:ext cx="876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532" name="Equation" r:id="rId22" imgW="876240" imgH="330120" progId="Equation.DSMT4">
                    <p:embed/>
                  </p:oleObj>
                </mc:Choice>
                <mc:Fallback>
                  <p:oleObj name="Equation" r:id="rId22" imgW="876240" imgH="330120" progId="Equation.DSMT4">
                    <p:embed/>
                    <p:pic>
                      <p:nvPicPr>
                        <p:cNvPr id="25" name="对象 24">
                          <a:extLst>
                            <a:ext uri="{FF2B5EF4-FFF2-40B4-BE49-F238E27FC236}">
                              <a16:creationId xmlns:a16="http://schemas.microsoft.com/office/drawing/2014/main" id="{B8394BB1-CB6F-4956-A0D1-94B3C04E11B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7735361" y="3137652"/>
                          <a:ext cx="876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5D736433-DA06-464B-A088-73EB282E8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5958" y="39219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B0C445FF-9A32-41AA-8563-A2FEA117DAC5}"/>
              </a:ext>
            </a:extLst>
          </p:cNvPr>
          <p:cNvGrpSpPr/>
          <p:nvPr/>
        </p:nvGrpSpPr>
        <p:grpSpPr>
          <a:xfrm>
            <a:off x="336703" y="3780442"/>
            <a:ext cx="4149979" cy="461665"/>
            <a:chOff x="336703" y="3780442"/>
            <a:chExt cx="4149979" cy="461665"/>
          </a:xfrm>
        </p:grpSpPr>
        <p:sp>
          <p:nvSpPr>
            <p:cNvPr id="26" name="Text Box 12">
              <a:extLst>
                <a:ext uri="{FF2B5EF4-FFF2-40B4-BE49-F238E27FC236}">
                  <a16:creationId xmlns:a16="http://schemas.microsoft.com/office/drawing/2014/main" id="{B5ECD961-EDD8-4F73-A182-A68C915B66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703" y="3780442"/>
              <a:ext cx="306445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对一切        有</a:t>
              </a:r>
              <a:endPara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03FB50EC-01FE-49AF-B552-1214879802E2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422230" y="3843792"/>
            <a:ext cx="1155700" cy="334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533" name="Equation" r:id="rId24" imgW="1168200" imgH="330120" progId="Equation.DSMT4">
                    <p:embed/>
                  </p:oleObj>
                </mc:Choice>
                <mc:Fallback>
                  <p:oleObj name="Equation" r:id="rId24" imgW="1168200" imgH="330120" progId="Equation.DSMT4">
                    <p:embed/>
                    <p:pic>
                      <p:nvPicPr>
                        <p:cNvPr id="27" name="对象 26">
                          <a:extLst>
                            <a:ext uri="{FF2B5EF4-FFF2-40B4-BE49-F238E27FC236}">
                              <a16:creationId xmlns:a16="http://schemas.microsoft.com/office/drawing/2014/main" id="{03FB50EC-01FE-49AF-B552-1214879802E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2230" y="3843792"/>
                          <a:ext cx="1155700" cy="334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4D07B728-528C-4B24-B895-DDBB678713F9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064282" y="3863454"/>
            <a:ext cx="1422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534" name="Equation" r:id="rId26" imgW="1422360" imgH="342720" progId="Equation.DSMT4">
                    <p:embed/>
                  </p:oleObj>
                </mc:Choice>
                <mc:Fallback>
                  <p:oleObj name="Equation" r:id="rId26" imgW="1422360" imgH="342720" progId="Equation.DSMT4">
                    <p:embed/>
                    <p:pic>
                      <p:nvPicPr>
                        <p:cNvPr id="29" name="对象 28">
                          <a:extLst>
                            <a:ext uri="{FF2B5EF4-FFF2-40B4-BE49-F238E27FC236}">
                              <a16:creationId xmlns:a16="http://schemas.microsoft.com/office/drawing/2014/main" id="{4D07B728-528C-4B24-B895-DDBB678713F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4282" y="3863454"/>
                          <a:ext cx="14224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" name="Text Box 12">
            <a:extLst>
              <a:ext uri="{FF2B5EF4-FFF2-40B4-BE49-F238E27FC236}">
                <a16:creationId xmlns:a16="http://schemas.microsoft.com/office/drawing/2014/main" id="{D4EA6D82-8DD8-4DEE-8F5B-B94D7A2B4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4745" y="3718516"/>
            <a:ext cx="30644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从而有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279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A547BDD-E405-477D-856D-B58259655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023" y="105958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566E42A5-CAC1-4681-8F23-7C4EDDC0DD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5081150"/>
              </p:ext>
            </p:extLst>
          </p:nvPr>
        </p:nvGraphicFramePr>
        <p:xfrm>
          <a:off x="1042988" y="123478"/>
          <a:ext cx="2362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354" name="Equation" r:id="rId3" imgW="2361960" imgH="342720" progId="Equation.DSMT4">
                  <p:embed/>
                </p:oleObj>
              </mc:Choice>
              <mc:Fallback>
                <p:oleObj name="Equation" r:id="rId3" imgW="236196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566E42A5-CAC1-4681-8F23-7C4EDDC0DD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23478"/>
                        <a:ext cx="23622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5301522-4761-4861-90A5-4059902F76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0389651"/>
              </p:ext>
            </p:extLst>
          </p:nvPr>
        </p:nvGraphicFramePr>
        <p:xfrm>
          <a:off x="4032251" y="694768"/>
          <a:ext cx="17526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355" name="Equation" r:id="rId5" imgW="1752480" imgH="685800" progId="Equation.DSMT4">
                  <p:embed/>
                </p:oleObj>
              </mc:Choice>
              <mc:Fallback>
                <p:oleObj name="Equation" r:id="rId5" imgW="1752480" imgH="6858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A5301522-4761-4861-90A5-4059902F76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32251" y="694768"/>
                        <a:ext cx="17526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8B2C6B4-DFA0-47C1-95B8-8AD4306969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8279417"/>
              </p:ext>
            </p:extLst>
          </p:nvPr>
        </p:nvGraphicFramePr>
        <p:xfrm>
          <a:off x="746134" y="675000"/>
          <a:ext cx="3098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356" name="Equation" r:id="rId7" imgW="3098520" imgH="685800" progId="Equation.DSMT4">
                  <p:embed/>
                </p:oleObj>
              </mc:Choice>
              <mc:Fallback>
                <p:oleObj name="Equation" r:id="rId7" imgW="3098520" imgH="6858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18B2C6B4-DFA0-47C1-95B8-8AD4306969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46134" y="675000"/>
                        <a:ext cx="30988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EED519E-156F-472E-82FE-08FF10A326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9388008"/>
              </p:ext>
            </p:extLst>
          </p:nvPr>
        </p:nvGraphicFramePr>
        <p:xfrm>
          <a:off x="739776" y="1701552"/>
          <a:ext cx="335915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357" name="Equation" r:id="rId9" imgW="3352680" imgH="685800" progId="Equation.DSMT4">
                  <p:embed/>
                </p:oleObj>
              </mc:Choice>
              <mc:Fallback>
                <p:oleObj name="Equation" r:id="rId9" imgW="3352680" imgH="6858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4EED519E-156F-472E-82FE-08FF10A326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776" y="1701552"/>
                        <a:ext cx="3359150" cy="692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195F5884-BEE8-4174-9184-28493A7F45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2380543"/>
              </p:ext>
            </p:extLst>
          </p:nvPr>
        </p:nvGraphicFramePr>
        <p:xfrm>
          <a:off x="1703388" y="2527052"/>
          <a:ext cx="4000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358" name="Equation" r:id="rId11" imgW="4000320" imgH="342720" progId="Equation.DSMT4">
                  <p:embed/>
                </p:oleObj>
              </mc:Choice>
              <mc:Fallback>
                <p:oleObj name="Equation" r:id="rId11" imgW="4000320" imgH="3427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195F5884-BEE8-4174-9184-28493A7F45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388" y="2527052"/>
                        <a:ext cx="40005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D126DF12-7472-437D-A1B7-5DFC0B287573}"/>
              </a:ext>
            </a:extLst>
          </p:cNvPr>
          <p:cNvSpPr txBox="1"/>
          <p:nvPr/>
        </p:nvSpPr>
        <p:spPr>
          <a:xfrm>
            <a:off x="805516" y="2502767"/>
            <a:ext cx="4940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20702235-1CDA-4AB8-B426-ACCEDF703CB7}"/>
              </a:ext>
            </a:extLst>
          </p:cNvPr>
          <p:cNvGrpSpPr/>
          <p:nvPr/>
        </p:nvGrpSpPr>
        <p:grpSpPr>
          <a:xfrm>
            <a:off x="790055" y="3219822"/>
            <a:ext cx="2669108" cy="501030"/>
            <a:chOff x="899592" y="3651870"/>
            <a:chExt cx="2669108" cy="501030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479F629-A15E-411D-BE67-912D049100EA}"/>
                </a:ext>
              </a:extLst>
            </p:cNvPr>
            <p:cNvSpPr txBox="1"/>
            <p:nvPr/>
          </p:nvSpPr>
          <p:spPr>
            <a:xfrm>
              <a:off x="899592" y="3651870"/>
              <a:ext cx="8034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显然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F333359E-944C-4A14-9A93-C5FF11C1F3D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638300" y="3670300"/>
            <a:ext cx="19304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359" name="Equation" r:id="rId13" imgW="1930320" imgH="482400" progId="Equation.DSMT4">
                    <p:embed/>
                  </p:oleObj>
                </mc:Choice>
                <mc:Fallback>
                  <p:oleObj name="Equation" r:id="rId13" imgW="1930320" imgH="48240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F333359E-944C-4A14-9A93-C5FF11C1F3D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8300" y="3670300"/>
                          <a:ext cx="1930400" cy="482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B69FD915-FF28-47A5-82E7-129723F5F791}"/>
              </a:ext>
            </a:extLst>
          </p:cNvPr>
          <p:cNvSpPr txBox="1"/>
          <p:nvPr/>
        </p:nvSpPr>
        <p:spPr>
          <a:xfrm>
            <a:off x="3478635" y="3162666"/>
            <a:ext cx="5292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由夹逼准则得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2C047CB8-CF88-4572-80D8-63BD1E41DE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3179267"/>
              </p:ext>
            </p:extLst>
          </p:nvPr>
        </p:nvGraphicFramePr>
        <p:xfrm>
          <a:off x="5465763" y="3198565"/>
          <a:ext cx="3365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360" name="Equation" r:id="rId15" imgW="3365280" imgH="482400" progId="Equation.DSMT4">
                  <p:embed/>
                </p:oleObj>
              </mc:Choice>
              <mc:Fallback>
                <p:oleObj name="Equation" r:id="rId15" imgW="3365280" imgH="4824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2C047CB8-CF88-4572-80D8-63BD1E41DE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5763" y="3198565"/>
                        <a:ext cx="33655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1D5125F3-7BEC-4A25-A4F9-4DCC8855B1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4011746"/>
              </p:ext>
            </p:extLst>
          </p:nvPr>
        </p:nvGraphicFramePr>
        <p:xfrm>
          <a:off x="1543051" y="3951040"/>
          <a:ext cx="3365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361" name="Equation" r:id="rId17" imgW="3365280" imgH="482400" progId="Equation.DSMT4">
                  <p:embed/>
                </p:oleObj>
              </mc:Choice>
              <mc:Fallback>
                <p:oleObj name="Equation" r:id="rId17" imgW="3365280" imgH="48240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1D5125F3-7BEC-4A25-A4F9-4DCC8855B1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3051" y="3951040"/>
                        <a:ext cx="33655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75DD8DE0-7869-4F8A-AEB8-49CCAB8AF95F}"/>
              </a:ext>
            </a:extLst>
          </p:cNvPr>
          <p:cNvSpPr txBox="1"/>
          <p:nvPr/>
        </p:nvSpPr>
        <p:spPr>
          <a:xfrm>
            <a:off x="790055" y="3936877"/>
            <a:ext cx="4940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54465FC-1B8F-4365-9B38-15A657EE0C94}"/>
              </a:ext>
            </a:extLst>
          </p:cNvPr>
          <p:cNvSpPr txBox="1"/>
          <p:nvPr/>
        </p:nvSpPr>
        <p:spPr>
          <a:xfrm>
            <a:off x="4940118" y="3907060"/>
            <a:ext cx="3403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从而连续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2065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6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BDBF7CE-47F2-4E1C-BAB1-2A344D82ADCD}"/>
              </a:ext>
            </a:extLst>
          </p:cNvPr>
          <p:cNvSpPr txBox="1"/>
          <p:nvPr/>
        </p:nvSpPr>
        <p:spPr>
          <a:xfrm>
            <a:off x="1087091" y="869518"/>
            <a:ext cx="4940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宋体" panose="02010600030101010101" pitchFamily="2" charset="-122"/>
                <a:cs typeface="Times New Roman" panose="02020603050405020304" pitchFamily="18" charset="0"/>
              </a:rPr>
              <a:t>注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66FF"/>
              </a:solidFill>
              <a:effectLst/>
              <a:uLnTx/>
              <a:uFillTx/>
            </a:endParaRPr>
          </a:p>
        </p:txBody>
      </p:sp>
      <p:sp>
        <p:nvSpPr>
          <p:cNvPr id="3" name="Text Box 12">
            <a:extLst>
              <a:ext uri="{FF2B5EF4-FFF2-40B4-BE49-F238E27FC236}">
                <a16:creationId xmlns:a16="http://schemas.microsoft.com/office/drawing/2014/main" id="{3DEA5B22-3278-4C56-83BC-69CF205D35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7091" y="843558"/>
            <a:ext cx="80352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400" b="1" kern="0" dirty="0">
                <a:solidFill>
                  <a:srgbClr val="0064FF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400" b="1" kern="0" dirty="0">
                <a:solidFill>
                  <a:prstClr val="black"/>
                </a:solidFill>
                <a:latin typeface="宋体" panose="02010600030101010101" pitchFamily="2" charset="-122"/>
              </a:rPr>
              <a:t>  若函数    在区间     上</a:t>
            </a:r>
            <a:r>
              <a:rPr kumimoji="1" lang="zh-CN" altLang="en-US" sz="2400" b="1" kern="0" dirty="0">
                <a:solidFill>
                  <a:srgbClr val="FF0000"/>
                </a:solidFill>
                <a:latin typeface="宋体" panose="02010600030101010101" pitchFamily="2" charset="-122"/>
              </a:rPr>
              <a:t>可积</a:t>
            </a:r>
            <a:r>
              <a:rPr kumimoji="1" lang="zh-CN" altLang="en-US" sz="2400" b="1" kern="0" dirty="0">
                <a:solidFill>
                  <a:prstClr val="black"/>
                </a:solidFill>
                <a:latin typeface="宋体" panose="02010600030101010101" pitchFamily="2" charset="-122"/>
              </a:rPr>
              <a:t>，对任意的</a:t>
            </a:r>
            <a:endParaRPr kumimoji="1" lang="en-US" altLang="zh-CN" sz="2400" b="1" kern="0" dirty="0">
              <a:solidFill>
                <a:prstClr val="black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969FAB6-D725-49FB-B684-7F21708B66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7340510"/>
              </p:ext>
            </p:extLst>
          </p:nvPr>
        </p:nvGraphicFramePr>
        <p:xfrm>
          <a:off x="2587497" y="928900"/>
          <a:ext cx="60916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274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BEC30918-72AF-4A24-AEA4-45B39D7BA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87497" y="928900"/>
                        <a:ext cx="609165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696A419-9B07-497A-A185-2D5788AADD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6886962"/>
              </p:ext>
            </p:extLst>
          </p:nvPr>
        </p:nvGraphicFramePr>
        <p:xfrm>
          <a:off x="4203022" y="932652"/>
          <a:ext cx="621597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275" name="Equation" r:id="rId5" imgW="634680" imgH="330120" progId="Equation.DSMT4">
                  <p:embed/>
                </p:oleObj>
              </mc:Choice>
              <mc:Fallback>
                <p:oleObj name="Equation" r:id="rId5" imgW="634680" imgH="3301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1B0B2A8D-C88E-414A-B681-46FA6DAA81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03022" y="932652"/>
                        <a:ext cx="621597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C9A19370-BB6D-4B6D-9FFA-7E22AA7F9661}"/>
              </a:ext>
            </a:extLst>
          </p:cNvPr>
          <p:cNvSpPr/>
          <p:nvPr/>
        </p:nvSpPr>
        <p:spPr>
          <a:xfrm>
            <a:off x="529786" y="1647541"/>
            <a:ext cx="66779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kern="0" dirty="0">
                <a:solidFill>
                  <a:prstClr val="black"/>
                </a:solidFill>
                <a:latin typeface="宋体" panose="02010600030101010101" pitchFamily="2" charset="-122"/>
              </a:rPr>
              <a:t>积分上限函数              在     上连续</a:t>
            </a:r>
            <a:r>
              <a:rPr kumimoji="1" lang="en-US" altLang="zh-CN" sz="2400" b="1" kern="0" dirty="0">
                <a:solidFill>
                  <a:prstClr val="black"/>
                </a:solidFill>
                <a:latin typeface="宋体" panose="02010600030101010101" pitchFamily="2" charset="-122"/>
              </a:rPr>
              <a:t>.</a:t>
            </a:r>
            <a:endParaRPr lang="zh-CN" altLang="en-US" dirty="0">
              <a:solidFill>
                <a:prstClr val="black"/>
              </a:solidFill>
              <a:ea typeface="等线" panose="02010600030101010101" pitchFamily="2" charset="-12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4F57272-DDA8-42BB-9C36-241FF8010A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6676510"/>
              </p:ext>
            </p:extLst>
          </p:nvPr>
        </p:nvGraphicFramePr>
        <p:xfrm>
          <a:off x="7346478" y="883890"/>
          <a:ext cx="1270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276" name="Equation" r:id="rId7" imgW="1269720" imgH="380880" progId="Equation.DSMT4">
                  <p:embed/>
                </p:oleObj>
              </mc:Choice>
              <mc:Fallback>
                <p:oleObj name="Equation" r:id="rId7" imgW="1269720" imgH="3808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69F09449-FA8D-4580-9A23-672A47A7F5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346478" y="883890"/>
                        <a:ext cx="12700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CDBA01C1-2033-4BC4-97B9-1051B5D2E5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8184044"/>
              </p:ext>
            </p:extLst>
          </p:nvPr>
        </p:nvGraphicFramePr>
        <p:xfrm>
          <a:off x="2558083" y="1560874"/>
          <a:ext cx="20574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277" name="Equation" r:id="rId9" imgW="2057400" imgH="634680" progId="Equation.DSMT4">
                  <p:embed/>
                </p:oleObj>
              </mc:Choice>
              <mc:Fallback>
                <p:oleObj name="Equation" r:id="rId9" imgW="2057400" imgH="6346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D91F1590-73AC-4536-A454-2F79A8202C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58083" y="1560874"/>
                        <a:ext cx="205740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7CE4BC5-99B5-4346-A17A-898FBBC7F3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7231006"/>
              </p:ext>
            </p:extLst>
          </p:nvPr>
        </p:nvGraphicFramePr>
        <p:xfrm>
          <a:off x="4975523" y="1713273"/>
          <a:ext cx="621597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278" name="Equation" r:id="rId5" imgW="634680" imgH="330120" progId="Equation.DSMT4">
                  <p:embed/>
                </p:oleObj>
              </mc:Choice>
              <mc:Fallback>
                <p:oleObj name="Equation" r:id="rId5" imgW="634680" imgH="3301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38F370DA-250B-478B-B640-AE11DD4992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75523" y="1713273"/>
                        <a:ext cx="621597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46686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>
            <a:extLst>
              <a:ext uri="{FF2B5EF4-FFF2-40B4-BE49-F238E27FC236}">
                <a16:creationId xmlns:a16="http://schemas.microsoft.com/office/drawing/2014/main" id="{E7726C66-6CDA-4722-8D8F-CCD01C135E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516" y="329151"/>
            <a:ext cx="8337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例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64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Text Box 16">
            <a:extLst>
              <a:ext uri="{FF2B5EF4-FFF2-40B4-BE49-F238E27FC236}">
                <a16:creationId xmlns:a16="http://schemas.microsoft.com/office/drawing/2014/main" id="{01963C93-BC0A-4597-9F7C-E02835B7E9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580" y="321737"/>
            <a:ext cx="5225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AD36552-DF4C-4A40-8403-011907E751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5669496"/>
              </p:ext>
            </p:extLst>
          </p:nvPr>
        </p:nvGraphicFramePr>
        <p:xfrm>
          <a:off x="1979712" y="123478"/>
          <a:ext cx="2971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872" name="Equation" r:id="rId3" imgW="2971800" imgH="914400" progId="Equation.DSMT4">
                  <p:embed/>
                </p:oleObj>
              </mc:Choice>
              <mc:Fallback>
                <p:oleObj name="Equation" r:id="rId3" imgW="2971800" imgH="9144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D51F6753-DED4-4BA1-A447-FE92DB6587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79712" y="123478"/>
                        <a:ext cx="29718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6">
            <a:extLst>
              <a:ext uri="{FF2B5EF4-FFF2-40B4-BE49-F238E27FC236}">
                <a16:creationId xmlns:a16="http://schemas.microsoft.com/office/drawing/2014/main" id="{3358330B-B498-4948-9146-1A63FF534B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1791" y="302072"/>
            <a:ext cx="37093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求              在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C7C6C7B-240E-43F9-A0E7-BB2E1DB361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1339975"/>
              </p:ext>
            </p:extLst>
          </p:nvPr>
        </p:nvGraphicFramePr>
        <p:xfrm>
          <a:off x="5439236" y="234454"/>
          <a:ext cx="2032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873" name="Equation" r:id="rId5" imgW="2031840" imgH="596880" progId="Equation.DSMT4">
                  <p:embed/>
                </p:oleObj>
              </mc:Choice>
              <mc:Fallback>
                <p:oleObj name="Equation" r:id="rId5" imgW="2031840" imgH="5968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EB57242-009A-47D8-B3AA-8F3C0F5FB0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39236" y="234454"/>
                        <a:ext cx="20320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BA65543-DFDC-4E94-8C17-31FA17E667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3397554"/>
              </p:ext>
            </p:extLst>
          </p:nvPr>
        </p:nvGraphicFramePr>
        <p:xfrm>
          <a:off x="7897049" y="387469"/>
          <a:ext cx="622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874" name="Equation" r:id="rId7" imgW="622080" imgH="330120" progId="Equation.DSMT4">
                  <p:embed/>
                </p:oleObj>
              </mc:Choice>
              <mc:Fallback>
                <p:oleObj name="Equation" r:id="rId7" imgW="622080" imgH="3301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7CEE6443-EFCA-4EAD-8094-BF5ADC8B90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897049" y="387469"/>
                        <a:ext cx="6223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6">
            <a:extLst>
              <a:ext uri="{FF2B5EF4-FFF2-40B4-BE49-F238E27FC236}">
                <a16:creationId xmlns:a16="http://schemas.microsoft.com/office/drawing/2014/main" id="{D425229A-09EF-4645-8FD6-3290B0755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453" y="1128367"/>
            <a:ext cx="81367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上的表达式，并讨论     在    上的连续性和可导性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411DA40A-EAB3-4BAB-999B-B6EDC130F7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8610994"/>
              </p:ext>
            </p:extLst>
          </p:nvPr>
        </p:nvGraphicFramePr>
        <p:xfrm>
          <a:off x="3366780" y="1230711"/>
          <a:ext cx="660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875" name="Equation" r:id="rId9" imgW="660240" imgH="342720" progId="Equation.DSMT4">
                  <p:embed/>
                </p:oleObj>
              </mc:Choice>
              <mc:Fallback>
                <p:oleObj name="Equation" r:id="rId9" imgW="660240" imgH="342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9617448F-A847-4D4E-869D-784A5ABB65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66780" y="1230711"/>
                        <a:ext cx="660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9B1A88A-AFE0-4F75-A540-E1CE482D60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9548616"/>
              </p:ext>
            </p:extLst>
          </p:nvPr>
        </p:nvGraphicFramePr>
        <p:xfrm>
          <a:off x="4348152" y="1209982"/>
          <a:ext cx="622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876" name="Equation" r:id="rId11" imgW="622080" imgH="330120" progId="Equation.DSMT4">
                  <p:embed/>
                </p:oleObj>
              </mc:Choice>
              <mc:Fallback>
                <p:oleObj name="Equation" r:id="rId11" imgW="622080" imgH="3301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6F4633EE-99AA-4024-B7D8-5DFF8D71AF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348152" y="1209982"/>
                        <a:ext cx="6223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6">
            <a:extLst>
              <a:ext uri="{FF2B5EF4-FFF2-40B4-BE49-F238E27FC236}">
                <a16:creationId xmlns:a16="http://schemas.microsoft.com/office/drawing/2014/main" id="{E46B3472-73EB-4FC2-A4F1-161E9A9E8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120" y="1709970"/>
            <a:ext cx="5760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解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64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B85B6906-7BEF-4B79-9C67-F848BB7BEAFB}"/>
              </a:ext>
            </a:extLst>
          </p:cNvPr>
          <p:cNvGrpSpPr/>
          <p:nvPr/>
        </p:nvGrpSpPr>
        <p:grpSpPr>
          <a:xfrm>
            <a:off x="858672" y="2751636"/>
            <a:ext cx="2285727" cy="461665"/>
            <a:chOff x="858672" y="2895652"/>
            <a:chExt cx="2285727" cy="461665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EFE9EF5-B58D-4C66-BDCE-84B0BBF9BBA5}"/>
                </a:ext>
              </a:extLst>
            </p:cNvPr>
            <p:cNvSpPr/>
            <p:nvPr/>
          </p:nvSpPr>
          <p:spPr>
            <a:xfrm>
              <a:off x="858672" y="2895652"/>
              <a:ext cx="228572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当       时，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85F082F2-6927-4A03-B7FB-68A21DB4F84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21180227"/>
                </p:ext>
              </p:extLst>
            </p:nvPr>
          </p:nvGraphicFramePr>
          <p:xfrm>
            <a:off x="1291070" y="2987662"/>
            <a:ext cx="1028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877" name="Equation" r:id="rId13" imgW="1028520" imgH="342720" progId="Equation.DSMT4">
                    <p:embed/>
                  </p:oleObj>
                </mc:Choice>
                <mc:Fallback>
                  <p:oleObj name="Equation" r:id="rId13" imgW="1028520" imgH="34272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D080D47F-1FA1-463A-A96D-4D61954CCCC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291070" y="2987662"/>
                          <a:ext cx="1028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704EF920-9F77-4B6B-B703-77D44E062D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6968098"/>
              </p:ext>
            </p:extLst>
          </p:nvPr>
        </p:nvGraphicFramePr>
        <p:xfrm>
          <a:off x="2863996" y="2652135"/>
          <a:ext cx="4940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878" name="Equation" r:id="rId15" imgW="4940280" imgH="736560" progId="Equation.DSMT4">
                  <p:embed/>
                </p:oleObj>
              </mc:Choice>
              <mc:Fallback>
                <p:oleObj name="Equation" r:id="rId15" imgW="4940280" imgH="73656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AEC4D2BA-2530-4FF3-BB00-4F434E7D22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863996" y="2652135"/>
                        <a:ext cx="4940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" name="组合 31">
            <a:extLst>
              <a:ext uri="{FF2B5EF4-FFF2-40B4-BE49-F238E27FC236}">
                <a16:creationId xmlns:a16="http://schemas.microsoft.com/office/drawing/2014/main" id="{440D66D9-5603-408B-B790-D3E548858471}"/>
              </a:ext>
            </a:extLst>
          </p:cNvPr>
          <p:cNvGrpSpPr/>
          <p:nvPr/>
        </p:nvGrpSpPr>
        <p:grpSpPr>
          <a:xfrm>
            <a:off x="866258" y="3441926"/>
            <a:ext cx="2285727" cy="461665"/>
            <a:chOff x="866258" y="3585942"/>
            <a:chExt cx="2285727" cy="461665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BF41C7E-52E4-4662-85DC-8A0A94EDAFD4}"/>
                </a:ext>
              </a:extLst>
            </p:cNvPr>
            <p:cNvSpPr/>
            <p:nvPr/>
          </p:nvSpPr>
          <p:spPr>
            <a:xfrm>
              <a:off x="866258" y="3585942"/>
              <a:ext cx="228572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当       时，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795D2C4A-563D-48AA-96EB-34812FB926C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53293130"/>
                </p:ext>
              </p:extLst>
            </p:nvPr>
          </p:nvGraphicFramePr>
          <p:xfrm>
            <a:off x="1298656" y="3651674"/>
            <a:ext cx="1016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879" name="Equation" r:id="rId17" imgW="1015920" imgH="330120" progId="Equation.DSMT4">
                    <p:embed/>
                  </p:oleObj>
                </mc:Choice>
                <mc:Fallback>
                  <p:oleObj name="Equation" r:id="rId17" imgW="1015920" imgH="330120" progId="Equation.DSMT4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id="{54BCE646-CBCC-440B-83FB-CE88DF94486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298656" y="3651674"/>
                          <a:ext cx="1016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47167FDC-F042-4FE3-A2C3-F35B4BD101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1868061"/>
              </p:ext>
            </p:extLst>
          </p:nvPr>
        </p:nvGraphicFramePr>
        <p:xfrm>
          <a:off x="2867485" y="3403481"/>
          <a:ext cx="2032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880" name="Equation" r:id="rId19" imgW="2031840" imgH="596880" progId="Equation.DSMT4">
                  <p:embed/>
                </p:oleObj>
              </mc:Choice>
              <mc:Fallback>
                <p:oleObj name="Equation" r:id="rId19" imgW="2031840" imgH="59688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7D678812-F1A6-49F8-B7BE-B32470A1A0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867485" y="3403481"/>
                        <a:ext cx="20320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6F1BB221-9DF7-407D-AA49-D3671B1F6D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1910179"/>
              </p:ext>
            </p:extLst>
          </p:nvPr>
        </p:nvGraphicFramePr>
        <p:xfrm>
          <a:off x="4951512" y="3374308"/>
          <a:ext cx="1549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881" name="Equation" r:id="rId21" imgW="1549080" imgH="596880" progId="Equation.DSMT4">
                  <p:embed/>
                </p:oleObj>
              </mc:Choice>
              <mc:Fallback>
                <p:oleObj name="Equation" r:id="rId21" imgW="1549080" imgH="59688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A4E7D628-8CC3-410C-8849-AF42594C9A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951512" y="3374308"/>
                        <a:ext cx="15494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AF52BB44-AA2C-4874-8C72-7BEEA95863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8551458"/>
              </p:ext>
            </p:extLst>
          </p:nvPr>
        </p:nvGraphicFramePr>
        <p:xfrm>
          <a:off x="6560656" y="3379775"/>
          <a:ext cx="10033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882" name="Equation" r:id="rId23" imgW="1002960" imgH="596880" progId="Equation.DSMT4">
                  <p:embed/>
                </p:oleObj>
              </mc:Choice>
              <mc:Fallback>
                <p:oleObj name="Equation" r:id="rId23" imgW="1002960" imgH="59688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559E6B48-4D71-4D63-B129-D9DBDFD034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560656" y="3379775"/>
                        <a:ext cx="10033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67BB79D9-35E8-441F-AE02-F1C3DA54B4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6646110"/>
              </p:ext>
            </p:extLst>
          </p:nvPr>
        </p:nvGraphicFramePr>
        <p:xfrm>
          <a:off x="3584491" y="4110908"/>
          <a:ext cx="2514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883" name="Equation" r:id="rId25" imgW="2514600" imgH="736560" progId="Equation.DSMT4">
                  <p:embed/>
                </p:oleObj>
              </mc:Choice>
              <mc:Fallback>
                <p:oleObj name="Equation" r:id="rId25" imgW="2514600" imgH="73656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07A6164C-D4EB-460E-92B9-71080870A7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584491" y="4110908"/>
                        <a:ext cx="2514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组合 28">
            <a:extLst>
              <a:ext uri="{FF2B5EF4-FFF2-40B4-BE49-F238E27FC236}">
                <a16:creationId xmlns:a16="http://schemas.microsoft.com/office/drawing/2014/main" id="{0092B5CD-D39A-4743-9261-B3356416E95F}"/>
              </a:ext>
            </a:extLst>
          </p:cNvPr>
          <p:cNvGrpSpPr/>
          <p:nvPr/>
        </p:nvGrpSpPr>
        <p:grpSpPr>
          <a:xfrm>
            <a:off x="1403110" y="1695920"/>
            <a:ext cx="7286147" cy="461665"/>
            <a:chOff x="1403110" y="1839936"/>
            <a:chExt cx="7286147" cy="461665"/>
          </a:xfrm>
        </p:grpSpPr>
        <p:sp>
          <p:nvSpPr>
            <p:cNvPr id="12" name="Text Box 16">
              <a:extLst>
                <a:ext uri="{FF2B5EF4-FFF2-40B4-BE49-F238E27FC236}">
                  <a16:creationId xmlns:a16="http://schemas.microsoft.com/office/drawing/2014/main" id="{B555426C-B1A4-40A2-8A68-20B10D2776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3110" y="1839936"/>
              <a:ext cx="728614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由于    在    上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连续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，从而    在     上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可积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F48EC00B-F454-4269-AAF6-8F1578DBE4D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3221047"/>
                </p:ext>
              </p:extLst>
            </p:nvPr>
          </p:nvGraphicFramePr>
          <p:xfrm>
            <a:off x="2065769" y="1914528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884" name="Equation" r:id="rId27" imgW="622080" imgH="342720" progId="Equation.DSMT4">
                    <p:embed/>
                  </p:oleObj>
                </mc:Choice>
                <mc:Fallback>
                  <p:oleObj name="Equation" r:id="rId27" imgW="622080" imgH="34272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6DA96B61-9511-4409-846D-819E5CB290A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2065769" y="1914528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0954C4F2-5002-4163-8E67-3847EB84252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6246536"/>
                </p:ext>
              </p:extLst>
            </p:nvPr>
          </p:nvGraphicFramePr>
          <p:xfrm>
            <a:off x="3032234" y="1906498"/>
            <a:ext cx="622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885" name="Equation" r:id="rId29" imgW="622080" imgH="330120" progId="Equation.DSMT4">
                    <p:embed/>
                  </p:oleObj>
                </mc:Choice>
                <mc:Fallback>
                  <p:oleObj name="Equation" r:id="rId29" imgW="622080" imgH="33012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B72E8C2A-EA52-4F09-A8E7-BA419A92845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3032234" y="1906498"/>
                          <a:ext cx="622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08C80B22-9C38-4FD7-A3C4-2888D5C75B7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6011440"/>
                </p:ext>
              </p:extLst>
            </p:nvPr>
          </p:nvGraphicFramePr>
          <p:xfrm>
            <a:off x="5454303" y="1908247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886" name="Equation" r:id="rId31" imgW="622080" imgH="342720" progId="Equation.DSMT4">
                    <p:embed/>
                  </p:oleObj>
                </mc:Choice>
                <mc:Fallback>
                  <p:oleObj name="Equation" r:id="rId31" imgW="622080" imgH="342720" progId="Equation.DSMT4">
                    <p:embed/>
                    <p:pic>
                      <p:nvPicPr>
                        <p:cNvPr id="29" name="对象 28">
                          <a:extLst>
                            <a:ext uri="{FF2B5EF4-FFF2-40B4-BE49-F238E27FC236}">
                              <a16:creationId xmlns:a16="http://schemas.microsoft.com/office/drawing/2014/main" id="{925FC1B4-9143-4593-97DE-932A6761BC0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5454303" y="1908247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C2826BF0-1888-4510-8EA4-BE8358B17D5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0345196"/>
                </p:ext>
              </p:extLst>
            </p:nvPr>
          </p:nvGraphicFramePr>
          <p:xfrm>
            <a:off x="6440006" y="1903220"/>
            <a:ext cx="622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887" name="Equation" r:id="rId33" imgW="622080" imgH="330120" progId="Equation.DSMT4">
                    <p:embed/>
                  </p:oleObj>
                </mc:Choice>
                <mc:Fallback>
                  <p:oleObj name="Equation" r:id="rId33" imgW="622080" imgH="330120" progId="Equation.DSMT4">
                    <p:embed/>
                    <p:pic>
                      <p:nvPicPr>
                        <p:cNvPr id="30" name="对象 29">
                          <a:extLst>
                            <a:ext uri="{FF2B5EF4-FFF2-40B4-BE49-F238E27FC236}">
                              <a16:creationId xmlns:a16="http://schemas.microsoft.com/office/drawing/2014/main" id="{0492204B-61FA-4484-92D5-FA1635FCB11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6440006" y="1903220"/>
                          <a:ext cx="622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8DA7F368-AFB5-40B3-95F4-943EDF9172CD}"/>
              </a:ext>
            </a:extLst>
          </p:cNvPr>
          <p:cNvGrpSpPr/>
          <p:nvPr/>
        </p:nvGrpSpPr>
        <p:grpSpPr>
          <a:xfrm>
            <a:off x="424248" y="2219799"/>
            <a:ext cx="5039915" cy="461665"/>
            <a:chOff x="424248" y="2363815"/>
            <a:chExt cx="5039915" cy="461665"/>
          </a:xfrm>
        </p:grpSpPr>
        <p:sp>
          <p:nvSpPr>
            <p:cNvPr id="26" name="Text Box 16">
              <a:extLst>
                <a:ext uri="{FF2B5EF4-FFF2-40B4-BE49-F238E27FC236}">
                  <a16:creationId xmlns:a16="http://schemas.microsoft.com/office/drawing/2014/main" id="{AE8BB331-5352-4BD0-874E-ED957A4F49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248" y="2363815"/>
              <a:ext cx="503991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由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定理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可知，    在     上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连续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73B841CF-9A0E-4F58-87C8-4B0251C5AD0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4649265"/>
                </p:ext>
              </p:extLst>
            </p:nvPr>
          </p:nvGraphicFramePr>
          <p:xfrm>
            <a:off x="2380913" y="2423198"/>
            <a:ext cx="660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888" name="Equation" r:id="rId35" imgW="660240" imgH="342720" progId="Equation.DSMT4">
                    <p:embed/>
                  </p:oleObj>
                </mc:Choice>
                <mc:Fallback>
                  <p:oleObj name="Equation" r:id="rId35" imgW="660240" imgH="342720" progId="Equation.DSMT4">
                    <p:embed/>
                    <p:pic>
                      <p:nvPicPr>
                        <p:cNvPr id="33" name="对象 32">
                          <a:extLst>
                            <a:ext uri="{FF2B5EF4-FFF2-40B4-BE49-F238E27FC236}">
                              <a16:creationId xmlns:a16="http://schemas.microsoft.com/office/drawing/2014/main" id="{E6F7E64A-77E3-4ABD-A519-89A3A01738B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2380913" y="2423198"/>
                          <a:ext cx="660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A3B992A3-4D66-425A-B572-91F3BE97F8E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24911745"/>
                </p:ext>
              </p:extLst>
            </p:nvPr>
          </p:nvGraphicFramePr>
          <p:xfrm>
            <a:off x="3623372" y="2417013"/>
            <a:ext cx="622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889" name="Equation" r:id="rId29" imgW="622080" imgH="330120" progId="Equation.DSMT4">
                    <p:embed/>
                  </p:oleObj>
                </mc:Choice>
                <mc:Fallback>
                  <p:oleObj name="Equation" r:id="rId29" imgW="622080" imgH="330120" progId="Equation.DSMT4">
                    <p:embed/>
                    <p:pic>
                      <p:nvPicPr>
                        <p:cNvPr id="34" name="对象 33">
                          <a:extLst>
                            <a:ext uri="{FF2B5EF4-FFF2-40B4-BE49-F238E27FC236}">
                              <a16:creationId xmlns:a16="http://schemas.microsoft.com/office/drawing/2014/main" id="{64F1AD10-2D67-4E24-A195-8B44D5DDAE3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3623372" y="2417013"/>
                          <a:ext cx="622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680555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2D5313EF-54C9-436D-A078-4ABDFEF4E8B7}"/>
              </a:ext>
            </a:extLst>
          </p:cNvPr>
          <p:cNvSpPr/>
          <p:nvPr/>
        </p:nvSpPr>
        <p:spPr>
          <a:xfrm>
            <a:off x="1118821" y="764753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prstClr val="black"/>
                </a:solidFill>
                <a:cs typeface="Times New Roman" panose="02020603050405020304" pitchFamily="18" charset="0"/>
              </a:rPr>
              <a:t>从而</a:t>
            </a:r>
            <a:endParaRPr lang="zh-CN" altLang="en-US" sz="2400" b="1" dirty="0">
              <a:solidFill>
                <a:prstClr val="black"/>
              </a:solidFill>
              <a:ea typeface="等线" panose="02010600030101010101" pitchFamily="2" charset="-122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B86CC26-34CA-475C-B70C-3DC0EF28DF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3550320"/>
              </p:ext>
            </p:extLst>
          </p:nvPr>
        </p:nvGraphicFramePr>
        <p:xfrm>
          <a:off x="2195736" y="195486"/>
          <a:ext cx="34290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450" name="Equation" r:id="rId3" imgW="3429000" imgH="1600200" progId="Equation.DSMT4">
                  <p:embed/>
                </p:oleObj>
              </mc:Choice>
              <mc:Fallback>
                <p:oleObj name="Equation" r:id="rId3" imgW="3429000" imgH="16002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A9F3E71B-FD17-45CE-8F2D-3F24F5A974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95736" y="195486"/>
                        <a:ext cx="3429000" cy="160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>
            <a:extLst>
              <a:ext uri="{FF2B5EF4-FFF2-40B4-BE49-F238E27FC236}">
                <a16:creationId xmlns:a16="http://schemas.microsoft.com/office/drawing/2014/main" id="{6BB8F832-3508-4067-B710-7AEB1090D0A5}"/>
              </a:ext>
            </a:extLst>
          </p:cNvPr>
          <p:cNvGrpSpPr/>
          <p:nvPr/>
        </p:nvGrpSpPr>
        <p:grpSpPr>
          <a:xfrm>
            <a:off x="1000956" y="1825472"/>
            <a:ext cx="2306504" cy="461665"/>
            <a:chOff x="1000956" y="1825472"/>
            <a:chExt cx="2306504" cy="461665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CC6B0FC-533E-47D0-B744-50626F875CB7}"/>
                </a:ext>
              </a:extLst>
            </p:cNvPr>
            <p:cNvSpPr/>
            <p:nvPr/>
          </p:nvSpPr>
          <p:spPr>
            <a:xfrm>
              <a:off x="1000956" y="1825472"/>
              <a:ext cx="230650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4572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当                 时，</a:t>
              </a:r>
              <a:endParaRPr lang="zh-CN" altLang="en-US" sz="2400" b="1" dirty="0">
                <a:solidFill>
                  <a:prstClr val="black"/>
                </a:solidFill>
                <a:ea typeface="等线" panose="02010600030101010101" pitchFamily="2" charset="-122"/>
              </a:endParaRPr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10531CCA-CE77-43F2-83BC-88800F61231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02244247"/>
                </p:ext>
              </p:extLst>
            </p:nvPr>
          </p:nvGraphicFramePr>
          <p:xfrm>
            <a:off x="1514565" y="1884854"/>
            <a:ext cx="1028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1451" name="Equation" r:id="rId5" imgW="1028520" imgH="342720" progId="Equation.DSMT4">
                    <p:embed/>
                  </p:oleObj>
                </mc:Choice>
                <mc:Fallback>
                  <p:oleObj name="Equation" r:id="rId5" imgW="1028520" imgH="34272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A84B9614-2A90-4AAD-98E0-F4EB6CC67D1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514565" y="1884854"/>
                          <a:ext cx="1028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2C59C19-5128-476C-910C-D6E8915810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0758064"/>
              </p:ext>
            </p:extLst>
          </p:nvPr>
        </p:nvGraphicFramePr>
        <p:xfrm>
          <a:off x="3148066" y="1848982"/>
          <a:ext cx="2654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452" name="Equation" r:id="rId7" imgW="2654280" imgH="406080" progId="Equation.DSMT4">
                  <p:embed/>
                </p:oleObj>
              </mc:Choice>
              <mc:Fallback>
                <p:oleObj name="Equation" r:id="rId7" imgW="2654280" imgH="4060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36D5A346-2038-4438-B9BE-B466FCF559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48066" y="1848982"/>
                        <a:ext cx="26543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AFDE8C12-E18C-43B4-ABAD-B3F01F469C7C}"/>
              </a:ext>
            </a:extLst>
          </p:cNvPr>
          <p:cNvGrpSpPr/>
          <p:nvPr/>
        </p:nvGrpSpPr>
        <p:grpSpPr>
          <a:xfrm>
            <a:off x="1042988" y="3219822"/>
            <a:ext cx="1802096" cy="461665"/>
            <a:chOff x="1009892" y="3329543"/>
            <a:chExt cx="1802096" cy="461665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800BD5A2-1529-4D85-B6DD-2FFEE1A5AE68}"/>
                </a:ext>
              </a:extLst>
            </p:cNvPr>
            <p:cNvSpPr/>
            <p:nvPr/>
          </p:nvSpPr>
          <p:spPr>
            <a:xfrm>
              <a:off x="1009892" y="3329543"/>
              <a:ext cx="180209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4572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当          时，</a:t>
              </a:r>
              <a:endParaRPr lang="zh-CN" altLang="en-US" sz="2400" b="1" dirty="0">
                <a:solidFill>
                  <a:prstClr val="black"/>
                </a:solidFill>
                <a:ea typeface="等线" panose="02010600030101010101" pitchFamily="2" charset="-122"/>
              </a:endParaRP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937A2134-4184-4371-83AA-92845D4AFEF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52810415"/>
                </p:ext>
              </p:extLst>
            </p:nvPr>
          </p:nvGraphicFramePr>
          <p:xfrm>
            <a:off x="1441120" y="3401325"/>
            <a:ext cx="596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1453" name="Equation" r:id="rId9" imgW="596880" imgH="279360" progId="Equation.DSMT4">
                    <p:embed/>
                  </p:oleObj>
                </mc:Choice>
                <mc:Fallback>
                  <p:oleObj name="Equation" r:id="rId9" imgW="596880" imgH="27936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D1F5AC76-B56B-426E-A87F-CACA607CA31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441120" y="3401325"/>
                          <a:ext cx="5969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4F352B4-0F88-4E00-974E-67E4C3F2971D}"/>
              </a:ext>
            </a:extLst>
          </p:cNvPr>
          <p:cNvGrpSpPr/>
          <p:nvPr/>
        </p:nvGrpSpPr>
        <p:grpSpPr>
          <a:xfrm>
            <a:off x="1009892" y="2447201"/>
            <a:ext cx="2306504" cy="461665"/>
            <a:chOff x="1009892" y="2447201"/>
            <a:chExt cx="2306504" cy="461665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BC2D787-7CF6-4FDA-BE51-12E1B51D4BA3}"/>
                </a:ext>
              </a:extLst>
            </p:cNvPr>
            <p:cNvSpPr/>
            <p:nvPr/>
          </p:nvSpPr>
          <p:spPr>
            <a:xfrm>
              <a:off x="1009892" y="2447201"/>
              <a:ext cx="230650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4572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当                 时，</a:t>
              </a:r>
              <a:endParaRPr lang="zh-CN" altLang="en-US" sz="2400" b="1" dirty="0">
                <a:solidFill>
                  <a:prstClr val="black"/>
                </a:solidFill>
                <a:ea typeface="等线" panose="02010600030101010101" pitchFamily="2" charset="-122"/>
              </a:endParaRP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3106A88B-450A-472C-B690-C33C41EF07B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64732518"/>
                </p:ext>
              </p:extLst>
            </p:nvPr>
          </p:nvGraphicFramePr>
          <p:xfrm>
            <a:off x="1486339" y="2525051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1454" name="Equation" r:id="rId11" imgW="1104840" imgH="342720" progId="Equation.DSMT4">
                    <p:embed/>
                  </p:oleObj>
                </mc:Choice>
                <mc:Fallback>
                  <p:oleObj name="Equation" r:id="rId11" imgW="1104840" imgH="34272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2F39EB0C-C604-4083-8BD8-D2482B2E8EA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486339" y="2525051"/>
                          <a:ext cx="1104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0F3217E8-C96C-479D-8D9D-B12C2937AE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2004078"/>
              </p:ext>
            </p:extLst>
          </p:nvPr>
        </p:nvGraphicFramePr>
        <p:xfrm>
          <a:off x="3244388" y="2520581"/>
          <a:ext cx="2311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455" name="Equation" r:id="rId13" imgW="2311200" imgH="355320" progId="Equation.DSMT4">
                  <p:embed/>
                </p:oleObj>
              </mc:Choice>
              <mc:Fallback>
                <p:oleObj name="Equation" r:id="rId13" imgW="2311200" imgH="35532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047B18CD-A540-42D4-92D7-B6A0A772B1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44388" y="2520581"/>
                        <a:ext cx="23114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01F73D49-9F12-4EF6-808E-D10327A731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8090670"/>
              </p:ext>
            </p:extLst>
          </p:nvPr>
        </p:nvGraphicFramePr>
        <p:xfrm>
          <a:off x="2947988" y="3027363"/>
          <a:ext cx="35560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456" name="Equation" r:id="rId15" imgW="3555720" imgH="749160" progId="Equation.DSMT4">
                  <p:embed/>
                </p:oleObj>
              </mc:Choice>
              <mc:Fallback>
                <p:oleObj name="Equation" r:id="rId15" imgW="3555720" imgH="74916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8B5B4826-0B4E-4AEE-BACE-D4BA501612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947988" y="3027363"/>
                        <a:ext cx="3556000" cy="74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4606893A-3917-4A60-B98F-67B31976DC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3715573"/>
              </p:ext>
            </p:extLst>
          </p:nvPr>
        </p:nvGraphicFramePr>
        <p:xfrm>
          <a:off x="3024188" y="3927845"/>
          <a:ext cx="34798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457" name="Equation" r:id="rId17" imgW="3479760" imgH="749160" progId="Equation.DSMT4">
                  <p:embed/>
                </p:oleObj>
              </mc:Choice>
              <mc:Fallback>
                <p:oleObj name="Equation" r:id="rId17" imgW="3479760" imgH="74916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75A0BF48-BF95-4F2F-AA1C-0A1717CC64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024188" y="3927845"/>
                        <a:ext cx="3479800" cy="74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36802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F290037-2AFF-4C37-9A69-0B53B55A4E96}"/>
              </a:ext>
            </a:extLst>
          </p:cNvPr>
          <p:cNvSpPr/>
          <p:nvPr/>
        </p:nvSpPr>
        <p:spPr>
          <a:xfrm>
            <a:off x="589324" y="449461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cs typeface="Times New Roman" panose="02020603050405020304" pitchFamily="18" charset="0"/>
              </a:rPr>
              <a:t>故</a:t>
            </a:r>
            <a:endParaRPr lang="zh-CN" altLang="en-US" sz="2400" b="1" dirty="0">
              <a:solidFill>
                <a:prstClr val="black"/>
              </a:solidFill>
              <a:ea typeface="等线" panose="02010600030101010101" pitchFamily="2" charset="-122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498E397-6273-421A-854C-68A2A983D7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9048435"/>
              </p:ext>
            </p:extLst>
          </p:nvPr>
        </p:nvGraphicFramePr>
        <p:xfrm>
          <a:off x="1187624" y="555526"/>
          <a:ext cx="2006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36" name="Equation" r:id="rId3" imgW="2006280" imgH="355320" progId="Equation.DSMT4">
                  <p:embed/>
                </p:oleObj>
              </mc:Choice>
              <mc:Fallback>
                <p:oleObj name="Equation" r:id="rId3" imgW="2006280" imgH="3553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C0883F4D-8AE9-4476-8A3D-27EC8B68E6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87624" y="555526"/>
                        <a:ext cx="20066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E4A00C6B-8EFC-4B28-ADD7-01F9D52FBC08}"/>
              </a:ext>
            </a:extLst>
          </p:cNvPr>
          <p:cNvSpPr/>
          <p:nvPr/>
        </p:nvSpPr>
        <p:spPr>
          <a:xfrm>
            <a:off x="1187624" y="1135753"/>
            <a:ext cx="76826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cs typeface="Times New Roman" panose="02020603050405020304" pitchFamily="18" charset="0"/>
              </a:rPr>
              <a:t>综上所述，积分上限的函数          在          上处处可导，且</a:t>
            </a:r>
            <a:endParaRPr lang="zh-CN" altLang="en-US" sz="2400" b="1" dirty="0">
              <a:solidFill>
                <a:prstClr val="black"/>
              </a:solidFill>
              <a:ea typeface="等线" panose="02010600030101010101" pitchFamily="2" charset="-122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6C8BFAF-BB39-49CF-A677-A024680405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5151655"/>
              </p:ext>
            </p:extLst>
          </p:nvPr>
        </p:nvGraphicFramePr>
        <p:xfrm>
          <a:off x="4981812" y="1195135"/>
          <a:ext cx="660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37" name="Equation" r:id="rId5" imgW="660240" imgH="342720" progId="Equation.DSMT4">
                  <p:embed/>
                </p:oleObj>
              </mc:Choice>
              <mc:Fallback>
                <p:oleObj name="Equation" r:id="rId5" imgW="660240" imgH="3427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8B1A7D99-C3D0-4B82-A9B8-A5BACA7B34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81812" y="1195135"/>
                        <a:ext cx="660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A70BDF6-6481-434F-BBE1-F67FD0398D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944785"/>
              </p:ext>
            </p:extLst>
          </p:nvPr>
        </p:nvGraphicFramePr>
        <p:xfrm>
          <a:off x="5989924" y="1195135"/>
          <a:ext cx="622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38" name="Equation" r:id="rId7" imgW="622080" imgH="330120" progId="Equation.DSMT4">
                  <p:embed/>
                </p:oleObj>
              </mc:Choice>
              <mc:Fallback>
                <p:oleObj name="Equation" r:id="rId7" imgW="622080" imgH="3301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0FBF1E64-B195-4444-8891-69B8406043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989924" y="1195135"/>
                        <a:ext cx="6223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0EBCE19A-B57C-4998-AC9E-95327A8637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6937858"/>
              </p:ext>
            </p:extLst>
          </p:nvPr>
        </p:nvGraphicFramePr>
        <p:xfrm>
          <a:off x="3199122" y="1798421"/>
          <a:ext cx="16891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39" name="Equation" r:id="rId9" imgW="1688760" imgH="355320" progId="Equation.DSMT4">
                  <p:embed/>
                </p:oleObj>
              </mc:Choice>
              <mc:Fallback>
                <p:oleObj name="Equation" r:id="rId9" imgW="1688760" imgH="3553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1D13CF08-8A52-46DB-A0AD-7B071C17E3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99122" y="1798421"/>
                        <a:ext cx="16891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9B30BC15-B37F-4C19-A714-B1C933D5F7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6242326"/>
              </p:ext>
            </p:extLst>
          </p:nvPr>
        </p:nvGraphicFramePr>
        <p:xfrm>
          <a:off x="5028934" y="1811121"/>
          <a:ext cx="1143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40" name="Equation" r:id="rId11" imgW="1143000" imgH="330120" progId="Equation.DSMT4">
                  <p:embed/>
                </p:oleObj>
              </mc:Choice>
              <mc:Fallback>
                <p:oleObj name="Equation" r:id="rId11" imgW="1143000" imgH="3301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9566B4A0-EE3B-469C-910F-F69F7C60FF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028934" y="1811121"/>
                        <a:ext cx="1143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39C6D3F4-6E51-4C5E-BAB0-D84C7A2BBCE4}"/>
              </a:ext>
            </a:extLst>
          </p:cNvPr>
          <p:cNvSpPr/>
          <p:nvPr/>
        </p:nvSpPr>
        <p:spPr>
          <a:xfrm>
            <a:off x="614070" y="2600092"/>
            <a:ext cx="81836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5600" algn="just" defTabSz="457200" eaLnBrk="0" fontAlgn="base" hangingPunct="0">
              <a:spcBef>
                <a:spcPct val="0"/>
              </a:spcBef>
            </a:pPr>
            <a:r>
              <a:rPr lang="zh-CN" altLang="zh-CN" sz="2400" b="1" kern="100" dirty="0">
                <a:solidFill>
                  <a:srgbClr val="0066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问题</a:t>
            </a:r>
            <a:r>
              <a:rPr lang="en-US" altLang="zh-CN" sz="2400" b="1" kern="100" dirty="0">
                <a:solidFill>
                  <a:srgbClr val="0066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400" b="1" kern="100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对</a:t>
            </a:r>
            <a:r>
              <a:rPr lang="zh-CN" altLang="en-US" sz="2400" b="1" kern="100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连续函数</a:t>
            </a:r>
            <a:r>
              <a:rPr lang="zh-CN" altLang="en-US" sz="2400" b="1" kern="100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而言，积分上限的函数是否一定可导？</a:t>
            </a:r>
            <a:endParaRPr lang="zh-CN" altLang="zh-CN" sz="2400" b="1" kern="100" dirty="0">
              <a:solidFill>
                <a:prstClr val="black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6AAF987-25B2-425B-BCE0-A4F328188688}"/>
              </a:ext>
            </a:extLst>
          </p:cNvPr>
          <p:cNvSpPr/>
          <p:nvPr/>
        </p:nvSpPr>
        <p:spPr>
          <a:xfrm>
            <a:off x="0" y="3207665"/>
            <a:ext cx="56886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5600" algn="just" defTabSz="457200" eaLnBrk="0" fontAlgn="base" hangingPunct="0">
              <a:spcBef>
                <a:spcPct val="0"/>
              </a:spcBef>
            </a:pPr>
            <a:r>
              <a:rPr lang="zh-CN" altLang="en-US" sz="2400" b="1" kern="100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如果可导，导函数是否为被积函数</a:t>
            </a:r>
            <a:r>
              <a:rPr lang="en-US" altLang="zh-CN" sz="2400" b="1" kern="100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sz="2400" b="1" kern="100" dirty="0">
              <a:solidFill>
                <a:prstClr val="black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002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07179CDA-AA18-44AC-87E7-6826D49D2D9E}"/>
              </a:ext>
            </a:extLst>
          </p:cNvPr>
          <p:cNvSpPr txBox="1"/>
          <p:nvPr/>
        </p:nvSpPr>
        <p:spPr>
          <a:xfrm>
            <a:off x="911563" y="455717"/>
            <a:ext cx="992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定理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64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1810580" y="430713"/>
            <a:ext cx="2344539" cy="461665"/>
            <a:chOff x="931317" y="1131590"/>
            <a:chExt cx="2344539" cy="461665"/>
          </a:xfrm>
        </p:grpSpPr>
        <p:sp>
          <p:nvSpPr>
            <p:cNvPr id="22" name="Text Box 46">
              <a:extLst>
                <a:ext uri="{FF2B5EF4-FFF2-40B4-BE49-F238E27FC236}">
                  <a16:creationId xmlns:a16="http://schemas.microsoft.com/office/drawing/2014/main" id="{B7DDC7C0-F28A-4915-93E1-7528BF1206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1317" y="1131590"/>
              <a:ext cx="234453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若</a:t>
              </a:r>
              <a:endPara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3" name="Object 24">
              <a:extLst>
                <a:ext uri="{FF2B5EF4-FFF2-40B4-BE49-F238E27FC236}">
                  <a16:creationId xmlns:a16="http://schemas.microsoft.com/office/drawing/2014/main" id="{D510758B-BF9A-4B4F-8517-361DE88A78A4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328892" y="1223221"/>
            <a:ext cx="1816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520" name="Equation" r:id="rId4" imgW="1815840" imgH="342720" progId="Equation.DSMT4">
                    <p:embed/>
                  </p:oleObj>
                </mc:Choice>
                <mc:Fallback>
                  <p:oleObj name="Equation" r:id="rId4" imgW="1815840" imgH="342720" progId="Equation.DSMT4">
                    <p:embed/>
                    <p:pic>
                      <p:nvPicPr>
                        <p:cNvPr id="23" name="Object 24">
                          <a:extLst>
                            <a:ext uri="{FF2B5EF4-FFF2-40B4-BE49-F238E27FC236}">
                              <a16:creationId xmlns:a16="http://schemas.microsoft.com/office/drawing/2014/main" id="{D510758B-BF9A-4B4F-8517-361DE88A78A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8892" y="1223221"/>
                          <a:ext cx="18161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" name="Text Box 12">
            <a:extLst>
              <a:ext uri="{FF2B5EF4-FFF2-40B4-BE49-F238E27FC236}">
                <a16:creationId xmlns:a16="http://schemas.microsoft.com/office/drawing/2014/main" id="{5A5D8A2D-EE12-4C26-B937-997ED9A2B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0688" y="421169"/>
            <a:ext cx="25761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则积分上限函数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DFFDFA9C-ED3B-446B-8419-BE2822B17E9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341688" y="973138"/>
          <a:ext cx="21717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521" name="Equation" r:id="rId6" imgW="2171520" imgH="596880" progId="Equation.DSMT4">
                  <p:embed/>
                </p:oleObj>
              </mc:Choice>
              <mc:Fallback>
                <p:oleObj name="Equation" r:id="rId6" imgW="2171520" imgH="596880" progId="Equation.DSMT4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DFFDFA9C-ED3B-446B-8419-BE2822B17E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1688" y="973138"/>
                        <a:ext cx="2171700" cy="596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组合 28"/>
          <p:cNvGrpSpPr/>
          <p:nvPr/>
        </p:nvGrpSpPr>
        <p:grpSpPr>
          <a:xfrm>
            <a:off x="185633" y="1516189"/>
            <a:ext cx="3507580" cy="461665"/>
            <a:chOff x="5456908" y="1135919"/>
            <a:chExt cx="3507580" cy="461665"/>
          </a:xfrm>
        </p:grpSpPr>
        <p:sp>
          <p:nvSpPr>
            <p:cNvPr id="33" name="Text Box 35">
              <a:extLst>
                <a:ext uri="{FF2B5EF4-FFF2-40B4-BE49-F238E27FC236}">
                  <a16:creationId xmlns:a16="http://schemas.microsoft.com/office/drawing/2014/main" id="{F20B9C9A-151C-451A-910A-FD604125F5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56908" y="1135919"/>
              <a:ext cx="350758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在区间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   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上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可导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,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且</a:t>
              </a:r>
            </a:p>
          </p:txBody>
        </p:sp>
        <p:graphicFrame>
          <p:nvGraphicFramePr>
            <p:cNvPr id="31" name="Object 24">
              <a:extLst>
                <a:ext uri="{FF2B5EF4-FFF2-40B4-BE49-F238E27FC236}">
                  <a16:creationId xmlns:a16="http://schemas.microsoft.com/office/drawing/2014/main" id="{D510758B-BF9A-4B4F-8517-361DE88A78A4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465018" y="1228827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522" name="Equation" r:id="rId8" imgW="634680" imgH="330120" progId="Equation.DSMT4">
                    <p:embed/>
                  </p:oleObj>
                </mc:Choice>
                <mc:Fallback>
                  <p:oleObj name="Equation" r:id="rId8" imgW="634680" imgH="330120" progId="Equation.DSMT4">
                    <p:embed/>
                    <p:pic>
                      <p:nvPicPr>
                        <p:cNvPr id="31" name="Object 24">
                          <a:extLst>
                            <a:ext uri="{FF2B5EF4-FFF2-40B4-BE49-F238E27FC236}">
                              <a16:creationId xmlns:a16="http://schemas.microsoft.com/office/drawing/2014/main" id="{D510758B-BF9A-4B4F-8517-361DE88A78A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65018" y="1228827"/>
                          <a:ext cx="635000" cy="330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4" name="Object 24">
            <a:extLst>
              <a:ext uri="{FF2B5EF4-FFF2-40B4-BE49-F238E27FC236}">
                <a16:creationId xmlns:a16="http://schemas.microsoft.com/office/drawing/2014/main" id="{DFFDFA9C-ED3B-446B-8419-BE2822B17E9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079972" y="2055813"/>
          <a:ext cx="4940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523" name="Equation" r:id="rId10" imgW="4940280" imgH="736560" progId="Equation.DSMT4">
                  <p:embed/>
                </p:oleObj>
              </mc:Choice>
              <mc:Fallback>
                <p:oleObj name="Equation" r:id="rId10" imgW="4940280" imgH="736560" progId="Equation.DSMT4">
                  <p:embed/>
                  <p:pic>
                    <p:nvPicPr>
                      <p:cNvPr id="34" name="Object 24">
                        <a:extLst>
                          <a:ext uri="{FF2B5EF4-FFF2-40B4-BE49-F238E27FC236}">
                            <a16:creationId xmlns:a16="http://schemas.microsoft.com/office/drawing/2014/main" id="{DFFDFA9C-ED3B-446B-8419-BE2822B17E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9972" y="2055813"/>
                        <a:ext cx="49403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85A2694B-B7D5-4FB2-9842-7FB324563D09}"/>
              </a:ext>
            </a:extLst>
          </p:cNvPr>
          <p:cNvSpPr txBox="1"/>
          <p:nvPr/>
        </p:nvSpPr>
        <p:spPr>
          <a:xfrm>
            <a:off x="918175" y="3579862"/>
            <a:ext cx="575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证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64FF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6" name="Object 24">
            <a:extLst>
              <a:ext uri="{FF2B5EF4-FFF2-40B4-BE49-F238E27FC236}">
                <a16:creationId xmlns:a16="http://schemas.microsoft.com/office/drawing/2014/main" id="{4CFBCDD9-8664-4B1D-8E09-09712F778DE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498600" y="3705225"/>
          <a:ext cx="3340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524" name="Equation" r:id="rId12" imgW="3340080" imgH="342720" progId="Equation.DSMT4">
                  <p:embed/>
                </p:oleObj>
              </mc:Choice>
              <mc:Fallback>
                <p:oleObj name="Equation" r:id="rId12" imgW="3340080" imgH="342720" progId="Equation.DSMT4">
                  <p:embed/>
                  <p:pic>
                    <p:nvPicPr>
                      <p:cNvPr id="26" name="Object 24">
                        <a:extLst>
                          <a:ext uri="{FF2B5EF4-FFF2-40B4-BE49-F238E27FC236}">
                            <a16:creationId xmlns:a16="http://schemas.microsoft.com/office/drawing/2014/main" id="{4CFBCDD9-8664-4B1D-8E09-09712F778D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8600" y="3705225"/>
                        <a:ext cx="33401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35">
            <a:extLst>
              <a:ext uri="{FF2B5EF4-FFF2-40B4-BE49-F238E27FC236}">
                <a16:creationId xmlns:a16="http://schemas.microsoft.com/office/drawing/2014/main" id="{6940A27F-687F-4B94-88E7-F1750B46AF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4611" y="3592917"/>
            <a:ext cx="8296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则</a:t>
            </a:r>
          </a:p>
        </p:txBody>
      </p:sp>
      <p:graphicFrame>
        <p:nvGraphicFramePr>
          <p:cNvPr id="28" name="Object 24">
            <a:extLst>
              <a:ext uri="{FF2B5EF4-FFF2-40B4-BE49-F238E27FC236}">
                <a16:creationId xmlns:a16="http://schemas.microsoft.com/office/drawing/2014/main" id="{AE627DFA-3577-4228-AAEF-F2E91B764D2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352653" y="4227934"/>
          <a:ext cx="3073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525" name="Equation" r:id="rId14" imgW="3073320" imgH="596880" progId="Equation.DSMT4">
                  <p:embed/>
                </p:oleObj>
              </mc:Choice>
              <mc:Fallback>
                <p:oleObj name="Equation" r:id="rId14" imgW="3073320" imgH="596880" progId="Equation.DSMT4">
                  <p:embed/>
                  <p:pic>
                    <p:nvPicPr>
                      <p:cNvPr id="28" name="Object 24">
                        <a:extLst>
                          <a:ext uri="{FF2B5EF4-FFF2-40B4-BE49-F238E27FC236}">
                            <a16:creationId xmlns:a16="http://schemas.microsoft.com/office/drawing/2014/main" id="{AE627DFA-3577-4228-AAEF-F2E91B764D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2653" y="4227934"/>
                        <a:ext cx="30734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4">
            <a:extLst>
              <a:ext uri="{FF2B5EF4-FFF2-40B4-BE49-F238E27FC236}">
                <a16:creationId xmlns:a16="http://schemas.microsoft.com/office/drawing/2014/main" id="{FA265AF1-1DAD-4372-A9D6-643F6CF1FFE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331640" y="4385730"/>
          <a:ext cx="2921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526" name="Equation" r:id="rId16" imgW="2920680" imgH="342720" progId="Equation.DSMT4">
                  <p:embed/>
                </p:oleObj>
              </mc:Choice>
              <mc:Fallback>
                <p:oleObj name="Equation" r:id="rId16" imgW="2920680" imgH="342720" progId="Equation.DSMT4">
                  <p:embed/>
                  <p:pic>
                    <p:nvPicPr>
                      <p:cNvPr id="30" name="Object 24">
                        <a:extLst>
                          <a:ext uri="{FF2B5EF4-FFF2-40B4-BE49-F238E27FC236}">
                            <a16:creationId xmlns:a16="http://schemas.microsoft.com/office/drawing/2014/main" id="{FA265AF1-1DAD-4372-A9D6-643F6CF1FF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4385730"/>
                        <a:ext cx="2921000" cy="342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7FB771F0-FE3C-41EA-A52A-8222C94DFBFE}"/>
              </a:ext>
            </a:extLst>
          </p:cNvPr>
          <p:cNvGrpSpPr/>
          <p:nvPr/>
        </p:nvGrpSpPr>
        <p:grpSpPr>
          <a:xfrm>
            <a:off x="228074" y="2925619"/>
            <a:ext cx="6048672" cy="461665"/>
            <a:chOff x="228074" y="2925619"/>
            <a:chExt cx="6048672" cy="461665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1DD2D5A6-7F6A-4DA8-A799-545BA73E2B27}"/>
                </a:ext>
              </a:extLst>
            </p:cNvPr>
            <p:cNvGrpSpPr/>
            <p:nvPr/>
          </p:nvGrpSpPr>
          <p:grpSpPr>
            <a:xfrm>
              <a:off x="228074" y="2925619"/>
              <a:ext cx="6048672" cy="461665"/>
              <a:chOff x="-708030" y="1731100"/>
              <a:chExt cx="6048672" cy="461665"/>
            </a:xfrm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9FB1099A-AA61-4517-A0A5-CFADBC173DC2}"/>
                  </a:ext>
                </a:extLst>
              </p:cNvPr>
              <p:cNvGrpSpPr/>
              <p:nvPr/>
            </p:nvGrpSpPr>
            <p:grpSpPr>
              <a:xfrm>
                <a:off x="-708030" y="1731100"/>
                <a:ext cx="6048672" cy="461665"/>
                <a:chOff x="3921294" y="1159365"/>
                <a:chExt cx="6048672" cy="461665"/>
              </a:xfrm>
            </p:grpSpPr>
            <p:sp>
              <p:nvSpPr>
                <p:cNvPr id="37" name="Text Box 35">
                  <a:extLst>
                    <a:ext uri="{FF2B5EF4-FFF2-40B4-BE49-F238E27FC236}">
                      <a16:creationId xmlns:a16="http://schemas.microsoft.com/office/drawing/2014/main" id="{D465B9C6-6AAA-46E4-8A5B-F91765B959B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21294" y="1159365"/>
                  <a:ext cx="6048672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宋体" panose="02010600030101010101" pitchFamily="2" charset="-122"/>
                      <a:ea typeface="宋体" panose="02010600030101010101" pitchFamily="2" charset="-122"/>
                      <a:cs typeface="+mn-cs"/>
                    </a:rPr>
                    <a:t>即    是    在区间</a:t>
                  </a:r>
                  <a:r>
                    <a:rPr kumimoji="1" lang="zh-CN" altLang="en-US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66FF"/>
                      </a:solidFill>
                      <a:effectLst/>
                      <a:uLnTx/>
                      <a:uFillTx/>
                      <a:latin typeface="宋体" panose="02010600030101010101" pitchFamily="2" charset="-122"/>
                      <a:ea typeface="宋体" panose="02010600030101010101" pitchFamily="2" charset="-122"/>
                      <a:cs typeface="+mn-cs"/>
                    </a:rPr>
                    <a:t>    </a:t>
                  </a:r>
                  <a:r>
                    <a:rPr kumimoji="1" lang="zh-CN" altLang="en-US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宋体" panose="02010600030101010101" pitchFamily="2" charset="-122"/>
                      <a:ea typeface="宋体" panose="02010600030101010101" pitchFamily="2" charset="-122"/>
                      <a:cs typeface="+mn-cs"/>
                    </a:rPr>
                    <a:t>上的一个原函数</a:t>
                  </a: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宋体" panose="02010600030101010101" pitchFamily="2" charset="-122"/>
                      <a:ea typeface="宋体" panose="02010600030101010101" pitchFamily="2" charset="-122"/>
                      <a:cs typeface="+mn-cs"/>
                    </a:rPr>
                    <a:t>.</a:t>
                  </a:r>
                  <a:endPara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endParaRPr>
                </a:p>
              </p:txBody>
            </p:sp>
            <p:graphicFrame>
              <p:nvGraphicFramePr>
                <p:cNvPr id="38" name="Object 24">
                  <a:extLst>
                    <a:ext uri="{FF2B5EF4-FFF2-40B4-BE49-F238E27FC236}">
                      <a16:creationId xmlns:a16="http://schemas.microsoft.com/office/drawing/2014/main" id="{79EB3ECE-25A8-4233-B76C-DF8446BD7B1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/>
                </p:nvPr>
              </p:nvGraphicFramePr>
              <p:xfrm>
                <a:off x="6789891" y="1251567"/>
                <a:ext cx="635000" cy="3302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63527" name="Equation" r:id="rId8" imgW="634680" imgH="330120" progId="Equation.DSMT4">
                        <p:embed/>
                      </p:oleObj>
                    </mc:Choice>
                    <mc:Fallback>
                      <p:oleObj name="Equation" r:id="rId8" imgW="634680" imgH="330120" progId="Equation.DSMT4">
                        <p:embed/>
                        <p:pic>
                          <p:nvPicPr>
                            <p:cNvPr id="38" name="Object 24">
                              <a:extLst>
                                <a:ext uri="{FF2B5EF4-FFF2-40B4-BE49-F238E27FC236}">
                                  <a16:creationId xmlns:a16="http://schemas.microsoft.com/office/drawing/2014/main" id="{79EB3ECE-25A8-4233-B76C-DF8446BD7B1B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789891" y="1251567"/>
                              <a:ext cx="635000" cy="3302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36" name="Object 24">
                <a:extLst>
                  <a:ext uri="{FF2B5EF4-FFF2-40B4-BE49-F238E27FC236}">
                    <a16:creationId xmlns:a16="http://schemas.microsoft.com/office/drawing/2014/main" id="{739E8EF4-3C29-4CBE-ADC3-72BE07CAEC5A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599837" y="1799856"/>
              <a:ext cx="6223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3528" name="Equation" r:id="rId18" imgW="622080" imgH="342720" progId="Equation.DSMT4">
                      <p:embed/>
                    </p:oleObj>
                  </mc:Choice>
                  <mc:Fallback>
                    <p:oleObj name="Equation" r:id="rId18" imgW="622080" imgH="342720" progId="Equation.DSMT4">
                      <p:embed/>
                      <p:pic>
                        <p:nvPicPr>
                          <p:cNvPr id="36" name="Object 24">
                            <a:extLst>
                              <a:ext uri="{FF2B5EF4-FFF2-40B4-BE49-F238E27FC236}">
                                <a16:creationId xmlns:a16="http://schemas.microsoft.com/office/drawing/2014/main" id="{739E8EF4-3C29-4CBE-ADC3-72BE07CAEC5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99837" y="1799856"/>
                            <a:ext cx="622300" cy="3429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9" name="Object 24">
              <a:extLst>
                <a:ext uri="{FF2B5EF4-FFF2-40B4-BE49-F238E27FC236}">
                  <a16:creationId xmlns:a16="http://schemas.microsoft.com/office/drawing/2014/main" id="{FCA17B9D-B1B2-40AB-9C74-905E949FA370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05071" y="3032661"/>
            <a:ext cx="673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529" name="Equation" r:id="rId20" imgW="672840" imgH="342720" progId="Equation.DSMT4">
                    <p:embed/>
                  </p:oleObj>
                </mc:Choice>
                <mc:Fallback>
                  <p:oleObj name="Equation" r:id="rId20" imgW="672840" imgH="342720" progId="Equation.DSMT4">
                    <p:embed/>
                    <p:pic>
                      <p:nvPicPr>
                        <p:cNvPr id="39" name="Object 24">
                          <a:extLst>
                            <a:ext uri="{FF2B5EF4-FFF2-40B4-BE49-F238E27FC236}">
                              <a16:creationId xmlns:a16="http://schemas.microsoft.com/office/drawing/2014/main" id="{FCA17B9D-B1B2-40AB-9C74-905E949FA37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5071" y="3032661"/>
                          <a:ext cx="673100" cy="3429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884887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4" grpId="0" autoUpdateAnimBg="0"/>
      <p:bldP spid="21" grpId="0"/>
      <p:bldP spid="2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>
            <a:extLst>
              <a:ext uri="{FF2B5EF4-FFF2-40B4-BE49-F238E27FC236}">
                <a16:creationId xmlns:a16="http://schemas.microsoft.com/office/drawing/2014/main" id="{253AE969-C079-4332-855B-E5956CE2EA9D}"/>
              </a:ext>
            </a:extLst>
          </p:cNvPr>
          <p:cNvSpPr txBox="1"/>
          <p:nvPr/>
        </p:nvSpPr>
        <p:spPr>
          <a:xfrm>
            <a:off x="168428" y="1679935"/>
            <a:ext cx="846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于是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6" name="Object 24">
            <a:extLst>
              <a:ext uri="{FF2B5EF4-FFF2-40B4-BE49-F238E27FC236}">
                <a16:creationId xmlns:a16="http://schemas.microsoft.com/office/drawing/2014/main" id="{7673AD15-ACAC-42C4-BA7E-0E5644D317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3815155"/>
              </p:ext>
            </p:extLst>
          </p:nvPr>
        </p:nvGraphicFramePr>
        <p:xfrm>
          <a:off x="1228447" y="2213366"/>
          <a:ext cx="3594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754" name="Equation" r:id="rId4" imgW="3593880" imgH="736560" progId="Equation.DSMT4">
                  <p:embed/>
                </p:oleObj>
              </mc:Choice>
              <mc:Fallback>
                <p:oleObj name="Equation" r:id="rId4" imgW="3593880" imgH="736560" progId="Equation.DSMT4">
                  <p:embed/>
                  <p:pic>
                    <p:nvPicPr>
                      <p:cNvPr id="36" name="Object 24">
                        <a:extLst>
                          <a:ext uri="{FF2B5EF4-FFF2-40B4-BE49-F238E27FC236}">
                            <a16:creationId xmlns:a16="http://schemas.microsoft.com/office/drawing/2014/main" id="{7673AD15-ACAC-42C4-BA7E-0E5644D317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8447" y="2213366"/>
                        <a:ext cx="35941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24">
            <a:extLst>
              <a:ext uri="{FF2B5EF4-FFF2-40B4-BE49-F238E27FC236}">
                <a16:creationId xmlns:a16="http://schemas.microsoft.com/office/drawing/2014/main" id="{2DD1BD03-56A1-4B8B-ACD6-939016ABBF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1352834"/>
              </p:ext>
            </p:extLst>
          </p:nvPr>
        </p:nvGraphicFramePr>
        <p:xfrm>
          <a:off x="2080422" y="950119"/>
          <a:ext cx="1625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755" name="Equation" r:id="rId6" imgW="1625400" imgH="596880" progId="Equation.DSMT4">
                  <p:embed/>
                </p:oleObj>
              </mc:Choice>
              <mc:Fallback>
                <p:oleObj name="Equation" r:id="rId6" imgW="1625400" imgH="596880" progId="Equation.DSMT4">
                  <p:embed/>
                  <p:pic>
                    <p:nvPicPr>
                      <p:cNvPr id="57" name="Object 24">
                        <a:extLst>
                          <a:ext uri="{FF2B5EF4-FFF2-40B4-BE49-F238E27FC236}">
                            <a16:creationId xmlns:a16="http://schemas.microsoft.com/office/drawing/2014/main" id="{2DD1BD03-56A1-4B8B-ACD6-939016ABBF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0422" y="950119"/>
                        <a:ext cx="16256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24">
            <a:extLst>
              <a:ext uri="{FF2B5EF4-FFF2-40B4-BE49-F238E27FC236}">
                <a16:creationId xmlns:a16="http://schemas.microsoft.com/office/drawing/2014/main" id="{1AD4004F-A1C1-48B9-939C-7A991DA79D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6119841"/>
              </p:ext>
            </p:extLst>
          </p:nvPr>
        </p:nvGraphicFramePr>
        <p:xfrm>
          <a:off x="3819692" y="1093452"/>
          <a:ext cx="1193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756" name="Equation" r:id="rId8" imgW="1193760" imgH="342720" progId="Equation.DSMT4">
                  <p:embed/>
                </p:oleObj>
              </mc:Choice>
              <mc:Fallback>
                <p:oleObj name="Equation" r:id="rId8" imgW="1193760" imgH="342720" progId="Equation.DSMT4">
                  <p:embed/>
                  <p:pic>
                    <p:nvPicPr>
                      <p:cNvPr id="58" name="Object 24">
                        <a:extLst>
                          <a:ext uri="{FF2B5EF4-FFF2-40B4-BE49-F238E27FC236}">
                            <a16:creationId xmlns:a16="http://schemas.microsoft.com/office/drawing/2014/main" id="{1AD4004F-A1C1-48B9-939C-7A991DA79D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9692" y="1093452"/>
                        <a:ext cx="11938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9" name="组合 58">
            <a:extLst>
              <a:ext uri="{FF2B5EF4-FFF2-40B4-BE49-F238E27FC236}">
                <a16:creationId xmlns:a16="http://schemas.microsoft.com/office/drawing/2014/main" id="{BD04F919-6CB1-42C1-99B7-EA1C5B44B960}"/>
              </a:ext>
            </a:extLst>
          </p:cNvPr>
          <p:cNvGrpSpPr/>
          <p:nvPr/>
        </p:nvGrpSpPr>
        <p:grpSpPr>
          <a:xfrm>
            <a:off x="3234024" y="1337718"/>
            <a:ext cx="1827583" cy="532758"/>
            <a:chOff x="2670450" y="3628154"/>
            <a:chExt cx="1827583" cy="532758"/>
          </a:xfrm>
        </p:grpSpPr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B536D908-01C5-46D0-8766-368E5ABE7BB6}"/>
                </a:ext>
              </a:extLst>
            </p:cNvPr>
            <p:cNvCxnSpPr/>
            <p:nvPr/>
          </p:nvCxnSpPr>
          <p:spPr>
            <a:xfrm flipV="1">
              <a:off x="3295785" y="3628154"/>
              <a:ext cx="0" cy="17206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DEBE8FEB-9C2A-4CF0-B662-B3CB44D37616}"/>
                </a:ext>
              </a:extLst>
            </p:cNvPr>
            <p:cNvSpPr txBox="1"/>
            <p:nvPr/>
          </p:nvSpPr>
          <p:spPr>
            <a:xfrm>
              <a:off x="2670450" y="3791580"/>
              <a:ext cx="1827583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积分中值定理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endParaRPr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0CFA7EFE-306A-453C-B3D0-92F1AB8208AD}"/>
              </a:ext>
            </a:extLst>
          </p:cNvPr>
          <p:cNvGrpSpPr/>
          <p:nvPr/>
        </p:nvGrpSpPr>
        <p:grpSpPr>
          <a:xfrm>
            <a:off x="5404513" y="974507"/>
            <a:ext cx="3631983" cy="461665"/>
            <a:chOff x="887438" y="2780229"/>
            <a:chExt cx="3631983" cy="461665"/>
          </a:xfrm>
        </p:grpSpPr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C96AF2E1-F785-49C0-A61F-F0C7DD0E860B}"/>
                </a:ext>
              </a:extLst>
            </p:cNvPr>
            <p:cNvSpPr txBox="1"/>
            <p:nvPr/>
          </p:nvSpPr>
          <p:spPr>
            <a:xfrm>
              <a:off x="887438" y="2780229"/>
              <a:ext cx="36319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 介于  与      之间）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.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64" name="Object 24">
              <a:extLst>
                <a:ext uri="{FF2B5EF4-FFF2-40B4-BE49-F238E27FC236}">
                  <a16:creationId xmlns:a16="http://schemas.microsoft.com/office/drawing/2014/main" id="{5598B1DA-4367-42E0-B5ED-7C497E75B24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87337" y="2877100"/>
            <a:ext cx="8001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4757" name="Equation" r:id="rId10" imgW="799920" imgH="279360" progId="Equation.DSMT4">
                    <p:embed/>
                  </p:oleObj>
                </mc:Choice>
                <mc:Fallback>
                  <p:oleObj name="Equation" r:id="rId10" imgW="799920" imgH="279360" progId="Equation.DSMT4">
                    <p:embed/>
                    <p:pic>
                      <p:nvPicPr>
                        <p:cNvPr id="64" name="Object 24">
                          <a:extLst>
                            <a:ext uri="{FF2B5EF4-FFF2-40B4-BE49-F238E27FC236}">
                              <a16:creationId xmlns:a16="http://schemas.microsoft.com/office/drawing/2014/main" id="{5598B1DA-4367-42E0-B5ED-7C497E75B24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7337" y="2877100"/>
                          <a:ext cx="8001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5" name="Object 24">
              <a:extLst>
                <a:ext uri="{FF2B5EF4-FFF2-40B4-BE49-F238E27FC236}">
                  <a16:creationId xmlns:a16="http://schemas.microsoft.com/office/drawing/2014/main" id="{3C253E08-7823-4895-B1E9-C0CA01BB6AFE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941902" y="2942291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4758" name="Equation" r:id="rId12" imgW="190440" imgH="203040" progId="Equation.DSMT4">
                    <p:embed/>
                  </p:oleObj>
                </mc:Choice>
                <mc:Fallback>
                  <p:oleObj name="Equation" r:id="rId12" imgW="190440" imgH="203040" progId="Equation.DSMT4">
                    <p:embed/>
                    <p:pic>
                      <p:nvPicPr>
                        <p:cNvPr id="65" name="Object 24">
                          <a:extLst>
                            <a:ext uri="{FF2B5EF4-FFF2-40B4-BE49-F238E27FC236}">
                              <a16:creationId xmlns:a16="http://schemas.microsoft.com/office/drawing/2014/main" id="{3C253E08-7823-4895-B1E9-C0CA01BB6AF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1902" y="2942291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" name="Object 24">
              <a:extLst>
                <a:ext uri="{FF2B5EF4-FFF2-40B4-BE49-F238E27FC236}">
                  <a16:creationId xmlns:a16="http://schemas.microsoft.com/office/drawing/2014/main" id="{3FE1DAAC-4115-4E39-B7BD-7606960A597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991717" y="2853125"/>
            <a:ext cx="317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4759" name="Equation" r:id="rId14" imgW="317160" imgH="342720" progId="Equation.DSMT4">
                    <p:embed/>
                  </p:oleObj>
                </mc:Choice>
                <mc:Fallback>
                  <p:oleObj name="Equation" r:id="rId14" imgW="317160" imgH="342720" progId="Equation.DSMT4">
                    <p:embed/>
                    <p:pic>
                      <p:nvPicPr>
                        <p:cNvPr id="66" name="Object 24">
                          <a:extLst>
                            <a:ext uri="{FF2B5EF4-FFF2-40B4-BE49-F238E27FC236}">
                              <a16:creationId xmlns:a16="http://schemas.microsoft.com/office/drawing/2014/main" id="{3FE1DAAC-4115-4E39-B7BD-7606960A597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1717" y="2853125"/>
                          <a:ext cx="3175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" name="Object 24">
            <a:extLst>
              <a:ext uri="{FF2B5EF4-FFF2-40B4-BE49-F238E27FC236}">
                <a16:creationId xmlns:a16="http://schemas.microsoft.com/office/drawing/2014/main" id="{07C45B81-B467-409B-AF48-DF54DB344B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5610215"/>
              </p:ext>
            </p:extLst>
          </p:nvPr>
        </p:nvGraphicFramePr>
        <p:xfrm>
          <a:off x="4693521" y="2456977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760" name="Equation" r:id="rId16" imgW="1130040" imgH="342720" progId="Equation.DSMT4">
                  <p:embed/>
                </p:oleObj>
              </mc:Choice>
              <mc:Fallback>
                <p:oleObj name="Equation" r:id="rId16" imgW="1130040" imgH="342720" progId="Equation.DSMT4">
                  <p:embed/>
                  <p:pic>
                    <p:nvPicPr>
                      <p:cNvPr id="37" name="Object 24">
                        <a:extLst>
                          <a:ext uri="{FF2B5EF4-FFF2-40B4-BE49-F238E27FC236}">
                            <a16:creationId xmlns:a16="http://schemas.microsoft.com/office/drawing/2014/main" id="{07C45B81-B467-409B-AF48-DF54DB344B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3521" y="2456977"/>
                        <a:ext cx="1130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24">
            <a:extLst>
              <a:ext uri="{FF2B5EF4-FFF2-40B4-BE49-F238E27FC236}">
                <a16:creationId xmlns:a16="http://schemas.microsoft.com/office/drawing/2014/main" id="{5005BEA0-F01C-47F5-845D-58C7061E5C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47539"/>
              </p:ext>
            </p:extLst>
          </p:nvPr>
        </p:nvGraphicFramePr>
        <p:xfrm>
          <a:off x="6312280" y="2426335"/>
          <a:ext cx="2362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761" name="Equation" r:id="rId18" imgW="2361960" imgH="380880" progId="Equation.DSMT4">
                  <p:embed/>
                </p:oleObj>
              </mc:Choice>
              <mc:Fallback>
                <p:oleObj name="Equation" r:id="rId18" imgW="2361960" imgH="380880" progId="Equation.DSMT4">
                  <p:embed/>
                  <p:pic>
                    <p:nvPicPr>
                      <p:cNvPr id="38" name="Object 24">
                        <a:extLst>
                          <a:ext uri="{FF2B5EF4-FFF2-40B4-BE49-F238E27FC236}">
                            <a16:creationId xmlns:a16="http://schemas.microsoft.com/office/drawing/2014/main" id="{5005BEA0-F01C-47F5-845D-58C7061E5C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2280" y="2426335"/>
                        <a:ext cx="23622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文本框 75">
            <a:extLst>
              <a:ext uri="{FF2B5EF4-FFF2-40B4-BE49-F238E27FC236}">
                <a16:creationId xmlns:a16="http://schemas.microsoft.com/office/drawing/2014/main" id="{EBD19A3C-E215-4DA8-BAC9-122A53F49620}"/>
              </a:ext>
            </a:extLst>
          </p:cNvPr>
          <p:cNvSpPr txBox="1"/>
          <p:nvPr/>
        </p:nvSpPr>
        <p:spPr>
          <a:xfrm>
            <a:off x="868010" y="3045836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若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77" name="Object 24">
            <a:extLst>
              <a:ext uri="{FF2B5EF4-FFF2-40B4-BE49-F238E27FC236}">
                <a16:creationId xmlns:a16="http://schemas.microsoft.com/office/drawing/2014/main" id="{CCE06245-6196-40E3-89C7-2DAEF571BD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7115518"/>
              </p:ext>
            </p:extLst>
          </p:nvPr>
        </p:nvGraphicFramePr>
        <p:xfrm>
          <a:off x="1297858" y="3206181"/>
          <a:ext cx="736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762" name="Equation" r:id="rId20" imgW="736560" imgH="253800" progId="Equation.DSMT4">
                  <p:embed/>
                </p:oleObj>
              </mc:Choice>
              <mc:Fallback>
                <p:oleObj name="Equation" r:id="rId20" imgW="736560" imgH="253800" progId="Equation.DSMT4">
                  <p:embed/>
                  <p:pic>
                    <p:nvPicPr>
                      <p:cNvPr id="77" name="Object 24">
                        <a:extLst>
                          <a:ext uri="{FF2B5EF4-FFF2-40B4-BE49-F238E27FC236}">
                            <a16:creationId xmlns:a16="http://schemas.microsoft.com/office/drawing/2014/main" id="{CCE06245-6196-40E3-89C7-2DAEF571BD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858" y="3206181"/>
                        <a:ext cx="7366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" name="文本框 77">
            <a:extLst>
              <a:ext uri="{FF2B5EF4-FFF2-40B4-BE49-F238E27FC236}">
                <a16:creationId xmlns:a16="http://schemas.microsoft.com/office/drawing/2014/main" id="{5F8FD2CE-12FA-4AE1-B8B6-7599F1564C1E}"/>
              </a:ext>
            </a:extLst>
          </p:cNvPr>
          <p:cNvSpPr txBox="1"/>
          <p:nvPr/>
        </p:nvSpPr>
        <p:spPr>
          <a:xfrm>
            <a:off x="2081526" y="3046922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取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79" name="Object 24">
            <a:extLst>
              <a:ext uri="{FF2B5EF4-FFF2-40B4-BE49-F238E27FC236}">
                <a16:creationId xmlns:a16="http://schemas.microsoft.com/office/drawing/2014/main" id="{9BFF3CD8-4443-4B4B-BA42-0C0D22CD11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0914290"/>
              </p:ext>
            </p:extLst>
          </p:nvPr>
        </p:nvGraphicFramePr>
        <p:xfrm>
          <a:off x="2524466" y="3154923"/>
          <a:ext cx="889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763" name="Equation" r:id="rId22" imgW="888840" imgH="330120" progId="Equation.DSMT4">
                  <p:embed/>
                </p:oleObj>
              </mc:Choice>
              <mc:Fallback>
                <p:oleObj name="Equation" r:id="rId22" imgW="888840" imgH="330120" progId="Equation.DSMT4">
                  <p:embed/>
                  <p:pic>
                    <p:nvPicPr>
                      <p:cNvPr id="79" name="Object 24">
                        <a:extLst>
                          <a:ext uri="{FF2B5EF4-FFF2-40B4-BE49-F238E27FC236}">
                            <a16:creationId xmlns:a16="http://schemas.microsoft.com/office/drawing/2014/main" id="{9BFF3CD8-4443-4B4B-BA42-0C0D22CD11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4466" y="3154923"/>
                        <a:ext cx="8890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" name="文本框 79">
            <a:extLst>
              <a:ext uri="{FF2B5EF4-FFF2-40B4-BE49-F238E27FC236}">
                <a16:creationId xmlns:a16="http://schemas.microsoft.com/office/drawing/2014/main" id="{108B9652-9262-48AE-A06D-B3FDC96935D9}"/>
              </a:ext>
            </a:extLst>
          </p:cNvPr>
          <p:cNvSpPr txBox="1"/>
          <p:nvPr/>
        </p:nvSpPr>
        <p:spPr>
          <a:xfrm>
            <a:off x="3496673" y="3031133"/>
            <a:ext cx="19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则同理可证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1" name="Object 24">
            <a:extLst>
              <a:ext uri="{FF2B5EF4-FFF2-40B4-BE49-F238E27FC236}">
                <a16:creationId xmlns:a16="http://schemas.microsoft.com/office/drawing/2014/main" id="{4925CF18-F955-40B7-A9BC-BA37FEFF14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0353"/>
              </p:ext>
            </p:extLst>
          </p:nvPr>
        </p:nvGraphicFramePr>
        <p:xfrm>
          <a:off x="5209276" y="3131100"/>
          <a:ext cx="1778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764" name="Equation" r:id="rId24" imgW="1777680" imgH="380880" progId="Equation.DSMT4">
                  <p:embed/>
                </p:oleObj>
              </mc:Choice>
              <mc:Fallback>
                <p:oleObj name="Equation" r:id="rId24" imgW="1777680" imgH="380880" progId="Equation.DSMT4">
                  <p:embed/>
                  <p:pic>
                    <p:nvPicPr>
                      <p:cNvPr id="81" name="Object 24">
                        <a:extLst>
                          <a:ext uri="{FF2B5EF4-FFF2-40B4-BE49-F238E27FC236}">
                            <a16:creationId xmlns:a16="http://schemas.microsoft.com/office/drawing/2014/main" id="{4925CF18-F955-40B7-A9BC-BA37FEFF14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9276" y="3131100"/>
                        <a:ext cx="17780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" name="文本框 81">
            <a:extLst>
              <a:ext uri="{FF2B5EF4-FFF2-40B4-BE49-F238E27FC236}">
                <a16:creationId xmlns:a16="http://schemas.microsoft.com/office/drawing/2014/main" id="{F259A956-D0E1-42F2-BD14-3C9AC5846D15}"/>
              </a:ext>
            </a:extLst>
          </p:cNvPr>
          <p:cNvSpPr txBox="1"/>
          <p:nvPr/>
        </p:nvSpPr>
        <p:spPr>
          <a:xfrm>
            <a:off x="865900" y="3697783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若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3" name="Object 24">
            <a:extLst>
              <a:ext uri="{FF2B5EF4-FFF2-40B4-BE49-F238E27FC236}">
                <a16:creationId xmlns:a16="http://schemas.microsoft.com/office/drawing/2014/main" id="{2F08F389-EC0F-48C8-A820-5FA908D8EF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3441662"/>
              </p:ext>
            </p:extLst>
          </p:nvPr>
        </p:nvGraphicFramePr>
        <p:xfrm>
          <a:off x="1292773" y="3798520"/>
          <a:ext cx="723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765" name="Equation" r:id="rId26" imgW="723600" imgH="330120" progId="Equation.DSMT4">
                  <p:embed/>
                </p:oleObj>
              </mc:Choice>
              <mc:Fallback>
                <p:oleObj name="Equation" r:id="rId26" imgW="723600" imgH="330120" progId="Equation.DSMT4">
                  <p:embed/>
                  <p:pic>
                    <p:nvPicPr>
                      <p:cNvPr id="83" name="Object 24">
                        <a:extLst>
                          <a:ext uri="{FF2B5EF4-FFF2-40B4-BE49-F238E27FC236}">
                            <a16:creationId xmlns:a16="http://schemas.microsoft.com/office/drawing/2014/main" id="{2F08F389-EC0F-48C8-A820-5FA908D8EF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2773" y="3798520"/>
                        <a:ext cx="7239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" name="文本框 83">
            <a:extLst>
              <a:ext uri="{FF2B5EF4-FFF2-40B4-BE49-F238E27FC236}">
                <a16:creationId xmlns:a16="http://schemas.microsoft.com/office/drawing/2014/main" id="{4A6F18FE-BFB8-4295-8371-0F8DFC60D775}"/>
              </a:ext>
            </a:extLst>
          </p:cNvPr>
          <p:cNvSpPr txBox="1"/>
          <p:nvPr/>
        </p:nvSpPr>
        <p:spPr>
          <a:xfrm>
            <a:off x="2082799" y="3697783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取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5" name="Object 24">
            <a:extLst>
              <a:ext uri="{FF2B5EF4-FFF2-40B4-BE49-F238E27FC236}">
                <a16:creationId xmlns:a16="http://schemas.microsoft.com/office/drawing/2014/main" id="{69499DDF-7049-4092-9A7D-C5450C195C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2210009"/>
              </p:ext>
            </p:extLst>
          </p:nvPr>
        </p:nvGraphicFramePr>
        <p:xfrm>
          <a:off x="2538261" y="3799363"/>
          <a:ext cx="889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766" name="Equation" r:id="rId28" imgW="888840" imgH="330120" progId="Equation.DSMT4">
                  <p:embed/>
                </p:oleObj>
              </mc:Choice>
              <mc:Fallback>
                <p:oleObj name="Equation" r:id="rId28" imgW="888840" imgH="330120" progId="Equation.DSMT4">
                  <p:embed/>
                  <p:pic>
                    <p:nvPicPr>
                      <p:cNvPr id="85" name="Object 24">
                        <a:extLst>
                          <a:ext uri="{FF2B5EF4-FFF2-40B4-BE49-F238E27FC236}">
                            <a16:creationId xmlns:a16="http://schemas.microsoft.com/office/drawing/2014/main" id="{69499DDF-7049-4092-9A7D-C5450C195C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8261" y="3799363"/>
                        <a:ext cx="8890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" name="文本框 85">
            <a:extLst>
              <a:ext uri="{FF2B5EF4-FFF2-40B4-BE49-F238E27FC236}">
                <a16:creationId xmlns:a16="http://schemas.microsoft.com/office/drawing/2014/main" id="{47D26647-FF21-4516-8B94-6096CC9444F2}"/>
              </a:ext>
            </a:extLst>
          </p:cNvPr>
          <p:cNvSpPr txBox="1"/>
          <p:nvPr/>
        </p:nvSpPr>
        <p:spPr>
          <a:xfrm>
            <a:off x="3507775" y="3679205"/>
            <a:ext cx="19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则同理可证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7" name="Object 24">
            <a:extLst>
              <a:ext uri="{FF2B5EF4-FFF2-40B4-BE49-F238E27FC236}">
                <a16:creationId xmlns:a16="http://schemas.microsoft.com/office/drawing/2014/main" id="{C27898E1-EB54-4CA8-B34F-428F96D493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0778145"/>
              </p:ext>
            </p:extLst>
          </p:nvPr>
        </p:nvGraphicFramePr>
        <p:xfrm>
          <a:off x="5303744" y="3755002"/>
          <a:ext cx="1727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767" name="Equation" r:id="rId30" imgW="1726920" imgH="380880" progId="Equation.DSMT4">
                  <p:embed/>
                </p:oleObj>
              </mc:Choice>
              <mc:Fallback>
                <p:oleObj name="Equation" r:id="rId30" imgW="1726920" imgH="380880" progId="Equation.DSMT4">
                  <p:embed/>
                  <p:pic>
                    <p:nvPicPr>
                      <p:cNvPr id="87" name="Object 24">
                        <a:extLst>
                          <a:ext uri="{FF2B5EF4-FFF2-40B4-BE49-F238E27FC236}">
                            <a16:creationId xmlns:a16="http://schemas.microsoft.com/office/drawing/2014/main" id="{C27898E1-EB54-4CA8-B34F-428F96D493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3744" y="3755002"/>
                        <a:ext cx="17272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24">
            <a:extLst>
              <a:ext uri="{FF2B5EF4-FFF2-40B4-BE49-F238E27FC236}">
                <a16:creationId xmlns:a16="http://schemas.microsoft.com/office/drawing/2014/main" id="{E9F73B30-BBBA-4068-A4E9-80FE1C9E05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9471415"/>
              </p:ext>
            </p:extLst>
          </p:nvPr>
        </p:nvGraphicFramePr>
        <p:xfrm>
          <a:off x="1518307" y="123478"/>
          <a:ext cx="35433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768" name="Equation" r:id="rId32" imgW="3543120" imgH="596880" progId="Equation.DSMT4">
                  <p:embed/>
                </p:oleObj>
              </mc:Choice>
              <mc:Fallback>
                <p:oleObj name="Equation" r:id="rId32" imgW="3543120" imgH="596880" progId="Equation.DSMT4">
                  <p:embed/>
                  <p:pic>
                    <p:nvPicPr>
                      <p:cNvPr id="39" name="Object 24">
                        <a:extLst>
                          <a:ext uri="{FF2B5EF4-FFF2-40B4-BE49-F238E27FC236}">
                            <a16:creationId xmlns:a16="http://schemas.microsoft.com/office/drawing/2014/main" id="{E9F73B30-BBBA-4068-A4E9-80FE1C9E05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8307" y="123478"/>
                        <a:ext cx="35433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24">
            <a:extLst>
              <a:ext uri="{FF2B5EF4-FFF2-40B4-BE49-F238E27FC236}">
                <a16:creationId xmlns:a16="http://schemas.microsoft.com/office/drawing/2014/main" id="{27F4BE24-8ECF-42C7-9CC7-7741D5E017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7110931"/>
              </p:ext>
            </p:extLst>
          </p:nvPr>
        </p:nvGraphicFramePr>
        <p:xfrm>
          <a:off x="5170797" y="129977"/>
          <a:ext cx="1295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769" name="Equation" r:id="rId34" imgW="1295280" imgH="596880" progId="Equation.DSMT4">
                  <p:embed/>
                </p:oleObj>
              </mc:Choice>
              <mc:Fallback>
                <p:oleObj name="Equation" r:id="rId34" imgW="1295280" imgH="596880" progId="Equation.DSMT4">
                  <p:embed/>
                  <p:pic>
                    <p:nvPicPr>
                      <p:cNvPr id="40" name="Object 24">
                        <a:extLst>
                          <a:ext uri="{FF2B5EF4-FFF2-40B4-BE49-F238E27FC236}">
                            <a16:creationId xmlns:a16="http://schemas.microsoft.com/office/drawing/2014/main" id="{27F4BE24-8ECF-42C7-9CC7-7741D5E017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0797" y="129977"/>
                        <a:ext cx="12954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6A49BE47-E5BF-41FF-8CB0-EAEE88399198}"/>
              </a:ext>
            </a:extLst>
          </p:cNvPr>
          <p:cNvCxnSpPr/>
          <p:nvPr/>
        </p:nvCxnSpPr>
        <p:spPr>
          <a:xfrm>
            <a:off x="2491029" y="150813"/>
            <a:ext cx="537220" cy="60718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92DA332A-0700-4FBD-B6AA-2504C520F81B}"/>
              </a:ext>
            </a:extLst>
          </p:cNvPr>
          <p:cNvCxnSpPr/>
          <p:nvPr/>
        </p:nvCxnSpPr>
        <p:spPr>
          <a:xfrm>
            <a:off x="5515365" y="119693"/>
            <a:ext cx="537220" cy="60718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Box 12">
            <a:extLst>
              <a:ext uri="{FF2B5EF4-FFF2-40B4-BE49-F238E27FC236}">
                <a16:creationId xmlns:a16="http://schemas.microsoft.com/office/drawing/2014/main" id="{67CCE80E-590C-4F38-9AF6-BE127170D5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065" y="4225652"/>
            <a:ext cx="54658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注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此定理也称为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原函数存在定理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.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9006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1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76" grpId="0"/>
      <p:bldP spid="78" grpId="0"/>
      <p:bldP spid="80" grpId="0"/>
      <p:bldP spid="82" grpId="0"/>
      <p:bldP spid="84" grpId="0"/>
      <p:bldP spid="86" grpId="0"/>
      <p:bldP spid="33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>
            <a:extLst>
              <a:ext uri="{FF2B5EF4-FFF2-40B4-BE49-F238E27FC236}">
                <a16:creationId xmlns:a16="http://schemas.microsoft.com/office/drawing/2014/main" id="{7799A443-446A-4995-B913-EB455E0180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307" y="209392"/>
            <a:ext cx="32201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定理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的重要意义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64FF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Text Box 3">
            <a:extLst>
              <a:ext uri="{FF2B5EF4-FFF2-40B4-BE49-F238E27FC236}">
                <a16:creationId xmlns:a16="http://schemas.microsoft.com/office/drawing/2014/main" id="{3E0FD3E7-EEDA-488C-AF97-78D0306C9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833" y="750288"/>
            <a:ext cx="56152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(1)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肯定了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连续函数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的原函数一定存在，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Text Box 3">
            <a:extLst>
              <a:ext uri="{FF2B5EF4-FFF2-40B4-BE49-F238E27FC236}">
                <a16:creationId xmlns:a16="http://schemas.microsoft.com/office/drawing/2014/main" id="{820DD435-47B7-491B-A709-02CC73F9F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488" y="4045354"/>
            <a:ext cx="75098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(2)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初步揭示了积分学中定积分与原函数之间的联系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.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0EC3958-23E2-4E23-95A7-A99C96EA9278}"/>
              </a:ext>
            </a:extLst>
          </p:cNvPr>
          <p:cNvSpPr/>
          <p:nvPr/>
        </p:nvSpPr>
        <p:spPr>
          <a:xfrm>
            <a:off x="6249703" y="738564"/>
            <a:ext cx="26642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而且给出了原函数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0B29B4D-F61A-45A9-B2D6-15E05C019875}"/>
              </a:ext>
            </a:extLst>
          </p:cNvPr>
          <p:cNvSpPr/>
          <p:nvPr/>
        </p:nvSpPr>
        <p:spPr>
          <a:xfrm>
            <a:off x="123268" y="1204056"/>
            <a:ext cx="21957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的具体表达式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. </a:t>
            </a:r>
            <a:endParaRPr kumimoji="0" lang="zh-CN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0" name="Object 24">
            <a:extLst>
              <a:ext uri="{FF2B5EF4-FFF2-40B4-BE49-F238E27FC236}">
                <a16:creationId xmlns:a16="http://schemas.microsoft.com/office/drawing/2014/main" id="{AFD08DED-83E6-4C8B-B21A-636A9FE24E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6605510"/>
              </p:ext>
            </p:extLst>
          </p:nvPr>
        </p:nvGraphicFramePr>
        <p:xfrm>
          <a:off x="5119403" y="2755112"/>
          <a:ext cx="11303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506" name="Equation" r:id="rId4" imgW="1130040" imgH="596880" progId="Equation.DSMT4">
                  <p:embed/>
                </p:oleObj>
              </mc:Choice>
              <mc:Fallback>
                <p:oleObj name="Equation" r:id="rId4" imgW="1130040" imgH="596880" progId="Equation.DSMT4">
                  <p:embed/>
                  <p:pic>
                    <p:nvPicPr>
                      <p:cNvPr id="50" name="Object 24">
                        <a:extLst>
                          <a:ext uri="{FF2B5EF4-FFF2-40B4-BE49-F238E27FC236}">
                            <a16:creationId xmlns:a16="http://schemas.microsoft.com/office/drawing/2014/main" id="{AFD08DED-83E6-4C8B-B21A-636A9FE24E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9403" y="2755112"/>
                        <a:ext cx="11303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24">
            <a:extLst>
              <a:ext uri="{FF2B5EF4-FFF2-40B4-BE49-F238E27FC236}">
                <a16:creationId xmlns:a16="http://schemas.microsoft.com/office/drawing/2014/main" id="{1B3D1FA4-741B-4526-85EF-397252789D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7355591"/>
              </p:ext>
            </p:extLst>
          </p:nvPr>
        </p:nvGraphicFramePr>
        <p:xfrm>
          <a:off x="6349655" y="1889510"/>
          <a:ext cx="1282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507" name="Equation" r:id="rId6" imgW="1282680" imgH="736560" progId="Equation.DSMT4">
                  <p:embed/>
                </p:oleObj>
              </mc:Choice>
              <mc:Fallback>
                <p:oleObj name="Equation" r:id="rId6" imgW="1282680" imgH="736560" progId="Equation.DSMT4">
                  <p:embed/>
                  <p:pic>
                    <p:nvPicPr>
                      <p:cNvPr id="51" name="Object 24">
                        <a:extLst>
                          <a:ext uri="{FF2B5EF4-FFF2-40B4-BE49-F238E27FC236}">
                            <a16:creationId xmlns:a16="http://schemas.microsoft.com/office/drawing/2014/main" id="{1B3D1FA4-741B-4526-85EF-397252789D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9655" y="1889510"/>
                        <a:ext cx="12827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" name="组合 51">
            <a:extLst>
              <a:ext uri="{FF2B5EF4-FFF2-40B4-BE49-F238E27FC236}">
                <a16:creationId xmlns:a16="http://schemas.microsoft.com/office/drawing/2014/main" id="{BA281A8E-2859-4ECA-A0E7-49072DFA60E9}"/>
              </a:ext>
            </a:extLst>
          </p:cNvPr>
          <p:cNvGrpSpPr/>
          <p:nvPr/>
        </p:nvGrpSpPr>
        <p:grpSpPr>
          <a:xfrm>
            <a:off x="1305779" y="1970996"/>
            <a:ext cx="4943924" cy="736600"/>
            <a:chOff x="3279873" y="526913"/>
            <a:chExt cx="4943924" cy="736600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D9733B6C-F17B-4168-BE43-A7EE58B6F14C}"/>
                </a:ext>
              </a:extLst>
            </p:cNvPr>
            <p:cNvGrpSpPr/>
            <p:nvPr/>
          </p:nvGrpSpPr>
          <p:grpSpPr>
            <a:xfrm>
              <a:off x="3279873" y="526913"/>
              <a:ext cx="4943924" cy="736600"/>
              <a:chOff x="759593" y="1633582"/>
              <a:chExt cx="4943924" cy="736600"/>
            </a:xfrm>
          </p:grpSpPr>
          <p:sp>
            <p:nvSpPr>
              <p:cNvPr id="55" name="Text Box 35">
                <a:extLst>
                  <a:ext uri="{FF2B5EF4-FFF2-40B4-BE49-F238E27FC236}">
                    <a16:creationId xmlns:a16="http://schemas.microsoft.com/office/drawing/2014/main" id="{2109E699-4944-4A16-ABC6-5FAB7EB665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9593" y="1742823"/>
                <a:ext cx="494392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当       </a:t>
                </a:r>
                <a:r>
                  <a:rPr kumimoji="1" lang="zh-CN" altLang="en-US" sz="24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 Times New Roman"/>
                    <a:ea typeface="宋体" panose="02010600030101010101" pitchFamily="2" charset="-122"/>
                    <a:cs typeface="+mn-cs"/>
                  </a:rPr>
                  <a:t>   </a:t>
                </a: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在区间    </a:t>
                </a:r>
                <a:r>
                  <a:rPr kumimoji="1" lang="zh-CN" altLang="en-US" sz="24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 Times New Roman"/>
                    <a:ea typeface="宋体" panose="02010600030101010101" pitchFamily="2" charset="-122"/>
                    <a:cs typeface="+mn-cs"/>
                  </a:rPr>
                  <a:t> </a:t>
                </a: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 Times New Roman"/>
                    <a:ea typeface="宋体" panose="02010600030101010101" pitchFamily="2" charset="-122"/>
                    <a:cs typeface="+mn-cs"/>
                  </a:rPr>
                  <a:t>上</a:t>
                </a: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连续时，</a:t>
                </a:r>
              </a:p>
            </p:txBody>
          </p:sp>
          <p:graphicFrame>
            <p:nvGraphicFramePr>
              <p:cNvPr id="56" name="Object 24">
                <a:extLst>
                  <a:ext uri="{FF2B5EF4-FFF2-40B4-BE49-F238E27FC236}">
                    <a16:creationId xmlns:a16="http://schemas.microsoft.com/office/drawing/2014/main" id="{2653BE23-D3B2-4799-AD77-B24EAC94227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22391361"/>
                  </p:ext>
                </p:extLst>
              </p:nvPr>
            </p:nvGraphicFramePr>
            <p:xfrm>
              <a:off x="1214411" y="1633582"/>
              <a:ext cx="1244600" cy="736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5508" name="Equation" r:id="rId8" imgW="1244520" imgH="736560" progId="Equation.DSMT4">
                      <p:embed/>
                    </p:oleObj>
                  </mc:Choice>
                  <mc:Fallback>
                    <p:oleObj name="Equation" r:id="rId8" imgW="1244520" imgH="736560" progId="Equation.DSMT4">
                      <p:embed/>
                      <p:pic>
                        <p:nvPicPr>
                          <p:cNvPr id="56" name="Object 24">
                            <a:extLst>
                              <a:ext uri="{FF2B5EF4-FFF2-40B4-BE49-F238E27FC236}">
                                <a16:creationId xmlns:a16="http://schemas.microsoft.com/office/drawing/2014/main" id="{2653BE23-D3B2-4799-AD77-B24EAC94227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14411" y="1633582"/>
                            <a:ext cx="1244600" cy="736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54" name="Object 24">
              <a:extLst>
                <a:ext uri="{FF2B5EF4-FFF2-40B4-BE49-F238E27FC236}">
                  <a16:creationId xmlns:a16="http://schemas.microsoft.com/office/drawing/2014/main" id="{78F80491-8912-47CC-AE79-57C6FA32BDD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990402" y="707361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509" name="Equation" r:id="rId10" imgW="634680" imgH="330120" progId="Equation.DSMT4">
                    <p:embed/>
                  </p:oleObj>
                </mc:Choice>
                <mc:Fallback>
                  <p:oleObj name="Equation" r:id="rId10" imgW="634680" imgH="330120" progId="Equation.DSMT4">
                    <p:embed/>
                    <p:pic>
                      <p:nvPicPr>
                        <p:cNvPr id="54" name="Object 24">
                          <a:extLst>
                            <a:ext uri="{FF2B5EF4-FFF2-40B4-BE49-F238E27FC236}">
                              <a16:creationId xmlns:a16="http://schemas.microsoft.com/office/drawing/2014/main" id="{78F80491-8912-47CC-AE79-57C6FA32BDD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90402" y="707361"/>
                          <a:ext cx="635000" cy="330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B02C3DF7-D20E-4A08-A2DF-1D487347B299}"/>
              </a:ext>
            </a:extLst>
          </p:cNvPr>
          <p:cNvGrpSpPr/>
          <p:nvPr/>
        </p:nvGrpSpPr>
        <p:grpSpPr>
          <a:xfrm>
            <a:off x="174802" y="2873289"/>
            <a:ext cx="4671419" cy="461665"/>
            <a:chOff x="3482530" y="1450696"/>
            <a:chExt cx="4671419" cy="461665"/>
          </a:xfrm>
        </p:grpSpPr>
        <p:sp>
          <p:nvSpPr>
            <p:cNvPr id="58" name="Text Box 35">
              <a:extLst>
                <a:ext uri="{FF2B5EF4-FFF2-40B4-BE49-F238E27FC236}">
                  <a16:creationId xmlns:a16="http://schemas.microsoft.com/office/drawing/2014/main" id="{D4BD0663-FC4A-4707-9B8F-D89D166673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2530" y="1450696"/>
              <a:ext cx="467141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在连续区间    </a:t>
              </a:r>
              <a:r>
                <a:rPr kumimoji="1" lang="zh-CN" altLang="en-US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 Times New Roman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上的一个原函数，</a:t>
              </a:r>
            </a:p>
          </p:txBody>
        </p:sp>
        <p:graphicFrame>
          <p:nvGraphicFramePr>
            <p:cNvPr id="59" name="Object 24">
              <a:extLst>
                <a:ext uri="{FF2B5EF4-FFF2-40B4-BE49-F238E27FC236}">
                  <a16:creationId xmlns:a16="http://schemas.microsoft.com/office/drawing/2014/main" id="{E1F12B07-EF00-422D-8F3F-B46F6E0ED29B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134317" y="1516429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510" name="Equation" r:id="rId12" imgW="634680" imgH="330120" progId="Equation.DSMT4">
                    <p:embed/>
                  </p:oleObj>
                </mc:Choice>
                <mc:Fallback>
                  <p:oleObj name="Equation" r:id="rId12" imgW="634680" imgH="330120" progId="Equation.DSMT4">
                    <p:embed/>
                    <p:pic>
                      <p:nvPicPr>
                        <p:cNvPr id="59" name="Object 24">
                          <a:extLst>
                            <a:ext uri="{FF2B5EF4-FFF2-40B4-BE49-F238E27FC236}">
                              <a16:creationId xmlns:a16="http://schemas.microsoft.com/office/drawing/2014/main" id="{E1F12B07-EF00-422D-8F3F-B46F6E0ED29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4317" y="1516429"/>
                          <a:ext cx="635000" cy="330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0" name="文本框 59">
            <a:extLst>
              <a:ext uri="{FF2B5EF4-FFF2-40B4-BE49-F238E27FC236}">
                <a16:creationId xmlns:a16="http://schemas.microsoft.com/office/drawing/2014/main" id="{5DF4E1E8-F732-410D-A1C9-731F8DCC3C4D}"/>
              </a:ext>
            </a:extLst>
          </p:cNvPr>
          <p:cNvSpPr txBox="1"/>
          <p:nvPr/>
        </p:nvSpPr>
        <p:spPr>
          <a:xfrm>
            <a:off x="791173" y="2055486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64FF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9FAC2045-1907-4A17-B0E1-5F63395F610F}"/>
              </a:ext>
            </a:extLst>
          </p:cNvPr>
          <p:cNvGrpSpPr/>
          <p:nvPr/>
        </p:nvGrpSpPr>
        <p:grpSpPr>
          <a:xfrm>
            <a:off x="6109130" y="2814241"/>
            <a:ext cx="2766199" cy="478642"/>
            <a:chOff x="179511" y="1690677"/>
            <a:chExt cx="2766199" cy="478642"/>
          </a:xfrm>
        </p:grpSpPr>
        <p:sp>
          <p:nvSpPr>
            <p:cNvPr id="64" name="Text Box 35">
              <a:extLst>
                <a:ext uri="{FF2B5EF4-FFF2-40B4-BE49-F238E27FC236}">
                  <a16:creationId xmlns:a16="http://schemas.microsoft.com/office/drawing/2014/main" id="{44D2CD6A-59BB-4423-AD6F-2EB25A7AA4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511" y="1707654"/>
              <a:ext cx="276619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是    在连续区间</a:t>
              </a:r>
            </a:p>
          </p:txBody>
        </p:sp>
        <p:graphicFrame>
          <p:nvGraphicFramePr>
            <p:cNvPr id="65" name="Object 24">
              <a:extLst>
                <a:ext uri="{FF2B5EF4-FFF2-40B4-BE49-F238E27FC236}">
                  <a16:creationId xmlns:a16="http://schemas.microsoft.com/office/drawing/2014/main" id="{76BBB6BA-D628-4977-8677-395AB0DBE2D6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59050" y="1690677"/>
            <a:ext cx="4699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511" name="Equation" r:id="rId14" imgW="469800" imgH="380880" progId="Equation.DSMT4">
                    <p:embed/>
                  </p:oleObj>
                </mc:Choice>
                <mc:Fallback>
                  <p:oleObj name="Equation" r:id="rId14" imgW="469800" imgH="380880" progId="Equation.DSMT4">
                    <p:embed/>
                    <p:pic>
                      <p:nvPicPr>
                        <p:cNvPr id="65" name="Object 24">
                          <a:extLst>
                            <a:ext uri="{FF2B5EF4-FFF2-40B4-BE49-F238E27FC236}">
                              <a16:creationId xmlns:a16="http://schemas.microsoft.com/office/drawing/2014/main" id="{76BBB6BA-D628-4977-8677-395AB0DBE2D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9050" y="1690677"/>
                          <a:ext cx="4699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6" name="文本框 65">
            <a:extLst>
              <a:ext uri="{FF2B5EF4-FFF2-40B4-BE49-F238E27FC236}">
                <a16:creationId xmlns:a16="http://schemas.microsoft.com/office/drawing/2014/main" id="{BBF1D413-C71F-4EBA-8ADA-C8C223518203}"/>
              </a:ext>
            </a:extLst>
          </p:cNvPr>
          <p:cNvSpPr txBox="1"/>
          <p:nvPr/>
        </p:nvSpPr>
        <p:spPr>
          <a:xfrm>
            <a:off x="7521659" y="2025039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是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67" name="Object 24">
            <a:extLst>
              <a:ext uri="{FF2B5EF4-FFF2-40B4-BE49-F238E27FC236}">
                <a16:creationId xmlns:a16="http://schemas.microsoft.com/office/drawing/2014/main" id="{96573F98-DCD6-4314-8E14-4092F9B91A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1923900"/>
              </p:ext>
            </p:extLst>
          </p:nvPr>
        </p:nvGraphicFramePr>
        <p:xfrm>
          <a:off x="8025715" y="1885114"/>
          <a:ext cx="647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512" name="Equation" r:id="rId16" imgW="647640" imgH="736560" progId="Equation.DSMT4">
                  <p:embed/>
                </p:oleObj>
              </mc:Choice>
              <mc:Fallback>
                <p:oleObj name="Equation" r:id="rId16" imgW="647640" imgH="736560" progId="Equation.DSMT4">
                  <p:embed/>
                  <p:pic>
                    <p:nvPicPr>
                      <p:cNvPr id="67" name="Object 24">
                        <a:extLst>
                          <a:ext uri="{FF2B5EF4-FFF2-40B4-BE49-F238E27FC236}">
                            <a16:creationId xmlns:a16="http://schemas.microsoft.com/office/drawing/2014/main" id="{96573F98-DCD6-4314-8E14-4092F9B91A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5715" y="1885114"/>
                        <a:ext cx="6477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3" name="组合 72">
            <a:extLst>
              <a:ext uri="{FF2B5EF4-FFF2-40B4-BE49-F238E27FC236}">
                <a16:creationId xmlns:a16="http://schemas.microsoft.com/office/drawing/2014/main" id="{C576D0C8-8944-49DE-9611-BD4C5627AB1C}"/>
              </a:ext>
            </a:extLst>
          </p:cNvPr>
          <p:cNvGrpSpPr/>
          <p:nvPr/>
        </p:nvGrpSpPr>
        <p:grpSpPr>
          <a:xfrm>
            <a:off x="165701" y="3469290"/>
            <a:ext cx="3257264" cy="461665"/>
            <a:chOff x="5042728" y="1458018"/>
            <a:chExt cx="3257264" cy="461665"/>
          </a:xfrm>
        </p:grpSpPr>
        <p:sp>
          <p:nvSpPr>
            <p:cNvPr id="76" name="Text Box 35">
              <a:extLst>
                <a:ext uri="{FF2B5EF4-FFF2-40B4-BE49-F238E27FC236}">
                  <a16:creationId xmlns:a16="http://schemas.microsoft.com/office/drawing/2014/main" id="{5341DB4B-44D1-4964-80D0-F2DC4A23EA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2728" y="1458018"/>
              <a:ext cx="325726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   </a:t>
              </a:r>
              <a:r>
                <a:rPr kumimoji="1" lang="zh-CN" altLang="en-US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 Times New Roman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上的一个原函数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.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75" name="Object 24">
              <a:extLst>
                <a:ext uri="{FF2B5EF4-FFF2-40B4-BE49-F238E27FC236}">
                  <a16:creationId xmlns:a16="http://schemas.microsoft.com/office/drawing/2014/main" id="{B03D4CBD-ADDC-4C86-BAFF-688E7817273A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189851" y="1528152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513" name="Equation" r:id="rId12" imgW="634680" imgH="330120" progId="Equation.DSMT4">
                    <p:embed/>
                  </p:oleObj>
                </mc:Choice>
                <mc:Fallback>
                  <p:oleObj name="Equation" r:id="rId12" imgW="634680" imgH="330120" progId="Equation.DSMT4">
                    <p:embed/>
                    <p:pic>
                      <p:nvPicPr>
                        <p:cNvPr id="75" name="Object 24">
                          <a:extLst>
                            <a:ext uri="{FF2B5EF4-FFF2-40B4-BE49-F238E27FC236}">
                              <a16:creationId xmlns:a16="http://schemas.microsoft.com/office/drawing/2014/main" id="{B03D4CBD-ADDC-4C86-BAFF-688E7817273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9851" y="1528152"/>
                          <a:ext cx="635000" cy="330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823343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  <p:bldP spid="15" grpId="0" autoUpdateAnimBg="0"/>
      <p:bldP spid="16" grpId="0" autoUpdateAnimBg="0"/>
      <p:bldP spid="30" grpId="0"/>
      <p:bldP spid="31" grpId="0"/>
      <p:bldP spid="60" grpId="0"/>
      <p:bldP spid="6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2">
            <a:extLst>
              <a:ext uri="{FF2B5EF4-FFF2-40B4-BE49-F238E27FC236}">
                <a16:creationId xmlns:a16="http://schemas.microsoft.com/office/drawing/2014/main" id="{F33FDD90-F650-4802-8A6F-8EE7958D70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483518"/>
            <a:ext cx="80352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400" b="1" kern="0" dirty="0">
                <a:solidFill>
                  <a:srgbClr val="0064FF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400" b="1" kern="0" dirty="0">
                <a:solidFill>
                  <a:prstClr val="black"/>
                </a:solidFill>
                <a:latin typeface="宋体" panose="02010600030101010101" pitchFamily="2" charset="-122"/>
              </a:rPr>
              <a:t>  若函数    在区间     上</a:t>
            </a:r>
            <a:r>
              <a:rPr kumimoji="1" lang="zh-CN" altLang="en-US" sz="2400" b="1" kern="0" dirty="0">
                <a:solidFill>
                  <a:srgbClr val="FF0000"/>
                </a:solidFill>
                <a:latin typeface="宋体" panose="02010600030101010101" pitchFamily="2" charset="-122"/>
              </a:rPr>
              <a:t>连续</a:t>
            </a:r>
            <a:r>
              <a:rPr kumimoji="1" lang="zh-CN" altLang="en-US" sz="2400" b="1" kern="0" dirty="0">
                <a:solidFill>
                  <a:prstClr val="black"/>
                </a:solidFill>
                <a:latin typeface="宋体" panose="02010600030101010101" pitchFamily="2" charset="-122"/>
              </a:rPr>
              <a:t>，对任意的</a:t>
            </a:r>
            <a:endParaRPr kumimoji="1" lang="en-US" altLang="zh-CN" sz="2400" b="1" kern="0" dirty="0">
              <a:solidFill>
                <a:prstClr val="black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3DF8923-3B09-4745-8D2E-2F47495ED9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9844068"/>
              </p:ext>
            </p:extLst>
          </p:nvPr>
        </p:nvGraphicFramePr>
        <p:xfrm>
          <a:off x="2103340" y="2680999"/>
          <a:ext cx="40005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30" name="Equation" r:id="rId3" imgW="4000320" imgH="634680" progId="Equation.DSMT4">
                  <p:embed/>
                </p:oleObj>
              </mc:Choice>
              <mc:Fallback>
                <p:oleObj name="Equation" r:id="rId3" imgW="4000320" imgH="63468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87B0967C-DE71-476B-BCB4-D84D16CEC3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03340" y="2680999"/>
                        <a:ext cx="400050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517AB5E-45CC-4A2A-A1DF-1D7169F3A1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2120350"/>
              </p:ext>
            </p:extLst>
          </p:nvPr>
        </p:nvGraphicFramePr>
        <p:xfrm>
          <a:off x="1999297" y="3614822"/>
          <a:ext cx="39751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31" name="Equation" r:id="rId5" imgW="3974760" imgH="634680" progId="Equation.DSMT4">
                  <p:embed/>
                </p:oleObj>
              </mc:Choice>
              <mc:Fallback>
                <p:oleObj name="Equation" r:id="rId5" imgW="3974760" imgH="6346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251F26FB-C02E-4F24-891E-43004C0991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99297" y="3614822"/>
                        <a:ext cx="397510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0B2673ED-E825-43A1-8670-9939D944F1A0}"/>
              </a:ext>
            </a:extLst>
          </p:cNvPr>
          <p:cNvGrpSpPr/>
          <p:nvPr/>
        </p:nvGrpSpPr>
        <p:grpSpPr>
          <a:xfrm>
            <a:off x="4727721" y="3638945"/>
            <a:ext cx="2175997" cy="539366"/>
            <a:chOff x="4582565" y="4252125"/>
            <a:chExt cx="2175997" cy="539366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6BB0048B-27C2-4663-878D-FD9A165B7D3D}"/>
                </a:ext>
              </a:extLst>
            </p:cNvPr>
            <p:cNvSpPr/>
            <p:nvPr/>
          </p:nvSpPr>
          <p:spPr>
            <a:xfrm>
              <a:off x="4582565" y="4252125"/>
              <a:ext cx="1318369" cy="539366"/>
            </a:xfrm>
            <a:prstGeom prst="rect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588D443-AC6C-49CB-9457-D939F6F6A225}"/>
                </a:ext>
              </a:extLst>
            </p:cNvPr>
            <p:cNvSpPr/>
            <p:nvPr/>
          </p:nvSpPr>
          <p:spPr>
            <a:xfrm>
              <a:off x="5960787" y="4328757"/>
              <a:ext cx="79777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</a:rPr>
                <a:t>常数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8" name="Text Box 12">
            <a:extLst>
              <a:ext uri="{FF2B5EF4-FFF2-40B4-BE49-F238E27FC236}">
                <a16:creationId xmlns:a16="http://schemas.microsoft.com/office/drawing/2014/main" id="{412CAD62-863A-4E0C-9F0D-75A768034B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066" y="450628"/>
            <a:ext cx="82467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en-US" altLang="zh-CN" sz="24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注</a:t>
            </a:r>
            <a:endParaRPr kumimoji="1" lang="en-US" altLang="zh-CN" sz="2400" b="1" dirty="0">
              <a:solidFill>
                <a:srgbClr val="FF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4FC0A6BE-8585-4BF9-A2C0-400B4801C2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5059112"/>
              </p:ext>
            </p:extLst>
          </p:nvPr>
        </p:nvGraphicFramePr>
        <p:xfrm>
          <a:off x="4106124" y="558287"/>
          <a:ext cx="621597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32" name="Equation" r:id="rId7" imgW="634680" imgH="330120" progId="Equation.DSMT4">
                  <p:embed/>
                </p:oleObj>
              </mc:Choice>
              <mc:Fallback>
                <p:oleObj name="Equation" r:id="rId7" imgW="634680" imgH="3301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27258CA6-92A6-4B25-8F16-1D6386AB7D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06124" y="558287"/>
                        <a:ext cx="621597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98B11739-3C00-4529-AEFF-9494561B3707}"/>
              </a:ext>
            </a:extLst>
          </p:cNvPr>
          <p:cNvSpPr/>
          <p:nvPr/>
        </p:nvSpPr>
        <p:spPr>
          <a:xfrm>
            <a:off x="432888" y="1273176"/>
            <a:ext cx="66779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kern="0" dirty="0">
                <a:solidFill>
                  <a:prstClr val="black"/>
                </a:solidFill>
                <a:latin typeface="宋体" panose="02010600030101010101" pitchFamily="2" charset="-122"/>
              </a:rPr>
              <a:t>积分上限函数              在     可导，且</a:t>
            </a:r>
            <a:endParaRPr lang="zh-CN" altLang="en-US" dirty="0">
              <a:solidFill>
                <a:prstClr val="black"/>
              </a:solidFill>
              <a:ea typeface="等线" panose="02010600030101010101" pitchFamily="2" charset="-122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9C7114FC-A84A-43FC-AF6C-E782AA6154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9563331"/>
              </p:ext>
            </p:extLst>
          </p:nvPr>
        </p:nvGraphicFramePr>
        <p:xfrm>
          <a:off x="7249580" y="509525"/>
          <a:ext cx="1270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33" name="Equation" r:id="rId9" imgW="1269720" imgH="380880" progId="Equation.DSMT4">
                  <p:embed/>
                </p:oleObj>
              </mc:Choice>
              <mc:Fallback>
                <p:oleObj name="Equation" r:id="rId9" imgW="1269720" imgH="3808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8B5AB072-B3B4-4029-B4D6-4F31E9F5ED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249580" y="509525"/>
                        <a:ext cx="12700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AA0FE430-BBE5-4661-B8A9-5A53A5F3D4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2869344"/>
              </p:ext>
            </p:extLst>
          </p:nvPr>
        </p:nvGraphicFramePr>
        <p:xfrm>
          <a:off x="2461185" y="1186509"/>
          <a:ext cx="20574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34" name="Equation" r:id="rId11" imgW="2057400" imgH="634680" progId="Equation.DSMT4">
                  <p:embed/>
                </p:oleObj>
              </mc:Choice>
              <mc:Fallback>
                <p:oleObj name="Equation" r:id="rId11" imgW="2057400" imgH="6346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E24D56EE-6A06-42D1-A7D4-81F1ED1394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461185" y="1186509"/>
                        <a:ext cx="205740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7AA0978F-D7FF-410B-96FB-D401EB0148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880130"/>
              </p:ext>
            </p:extLst>
          </p:nvPr>
        </p:nvGraphicFramePr>
        <p:xfrm>
          <a:off x="4878625" y="1338908"/>
          <a:ext cx="621597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35" name="Equation" r:id="rId7" imgW="634680" imgH="330120" progId="Equation.DSMT4">
                  <p:embed/>
                </p:oleObj>
              </mc:Choice>
              <mc:Fallback>
                <p:oleObj name="Equation" r:id="rId7" imgW="634680" imgH="3301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82CAB8B6-2B89-4FFE-B0BF-454ACE6120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78625" y="1338908"/>
                        <a:ext cx="621597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99487504-5649-4761-9F68-15CE074685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564632"/>
              </p:ext>
            </p:extLst>
          </p:nvPr>
        </p:nvGraphicFramePr>
        <p:xfrm>
          <a:off x="2427678" y="587667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36" name="Equation" r:id="rId13" imgW="622080" imgH="342720" progId="Equation.DSMT4">
                  <p:embed/>
                </p:oleObj>
              </mc:Choice>
              <mc:Fallback>
                <p:oleObj name="Equation" r:id="rId13" imgW="622080" imgH="3427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65D5816E-79FF-4E39-BA7E-4630176FB0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427678" y="587667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7ECD4D8B-61B7-4CE2-861B-357E07E23E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1636533"/>
              </p:ext>
            </p:extLst>
          </p:nvPr>
        </p:nvGraphicFramePr>
        <p:xfrm>
          <a:off x="3331395" y="2077159"/>
          <a:ext cx="1676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37" name="Equation" r:id="rId15" imgW="1676160" imgH="355320" progId="Equation.DSMT4">
                  <p:embed/>
                </p:oleObj>
              </mc:Choice>
              <mc:Fallback>
                <p:oleObj name="Equation" r:id="rId15" imgW="1676160" imgH="35532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913B18E2-CA65-47D5-AD73-160C8B0153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331395" y="2077159"/>
                        <a:ext cx="16764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2">
            <a:extLst>
              <a:ext uri="{FF2B5EF4-FFF2-40B4-BE49-F238E27FC236}">
                <a16:creationId xmlns:a16="http://schemas.microsoft.com/office/drawing/2014/main" id="{FA3DC6B9-5C5B-412B-B595-B4C315B8EA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196" y="2611167"/>
            <a:ext cx="128041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en-US" altLang="zh-CN" sz="24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分析</a:t>
            </a:r>
            <a:endParaRPr kumimoji="1" lang="en-US" altLang="zh-CN" sz="2400" b="1" dirty="0">
              <a:solidFill>
                <a:srgbClr val="FF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076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C452176-BCC0-430E-9B25-0654413F51E3}"/>
              </a:ext>
            </a:extLst>
          </p:cNvPr>
          <p:cNvSpPr txBox="1"/>
          <p:nvPr/>
        </p:nvSpPr>
        <p:spPr>
          <a:xfrm>
            <a:off x="649545" y="123478"/>
            <a:ext cx="5006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</a:t>
            </a: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牛顿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莱布尼茨公式</a:t>
            </a:r>
          </a:p>
        </p:txBody>
      </p:sp>
      <p:sp>
        <p:nvSpPr>
          <p:cNvPr id="3" name="Text Box 12">
            <a:extLst>
              <a:ext uri="{FF2B5EF4-FFF2-40B4-BE49-F238E27FC236}">
                <a16:creationId xmlns:a16="http://schemas.microsoft.com/office/drawing/2014/main" id="{5A5D8A2D-EE12-4C26-B937-997ED9A2B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0229" y="596741"/>
            <a:ext cx="635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则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4" name="Object 24">
            <a:extLst>
              <a:ext uri="{FF2B5EF4-FFF2-40B4-BE49-F238E27FC236}">
                <a16:creationId xmlns:a16="http://schemas.microsoft.com/office/drawing/2014/main" id="{DFFDFA9C-ED3B-446B-8419-BE2822B17E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9592676"/>
              </p:ext>
            </p:extLst>
          </p:nvPr>
        </p:nvGraphicFramePr>
        <p:xfrm>
          <a:off x="2438485" y="1084698"/>
          <a:ext cx="30353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770" name="Equation" r:id="rId4" imgW="3035160" imgH="596880" progId="Equation.DSMT4">
                  <p:embed/>
                </p:oleObj>
              </mc:Choice>
              <mc:Fallback>
                <p:oleObj name="Equation" r:id="rId4" imgW="3035160" imgH="596880" progId="Equation.DSMT4">
                  <p:embed/>
                  <p:pic>
                    <p:nvPicPr>
                      <p:cNvPr id="24" name="Object 24">
                        <a:extLst>
                          <a:ext uri="{FF2B5EF4-FFF2-40B4-BE49-F238E27FC236}">
                            <a16:creationId xmlns:a16="http://schemas.microsoft.com/office/drawing/2014/main" id="{DFFDFA9C-ED3B-446B-8419-BE2822B17E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85" y="1084698"/>
                        <a:ext cx="30353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4">
            <a:extLst>
              <a:ext uri="{FF2B5EF4-FFF2-40B4-BE49-F238E27FC236}">
                <a16:creationId xmlns:a16="http://schemas.microsoft.com/office/drawing/2014/main" id="{D510758B-BF9A-4B4F-8517-361DE88A78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7461742"/>
              </p:ext>
            </p:extLst>
          </p:nvPr>
        </p:nvGraphicFramePr>
        <p:xfrm>
          <a:off x="2434392" y="2681543"/>
          <a:ext cx="40513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771" name="Equation" r:id="rId6" imgW="4051080" imgH="596880" progId="Equation.DSMT4">
                  <p:embed/>
                </p:oleObj>
              </mc:Choice>
              <mc:Fallback>
                <p:oleObj name="Equation" r:id="rId6" imgW="4051080" imgH="596880" progId="Equation.DSMT4">
                  <p:embed/>
                  <p:pic>
                    <p:nvPicPr>
                      <p:cNvPr id="27" name="Object 24">
                        <a:extLst>
                          <a:ext uri="{FF2B5EF4-FFF2-40B4-BE49-F238E27FC236}">
                            <a16:creationId xmlns:a16="http://schemas.microsoft.com/office/drawing/2014/main" id="{D510758B-BF9A-4B4F-8517-361DE88A78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4392" y="2681543"/>
                        <a:ext cx="40513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4">
            <a:extLst>
              <a:ext uri="{FF2B5EF4-FFF2-40B4-BE49-F238E27FC236}">
                <a16:creationId xmlns:a16="http://schemas.microsoft.com/office/drawing/2014/main" id="{DFFDFA9C-ED3B-446B-8419-BE2822B17E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6592066"/>
              </p:ext>
            </p:extLst>
          </p:nvPr>
        </p:nvGraphicFramePr>
        <p:xfrm>
          <a:off x="2024096" y="2130681"/>
          <a:ext cx="10922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772" name="Equation" r:id="rId8" imgW="1091880" imgH="596880" progId="Equation.DSMT4">
                  <p:embed/>
                </p:oleObj>
              </mc:Choice>
              <mc:Fallback>
                <p:oleObj name="Equation" r:id="rId8" imgW="1091880" imgH="596880" progId="Equation.DSMT4">
                  <p:embed/>
                  <p:pic>
                    <p:nvPicPr>
                      <p:cNvPr id="28" name="Object 24">
                        <a:extLst>
                          <a:ext uri="{FF2B5EF4-FFF2-40B4-BE49-F238E27FC236}">
                            <a16:creationId xmlns:a16="http://schemas.microsoft.com/office/drawing/2014/main" id="{DFFDFA9C-ED3B-446B-8419-BE2822B17E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4096" y="2130681"/>
                        <a:ext cx="10922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文本框 49">
            <a:extLst>
              <a:ext uri="{FF2B5EF4-FFF2-40B4-BE49-F238E27FC236}">
                <a16:creationId xmlns:a16="http://schemas.microsoft.com/office/drawing/2014/main" id="{ADDD2624-40B1-4E44-844B-A61E1FAEF518}"/>
              </a:ext>
            </a:extLst>
          </p:cNvPr>
          <p:cNvSpPr txBox="1"/>
          <p:nvPr/>
        </p:nvSpPr>
        <p:spPr>
          <a:xfrm>
            <a:off x="606037" y="636299"/>
            <a:ext cx="10473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定理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64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ADDD2624-40B1-4E44-844B-A61E1FAEF518}"/>
              </a:ext>
            </a:extLst>
          </p:cNvPr>
          <p:cNvSpPr txBox="1"/>
          <p:nvPr/>
        </p:nvSpPr>
        <p:spPr>
          <a:xfrm>
            <a:off x="626359" y="1641496"/>
            <a:ext cx="507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证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64FF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9B89169B-3A4A-429C-A126-D80CBFE5835F}"/>
              </a:ext>
            </a:extLst>
          </p:cNvPr>
          <p:cNvGrpSpPr/>
          <p:nvPr/>
        </p:nvGrpSpPr>
        <p:grpSpPr>
          <a:xfrm>
            <a:off x="1070333" y="1644724"/>
            <a:ext cx="5624187" cy="461665"/>
            <a:chOff x="1324077" y="1959160"/>
            <a:chExt cx="5624187" cy="461665"/>
          </a:xfrm>
        </p:grpSpPr>
        <p:grpSp>
          <p:nvGrpSpPr>
            <p:cNvPr id="61" name="组合 60"/>
            <p:cNvGrpSpPr/>
            <p:nvPr/>
          </p:nvGrpSpPr>
          <p:grpSpPr>
            <a:xfrm>
              <a:off x="1324077" y="1959160"/>
              <a:ext cx="5624187" cy="461665"/>
              <a:chOff x="579359" y="1131590"/>
              <a:chExt cx="5624187" cy="461665"/>
            </a:xfrm>
          </p:grpSpPr>
          <p:sp>
            <p:nvSpPr>
              <p:cNvPr id="62" name="Text Box 46">
                <a:extLst>
                  <a:ext uri="{FF2B5EF4-FFF2-40B4-BE49-F238E27FC236}">
                    <a16:creationId xmlns:a16="http://schemas.microsoft.com/office/drawing/2014/main" id="{B7DDC7C0-F28A-4915-93E1-7528BF1206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9359" y="1131590"/>
                <a:ext cx="5624187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已知    是连续函数    的一个原函数</a:t>
                </a: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.</a:t>
                </a:r>
              </a:p>
            </p:txBody>
          </p:sp>
          <p:graphicFrame>
            <p:nvGraphicFramePr>
              <p:cNvPr id="63" name="Object 24">
                <a:extLst>
                  <a:ext uri="{FF2B5EF4-FFF2-40B4-BE49-F238E27FC236}">
                    <a16:creationId xmlns:a16="http://schemas.microsoft.com/office/drawing/2014/main" id="{D510758B-BF9A-4B4F-8517-361DE88A78A4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1295059" y="1238890"/>
              <a:ext cx="6350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7773" name="Equation" r:id="rId10" imgW="634680" imgH="342720" progId="Equation.DSMT4">
                      <p:embed/>
                    </p:oleObj>
                  </mc:Choice>
                  <mc:Fallback>
                    <p:oleObj name="Equation" r:id="rId10" imgW="634680" imgH="342720" progId="Equation.DSMT4">
                      <p:embed/>
                      <p:pic>
                        <p:nvPicPr>
                          <p:cNvPr id="63" name="Object 24">
                            <a:extLst>
                              <a:ext uri="{FF2B5EF4-FFF2-40B4-BE49-F238E27FC236}">
                                <a16:creationId xmlns:a16="http://schemas.microsoft.com/office/drawing/2014/main" id="{D510758B-BF9A-4B4F-8517-361DE88A78A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95059" y="1238890"/>
                            <a:ext cx="635000" cy="3429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64" name="Object 24">
              <a:extLst>
                <a:ext uri="{FF2B5EF4-FFF2-40B4-BE49-F238E27FC236}">
                  <a16:creationId xmlns:a16="http://schemas.microsoft.com/office/drawing/2014/main" id="{D510758B-BF9A-4B4F-8517-361DE88A78A4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172996" y="2061075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774" name="Equation" r:id="rId12" imgW="622080" imgH="342720" progId="Equation.DSMT4">
                    <p:embed/>
                  </p:oleObj>
                </mc:Choice>
                <mc:Fallback>
                  <p:oleObj name="Equation" r:id="rId12" imgW="622080" imgH="342720" progId="Equation.DSMT4">
                    <p:embed/>
                    <p:pic>
                      <p:nvPicPr>
                        <p:cNvPr id="64" name="Object 24">
                          <a:extLst>
                            <a:ext uri="{FF2B5EF4-FFF2-40B4-BE49-F238E27FC236}">
                              <a16:creationId xmlns:a16="http://schemas.microsoft.com/office/drawing/2014/main" id="{D510758B-BF9A-4B4F-8517-361DE88A78A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2996" y="2061075"/>
                          <a:ext cx="622300" cy="3429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5" name="Text Box 12">
            <a:extLst>
              <a:ext uri="{FF2B5EF4-FFF2-40B4-BE49-F238E27FC236}">
                <a16:creationId xmlns:a16="http://schemas.microsoft.com/office/drawing/2014/main" id="{82A61CE0-E2BD-4196-9B4A-3AE8F9941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8496" y="1641495"/>
            <a:ext cx="21602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又由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定理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知，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6" name="Text Box 12">
            <a:extLst>
              <a:ext uri="{FF2B5EF4-FFF2-40B4-BE49-F238E27FC236}">
                <a16:creationId xmlns:a16="http://schemas.microsoft.com/office/drawing/2014/main" id="{82A61CE0-E2BD-4196-9B4A-3AE8F9941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93" y="2202576"/>
            <a:ext cx="21602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积分上限函数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461F7D65-B59A-4BF7-BD13-6675DE708FF3}"/>
              </a:ext>
            </a:extLst>
          </p:cNvPr>
          <p:cNvGrpSpPr/>
          <p:nvPr/>
        </p:nvGrpSpPr>
        <p:grpSpPr>
          <a:xfrm>
            <a:off x="3089670" y="2201685"/>
            <a:ext cx="3401035" cy="461665"/>
            <a:chOff x="3217014" y="2539567"/>
            <a:chExt cx="3401035" cy="461665"/>
          </a:xfrm>
        </p:grpSpPr>
        <p:sp>
          <p:nvSpPr>
            <p:cNvPr id="67" name="Text Box 46">
              <a:extLst>
                <a:ext uri="{FF2B5EF4-FFF2-40B4-BE49-F238E27FC236}">
                  <a16:creationId xmlns:a16="http://schemas.microsoft.com/office/drawing/2014/main" id="{B7DDC7C0-F28A-4915-93E1-7528BF1206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7014" y="2539567"/>
              <a:ext cx="340103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也是    的一个原函数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.</a:t>
              </a:r>
            </a:p>
          </p:txBody>
        </p:sp>
        <p:graphicFrame>
          <p:nvGraphicFramePr>
            <p:cNvPr id="68" name="Object 24">
              <a:extLst>
                <a:ext uri="{FF2B5EF4-FFF2-40B4-BE49-F238E27FC236}">
                  <a16:creationId xmlns:a16="http://schemas.microsoft.com/office/drawing/2014/main" id="{D510758B-BF9A-4B4F-8517-361DE88A78A4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922218" y="2618820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775" name="Equation" r:id="rId14" imgW="622080" imgH="342720" progId="Equation.DSMT4">
                    <p:embed/>
                  </p:oleObj>
                </mc:Choice>
                <mc:Fallback>
                  <p:oleObj name="Equation" r:id="rId14" imgW="622080" imgH="342720" progId="Equation.DSMT4">
                    <p:embed/>
                    <p:pic>
                      <p:nvPicPr>
                        <p:cNvPr id="68" name="Object 24">
                          <a:extLst>
                            <a:ext uri="{FF2B5EF4-FFF2-40B4-BE49-F238E27FC236}">
                              <a16:creationId xmlns:a16="http://schemas.microsoft.com/office/drawing/2014/main" id="{D510758B-BF9A-4B4F-8517-361DE88A78A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2218" y="2618820"/>
                          <a:ext cx="622300" cy="3429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" name="Text Box 12">
            <a:extLst>
              <a:ext uri="{FF2B5EF4-FFF2-40B4-BE49-F238E27FC236}">
                <a16:creationId xmlns:a16="http://schemas.microsoft.com/office/drawing/2014/main" id="{5A5D8A2D-EE12-4C26-B937-997ED9A2B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16" y="3264053"/>
            <a:ext cx="41452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令   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6" name="Object 24">
            <a:extLst>
              <a:ext uri="{FF2B5EF4-FFF2-40B4-BE49-F238E27FC236}">
                <a16:creationId xmlns:a16="http://schemas.microsoft.com/office/drawing/2014/main" id="{D510758B-BF9A-4B4F-8517-361DE88A78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8151696"/>
              </p:ext>
            </p:extLst>
          </p:nvPr>
        </p:nvGraphicFramePr>
        <p:xfrm>
          <a:off x="498417" y="3442555"/>
          <a:ext cx="736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776" name="Equation" r:id="rId16" imgW="736560" imgH="253800" progId="Equation.DSMT4">
                  <p:embed/>
                </p:oleObj>
              </mc:Choice>
              <mc:Fallback>
                <p:oleObj name="Equation" r:id="rId16" imgW="736560" imgH="253800" progId="Equation.DSMT4">
                  <p:embed/>
                  <p:pic>
                    <p:nvPicPr>
                      <p:cNvPr id="26" name="Object 24">
                        <a:extLst>
                          <a:ext uri="{FF2B5EF4-FFF2-40B4-BE49-F238E27FC236}">
                            <a16:creationId xmlns:a16="http://schemas.microsoft.com/office/drawing/2014/main" id="{D510758B-BF9A-4B4F-8517-361DE88A78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17" y="3442555"/>
                        <a:ext cx="736600" cy="254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12">
            <a:extLst>
              <a:ext uri="{FF2B5EF4-FFF2-40B4-BE49-F238E27FC236}">
                <a16:creationId xmlns:a16="http://schemas.microsoft.com/office/drawing/2014/main" id="{5A5D8A2D-EE12-4C26-B937-997ED9A2B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4511" y="3273998"/>
            <a:ext cx="8604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即得   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3" name="Object 24">
            <a:extLst>
              <a:ext uri="{FF2B5EF4-FFF2-40B4-BE49-F238E27FC236}">
                <a16:creationId xmlns:a16="http://schemas.microsoft.com/office/drawing/2014/main" id="{D510758B-BF9A-4B4F-8517-361DE88A78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6932594"/>
              </p:ext>
            </p:extLst>
          </p:nvPr>
        </p:nvGraphicFramePr>
        <p:xfrm>
          <a:off x="1942463" y="3382230"/>
          <a:ext cx="1409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777" name="Equation" r:id="rId18" imgW="1409400" imgH="342720" progId="Equation.DSMT4">
                  <p:embed/>
                </p:oleObj>
              </mc:Choice>
              <mc:Fallback>
                <p:oleObj name="Equation" r:id="rId18" imgW="1409400" imgH="342720" progId="Equation.DSMT4">
                  <p:embed/>
                  <p:pic>
                    <p:nvPicPr>
                      <p:cNvPr id="33" name="Object 24">
                        <a:extLst>
                          <a:ext uri="{FF2B5EF4-FFF2-40B4-BE49-F238E27FC236}">
                            <a16:creationId xmlns:a16="http://schemas.microsoft.com/office/drawing/2014/main" id="{D510758B-BF9A-4B4F-8517-361DE88A78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2463" y="3382230"/>
                        <a:ext cx="1409700" cy="342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12">
            <a:extLst>
              <a:ext uri="{FF2B5EF4-FFF2-40B4-BE49-F238E27FC236}">
                <a16:creationId xmlns:a16="http://schemas.microsoft.com/office/drawing/2014/main" id="{5A5D8A2D-EE12-4C26-B937-997ED9A2B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4900" y="3282617"/>
            <a:ext cx="8604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所以   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5" name="Object 24">
            <a:extLst>
              <a:ext uri="{FF2B5EF4-FFF2-40B4-BE49-F238E27FC236}">
                <a16:creationId xmlns:a16="http://schemas.microsoft.com/office/drawing/2014/main" id="{D510758B-BF9A-4B4F-8517-361DE88A78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7363566"/>
              </p:ext>
            </p:extLst>
          </p:nvPr>
        </p:nvGraphicFramePr>
        <p:xfrm>
          <a:off x="4188092" y="3219218"/>
          <a:ext cx="3009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778" name="Equation" r:id="rId20" imgW="3009600" imgH="596880" progId="Equation.DSMT4">
                  <p:embed/>
                </p:oleObj>
              </mc:Choice>
              <mc:Fallback>
                <p:oleObj name="Equation" r:id="rId20" imgW="3009600" imgH="596880" progId="Equation.DSMT4">
                  <p:embed/>
                  <p:pic>
                    <p:nvPicPr>
                      <p:cNvPr id="35" name="Object 24">
                        <a:extLst>
                          <a:ext uri="{FF2B5EF4-FFF2-40B4-BE49-F238E27FC236}">
                            <a16:creationId xmlns:a16="http://schemas.microsoft.com/office/drawing/2014/main" id="{D510758B-BF9A-4B4F-8517-361DE88A78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8092" y="3219218"/>
                        <a:ext cx="30099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12">
            <a:extLst>
              <a:ext uri="{FF2B5EF4-FFF2-40B4-BE49-F238E27FC236}">
                <a16:creationId xmlns:a16="http://schemas.microsoft.com/office/drawing/2014/main" id="{5A5D8A2D-EE12-4C26-B937-997ED9A2B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16" y="3909986"/>
            <a:ext cx="41452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令   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7" name="Object 24">
            <a:extLst>
              <a:ext uri="{FF2B5EF4-FFF2-40B4-BE49-F238E27FC236}">
                <a16:creationId xmlns:a16="http://schemas.microsoft.com/office/drawing/2014/main" id="{D510758B-BF9A-4B4F-8517-361DE88A78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6686959"/>
              </p:ext>
            </p:extLst>
          </p:nvPr>
        </p:nvGraphicFramePr>
        <p:xfrm>
          <a:off x="528670" y="4012015"/>
          <a:ext cx="723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779" name="Equation" r:id="rId22" imgW="723600" imgH="330120" progId="Equation.DSMT4">
                  <p:embed/>
                </p:oleObj>
              </mc:Choice>
              <mc:Fallback>
                <p:oleObj name="Equation" r:id="rId22" imgW="723600" imgH="330120" progId="Equation.DSMT4">
                  <p:embed/>
                  <p:pic>
                    <p:nvPicPr>
                      <p:cNvPr id="37" name="Object 24">
                        <a:extLst>
                          <a:ext uri="{FF2B5EF4-FFF2-40B4-BE49-F238E27FC236}">
                            <a16:creationId xmlns:a16="http://schemas.microsoft.com/office/drawing/2014/main" id="{D510758B-BF9A-4B4F-8517-361DE88A78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70" y="4012015"/>
                        <a:ext cx="723900" cy="330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12">
            <a:extLst>
              <a:ext uri="{FF2B5EF4-FFF2-40B4-BE49-F238E27FC236}">
                <a16:creationId xmlns:a16="http://schemas.microsoft.com/office/drawing/2014/main" id="{5A5D8A2D-EE12-4C26-B937-997ED9A2B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501" y="3904941"/>
            <a:ext cx="8604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即得   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9" name="Object 24">
            <a:extLst>
              <a:ext uri="{FF2B5EF4-FFF2-40B4-BE49-F238E27FC236}">
                <a16:creationId xmlns:a16="http://schemas.microsoft.com/office/drawing/2014/main" id="{D510758B-BF9A-4B4F-8517-361DE88A78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3382631"/>
              </p:ext>
            </p:extLst>
          </p:nvPr>
        </p:nvGraphicFramePr>
        <p:xfrm>
          <a:off x="2943492" y="3827963"/>
          <a:ext cx="29337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780" name="Equation" r:id="rId24" imgW="2933640" imgH="596880" progId="Equation.DSMT4">
                  <p:embed/>
                </p:oleObj>
              </mc:Choice>
              <mc:Fallback>
                <p:oleObj name="Equation" r:id="rId24" imgW="2933640" imgH="596880" progId="Equation.DSMT4">
                  <p:embed/>
                  <p:pic>
                    <p:nvPicPr>
                      <p:cNvPr id="39" name="Object 24">
                        <a:extLst>
                          <a:ext uri="{FF2B5EF4-FFF2-40B4-BE49-F238E27FC236}">
                            <a16:creationId xmlns:a16="http://schemas.microsoft.com/office/drawing/2014/main" id="{D510758B-BF9A-4B4F-8517-361DE88A78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3492" y="3827963"/>
                        <a:ext cx="29337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 Box 12">
            <a:extLst>
              <a:ext uri="{FF2B5EF4-FFF2-40B4-BE49-F238E27FC236}">
                <a16:creationId xmlns:a16="http://schemas.microsoft.com/office/drawing/2014/main" id="{82A61CE0-E2BD-4196-9B4A-3AE8F9941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3785" y="1184828"/>
            <a:ext cx="337341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— 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牛顿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-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莱布尼茨公式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(N-L)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2" name="Text Box 12">
            <a:extLst>
              <a:ext uri="{FF2B5EF4-FFF2-40B4-BE49-F238E27FC236}">
                <a16:creationId xmlns:a16="http://schemas.microsoft.com/office/drawing/2014/main" id="{34D914B3-841C-4D01-8010-4063C8EDDD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6866" y="2183425"/>
            <a:ext cx="6223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则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3CBB6A7-A6E6-4B78-80CC-D0DD18FEB5AE}"/>
              </a:ext>
            </a:extLst>
          </p:cNvPr>
          <p:cNvGrpSpPr/>
          <p:nvPr/>
        </p:nvGrpSpPr>
        <p:grpSpPr>
          <a:xfrm>
            <a:off x="1545345" y="636530"/>
            <a:ext cx="7062382" cy="461665"/>
            <a:chOff x="1590628" y="915797"/>
            <a:chExt cx="7062382" cy="461665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D776FC0F-0C2F-4C1B-B3FB-F4CEFFC7EF7A}"/>
                </a:ext>
              </a:extLst>
            </p:cNvPr>
            <p:cNvGrpSpPr/>
            <p:nvPr/>
          </p:nvGrpSpPr>
          <p:grpSpPr>
            <a:xfrm>
              <a:off x="1590628" y="915797"/>
              <a:ext cx="7062382" cy="461665"/>
              <a:chOff x="1830098" y="915797"/>
              <a:chExt cx="7062382" cy="461665"/>
            </a:xfrm>
          </p:grpSpPr>
          <p:grpSp>
            <p:nvGrpSpPr>
              <p:cNvPr id="57" name="组合 56"/>
              <p:cNvGrpSpPr/>
              <p:nvPr/>
            </p:nvGrpSpPr>
            <p:grpSpPr>
              <a:xfrm>
                <a:off x="1830098" y="915797"/>
                <a:ext cx="7062382" cy="461665"/>
                <a:chOff x="931316" y="1131590"/>
                <a:chExt cx="7062382" cy="461665"/>
              </a:xfrm>
            </p:grpSpPr>
            <p:sp>
              <p:nvSpPr>
                <p:cNvPr id="17" name="Text Box 46">
                  <a:extLst>
                    <a:ext uri="{FF2B5EF4-FFF2-40B4-BE49-F238E27FC236}">
                      <a16:creationId xmlns:a16="http://schemas.microsoft.com/office/drawing/2014/main" id="{B7DDC7C0-F28A-4915-93E1-7528BF12062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31316" y="1131590"/>
                  <a:ext cx="7062382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宋体" panose="02010600030101010101" pitchFamily="2" charset="-122"/>
                      <a:ea typeface="宋体" panose="02010600030101010101" pitchFamily="2" charset="-122"/>
                      <a:cs typeface="+mn-cs"/>
                    </a:rPr>
                    <a:t>若    是</a:t>
                  </a:r>
                  <a:r>
                    <a:rPr kumimoji="1" lang="zh-CN" altLang="en-US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宋体" panose="02010600030101010101" pitchFamily="2" charset="-122"/>
                      <a:ea typeface="宋体" panose="02010600030101010101" pitchFamily="2" charset="-122"/>
                      <a:cs typeface="+mn-cs"/>
                    </a:rPr>
                    <a:t>连续函数</a:t>
                  </a:r>
                  <a:r>
                    <a:rPr kumimoji="1" lang="zh-CN" altLang="en-US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宋体" panose="02010600030101010101" pitchFamily="2" charset="-122"/>
                      <a:ea typeface="宋体" panose="02010600030101010101" pitchFamily="2" charset="-122"/>
                      <a:cs typeface="+mn-cs"/>
                    </a:rPr>
                    <a:t>    在区间    上的一个原函数，</a:t>
                  </a:r>
                  <a:endPara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endParaRPr>
                </a:p>
              </p:txBody>
            </p:sp>
            <p:graphicFrame>
              <p:nvGraphicFramePr>
                <p:cNvPr id="18" name="Object 24">
                  <a:extLst>
                    <a:ext uri="{FF2B5EF4-FFF2-40B4-BE49-F238E27FC236}">
                      <a16:creationId xmlns:a16="http://schemas.microsoft.com/office/drawing/2014/main" id="{D510758B-BF9A-4B4F-8517-361DE88A78A4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/>
                </p:nvPr>
              </p:nvGraphicFramePr>
              <p:xfrm>
                <a:off x="1325203" y="1238890"/>
                <a:ext cx="635000" cy="3429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67781" name="Equation" r:id="rId26" imgW="634680" imgH="342720" progId="Equation.DSMT4">
                        <p:embed/>
                      </p:oleObj>
                    </mc:Choice>
                    <mc:Fallback>
                      <p:oleObj name="Equation" r:id="rId26" imgW="634680" imgH="342720" progId="Equation.DSMT4">
                        <p:embed/>
                        <p:pic>
                          <p:nvPicPr>
                            <p:cNvPr id="18" name="Object 24">
                              <a:extLst>
                                <a:ext uri="{FF2B5EF4-FFF2-40B4-BE49-F238E27FC236}">
                                  <a16:creationId xmlns:a16="http://schemas.microsoft.com/office/drawing/2014/main" id="{D510758B-BF9A-4B4F-8517-361DE88A78A4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325203" y="1238890"/>
                              <a:ext cx="635000" cy="3429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47" name="Object 24">
                <a:extLst>
                  <a:ext uri="{FF2B5EF4-FFF2-40B4-BE49-F238E27FC236}">
                    <a16:creationId xmlns:a16="http://schemas.microsoft.com/office/drawing/2014/main" id="{D510758B-BF9A-4B4F-8517-361DE88A78A4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5918055" y="1002430"/>
              <a:ext cx="635000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7782" name="Equation" r:id="rId27" imgW="634680" imgH="330120" progId="Equation.DSMT4">
                      <p:embed/>
                    </p:oleObj>
                  </mc:Choice>
                  <mc:Fallback>
                    <p:oleObj name="Equation" r:id="rId27" imgW="634680" imgH="330120" progId="Equation.DSMT4">
                      <p:embed/>
                      <p:pic>
                        <p:nvPicPr>
                          <p:cNvPr id="47" name="Object 24">
                            <a:extLst>
                              <a:ext uri="{FF2B5EF4-FFF2-40B4-BE49-F238E27FC236}">
                                <a16:creationId xmlns:a16="http://schemas.microsoft.com/office/drawing/2014/main" id="{D510758B-BF9A-4B4F-8517-361DE88A78A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918055" y="1002430"/>
                            <a:ext cx="635000" cy="3302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1" name="Object 24">
              <a:extLst>
                <a:ext uri="{FF2B5EF4-FFF2-40B4-BE49-F238E27FC236}">
                  <a16:creationId xmlns:a16="http://schemas.microsoft.com/office/drawing/2014/main" id="{1E56DBD8-327C-4A29-84ED-78D97605D1F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153345" y="1016418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783" name="Equation" r:id="rId12" imgW="622080" imgH="342720" progId="Equation.DSMT4">
                    <p:embed/>
                  </p:oleObj>
                </mc:Choice>
                <mc:Fallback>
                  <p:oleObj name="Equation" r:id="rId12" imgW="622080" imgH="342720" progId="Equation.DSMT4">
                    <p:embed/>
                    <p:pic>
                      <p:nvPicPr>
                        <p:cNvPr id="41" name="Object 24">
                          <a:extLst>
                            <a:ext uri="{FF2B5EF4-FFF2-40B4-BE49-F238E27FC236}">
                              <a16:creationId xmlns:a16="http://schemas.microsoft.com/office/drawing/2014/main" id="{1E56DBD8-327C-4A29-84ED-78D97605D1F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3345" y="1016418"/>
                          <a:ext cx="622300" cy="3429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" name="Text Box 12">
            <a:extLst>
              <a:ext uri="{FF2B5EF4-FFF2-40B4-BE49-F238E27FC236}">
                <a16:creationId xmlns:a16="http://schemas.microsoft.com/office/drawing/2014/main" id="{5FFCC3BB-060D-4B80-83C5-01AE4F4D46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34" y="4382363"/>
            <a:ext cx="54658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注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此定理也称为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微积分基本定理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.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9BF6F3B-3AA4-4BF6-A876-A5198E404512}"/>
              </a:ext>
            </a:extLst>
          </p:cNvPr>
          <p:cNvSpPr/>
          <p:nvPr/>
        </p:nvSpPr>
        <p:spPr>
          <a:xfrm>
            <a:off x="4768066" y="122951"/>
            <a:ext cx="30716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微积分基本公式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1302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50" grpId="0"/>
      <p:bldP spid="60" grpId="0"/>
      <p:bldP spid="65" grpId="0" autoUpdateAnimBg="0"/>
      <p:bldP spid="66" grpId="0" autoUpdateAnimBg="0"/>
      <p:bldP spid="25" grpId="0" autoUpdateAnimBg="0"/>
      <p:bldP spid="32" grpId="0" autoUpdateAnimBg="0"/>
      <p:bldP spid="34" grpId="0" autoUpdateAnimBg="0"/>
      <p:bldP spid="36" grpId="0" autoUpdateAnimBg="0"/>
      <p:bldP spid="38" grpId="0" autoUpdateAnimBg="0"/>
      <p:bldP spid="40" grpId="0" autoUpdateAnimBg="0"/>
      <p:bldP spid="42" grpId="0" autoUpdateAnimBg="0"/>
      <p:bldP spid="44" grpId="0" autoUpdateAnimBg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09A577FB-2788-4936-9C2B-FA63EB3DFB06}"/>
              </a:ext>
            </a:extLst>
          </p:cNvPr>
          <p:cNvGrpSpPr/>
          <p:nvPr/>
        </p:nvGrpSpPr>
        <p:grpSpPr>
          <a:xfrm>
            <a:off x="873714" y="483518"/>
            <a:ext cx="6192688" cy="461665"/>
            <a:chOff x="934978" y="541672"/>
            <a:chExt cx="6192688" cy="461665"/>
          </a:xfrm>
        </p:grpSpPr>
        <p:sp>
          <p:nvSpPr>
            <p:cNvPr id="2" name="Text Box 12">
              <a:extLst>
                <a:ext uri="{FF2B5EF4-FFF2-40B4-BE49-F238E27FC236}">
                  <a16:creationId xmlns:a16="http://schemas.microsoft.com/office/drawing/2014/main" id="{82A61CE0-E2BD-4196-9B4A-3AE8F9941E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4978" y="541672"/>
              <a:ext cx="61926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注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牛顿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-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莱布尼茨公式对     的情形也成立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.</a:t>
              </a:r>
              <a:endPara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Object 24">
              <a:extLst>
                <a:ext uri="{FF2B5EF4-FFF2-40B4-BE49-F238E27FC236}">
                  <a16:creationId xmlns:a16="http://schemas.microsoft.com/office/drawing/2014/main" id="{D510758B-BF9A-4B4F-8517-361DE88A78A4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447764" y="646490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395" name="Equation" r:id="rId4" imgW="647640" imgH="279360" progId="Equation.DSMT4">
                    <p:embed/>
                  </p:oleObj>
                </mc:Choice>
                <mc:Fallback>
                  <p:oleObj name="Equation" r:id="rId4" imgW="647640" imgH="279360" progId="Equation.DSMT4">
                    <p:embed/>
                    <p:pic>
                      <p:nvPicPr>
                        <p:cNvPr id="3" name="Object 24">
                          <a:extLst>
                            <a:ext uri="{FF2B5EF4-FFF2-40B4-BE49-F238E27FC236}">
                              <a16:creationId xmlns:a16="http://schemas.microsoft.com/office/drawing/2014/main" id="{D510758B-BF9A-4B4F-8517-361DE88A78A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7764" y="646490"/>
                          <a:ext cx="6477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Text Box 12">
            <a:extLst>
              <a:ext uri="{FF2B5EF4-FFF2-40B4-BE49-F238E27FC236}">
                <a16:creationId xmlns:a16="http://schemas.microsoft.com/office/drawing/2014/main" id="{82A61CE0-E2BD-4196-9B4A-3AE8F9941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096" y="2527730"/>
            <a:ext cx="824440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公式进一步揭示了定积分与被积函数的原函数或不定积分之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36673" y="3118197"/>
            <a:ext cx="17908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之间的联系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.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C5D87AD4-EB34-48A1-AE9D-FA15B8876BD3}"/>
              </a:ext>
            </a:extLst>
          </p:cNvPr>
          <p:cNvGrpSpPr/>
          <p:nvPr/>
        </p:nvGrpSpPr>
        <p:grpSpPr>
          <a:xfrm>
            <a:off x="2430388" y="1398786"/>
            <a:ext cx="4601983" cy="596900"/>
            <a:chOff x="2430388" y="1398786"/>
            <a:chExt cx="4601983" cy="596900"/>
          </a:xfrm>
        </p:grpSpPr>
        <p:graphicFrame>
          <p:nvGraphicFramePr>
            <p:cNvPr id="15" name="Object 24">
              <a:extLst>
                <a:ext uri="{FF2B5EF4-FFF2-40B4-BE49-F238E27FC236}">
                  <a16:creationId xmlns:a16="http://schemas.microsoft.com/office/drawing/2014/main" id="{48830519-45FD-4DF8-A2F2-55751C146A0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430388" y="1398786"/>
            <a:ext cx="29337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396" name="Equation" r:id="rId6" imgW="2933640" imgH="596880" progId="Equation.DSMT4">
                    <p:embed/>
                  </p:oleObj>
                </mc:Choice>
                <mc:Fallback>
                  <p:oleObj name="Equation" r:id="rId6" imgW="2933640" imgH="596880" progId="Equation.DSMT4">
                    <p:embed/>
                    <p:pic>
                      <p:nvPicPr>
                        <p:cNvPr id="15" name="Object 24">
                          <a:extLst>
                            <a:ext uri="{FF2B5EF4-FFF2-40B4-BE49-F238E27FC236}">
                              <a16:creationId xmlns:a16="http://schemas.microsoft.com/office/drawing/2014/main" id="{48830519-45FD-4DF8-A2F2-55751C146A0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0388" y="1398786"/>
                          <a:ext cx="2933700" cy="596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24">
              <a:extLst>
                <a:ext uri="{FF2B5EF4-FFF2-40B4-BE49-F238E27FC236}">
                  <a16:creationId xmlns:a16="http://schemas.microsoft.com/office/drawing/2014/main" id="{A0428697-6CB1-43E4-A580-8101BD1CE474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415145" y="1404243"/>
            <a:ext cx="1617226" cy="553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397" name="Equation" r:id="rId8" imgW="1295280" imgH="507960" progId="Equation.DSMT4">
                    <p:embed/>
                  </p:oleObj>
                </mc:Choice>
                <mc:Fallback>
                  <p:oleObj name="Equation" r:id="rId8" imgW="1295280" imgH="507960" progId="Equation.DSMT4">
                    <p:embed/>
                    <p:pic>
                      <p:nvPicPr>
                        <p:cNvPr id="19" name="Object 24">
                          <a:extLst>
                            <a:ext uri="{FF2B5EF4-FFF2-40B4-BE49-F238E27FC236}">
                              <a16:creationId xmlns:a16="http://schemas.microsoft.com/office/drawing/2014/main" id="{A0428697-6CB1-43E4-A580-8101BD1CE47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15145" y="1404243"/>
                          <a:ext cx="1617226" cy="5535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5321893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7">
            <a:extLst>
              <a:ext uri="{FF2B5EF4-FFF2-40B4-BE49-F238E27FC236}">
                <a16:creationId xmlns:a16="http://schemas.microsoft.com/office/drawing/2014/main" id="{01E1CFCC-BE2B-46EF-AE76-58603B5B93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1483846"/>
              </p:ext>
            </p:extLst>
          </p:nvPr>
        </p:nvGraphicFramePr>
        <p:xfrm>
          <a:off x="2218225" y="180333"/>
          <a:ext cx="1333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854" name="Equation" r:id="rId3" imgW="1333440" imgH="596880" progId="Equation.DSMT4">
                  <p:embed/>
                </p:oleObj>
              </mc:Choice>
              <mc:Fallback>
                <p:oleObj name="Equation" r:id="rId3" imgW="1333440" imgH="596880" progId="Equation.DSMT4">
                  <p:embed/>
                  <p:pic>
                    <p:nvPicPr>
                      <p:cNvPr id="4" name="Object 7">
                        <a:extLst>
                          <a:ext uri="{FF2B5EF4-FFF2-40B4-BE49-F238E27FC236}">
                            <a16:creationId xmlns:a16="http://schemas.microsoft.com/office/drawing/2014/main" id="{821522D2-1FB9-4E6F-9E2B-1216E332E4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8225" y="180333"/>
                        <a:ext cx="13335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3AA7EAE7-67F8-4EDC-83F6-5B5AF92A67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5042308"/>
              </p:ext>
            </p:extLst>
          </p:nvPr>
        </p:nvGraphicFramePr>
        <p:xfrm>
          <a:off x="2687029" y="1843858"/>
          <a:ext cx="1803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855" name="Equation" r:id="rId5" imgW="1803240" imgH="596880" progId="Equation.DSMT4">
                  <p:embed/>
                </p:oleObj>
              </mc:Choice>
              <mc:Fallback>
                <p:oleObj name="Equation" r:id="rId5" imgW="1803240" imgH="596880" progId="Equation.DSMT4">
                  <p:embed/>
                  <p:pic>
                    <p:nvPicPr>
                      <p:cNvPr id="5" name="Object 6">
                        <a:extLst>
                          <a:ext uri="{FF2B5EF4-FFF2-40B4-BE49-F238E27FC236}">
                            <a16:creationId xmlns:a16="http://schemas.microsoft.com/office/drawing/2014/main" id="{A593AA16-7567-4E2F-A7C3-A904C556FF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7029" y="1843858"/>
                        <a:ext cx="18034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E2B13491-1804-462C-AA42-3584CE17CA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8844877"/>
              </p:ext>
            </p:extLst>
          </p:nvPr>
        </p:nvGraphicFramePr>
        <p:xfrm>
          <a:off x="6705744" y="3010384"/>
          <a:ext cx="13700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856" name="Equation" r:id="rId7" imgW="1371600" imgH="279360" progId="Equation.DSMT4">
                  <p:embed/>
                </p:oleObj>
              </mc:Choice>
              <mc:Fallback>
                <p:oleObj name="Equation" r:id="rId7" imgW="1371600" imgH="27936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EA8485EF-8EBB-4389-A632-B09CFB4BF3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744" y="3010384"/>
                        <a:ext cx="13700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9">
            <a:extLst>
              <a:ext uri="{FF2B5EF4-FFF2-40B4-BE49-F238E27FC236}">
                <a16:creationId xmlns:a16="http://schemas.microsoft.com/office/drawing/2014/main" id="{F5316D64-30BA-473B-9389-1A5C1F9EC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801" y="1015672"/>
            <a:ext cx="111280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304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解  </a:t>
            </a:r>
          </a:p>
        </p:txBody>
      </p:sp>
      <p:graphicFrame>
        <p:nvGraphicFramePr>
          <p:cNvPr id="8" name="Object 13">
            <a:extLst>
              <a:ext uri="{FF2B5EF4-FFF2-40B4-BE49-F238E27FC236}">
                <a16:creationId xmlns:a16="http://schemas.microsoft.com/office/drawing/2014/main" id="{39826B59-C84D-4930-83AA-07F7B36DDA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4219094"/>
              </p:ext>
            </p:extLst>
          </p:nvPr>
        </p:nvGraphicFramePr>
        <p:xfrm>
          <a:off x="2685819" y="2675971"/>
          <a:ext cx="38481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857" name="Equation" r:id="rId9" imgW="3848040" imgH="888840" progId="Equation.DSMT4">
                  <p:embed/>
                </p:oleObj>
              </mc:Choice>
              <mc:Fallback>
                <p:oleObj name="Equation" r:id="rId9" imgW="3848040" imgH="888840" progId="Equation.DSMT4">
                  <p:embed/>
                  <p:pic>
                    <p:nvPicPr>
                      <p:cNvPr id="8" name="Object 13">
                        <a:extLst>
                          <a:ext uri="{FF2B5EF4-FFF2-40B4-BE49-F238E27FC236}">
                            <a16:creationId xmlns:a16="http://schemas.microsoft.com/office/drawing/2014/main" id="{534414A7-AF80-4006-8E5C-9BF334B410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5819" y="2675971"/>
                        <a:ext cx="38481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6">
            <a:extLst>
              <a:ext uri="{FF2B5EF4-FFF2-40B4-BE49-F238E27FC236}">
                <a16:creationId xmlns:a16="http://schemas.microsoft.com/office/drawing/2014/main" id="{92BE1FEA-45A5-4278-B114-66280D7A59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603" y="230827"/>
            <a:ext cx="6996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04ACF71-6738-4CA7-B24B-3F82D621F4AE}"/>
              </a:ext>
            </a:extLst>
          </p:cNvPr>
          <p:cNvSpPr/>
          <p:nvPr/>
        </p:nvSpPr>
        <p:spPr>
          <a:xfrm>
            <a:off x="1436145" y="230827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计算</a:t>
            </a:r>
            <a:endParaRPr lang="zh-CN" altLang="en-US" sz="2400" dirty="0">
              <a:solidFill>
                <a:prstClr val="black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1" name="Object 7">
            <a:extLst>
              <a:ext uri="{FF2B5EF4-FFF2-40B4-BE49-F238E27FC236}">
                <a16:creationId xmlns:a16="http://schemas.microsoft.com/office/drawing/2014/main" id="{FBF79DCC-A8BC-417E-A1E1-3F6F0B6419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4662744"/>
              </p:ext>
            </p:extLst>
          </p:nvPr>
        </p:nvGraphicFramePr>
        <p:xfrm>
          <a:off x="1354506" y="995652"/>
          <a:ext cx="12827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858" name="Equation" r:id="rId11" imgW="1282680" imgH="596880" progId="Equation.DSMT4">
                  <p:embed/>
                </p:oleObj>
              </mc:Choice>
              <mc:Fallback>
                <p:oleObj name="Equation" r:id="rId11" imgW="1282680" imgH="596880" progId="Equation.DSMT4">
                  <p:embed/>
                  <p:pic>
                    <p:nvPicPr>
                      <p:cNvPr id="12" name="Object 7">
                        <a:extLst>
                          <a:ext uri="{FF2B5EF4-FFF2-40B4-BE49-F238E27FC236}">
                            <a16:creationId xmlns:a16="http://schemas.microsoft.com/office/drawing/2014/main" id="{F9B61E11-1B8F-404B-A550-B3ADA347EF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4506" y="995652"/>
                        <a:ext cx="12827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6">
            <a:extLst>
              <a:ext uri="{FF2B5EF4-FFF2-40B4-BE49-F238E27FC236}">
                <a16:creationId xmlns:a16="http://schemas.microsoft.com/office/drawing/2014/main" id="{98E25A72-C577-478C-9DD3-22D9E5FD6E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8181556"/>
              </p:ext>
            </p:extLst>
          </p:nvPr>
        </p:nvGraphicFramePr>
        <p:xfrm>
          <a:off x="4569073" y="1851406"/>
          <a:ext cx="15748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859" name="Equation" r:id="rId13" imgW="1574640" imgH="596880" progId="Equation.DSMT4">
                  <p:embed/>
                </p:oleObj>
              </mc:Choice>
              <mc:Fallback>
                <p:oleObj name="Equation" r:id="rId13" imgW="1574640" imgH="596880" progId="Equation.DSMT4">
                  <p:embed/>
                  <p:pic>
                    <p:nvPicPr>
                      <p:cNvPr id="13" name="Object 6">
                        <a:extLst>
                          <a:ext uri="{FF2B5EF4-FFF2-40B4-BE49-F238E27FC236}">
                            <a16:creationId xmlns:a16="http://schemas.microsoft.com/office/drawing/2014/main" id="{497B60CA-DBFF-40D7-9875-108CB42B14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9073" y="1851406"/>
                        <a:ext cx="15748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组合 29">
            <a:extLst>
              <a:ext uri="{FF2B5EF4-FFF2-40B4-BE49-F238E27FC236}">
                <a16:creationId xmlns:a16="http://schemas.microsoft.com/office/drawing/2014/main" id="{5245D8C8-C684-4C04-9B1A-7E6704484903}"/>
              </a:ext>
            </a:extLst>
          </p:cNvPr>
          <p:cNvGrpSpPr/>
          <p:nvPr/>
        </p:nvGrpSpPr>
        <p:grpSpPr>
          <a:xfrm>
            <a:off x="6091895" y="167545"/>
            <a:ext cx="2404871" cy="1629642"/>
            <a:chOff x="6429446" y="470730"/>
            <a:chExt cx="2404871" cy="1629642"/>
          </a:xfrm>
        </p:grpSpPr>
        <p:sp>
          <p:nvSpPr>
            <p:cNvPr id="2" name="直角三角形 1">
              <a:extLst>
                <a:ext uri="{FF2B5EF4-FFF2-40B4-BE49-F238E27FC236}">
                  <a16:creationId xmlns:a16="http://schemas.microsoft.com/office/drawing/2014/main" id="{88A9290F-7D89-449F-A99E-C90FFA7AFD81}"/>
                </a:ext>
              </a:extLst>
            </p:cNvPr>
            <p:cNvSpPr/>
            <p:nvPr/>
          </p:nvSpPr>
          <p:spPr>
            <a:xfrm rot="10800000" flipV="1">
              <a:off x="7576254" y="1054038"/>
              <a:ext cx="702514" cy="763974"/>
            </a:xfrm>
            <a:prstGeom prst="rtTriangle">
              <a:avLst/>
            </a:prstGeom>
            <a:solidFill>
              <a:srgbClr val="FFFF00">
                <a:alpha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F9AE487B-1F2A-454F-9EE4-F74C7420DD21}"/>
                </a:ext>
              </a:extLst>
            </p:cNvPr>
            <p:cNvSpPr/>
            <p:nvPr/>
          </p:nvSpPr>
          <p:spPr>
            <a:xfrm>
              <a:off x="6853688" y="1057238"/>
              <a:ext cx="702514" cy="763974"/>
            </a:xfrm>
            <a:prstGeom prst="rtTriangle">
              <a:avLst/>
            </a:prstGeom>
            <a:solidFill>
              <a:srgbClr val="FFFF00">
                <a:alpha val="50000"/>
              </a:srgbClr>
            </a:solidFill>
            <a:ln w="12700" cap="flat" cmpd="sng" algn="ctr"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74000">
                    <a:srgbClr val="4472C4">
                      <a:lumMod val="45000"/>
                      <a:lumOff val="55000"/>
                    </a:srgbClr>
                  </a:gs>
                  <a:gs pos="83000">
                    <a:srgbClr val="4472C4">
                      <a:lumMod val="45000"/>
                      <a:lumOff val="55000"/>
                    </a:srgbClr>
                  </a:gs>
                  <a:gs pos="100000">
                    <a:srgbClr val="4472C4">
                      <a:lumMod val="30000"/>
                      <a:lumOff val="70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B9B96916-8562-4B6A-9232-860B69296DF1}"/>
                </a:ext>
              </a:extLst>
            </p:cNvPr>
            <p:cNvCxnSpPr>
              <a:cxnSpLocks/>
            </p:cNvCxnSpPr>
            <p:nvPr/>
          </p:nvCxnSpPr>
          <p:spPr>
            <a:xfrm>
              <a:off x="6853688" y="1057238"/>
              <a:ext cx="702514" cy="763974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150151FA-DB63-4EE9-B72E-0E83CB6F8C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56202" y="1054038"/>
              <a:ext cx="732683" cy="767174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</p:cxnSp>
        <p:graphicFrame>
          <p:nvGraphicFramePr>
            <p:cNvPr id="15" name="Object 24">
              <a:extLst>
                <a:ext uri="{FF2B5EF4-FFF2-40B4-BE49-F238E27FC236}">
                  <a16:creationId xmlns:a16="http://schemas.microsoft.com/office/drawing/2014/main" id="{C8295331-B88F-404E-BC53-E6D2D5A85FC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74154055"/>
                </p:ext>
              </p:extLst>
            </p:nvPr>
          </p:nvGraphicFramePr>
          <p:xfrm>
            <a:off x="7446430" y="1871772"/>
            <a:ext cx="1651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860" name="Equation" r:id="rId15" imgW="164880" imgH="228600" progId="Equation.DSMT4">
                    <p:embed/>
                  </p:oleObj>
                </mc:Choice>
                <mc:Fallback>
                  <p:oleObj name="Equation" r:id="rId15" imgW="164880" imgH="228600" progId="Equation.DSMT4">
                    <p:embed/>
                    <p:pic>
                      <p:nvPicPr>
                        <p:cNvPr id="16" name="Object 24">
                          <a:extLst>
                            <a:ext uri="{FF2B5EF4-FFF2-40B4-BE49-F238E27FC236}">
                              <a16:creationId xmlns:a16="http://schemas.microsoft.com/office/drawing/2014/main" id="{65E704E1-B682-40C1-A4CB-A65C9C528E1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46430" y="1871772"/>
                          <a:ext cx="165100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8F59D309-2F25-45F4-87FB-BDAD1A6DB9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29446" y="470730"/>
              <a:ext cx="2404871" cy="1614991"/>
              <a:chOff x="5664981" y="3674588"/>
              <a:chExt cx="2732186" cy="1924757"/>
            </a:xfrm>
          </p:grpSpPr>
          <p:graphicFrame>
            <p:nvGraphicFramePr>
              <p:cNvPr id="17" name="Object 21">
                <a:extLst>
                  <a:ext uri="{FF2B5EF4-FFF2-40B4-BE49-F238E27FC236}">
                    <a16:creationId xmlns:a16="http://schemas.microsoft.com/office/drawing/2014/main" id="{0B09A941-B3D1-4FEA-903D-1D269047201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222542" y="5363920"/>
              <a:ext cx="174625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9861" name="Equation" r:id="rId17" imgW="177480" imgH="190440" progId="Equation.DSMT4">
                      <p:embed/>
                    </p:oleObj>
                  </mc:Choice>
                  <mc:Fallback>
                    <p:oleObj name="Equation" r:id="rId17" imgW="177480" imgH="190440" progId="Equation.DSMT4">
                      <p:embed/>
                      <p:pic>
                        <p:nvPicPr>
                          <p:cNvPr id="18" name="Object 21">
                            <a:extLst>
                              <a:ext uri="{FF2B5EF4-FFF2-40B4-BE49-F238E27FC236}">
                                <a16:creationId xmlns:a16="http://schemas.microsoft.com/office/drawing/2014/main" id="{64BB364B-EFB3-46D1-A355-814EA415CF8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222542" y="5363920"/>
                            <a:ext cx="174625" cy="1905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8" name="Line 22">
                <a:extLst>
                  <a:ext uri="{FF2B5EF4-FFF2-40B4-BE49-F238E27FC236}">
                    <a16:creationId xmlns:a16="http://schemas.microsoft.com/office/drawing/2014/main" id="{19CB7358-413B-4C91-9134-9BB4982DBE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64981" y="5285231"/>
                <a:ext cx="2707456" cy="0"/>
              </a:xfrm>
              <a:prstGeom prst="line">
                <a:avLst/>
              </a:prstGeom>
              <a:noFill/>
              <a:ln w="19050">
                <a:solidFill>
                  <a:sysClr val="windowText" lastClr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4572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等线" panose="02010600030101010101" pitchFamily="2" charset="-122"/>
                </a:endParaRPr>
              </a:p>
            </p:txBody>
          </p:sp>
          <p:sp>
            <p:nvSpPr>
              <p:cNvPr id="19" name="Line 23">
                <a:extLst>
                  <a:ext uri="{FF2B5EF4-FFF2-40B4-BE49-F238E27FC236}">
                    <a16:creationId xmlns:a16="http://schemas.microsoft.com/office/drawing/2014/main" id="{98069109-557A-43C8-819D-AFB5A6D1D8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46976" y="3674588"/>
                <a:ext cx="0" cy="1870363"/>
              </a:xfrm>
              <a:prstGeom prst="line">
                <a:avLst/>
              </a:prstGeom>
              <a:noFill/>
              <a:ln w="19050">
                <a:solidFill>
                  <a:sysClr val="windowText" lastClr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4572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等线" panose="02010600030101010101" pitchFamily="2" charset="-122"/>
                </a:endParaRPr>
              </a:p>
            </p:txBody>
          </p:sp>
          <p:graphicFrame>
            <p:nvGraphicFramePr>
              <p:cNvPr id="20" name="Object 26">
                <a:extLst>
                  <a:ext uri="{FF2B5EF4-FFF2-40B4-BE49-F238E27FC236}">
                    <a16:creationId xmlns:a16="http://schemas.microsoft.com/office/drawing/2014/main" id="{DC207332-A939-4DD9-A245-4E66C3904DC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890558" y="3687900"/>
              <a:ext cx="190439" cy="241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9862" name="Equation" r:id="rId19" imgW="190440" imgH="241200" progId="Equation.DSMT4">
                      <p:embed/>
                    </p:oleObj>
                  </mc:Choice>
                  <mc:Fallback>
                    <p:oleObj name="Equation" r:id="rId19" imgW="190440" imgH="241200" progId="Equation.DSMT4">
                      <p:embed/>
                      <p:pic>
                        <p:nvPicPr>
                          <p:cNvPr id="21" name="Object 26">
                            <a:extLst>
                              <a:ext uri="{FF2B5EF4-FFF2-40B4-BE49-F238E27FC236}">
                                <a16:creationId xmlns:a16="http://schemas.microsoft.com/office/drawing/2014/main" id="{21A99381-CC41-44D9-8D86-34835786534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890558" y="3687900"/>
                            <a:ext cx="190439" cy="241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" name="Object 27">
                <a:extLst>
                  <a:ext uri="{FF2B5EF4-FFF2-40B4-BE49-F238E27FC236}">
                    <a16:creationId xmlns:a16="http://schemas.microsoft.com/office/drawing/2014/main" id="{D42D056A-0766-4B48-9D4C-971D555BA36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871187" y="5311881"/>
              <a:ext cx="259713" cy="2874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9863" name="Equation" r:id="rId21" imgW="228600" imgH="241200" progId="Equation.DSMT4">
                      <p:embed/>
                    </p:oleObj>
                  </mc:Choice>
                  <mc:Fallback>
                    <p:oleObj name="Equation" r:id="rId21" imgW="228600" imgH="241200" progId="Equation.DSMT4">
                      <p:embed/>
                      <p:pic>
                        <p:nvPicPr>
                          <p:cNvPr id="22" name="Object 27">
                            <a:extLst>
                              <a:ext uri="{FF2B5EF4-FFF2-40B4-BE49-F238E27FC236}">
                                <a16:creationId xmlns:a16="http://schemas.microsoft.com/office/drawing/2014/main" id="{1ADB3580-D5AF-43BC-B546-A26FA265406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871187" y="5311881"/>
                            <a:ext cx="259713" cy="28746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505BDAC8-F906-4852-85E6-670E4F29921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288885" y="1057711"/>
              <a:ext cx="0" cy="756000"/>
            </a:xfrm>
            <a:prstGeom prst="line">
              <a:avLst/>
            </a:prstGeom>
            <a:noFill/>
            <a:ln w="19050" algn="ctr">
              <a:solidFill>
                <a:sysClr val="windowText" lastClr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aphicFrame>
          <p:nvGraphicFramePr>
            <p:cNvPr id="23" name="Object 24">
              <a:extLst>
                <a:ext uri="{FF2B5EF4-FFF2-40B4-BE49-F238E27FC236}">
                  <a16:creationId xmlns:a16="http://schemas.microsoft.com/office/drawing/2014/main" id="{80CDD969-7EED-4BE3-AE37-A85ACB3BD2A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05929008"/>
                </p:ext>
              </p:extLst>
            </p:nvPr>
          </p:nvGraphicFramePr>
          <p:xfrm>
            <a:off x="7033395" y="700377"/>
            <a:ext cx="10287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864" name="Equation" r:id="rId23" imgW="1028520" imgH="355320" progId="Equation.DSMT4">
                    <p:embed/>
                  </p:oleObj>
                </mc:Choice>
                <mc:Fallback>
                  <p:oleObj name="Equation" r:id="rId23" imgW="1028520" imgH="355320" progId="Equation.DSMT4">
                    <p:embed/>
                    <p:pic>
                      <p:nvPicPr>
                        <p:cNvPr id="24" name="Object 24">
                          <a:extLst>
                            <a:ext uri="{FF2B5EF4-FFF2-40B4-BE49-F238E27FC236}">
                              <a16:creationId xmlns:a16="http://schemas.microsoft.com/office/drawing/2014/main" id="{4060E769-E30D-49EE-B71F-6DB8A7B0132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33395" y="700377"/>
                          <a:ext cx="1028700" cy="355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24">
              <a:extLst>
                <a:ext uri="{FF2B5EF4-FFF2-40B4-BE49-F238E27FC236}">
                  <a16:creationId xmlns:a16="http://schemas.microsoft.com/office/drawing/2014/main" id="{E729FA7A-F66E-483B-9879-9DFA1D13CB3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1321442"/>
                </p:ext>
              </p:extLst>
            </p:nvPr>
          </p:nvGraphicFramePr>
          <p:xfrm>
            <a:off x="8176750" y="1860582"/>
            <a:ext cx="1651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865" name="Equation" r:id="rId25" imgW="164880" imgH="228600" progId="Equation.DSMT4">
                    <p:embed/>
                  </p:oleObj>
                </mc:Choice>
                <mc:Fallback>
                  <p:oleObj name="Equation" r:id="rId25" imgW="164880" imgH="228600" progId="Equation.DSMT4">
                    <p:embed/>
                    <p:pic>
                      <p:nvPicPr>
                        <p:cNvPr id="25" name="Object 24">
                          <a:extLst>
                            <a:ext uri="{FF2B5EF4-FFF2-40B4-BE49-F238E27FC236}">
                              <a16:creationId xmlns:a16="http://schemas.microsoft.com/office/drawing/2014/main" id="{4DD1BDBE-88A0-4277-AA10-DE994F15C92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76750" y="1860582"/>
                          <a:ext cx="165100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24">
              <a:extLst>
                <a:ext uri="{FF2B5EF4-FFF2-40B4-BE49-F238E27FC236}">
                  <a16:creationId xmlns:a16="http://schemas.microsoft.com/office/drawing/2014/main" id="{03FC1A62-51EF-4477-B7B2-0EBB3D20F0F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8341100"/>
                </p:ext>
              </p:extLst>
            </p:nvPr>
          </p:nvGraphicFramePr>
          <p:xfrm>
            <a:off x="6598591" y="988706"/>
            <a:ext cx="1651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866" name="Equation" r:id="rId27" imgW="164880" imgH="228600" progId="Equation.DSMT4">
                    <p:embed/>
                  </p:oleObj>
                </mc:Choice>
                <mc:Fallback>
                  <p:oleObj name="Equation" r:id="rId27" imgW="164880" imgH="228600" progId="Equation.DSMT4">
                    <p:embed/>
                    <p:pic>
                      <p:nvPicPr>
                        <p:cNvPr id="26" name="Object 24">
                          <a:extLst>
                            <a:ext uri="{FF2B5EF4-FFF2-40B4-BE49-F238E27FC236}">
                              <a16:creationId xmlns:a16="http://schemas.microsoft.com/office/drawing/2014/main" id="{CB8DB74B-90E4-4CE4-AF50-CB252D243E6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98591" y="988706"/>
                          <a:ext cx="165100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" name="Object 7">
            <a:extLst>
              <a:ext uri="{FF2B5EF4-FFF2-40B4-BE49-F238E27FC236}">
                <a16:creationId xmlns:a16="http://schemas.microsoft.com/office/drawing/2014/main" id="{6D3F4F97-00C8-4F68-9839-D823A1A9AE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6728982"/>
              </p:ext>
            </p:extLst>
          </p:nvPr>
        </p:nvGraphicFramePr>
        <p:xfrm>
          <a:off x="2689225" y="1003590"/>
          <a:ext cx="3022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867" name="Equation" r:id="rId29" imgW="3022560" imgH="596880" progId="Equation.DSMT4">
                  <p:embed/>
                </p:oleObj>
              </mc:Choice>
              <mc:Fallback>
                <p:oleObj name="Equation" r:id="rId29" imgW="3022560" imgH="596880" progId="Equation.DSMT4">
                  <p:embed/>
                  <p:pic>
                    <p:nvPicPr>
                      <p:cNvPr id="27" name="Object 7">
                        <a:extLst>
                          <a:ext uri="{FF2B5EF4-FFF2-40B4-BE49-F238E27FC236}">
                            <a16:creationId xmlns:a16="http://schemas.microsoft.com/office/drawing/2014/main" id="{C0FEFAA9-6D3D-45D5-8052-972F87D89A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9225" y="1003590"/>
                        <a:ext cx="30226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组合 30">
            <a:extLst>
              <a:ext uri="{FF2B5EF4-FFF2-40B4-BE49-F238E27FC236}">
                <a16:creationId xmlns:a16="http://schemas.microsoft.com/office/drawing/2014/main" id="{BC1FA083-5553-4040-AC0E-DAFA1EBBAE11}"/>
              </a:ext>
            </a:extLst>
          </p:cNvPr>
          <p:cNvGrpSpPr/>
          <p:nvPr/>
        </p:nvGrpSpPr>
        <p:grpSpPr>
          <a:xfrm>
            <a:off x="432477" y="3695925"/>
            <a:ext cx="8279045" cy="976323"/>
            <a:chOff x="473796" y="3988061"/>
            <a:chExt cx="8279045" cy="976323"/>
          </a:xfrm>
        </p:grpSpPr>
        <p:sp>
          <p:nvSpPr>
            <p:cNvPr id="27" name="Text Box 61">
              <a:extLst>
                <a:ext uri="{FF2B5EF4-FFF2-40B4-BE49-F238E27FC236}">
                  <a16:creationId xmlns:a16="http://schemas.microsoft.com/office/drawing/2014/main" id="{47242A93-77DB-47CB-AB54-8216BCC5E1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796" y="4502719"/>
              <a:ext cx="628989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457200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zh-CN" altLang="en-US" sz="2400" b="1" dirty="0">
                  <a:solidFill>
                    <a:prstClr val="black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分别利用牛顿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-</a:t>
              </a:r>
              <a:r>
                <a:rPr kumimoji="1" lang="zh-CN" altLang="en-US" sz="2400" b="1" dirty="0">
                  <a:solidFill>
                    <a:prstClr val="black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莱布尼兹公式计算定积分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.</a:t>
              </a:r>
            </a:p>
          </p:txBody>
        </p:sp>
        <p:sp>
          <p:nvSpPr>
            <p:cNvPr id="28" name="Text Box 61">
              <a:extLst>
                <a:ext uri="{FF2B5EF4-FFF2-40B4-BE49-F238E27FC236}">
                  <a16:creationId xmlns:a16="http://schemas.microsoft.com/office/drawing/2014/main" id="{6A73B67E-0C27-4D5E-BEBA-68BFE9D7C5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0407" y="3988061"/>
              <a:ext cx="769243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457200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zh-CN" altLang="en-US" sz="2400" b="1" dirty="0">
                  <a:solidFill>
                    <a:srgbClr val="0064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注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 </a:t>
              </a:r>
              <a:r>
                <a:rPr kumimoji="1" lang="zh-CN" altLang="en-US" sz="2400" b="1" dirty="0">
                  <a:solidFill>
                    <a:prstClr val="black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被积函数在         上连续，取掉绝对值符号后分两段</a:t>
              </a:r>
              <a:endParaRPr kumimoji="1" lang="en-US" altLang="zh-CN" sz="2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E6D0E835-6245-466A-87F7-62E2761A37B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20225474"/>
                </p:ext>
              </p:extLst>
            </p:nvPr>
          </p:nvGraphicFramePr>
          <p:xfrm>
            <a:off x="3188896" y="4092396"/>
            <a:ext cx="622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868" name="Equation" r:id="rId31" imgW="622080" imgH="330120" progId="Equation.DSMT4">
                    <p:embed/>
                  </p:oleObj>
                </mc:Choice>
                <mc:Fallback>
                  <p:oleObj name="Equation" r:id="rId31" imgW="622080" imgH="330120" progId="Equation.DSMT4">
                    <p:embed/>
                    <p:pic>
                      <p:nvPicPr>
                        <p:cNvPr id="30" name="对象 29">
                          <a:extLst>
                            <a:ext uri="{FF2B5EF4-FFF2-40B4-BE49-F238E27FC236}">
                              <a16:creationId xmlns:a16="http://schemas.microsoft.com/office/drawing/2014/main" id="{27F848D4-13DE-4242-9F47-273F502C0BF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3188896" y="4092396"/>
                          <a:ext cx="622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117105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CBDBB9A-B846-4C93-ACC0-3E77BD754581}"/>
              </a:ext>
            </a:extLst>
          </p:cNvPr>
          <p:cNvGrpSpPr/>
          <p:nvPr/>
        </p:nvGrpSpPr>
        <p:grpSpPr>
          <a:xfrm>
            <a:off x="6795812" y="1906768"/>
            <a:ext cx="1437782" cy="1447901"/>
            <a:chOff x="6735572" y="2109267"/>
            <a:chExt cx="1437782" cy="144790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0F6F91C2-369B-4E72-9C1D-0F1149B8665A}"/>
                </a:ext>
              </a:extLst>
            </p:cNvPr>
            <p:cNvSpPr/>
            <p:nvPr/>
          </p:nvSpPr>
          <p:spPr>
            <a:xfrm rot="16200000">
              <a:off x="6835827" y="2929544"/>
              <a:ext cx="519682" cy="720192"/>
            </a:xfrm>
            <a:prstGeom prst="rtTriangle">
              <a:avLst/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CA760D3-F0B8-47BE-8C01-8D99C2DF9803}"/>
                </a:ext>
              </a:extLst>
            </p:cNvPr>
            <p:cNvSpPr/>
            <p:nvPr/>
          </p:nvSpPr>
          <p:spPr>
            <a:xfrm>
              <a:off x="7471949" y="2109267"/>
              <a:ext cx="701405" cy="1447901"/>
            </a:xfrm>
            <a:prstGeom prst="rect">
              <a:avLst/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Rectangle 3">
            <a:extLst>
              <a:ext uri="{FF2B5EF4-FFF2-40B4-BE49-F238E27FC236}">
                <a16:creationId xmlns:a16="http://schemas.microsoft.com/office/drawing/2014/main" id="{A7E0F276-E934-4E93-A499-4CE35B467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272" y="546028"/>
            <a:ext cx="1495691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6ED88F4D-614E-4AEF-BCB2-69CC2D101C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7424303"/>
              </p:ext>
            </p:extLst>
          </p:nvPr>
        </p:nvGraphicFramePr>
        <p:xfrm>
          <a:off x="5768248" y="573573"/>
          <a:ext cx="1358640" cy="634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909" name="Equation" r:id="rId3" imgW="1358640" imgH="634680" progId="Equation.DSMT4">
                  <p:embed/>
                </p:oleObj>
              </mc:Choice>
              <mc:Fallback>
                <p:oleObj name="Equation" r:id="rId3" imgW="1358640" imgH="634680" progId="Equation.DSMT4">
                  <p:embed/>
                  <p:pic>
                    <p:nvPicPr>
                      <p:cNvPr id="3" name="Object 4">
                        <a:extLst>
                          <a:ext uri="{FF2B5EF4-FFF2-40B4-BE49-F238E27FC236}">
                            <a16:creationId xmlns:a16="http://schemas.microsoft.com/office/drawing/2014/main" id="{A16DF150-46AA-4152-BFC6-E089D1C6E8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8248" y="573573"/>
                        <a:ext cx="1358640" cy="6346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5">
            <a:extLst>
              <a:ext uri="{FF2B5EF4-FFF2-40B4-BE49-F238E27FC236}">
                <a16:creationId xmlns:a16="http://schemas.microsoft.com/office/drawing/2014/main" id="{5805940A-BB5C-4EFE-B6B3-D3B397F50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701" y="1666379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解</a:t>
            </a:r>
            <a:endParaRPr kumimoji="1" lang="en-US" altLang="zh-CN" sz="2400" b="1" dirty="0">
              <a:solidFill>
                <a:srgbClr val="0064FF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Rectangle 40">
            <a:extLst>
              <a:ext uri="{FF2B5EF4-FFF2-40B4-BE49-F238E27FC236}">
                <a16:creationId xmlns:a16="http://schemas.microsoft.com/office/drawing/2014/main" id="{2361E360-9CA0-4FA8-9738-B6548FADD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8136" y="527458"/>
            <a:ext cx="1800225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计算</a:t>
            </a:r>
          </a:p>
        </p:txBody>
      </p:sp>
      <p:graphicFrame>
        <p:nvGraphicFramePr>
          <p:cNvPr id="9" name="Object 41">
            <a:extLst>
              <a:ext uri="{FF2B5EF4-FFF2-40B4-BE49-F238E27FC236}">
                <a16:creationId xmlns:a16="http://schemas.microsoft.com/office/drawing/2014/main" id="{D5F36D9D-EB03-4ADF-BF91-88FE1EDFDF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789625"/>
              </p:ext>
            </p:extLst>
          </p:nvPr>
        </p:nvGraphicFramePr>
        <p:xfrm>
          <a:off x="1907704" y="483518"/>
          <a:ext cx="29210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910" name="Equation" r:id="rId5" imgW="2920680" imgH="863280" progId="Equation.DSMT4">
                  <p:embed/>
                </p:oleObj>
              </mc:Choice>
              <mc:Fallback>
                <p:oleObj name="Equation" r:id="rId5" imgW="2920680" imgH="863280" progId="Equation.DSMT4">
                  <p:embed/>
                  <p:pic>
                    <p:nvPicPr>
                      <p:cNvPr id="6" name="Object 41">
                        <a:extLst>
                          <a:ext uri="{FF2B5EF4-FFF2-40B4-BE49-F238E27FC236}">
                            <a16:creationId xmlns:a16="http://schemas.microsoft.com/office/drawing/2014/main" id="{8A161AD5-7DAA-4E91-8BDB-A0E773678D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483518"/>
                        <a:ext cx="29210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2">
            <a:extLst>
              <a:ext uri="{FF2B5EF4-FFF2-40B4-BE49-F238E27FC236}">
                <a16:creationId xmlns:a16="http://schemas.microsoft.com/office/drawing/2014/main" id="{A19EBC80-5E02-4D27-8AF3-C5E6CB75D3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4992715"/>
              </p:ext>
            </p:extLst>
          </p:nvPr>
        </p:nvGraphicFramePr>
        <p:xfrm>
          <a:off x="1497085" y="1648295"/>
          <a:ext cx="1333440" cy="634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911" name="Equation" r:id="rId7" imgW="1333440" imgH="634680" progId="Equation.DSMT4">
                  <p:embed/>
                </p:oleObj>
              </mc:Choice>
              <mc:Fallback>
                <p:oleObj name="Equation" r:id="rId7" imgW="1333440" imgH="634680" progId="Equation.DSMT4">
                  <p:embed/>
                  <p:pic>
                    <p:nvPicPr>
                      <p:cNvPr id="7" name="Object 42">
                        <a:extLst>
                          <a:ext uri="{FF2B5EF4-FFF2-40B4-BE49-F238E27FC236}">
                            <a16:creationId xmlns:a16="http://schemas.microsoft.com/office/drawing/2014/main" id="{CDC60A7D-0087-4173-A3B7-69287756E4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7085" y="1648295"/>
                        <a:ext cx="1333440" cy="6346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4">
            <a:extLst>
              <a:ext uri="{FF2B5EF4-FFF2-40B4-BE49-F238E27FC236}">
                <a16:creationId xmlns:a16="http://schemas.microsoft.com/office/drawing/2014/main" id="{F46E1CF6-05A6-4340-924F-EE0FB8E419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9434024"/>
              </p:ext>
            </p:extLst>
          </p:nvPr>
        </p:nvGraphicFramePr>
        <p:xfrm>
          <a:off x="2792662" y="2402228"/>
          <a:ext cx="12446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912" name="Equation" r:id="rId9" imgW="1244520" imgH="634680" progId="Equation.DSMT4">
                  <p:embed/>
                </p:oleObj>
              </mc:Choice>
              <mc:Fallback>
                <p:oleObj name="Equation" r:id="rId9" imgW="1244520" imgH="634680" progId="Equation.DSMT4">
                  <p:embed/>
                  <p:pic>
                    <p:nvPicPr>
                      <p:cNvPr id="8" name="Object 44">
                        <a:extLst>
                          <a:ext uri="{FF2B5EF4-FFF2-40B4-BE49-F238E27FC236}">
                            <a16:creationId xmlns:a16="http://schemas.microsoft.com/office/drawing/2014/main" id="{317F47BC-83E9-4D21-95E3-3F74743D8D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2662" y="2402228"/>
                        <a:ext cx="12446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5">
            <a:extLst>
              <a:ext uri="{FF2B5EF4-FFF2-40B4-BE49-F238E27FC236}">
                <a16:creationId xmlns:a16="http://schemas.microsoft.com/office/drawing/2014/main" id="{B12CA3EE-F17C-4216-A542-3C6AEDEAC1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5466765"/>
              </p:ext>
            </p:extLst>
          </p:nvPr>
        </p:nvGraphicFramePr>
        <p:xfrm>
          <a:off x="2809915" y="3324766"/>
          <a:ext cx="2019300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913" name="Equation" r:id="rId11" imgW="2019240" imgH="342720" progId="Equation.DSMT4">
                  <p:embed/>
                </p:oleObj>
              </mc:Choice>
              <mc:Fallback>
                <p:oleObj name="Equation" r:id="rId11" imgW="2019240" imgH="342720" progId="Equation.DSMT4">
                  <p:embed/>
                  <p:pic>
                    <p:nvPicPr>
                      <p:cNvPr id="9" name="Object 45">
                        <a:extLst>
                          <a:ext uri="{FF2B5EF4-FFF2-40B4-BE49-F238E27FC236}">
                            <a16:creationId xmlns:a16="http://schemas.microsoft.com/office/drawing/2014/main" id="{45D64CAB-FB9C-467A-9F62-9D1CA42150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915" y="3324766"/>
                        <a:ext cx="2019300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44">
            <a:extLst>
              <a:ext uri="{FF2B5EF4-FFF2-40B4-BE49-F238E27FC236}">
                <a16:creationId xmlns:a16="http://schemas.microsoft.com/office/drawing/2014/main" id="{F15BB28B-7858-46A3-B6DB-9D68B6FAB9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2206870"/>
              </p:ext>
            </p:extLst>
          </p:nvPr>
        </p:nvGraphicFramePr>
        <p:xfrm>
          <a:off x="3972575" y="2402228"/>
          <a:ext cx="10414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914" name="Equation" r:id="rId13" imgW="1041120" imgH="634680" progId="Equation.DSMT4">
                  <p:embed/>
                </p:oleObj>
              </mc:Choice>
              <mc:Fallback>
                <p:oleObj name="Equation" r:id="rId13" imgW="1041120" imgH="634680" progId="Equation.DSMT4">
                  <p:embed/>
                  <p:pic>
                    <p:nvPicPr>
                      <p:cNvPr id="10" name="Object 44">
                        <a:extLst>
                          <a:ext uri="{FF2B5EF4-FFF2-40B4-BE49-F238E27FC236}">
                            <a16:creationId xmlns:a16="http://schemas.microsoft.com/office/drawing/2014/main" id="{E5C27CBA-4FF5-4DE3-8A17-1DBA844B6D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2575" y="2402228"/>
                        <a:ext cx="10414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42">
            <a:extLst>
              <a:ext uri="{FF2B5EF4-FFF2-40B4-BE49-F238E27FC236}">
                <a16:creationId xmlns:a16="http://schemas.microsoft.com/office/drawing/2014/main" id="{A91A0816-0B38-441D-B8AB-366ACB5E15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022284"/>
              </p:ext>
            </p:extLst>
          </p:nvPr>
        </p:nvGraphicFramePr>
        <p:xfrm>
          <a:off x="2813477" y="1671061"/>
          <a:ext cx="30480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915" name="Equation" r:id="rId15" imgW="3047760" imgH="634680" progId="Equation.DSMT4">
                  <p:embed/>
                </p:oleObj>
              </mc:Choice>
              <mc:Fallback>
                <p:oleObj name="Equation" r:id="rId15" imgW="3047760" imgH="634680" progId="Equation.DSMT4">
                  <p:embed/>
                  <p:pic>
                    <p:nvPicPr>
                      <p:cNvPr id="14" name="Object 42">
                        <a:extLst>
                          <a:ext uri="{FF2B5EF4-FFF2-40B4-BE49-F238E27FC236}">
                            <a16:creationId xmlns:a16="http://schemas.microsoft.com/office/drawing/2014/main" id="{F929ECA2-8790-45CE-851B-F6F51DFB99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3477" y="1671061"/>
                        <a:ext cx="30480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6E556C8E-552B-4083-BEEB-97CFBAA3125D}"/>
              </a:ext>
            </a:extLst>
          </p:cNvPr>
          <p:cNvGrpSpPr/>
          <p:nvPr/>
        </p:nvGrpSpPr>
        <p:grpSpPr>
          <a:xfrm>
            <a:off x="6300192" y="1396219"/>
            <a:ext cx="2621416" cy="2234989"/>
            <a:chOff x="6228184" y="2761587"/>
            <a:chExt cx="2621416" cy="2234989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7FFAE85C-93A2-4D60-99BA-0D109C7C6763}"/>
                </a:ext>
              </a:extLst>
            </p:cNvPr>
            <p:cNvGrpSpPr/>
            <p:nvPr/>
          </p:nvGrpSpPr>
          <p:grpSpPr>
            <a:xfrm>
              <a:off x="6228184" y="2761587"/>
              <a:ext cx="2621416" cy="2234989"/>
              <a:chOff x="6636501" y="1476499"/>
              <a:chExt cx="2621416" cy="2234989"/>
            </a:xfrm>
          </p:grpSpPr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E625263E-68BF-47F6-AC85-CD8D2A0DC5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36501" y="1476499"/>
                <a:ext cx="2621416" cy="2223975"/>
                <a:chOff x="6267610" y="2931933"/>
                <a:chExt cx="2978202" cy="2650548"/>
              </a:xfrm>
            </p:grpSpPr>
            <p:graphicFrame>
              <p:nvGraphicFramePr>
                <p:cNvPr id="32" name="Object 21">
                  <a:extLst>
                    <a:ext uri="{FF2B5EF4-FFF2-40B4-BE49-F238E27FC236}">
                      <a16:creationId xmlns:a16="http://schemas.microsoft.com/office/drawing/2014/main" id="{F4906C16-9D19-49F9-9E3B-632F7798F777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338841729"/>
                    </p:ext>
                  </p:extLst>
                </p:nvPr>
              </p:nvGraphicFramePr>
              <p:xfrm>
                <a:off x="9017039" y="5363920"/>
                <a:ext cx="174625" cy="19049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71916" name="Equation" r:id="rId17" imgW="177480" imgH="190440" progId="Equation.DSMT4">
                        <p:embed/>
                      </p:oleObj>
                    </mc:Choice>
                    <mc:Fallback>
                      <p:oleObj name="Equation" r:id="rId17" imgW="177480" imgH="190440" progId="Equation.DSMT4">
                        <p:embed/>
                        <p:pic>
                          <p:nvPicPr>
                            <p:cNvPr id="29" name="Object 21">
                              <a:extLst>
                                <a:ext uri="{FF2B5EF4-FFF2-40B4-BE49-F238E27FC236}">
                                  <a16:creationId xmlns:a16="http://schemas.microsoft.com/office/drawing/2014/main" id="{BC5B174E-5116-4F9A-9ACD-E957998A259B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8">
                              <a:grayscl/>
                              <a:biLevel thresh="50000"/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9017039" y="5363920"/>
                              <a:ext cx="174625" cy="19049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3" name="Line 22">
                  <a:extLst>
                    <a:ext uri="{FF2B5EF4-FFF2-40B4-BE49-F238E27FC236}">
                      <a16:creationId xmlns:a16="http://schemas.microsoft.com/office/drawing/2014/main" id="{DC8A7218-0D06-4C20-9C65-4E89E811B5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67610" y="5294313"/>
                  <a:ext cx="297820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" name="Line 23">
                  <a:extLst>
                    <a:ext uri="{FF2B5EF4-FFF2-40B4-BE49-F238E27FC236}">
                      <a16:creationId xmlns:a16="http://schemas.microsoft.com/office/drawing/2014/main" id="{1DFA7E6F-4801-47C2-A4FC-A53E8ED8B3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840270" y="2931933"/>
                  <a:ext cx="0" cy="248945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35" name="Object 26">
                  <a:extLst>
                    <a:ext uri="{FF2B5EF4-FFF2-40B4-BE49-F238E27FC236}">
                      <a16:creationId xmlns:a16="http://schemas.microsoft.com/office/drawing/2014/main" id="{F0ACCF96-7C5D-4BDB-9E76-C01919F60FF8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957908539"/>
                    </p:ext>
                  </p:extLst>
                </p:nvPr>
              </p:nvGraphicFramePr>
              <p:xfrm>
                <a:off x="6568022" y="2939468"/>
                <a:ext cx="190439" cy="2412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71917" name="Equation" r:id="rId19" imgW="190440" imgH="241200" progId="Equation.DSMT4">
                        <p:embed/>
                      </p:oleObj>
                    </mc:Choice>
                    <mc:Fallback>
                      <p:oleObj name="Equation" r:id="rId19" imgW="190440" imgH="241200" progId="Equation.DSMT4">
                        <p:embed/>
                        <p:pic>
                          <p:nvPicPr>
                            <p:cNvPr id="32" name="Object 26">
                              <a:extLst>
                                <a:ext uri="{FF2B5EF4-FFF2-40B4-BE49-F238E27FC236}">
                                  <a16:creationId xmlns:a16="http://schemas.microsoft.com/office/drawing/2014/main" id="{8A9A60F3-842E-479F-915F-69FACF70100E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0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568022" y="2939468"/>
                              <a:ext cx="190439" cy="2412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6" name="Object 27">
                  <a:extLst>
                    <a:ext uri="{FF2B5EF4-FFF2-40B4-BE49-F238E27FC236}">
                      <a16:creationId xmlns:a16="http://schemas.microsoft.com/office/drawing/2014/main" id="{208B6771-C166-49DE-A64B-E3FC34636E61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144626481"/>
                    </p:ext>
                  </p:extLst>
                </p:nvPr>
              </p:nvGraphicFramePr>
              <p:xfrm>
                <a:off x="6498748" y="5295017"/>
                <a:ext cx="259713" cy="28746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71918" name="Equation" r:id="rId21" imgW="228600" imgH="241200" progId="Equation.DSMT4">
                        <p:embed/>
                      </p:oleObj>
                    </mc:Choice>
                    <mc:Fallback>
                      <p:oleObj name="Equation" r:id="rId21" imgW="228600" imgH="241200" progId="Equation.DSMT4">
                        <p:embed/>
                        <p:pic>
                          <p:nvPicPr>
                            <p:cNvPr id="33" name="Object 27">
                              <a:extLst>
                                <a:ext uri="{FF2B5EF4-FFF2-40B4-BE49-F238E27FC236}">
                                  <a16:creationId xmlns:a16="http://schemas.microsoft.com/office/drawing/2014/main" id="{94544046-C0C7-402D-966F-9FFE8D7CBD6A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2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498748" y="5295017"/>
                              <a:ext cx="259713" cy="28746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31" name="Object 24">
                <a:extLst>
                  <a:ext uri="{FF2B5EF4-FFF2-40B4-BE49-F238E27FC236}">
                    <a16:creationId xmlns:a16="http://schemas.microsoft.com/office/drawing/2014/main" id="{2FA15A4B-9FA1-4548-9F0F-641BF8D6C05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09639317"/>
                  </p:ext>
                </p:extLst>
              </p:nvPr>
            </p:nvGraphicFramePr>
            <p:xfrm>
              <a:off x="8480755" y="3482888"/>
              <a:ext cx="1651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1919" name="Equation" r:id="rId23" imgW="164880" imgH="228600" progId="Equation.DSMT4">
                      <p:embed/>
                    </p:oleObj>
                  </mc:Choice>
                  <mc:Fallback>
                    <p:oleObj name="Equation" r:id="rId23" imgW="164880" imgH="228600" progId="Equation.DSMT4">
                      <p:embed/>
                      <p:pic>
                        <p:nvPicPr>
                          <p:cNvPr id="28" name="Object 24">
                            <a:extLst>
                              <a:ext uri="{FF2B5EF4-FFF2-40B4-BE49-F238E27FC236}">
                                <a16:creationId xmlns:a16="http://schemas.microsoft.com/office/drawing/2014/main" id="{B8AD2DAF-8807-4272-B6C5-CD9A2E05B6F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480755" y="3482888"/>
                            <a:ext cx="165100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06A2A3D9-21CC-41CB-A112-D4100D54ED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2240" y="4185618"/>
              <a:ext cx="729829" cy="546432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B0C33385-EA35-407F-A318-6544961D8994}"/>
                </a:ext>
              </a:extLst>
            </p:cNvPr>
            <p:cNvCxnSpPr/>
            <p:nvPr/>
          </p:nvCxnSpPr>
          <p:spPr>
            <a:xfrm>
              <a:off x="7485518" y="3291835"/>
              <a:ext cx="7053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42A62895-2D27-4745-AABC-076D324308BA}"/>
                </a:ext>
              </a:extLst>
            </p:cNvPr>
            <p:cNvCxnSpPr/>
            <p:nvPr/>
          </p:nvCxnSpPr>
          <p:spPr>
            <a:xfrm>
              <a:off x="6732240" y="3301883"/>
              <a:ext cx="753278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882947AA-A834-44A1-BAC4-7659CD1803B7}"/>
                </a:ext>
              </a:extLst>
            </p:cNvPr>
            <p:cNvCxnSpPr/>
            <p:nvPr/>
          </p:nvCxnSpPr>
          <p:spPr>
            <a:xfrm>
              <a:off x="6724978" y="4188264"/>
              <a:ext cx="753278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5128BEDC-051E-41F0-B54E-2A9C7CB6BCE9}"/>
                </a:ext>
              </a:extLst>
            </p:cNvPr>
            <p:cNvCxnSpPr/>
            <p:nvPr/>
          </p:nvCxnSpPr>
          <p:spPr>
            <a:xfrm>
              <a:off x="7462072" y="3353929"/>
              <a:ext cx="0" cy="137812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19C12A14-05E4-4F0C-B978-F596F6E2B261}"/>
                </a:ext>
              </a:extLst>
            </p:cNvPr>
            <p:cNvCxnSpPr/>
            <p:nvPr/>
          </p:nvCxnSpPr>
          <p:spPr>
            <a:xfrm>
              <a:off x="8172400" y="3330484"/>
              <a:ext cx="0" cy="140400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6" name="Object 24">
              <a:extLst>
                <a:ext uri="{FF2B5EF4-FFF2-40B4-BE49-F238E27FC236}">
                  <a16:creationId xmlns:a16="http://schemas.microsoft.com/office/drawing/2014/main" id="{EB12ACF4-58BA-413A-9EAD-968A70D2FA7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7148928"/>
                </p:ext>
              </p:extLst>
            </p:nvPr>
          </p:nvGraphicFramePr>
          <p:xfrm>
            <a:off x="7407275" y="4767873"/>
            <a:ext cx="1143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1920" name="Equation" r:id="rId25" imgW="114120" imgH="228600" progId="Equation.DSMT4">
                    <p:embed/>
                  </p:oleObj>
                </mc:Choice>
                <mc:Fallback>
                  <p:oleObj name="Equation" r:id="rId25" imgW="114120" imgH="228600" progId="Equation.DSMT4">
                    <p:embed/>
                    <p:pic>
                      <p:nvPicPr>
                        <p:cNvPr id="23" name="Object 24">
                          <a:extLst>
                            <a:ext uri="{FF2B5EF4-FFF2-40B4-BE49-F238E27FC236}">
                              <a16:creationId xmlns:a16="http://schemas.microsoft.com/office/drawing/2014/main" id="{E8584347-B9BB-4BFD-8AB1-0D401522B6F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07275" y="4767873"/>
                          <a:ext cx="114300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24">
              <a:extLst>
                <a:ext uri="{FF2B5EF4-FFF2-40B4-BE49-F238E27FC236}">
                  <a16:creationId xmlns:a16="http://schemas.microsoft.com/office/drawing/2014/main" id="{9DDF11BE-F6E5-47A1-A90C-CF5F7BA09E2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6080005"/>
                </p:ext>
              </p:extLst>
            </p:nvPr>
          </p:nvGraphicFramePr>
          <p:xfrm>
            <a:off x="6526680" y="4080254"/>
            <a:ext cx="1651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1921" name="Equation" r:id="rId27" imgW="164880" imgH="228600" progId="Equation.DSMT4">
                    <p:embed/>
                  </p:oleObj>
                </mc:Choice>
                <mc:Fallback>
                  <p:oleObj name="Equation" r:id="rId27" imgW="164880" imgH="228600" progId="Equation.DSMT4">
                    <p:embed/>
                    <p:pic>
                      <p:nvPicPr>
                        <p:cNvPr id="24" name="Object 24">
                          <a:extLst>
                            <a:ext uri="{FF2B5EF4-FFF2-40B4-BE49-F238E27FC236}">
                              <a16:creationId xmlns:a16="http://schemas.microsoft.com/office/drawing/2014/main" id="{3F0352D7-AE50-456F-9E6C-B12BFFF247A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26680" y="4080254"/>
                          <a:ext cx="165100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Object 24">
              <a:extLst>
                <a:ext uri="{FF2B5EF4-FFF2-40B4-BE49-F238E27FC236}">
                  <a16:creationId xmlns:a16="http://schemas.microsoft.com/office/drawing/2014/main" id="{AD1DFE03-9C96-4943-A7E6-A90C216D1EA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21583338"/>
                </p:ext>
              </p:extLst>
            </p:nvPr>
          </p:nvGraphicFramePr>
          <p:xfrm>
            <a:off x="6516688" y="3217863"/>
            <a:ext cx="1524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1922" name="Equation" r:id="rId29" imgW="152280" imgH="241200" progId="Equation.DSMT4">
                    <p:embed/>
                  </p:oleObj>
                </mc:Choice>
                <mc:Fallback>
                  <p:oleObj name="Equation" r:id="rId29" imgW="152280" imgH="241200" progId="Equation.DSMT4">
                    <p:embed/>
                    <p:pic>
                      <p:nvPicPr>
                        <p:cNvPr id="25" name="Object 24">
                          <a:extLst>
                            <a:ext uri="{FF2B5EF4-FFF2-40B4-BE49-F238E27FC236}">
                              <a16:creationId xmlns:a16="http://schemas.microsoft.com/office/drawing/2014/main" id="{43C5FB85-115D-424E-B532-3E0FFCFB826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16688" y="3217863"/>
                          <a:ext cx="1524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9287542D-E64B-47B2-A23D-3B50F579AB20}"/>
                </a:ext>
              </a:extLst>
            </p:cNvPr>
            <p:cNvSpPr/>
            <p:nvPr/>
          </p:nvSpPr>
          <p:spPr>
            <a:xfrm>
              <a:off x="7433941" y="3275418"/>
              <a:ext cx="54000" cy="54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28362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E893C31F-A218-4269-BA1E-7EC3B18DEA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553" y="938285"/>
            <a:ext cx="431743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否！因为存在第一类间断点</a:t>
            </a:r>
            <a:r>
              <a:rPr kumimoji="1"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.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6490AFE-8036-4D08-9040-E45520C8C617}"/>
              </a:ext>
            </a:extLst>
          </p:cNvPr>
          <p:cNvGrpSpPr/>
          <p:nvPr/>
        </p:nvGrpSpPr>
        <p:grpSpPr>
          <a:xfrm>
            <a:off x="755576" y="381298"/>
            <a:ext cx="5771756" cy="461665"/>
            <a:chOff x="856871" y="3870163"/>
            <a:chExt cx="5771756" cy="461665"/>
          </a:xfrm>
        </p:grpSpPr>
        <p:sp>
          <p:nvSpPr>
            <p:cNvPr id="4" name="Text Box 5">
              <a:extLst>
                <a:ext uri="{FF2B5EF4-FFF2-40B4-BE49-F238E27FC236}">
                  <a16:creationId xmlns:a16="http://schemas.microsoft.com/office/drawing/2014/main" id="{33B40C7A-D3E7-4BC2-AD72-EF1D860B22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6871" y="3870163"/>
              <a:ext cx="57717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</a:rPr>
                <a:t>问题 </a:t>
              </a:r>
              <a:r>
                <a:rPr kumimoji="1"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本例中函数     是否存在原函数？</a:t>
              </a:r>
              <a:endPara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</a:endParaRP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7FB5DEBD-C816-42D5-99AF-FE31081D0AE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47406655"/>
                </p:ext>
              </p:extLst>
            </p:nvPr>
          </p:nvGraphicFramePr>
          <p:xfrm>
            <a:off x="3350275" y="3953865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333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42" name="对象 41">
                          <a:extLst>
                            <a:ext uri="{FF2B5EF4-FFF2-40B4-BE49-F238E27FC236}">
                              <a16:creationId xmlns:a16="http://schemas.microsoft.com/office/drawing/2014/main" id="{680F1AA6-CA6E-415D-AA83-895067161C1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350275" y="3953865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7D15DE16-CC50-46DA-B80E-0653602D83A4}"/>
              </a:ext>
            </a:extLst>
          </p:cNvPr>
          <p:cNvSpPr/>
          <p:nvPr/>
        </p:nvSpPr>
        <p:spPr>
          <a:xfrm>
            <a:off x="755576" y="1779662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注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A46A12F-4FB6-474F-9B26-D02549B56B0A}"/>
              </a:ext>
            </a:extLst>
          </p:cNvPr>
          <p:cNvSpPr/>
          <p:nvPr/>
        </p:nvSpPr>
        <p:spPr>
          <a:xfrm>
            <a:off x="1403648" y="1779662"/>
            <a:ext cx="75608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宋体" panose="02010600030101010101" pitchFamily="2" charset="-122"/>
              </a:rPr>
              <a:t>本例中函数存在第一类间断点，故不存在原函数，即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1004A4-0F7C-49FE-B88A-D2F24D0EC4B2}"/>
              </a:ext>
            </a:extLst>
          </p:cNvPr>
          <p:cNvSpPr/>
          <p:nvPr/>
        </p:nvSpPr>
        <p:spPr>
          <a:xfrm>
            <a:off x="152636" y="2486374"/>
            <a:ext cx="48514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宋体" panose="02010600030101010101" pitchFamily="2" charset="-122"/>
              </a:rPr>
              <a:t>不存在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不定积分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，但却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定积分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存在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0038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2">
            <a:extLst>
              <a:ext uri="{FF2B5EF4-FFF2-40B4-BE49-F238E27FC236}">
                <a16:creationId xmlns:a16="http://schemas.microsoft.com/office/drawing/2014/main" id="{AFD222AD-14B8-4FB4-819B-8A491353C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480" y="984305"/>
            <a:ext cx="11856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 eaLnBrk="0" fontAlgn="base" hangingPunct="0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定理</a:t>
            </a:r>
            <a:r>
              <a:rPr kumimoji="1"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4</a:t>
            </a:r>
          </a:p>
        </p:txBody>
      </p:sp>
      <p:sp>
        <p:nvSpPr>
          <p:cNvPr id="3" name="Text Box 62">
            <a:extLst>
              <a:ext uri="{FF2B5EF4-FFF2-40B4-BE49-F238E27FC236}">
                <a16:creationId xmlns:a16="http://schemas.microsoft.com/office/drawing/2014/main" id="{E5537D33-C7E1-4A0E-A92C-B755897ED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5472" y="954261"/>
            <a:ext cx="74385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 eaLnBrk="0" fontAlgn="base" hangingPunct="0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设    在     上分段连续</a:t>
            </a: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除有限个第一类间断点</a:t>
            </a:r>
            <a:endParaRPr kumimoji="1" lang="en-US" altLang="zh-CN" sz="2400" b="1" dirty="0">
              <a:solidFill>
                <a:prstClr val="black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CD613C7-0C5C-497E-AD34-FB41464E91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0055191"/>
              </p:ext>
            </p:extLst>
          </p:nvPr>
        </p:nvGraphicFramePr>
        <p:xfrm>
          <a:off x="2073308" y="1056904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454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CCFFD4D6-931F-4682-81B3-DA1A4BFA59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73308" y="1056904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389FAAB-9E2E-4B72-B470-168BB90D71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893103"/>
              </p:ext>
            </p:extLst>
          </p:nvPr>
        </p:nvGraphicFramePr>
        <p:xfrm>
          <a:off x="3139282" y="1036179"/>
          <a:ext cx="635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455" name="Equation" r:id="rId5" imgW="634680" imgH="330120" progId="Equation.DSMT4">
                  <p:embed/>
                </p:oleObj>
              </mc:Choice>
              <mc:Fallback>
                <p:oleObj name="Equation" r:id="rId5" imgW="634680" imgH="3301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88D5D5FA-24EA-47A6-B9D7-CFB93A4D31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39282" y="1036179"/>
                        <a:ext cx="635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2">
            <a:extLst>
              <a:ext uri="{FF2B5EF4-FFF2-40B4-BE49-F238E27FC236}">
                <a16:creationId xmlns:a16="http://schemas.microsoft.com/office/drawing/2014/main" id="{ACB38B2A-65DD-447F-8110-CFE9E0A83B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4610" y="1588268"/>
            <a:ext cx="20882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 eaLnBrk="0" fontAlgn="base" hangingPunct="0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则可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分段</a:t>
            </a:r>
            <a:r>
              <a:rPr kumimoji="1"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利用</a:t>
            </a:r>
            <a:endParaRPr kumimoji="1" lang="en-US" altLang="zh-CN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62">
            <a:extLst>
              <a:ext uri="{FF2B5EF4-FFF2-40B4-BE49-F238E27FC236}">
                <a16:creationId xmlns:a16="http://schemas.microsoft.com/office/drawing/2014/main" id="{6052AEB7-237A-4CE5-A885-4973070852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478" y="1595961"/>
            <a:ext cx="22903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 eaLnBrk="0" fontAlgn="base" hangingPunct="0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外点点连续</a:t>
            </a: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)</a:t>
            </a: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，</a:t>
            </a:r>
            <a:endParaRPr kumimoji="1" lang="en-US" altLang="zh-CN" sz="2400" b="1" dirty="0">
              <a:solidFill>
                <a:prstClr val="black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Text Box 62">
            <a:extLst>
              <a:ext uri="{FF2B5EF4-FFF2-40B4-BE49-F238E27FC236}">
                <a16:creationId xmlns:a16="http://schemas.microsoft.com/office/drawing/2014/main" id="{365D38A3-C55E-4A04-9D7D-04141C2F8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963" y="1595960"/>
            <a:ext cx="46083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 eaLnBrk="0" fontAlgn="base" hangingPunct="0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牛顿</a:t>
            </a: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kumimoji="1"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莱布尼兹公式计算定积分，</a:t>
            </a:r>
            <a:endParaRPr kumimoji="1" lang="en-US" altLang="zh-CN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65BD38-B3DD-4774-B43E-902F21DC7883}"/>
              </a:ext>
            </a:extLst>
          </p:cNvPr>
          <p:cNvSpPr/>
          <p:nvPr/>
        </p:nvSpPr>
        <p:spPr>
          <a:xfrm>
            <a:off x="318478" y="2237661"/>
            <a:ext cx="12682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再相加</a:t>
            </a: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en-US" dirty="0">
              <a:solidFill>
                <a:prstClr val="black"/>
              </a:solidFill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55620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DA1A70E-FAB3-4073-89D0-ED8E6A660E2B}"/>
              </a:ext>
            </a:extLst>
          </p:cNvPr>
          <p:cNvGrpSpPr/>
          <p:nvPr/>
        </p:nvGrpSpPr>
        <p:grpSpPr>
          <a:xfrm>
            <a:off x="827584" y="212554"/>
            <a:ext cx="8042952" cy="488946"/>
            <a:chOff x="993098" y="949517"/>
            <a:chExt cx="8042952" cy="488946"/>
          </a:xfrm>
        </p:grpSpPr>
        <p:sp>
          <p:nvSpPr>
            <p:cNvPr id="3" name="Text Box 62">
              <a:extLst>
                <a:ext uri="{FF2B5EF4-FFF2-40B4-BE49-F238E27FC236}">
                  <a16:creationId xmlns:a16="http://schemas.microsoft.com/office/drawing/2014/main" id="{2AA9AE62-691E-4ACC-B985-51B8E4CFA2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3098" y="949517"/>
              <a:ext cx="109446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4572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定理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4" name="Text Box 62">
              <a:extLst>
                <a:ext uri="{FF2B5EF4-FFF2-40B4-BE49-F238E27FC236}">
                  <a16:creationId xmlns:a16="http://schemas.microsoft.com/office/drawing/2014/main" id="{8C15BCE5-FECC-4BA7-91C7-2D7662FDE5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9102" y="976798"/>
              <a:ext cx="730694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4572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 设    在    上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可积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，且存在原函数     则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8378F038-C83F-41BF-8BBA-DDE0BEBD1DA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33185595"/>
                </p:ext>
              </p:extLst>
            </p:nvPr>
          </p:nvGraphicFramePr>
          <p:xfrm>
            <a:off x="2266790" y="1068282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3878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F27BC18C-B2EF-45F6-9862-68F6D4B4FC5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266790" y="1068282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32BFB735-A30C-4805-9116-5FA59923267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14652814"/>
                </p:ext>
              </p:extLst>
            </p:nvPr>
          </p:nvGraphicFramePr>
          <p:xfrm>
            <a:off x="3269939" y="1062067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3879" name="Equation" r:id="rId5" imgW="634680" imgH="330120" progId="Equation.DSMT4">
                    <p:embed/>
                  </p:oleObj>
                </mc:Choice>
                <mc:Fallback>
                  <p:oleObj name="Equation" r:id="rId5" imgW="634680" imgH="33012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BF40E1FA-B975-43E9-BA4D-A866FE515D3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269939" y="1062067"/>
                          <a:ext cx="635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5D1F01C-CE9C-4481-B06E-DBA4997BC3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288004"/>
              </p:ext>
            </p:extLst>
          </p:nvPr>
        </p:nvGraphicFramePr>
        <p:xfrm>
          <a:off x="6723472" y="369826"/>
          <a:ext cx="711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880" name="Equation" r:id="rId7" imgW="711000" imgH="342720" progId="Equation.DSMT4">
                  <p:embed/>
                </p:oleObj>
              </mc:Choice>
              <mc:Fallback>
                <p:oleObj name="Equation" r:id="rId7" imgW="711000" imgH="3427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64F99C5B-1498-4BB9-8BB7-7F72131E30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723472" y="369826"/>
                        <a:ext cx="711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F4FB046F-A03A-48A4-B550-4F4081E0E0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6221287"/>
              </p:ext>
            </p:extLst>
          </p:nvPr>
        </p:nvGraphicFramePr>
        <p:xfrm>
          <a:off x="2835426" y="865756"/>
          <a:ext cx="2946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881" name="Equation" r:id="rId9" imgW="2946240" imgH="596880" progId="Equation.DSMT4">
                  <p:embed/>
                </p:oleObj>
              </mc:Choice>
              <mc:Fallback>
                <p:oleObj name="Equation" r:id="rId9" imgW="2946240" imgH="596880" progId="Equation.DSMT4">
                  <p:embed/>
                  <p:pic>
                    <p:nvPicPr>
                      <p:cNvPr id="9" name="Object 24">
                        <a:extLst>
                          <a:ext uri="{FF2B5EF4-FFF2-40B4-BE49-F238E27FC236}">
                            <a16:creationId xmlns:a16="http://schemas.microsoft.com/office/drawing/2014/main" id="{390015A3-1F0F-4024-A37D-4A1354C552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5426" y="865756"/>
                        <a:ext cx="29464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62">
            <a:extLst>
              <a:ext uri="{FF2B5EF4-FFF2-40B4-BE49-F238E27FC236}">
                <a16:creationId xmlns:a16="http://schemas.microsoft.com/office/drawing/2014/main" id="{B9BCCE2A-A9AB-4E2A-AF89-D030551C4D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507" y="1773480"/>
            <a:ext cx="4971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 eaLnBrk="0" fontAlgn="base" hangingPunct="0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证</a:t>
            </a:r>
            <a:endParaRPr kumimoji="1" lang="en-US" altLang="zh-CN" sz="2400" b="1" dirty="0">
              <a:solidFill>
                <a:srgbClr val="0064FF"/>
              </a:solidFill>
              <a:latin typeface="宋体" panose="02010600030101010101" pitchFamily="2" charset="-122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DEF33A24-7A92-4FCE-85EF-7E7ABE2AE11D}"/>
              </a:ext>
            </a:extLst>
          </p:cNvPr>
          <p:cNvGrpSpPr/>
          <p:nvPr/>
        </p:nvGrpSpPr>
        <p:grpSpPr>
          <a:xfrm>
            <a:off x="1377681" y="1693741"/>
            <a:ext cx="2241759" cy="596900"/>
            <a:chOff x="1377681" y="1693741"/>
            <a:chExt cx="2241759" cy="596900"/>
          </a:xfrm>
        </p:grpSpPr>
        <p:sp>
          <p:nvSpPr>
            <p:cNvPr id="10" name="Text Box 62">
              <a:extLst>
                <a:ext uri="{FF2B5EF4-FFF2-40B4-BE49-F238E27FC236}">
                  <a16:creationId xmlns:a16="http://schemas.microsoft.com/office/drawing/2014/main" id="{3D8FF610-6B94-4075-A5C3-7CCB575ABE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7681" y="1761359"/>
              <a:ext cx="54436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457200" eaLnBrk="0" fontAlgn="base" hangingPunct="0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设</a:t>
              </a:r>
              <a:endPara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</a:endParaRP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BB071F8E-93D2-4F7B-A986-A38BD225C49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87394004"/>
                </p:ext>
              </p:extLst>
            </p:nvPr>
          </p:nvGraphicFramePr>
          <p:xfrm>
            <a:off x="1854140" y="1693741"/>
            <a:ext cx="17653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3882" name="Equation" r:id="rId11" imgW="1765080" imgH="596880" progId="Equation.DSMT4">
                    <p:embed/>
                  </p:oleObj>
                </mc:Choice>
                <mc:Fallback>
                  <p:oleObj name="Equation" r:id="rId11" imgW="1765080" imgH="59688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7AF11928-F698-4F2B-BA3B-37179F90986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854140" y="1693741"/>
                          <a:ext cx="17653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A2518706-DBEA-42B3-9A86-D23D3632AA1E}"/>
              </a:ext>
            </a:extLst>
          </p:cNvPr>
          <p:cNvGrpSpPr/>
          <p:nvPr/>
        </p:nvGrpSpPr>
        <p:grpSpPr>
          <a:xfrm>
            <a:off x="3557860" y="1760571"/>
            <a:ext cx="5202107" cy="461665"/>
            <a:chOff x="3557860" y="1760571"/>
            <a:chExt cx="5202107" cy="461665"/>
          </a:xfrm>
        </p:grpSpPr>
        <p:sp>
          <p:nvSpPr>
            <p:cNvPr id="12" name="Text Box 62">
              <a:extLst>
                <a:ext uri="{FF2B5EF4-FFF2-40B4-BE49-F238E27FC236}">
                  <a16:creationId xmlns:a16="http://schemas.microsoft.com/office/drawing/2014/main" id="{C03FEB5B-B0E6-4D78-98DD-0754A2FFA2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7860" y="1760571"/>
              <a:ext cx="520210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457200" eaLnBrk="0" fontAlgn="base" hangingPunct="0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由定积分定义，对任意的     存在</a:t>
              </a:r>
              <a:endPara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</a:endParaRP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459756B9-AEBA-4FD0-9CE0-0B308FEE55E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34358378"/>
                </p:ext>
              </p:extLst>
            </p:nvPr>
          </p:nvGraphicFramePr>
          <p:xfrm>
            <a:off x="7053037" y="1839212"/>
            <a:ext cx="723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3883" name="Equation" r:id="rId13" imgW="723600" imgH="330120" progId="Equation.DSMT4">
                    <p:embed/>
                  </p:oleObj>
                </mc:Choice>
                <mc:Fallback>
                  <p:oleObj name="Equation" r:id="rId13" imgW="723600" imgH="33012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BEBDA2D9-5D8D-4274-BD45-02FAA9DB60D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7053037" y="1839212"/>
                          <a:ext cx="7239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6AF53242-A6B6-432E-A43C-46E8735EC7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9792351"/>
              </p:ext>
            </p:extLst>
          </p:nvPr>
        </p:nvGraphicFramePr>
        <p:xfrm>
          <a:off x="452934" y="2427734"/>
          <a:ext cx="749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884" name="Equation" r:id="rId15" imgW="749160" imgH="330120" progId="Equation.DSMT4">
                  <p:embed/>
                </p:oleObj>
              </mc:Choice>
              <mc:Fallback>
                <p:oleObj name="Equation" r:id="rId15" imgW="749160" imgH="33012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30802FC1-B13A-4316-B5AB-C26A2D3F93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52934" y="2427734"/>
                        <a:ext cx="7493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组合 30">
            <a:extLst>
              <a:ext uri="{FF2B5EF4-FFF2-40B4-BE49-F238E27FC236}">
                <a16:creationId xmlns:a16="http://schemas.microsoft.com/office/drawing/2014/main" id="{C7A4BCFB-00F1-422D-9C86-68D712C14EAE}"/>
              </a:ext>
            </a:extLst>
          </p:cNvPr>
          <p:cNvGrpSpPr/>
          <p:nvPr/>
        </p:nvGrpSpPr>
        <p:grpSpPr>
          <a:xfrm>
            <a:off x="1291404" y="2334485"/>
            <a:ext cx="7162801" cy="484022"/>
            <a:chOff x="1291404" y="2334485"/>
            <a:chExt cx="7162801" cy="484022"/>
          </a:xfrm>
        </p:grpSpPr>
        <p:sp>
          <p:nvSpPr>
            <p:cNvPr id="15" name="Text Box 62">
              <a:extLst>
                <a:ext uri="{FF2B5EF4-FFF2-40B4-BE49-F238E27FC236}">
                  <a16:creationId xmlns:a16="http://schemas.microsoft.com/office/drawing/2014/main" id="{C107E735-8088-4C6B-BD88-FF076AB170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1404" y="2334485"/>
              <a:ext cx="716280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457200" eaLnBrk="0" fontAlgn="base" hangingPunct="0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对任意的分割                  及</a:t>
              </a:r>
              <a:endPara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</a:endParaRP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073118E2-45B7-4022-9595-F81348C7B27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98858541"/>
                </p:ext>
              </p:extLst>
            </p:nvPr>
          </p:nvGraphicFramePr>
          <p:xfrm>
            <a:off x="3320231" y="2437507"/>
            <a:ext cx="25527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3885" name="Equation" r:id="rId17" imgW="2552400" imgH="380880" progId="Equation.DSMT4">
                    <p:embed/>
                  </p:oleObj>
                </mc:Choice>
                <mc:Fallback>
                  <p:oleObj name="Equation" r:id="rId17" imgW="2552400" imgH="38088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E6DE83BD-CA7F-49D8-A3CB-971E8CD6E0F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320231" y="2437507"/>
                          <a:ext cx="25527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1DB6D1C5-0BE4-4AA7-9A5A-AB4B6C5D268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4205395"/>
                </p:ext>
              </p:extLst>
            </p:nvPr>
          </p:nvGraphicFramePr>
          <p:xfrm>
            <a:off x="6510188" y="2415150"/>
            <a:ext cx="16002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3886" name="Equation" r:id="rId19" imgW="1600200" imgH="380880" progId="Equation.DSMT4">
                    <p:embed/>
                  </p:oleObj>
                </mc:Choice>
                <mc:Fallback>
                  <p:oleObj name="Equation" r:id="rId19" imgW="1600200" imgH="38088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A31BE23A-0C65-42EF-B2DA-ED636D123FF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6510188" y="2415150"/>
                          <a:ext cx="16002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E6842523-97C6-4168-88A1-37399DB42A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1216863"/>
              </p:ext>
            </p:extLst>
          </p:nvPr>
        </p:nvGraphicFramePr>
        <p:xfrm>
          <a:off x="426024" y="3167364"/>
          <a:ext cx="2032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887" name="Equation" r:id="rId21" imgW="2031840" imgH="342720" progId="Equation.DSMT4">
                  <p:embed/>
                </p:oleObj>
              </mc:Choice>
              <mc:Fallback>
                <p:oleObj name="Equation" r:id="rId21" imgW="2031840" imgH="34272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6F3A78EA-3FD0-46AB-8C9D-BFF0BE7D15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26024" y="3167364"/>
                        <a:ext cx="2032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" name="组合 31">
            <a:extLst>
              <a:ext uri="{FF2B5EF4-FFF2-40B4-BE49-F238E27FC236}">
                <a16:creationId xmlns:a16="http://schemas.microsoft.com/office/drawing/2014/main" id="{81763716-6FC2-4639-BF52-AE1956A552A6}"/>
              </a:ext>
            </a:extLst>
          </p:cNvPr>
          <p:cNvGrpSpPr/>
          <p:nvPr/>
        </p:nvGrpSpPr>
        <p:grpSpPr>
          <a:xfrm>
            <a:off x="2532454" y="2907611"/>
            <a:ext cx="5830224" cy="838200"/>
            <a:chOff x="2532454" y="2907611"/>
            <a:chExt cx="5830224" cy="838200"/>
          </a:xfrm>
        </p:grpSpPr>
        <p:sp>
          <p:nvSpPr>
            <p:cNvPr id="19" name="Text Box 62">
              <a:extLst>
                <a:ext uri="{FF2B5EF4-FFF2-40B4-BE49-F238E27FC236}">
                  <a16:creationId xmlns:a16="http://schemas.microsoft.com/office/drawing/2014/main" id="{3758AEA2-409B-41A9-89DA-E1A2E9A056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2454" y="3048599"/>
              <a:ext cx="583022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457200" eaLnBrk="0" fontAlgn="base" hangingPunct="0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只要        就有</a:t>
              </a:r>
              <a:endPara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</a:endParaRPr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1EF9F2A6-5D2C-4E14-8F01-55005F46483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3787207"/>
                </p:ext>
              </p:extLst>
            </p:nvPr>
          </p:nvGraphicFramePr>
          <p:xfrm>
            <a:off x="3292626" y="3102036"/>
            <a:ext cx="10160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3888" name="Equation" r:id="rId23" imgW="1015920" imgH="431640" progId="Equation.DSMT4">
                    <p:embed/>
                  </p:oleObj>
                </mc:Choice>
                <mc:Fallback>
                  <p:oleObj name="Equation" r:id="rId23" imgW="1015920" imgH="43164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4836D241-667A-455C-ABBC-17043A4940C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3292626" y="3102036"/>
                          <a:ext cx="1016000" cy="431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1C912653-35F7-47BA-8E71-AEF85545474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758472"/>
                </p:ext>
              </p:extLst>
            </p:nvPr>
          </p:nvGraphicFramePr>
          <p:xfrm>
            <a:off x="5358826" y="2907611"/>
            <a:ext cx="26162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3889" name="Equation" r:id="rId25" imgW="2616120" imgH="838080" progId="Equation.DSMT4">
                    <p:embed/>
                  </p:oleObj>
                </mc:Choice>
                <mc:Fallback>
                  <p:oleObj name="Equation" r:id="rId25" imgW="2616120" imgH="83808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C2DA0D95-23CD-4163-8668-B5A14CFE0BF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5358826" y="2907611"/>
                          <a:ext cx="2616200" cy="838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76E02D85-637B-4924-BCC5-F4A5BE73D96E}"/>
              </a:ext>
            </a:extLst>
          </p:cNvPr>
          <p:cNvGrpSpPr/>
          <p:nvPr/>
        </p:nvGrpSpPr>
        <p:grpSpPr>
          <a:xfrm>
            <a:off x="452934" y="3712433"/>
            <a:ext cx="8145486" cy="461665"/>
            <a:chOff x="452934" y="3712433"/>
            <a:chExt cx="8145486" cy="461665"/>
          </a:xfrm>
        </p:grpSpPr>
        <p:sp>
          <p:nvSpPr>
            <p:cNvPr id="22" name="Text Box 62">
              <a:extLst>
                <a:ext uri="{FF2B5EF4-FFF2-40B4-BE49-F238E27FC236}">
                  <a16:creationId xmlns:a16="http://schemas.microsoft.com/office/drawing/2014/main" id="{B5F9940D-3880-4BFD-A227-9BA4C1FC71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934" y="3712433"/>
              <a:ext cx="814548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457200" eaLnBrk="0" fontAlgn="base" hangingPunct="0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而对任意的             由拉格朗日中值定理知，存在</a:t>
              </a:r>
              <a:endPara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</a:endParaRPr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C70D4C10-3456-4FC5-8902-50090122532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79610294"/>
                </p:ext>
              </p:extLst>
            </p:nvPr>
          </p:nvGraphicFramePr>
          <p:xfrm>
            <a:off x="2105540" y="3843898"/>
            <a:ext cx="18161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3890" name="Equation" r:id="rId27" imgW="1815840" imgH="330120" progId="Equation.DSMT4">
                    <p:embed/>
                  </p:oleObj>
                </mc:Choice>
                <mc:Fallback>
                  <p:oleObj name="Equation" r:id="rId27" imgW="1815840" imgH="330120" progId="Equation.DSMT4">
                    <p:embed/>
                    <p:pic>
                      <p:nvPicPr>
                        <p:cNvPr id="25" name="对象 24">
                          <a:extLst>
                            <a:ext uri="{FF2B5EF4-FFF2-40B4-BE49-F238E27FC236}">
                              <a16:creationId xmlns:a16="http://schemas.microsoft.com/office/drawing/2014/main" id="{2099E667-4C53-4784-A711-6AC59833CBA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2105540" y="3843898"/>
                          <a:ext cx="18161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70421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F45EB172-5C4F-4915-97E6-6013F7316C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6964830"/>
              </p:ext>
            </p:extLst>
          </p:nvPr>
        </p:nvGraphicFramePr>
        <p:xfrm>
          <a:off x="960884" y="568947"/>
          <a:ext cx="1714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644" name="Equation" r:id="rId3" imgW="1714320" imgH="380880" progId="Equation.DSMT4">
                  <p:embed/>
                </p:oleObj>
              </mc:Choice>
              <mc:Fallback>
                <p:oleObj name="Equation" r:id="rId3" imgW="1714320" imgH="38088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D0163208-1FF5-425C-AC09-4CD6A9D0A9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60884" y="568947"/>
                        <a:ext cx="17145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62">
            <a:extLst>
              <a:ext uri="{FF2B5EF4-FFF2-40B4-BE49-F238E27FC236}">
                <a16:creationId xmlns:a16="http://schemas.microsoft.com/office/drawing/2014/main" id="{56A06CE9-A406-471A-8600-32E623B0A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0394" y="507927"/>
            <a:ext cx="8159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 eaLnBrk="0" fontAlgn="base" hangingPunct="0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使得</a:t>
            </a:r>
            <a:endParaRPr kumimoji="1" lang="en-US" altLang="zh-CN" sz="2400" b="1" dirty="0">
              <a:solidFill>
                <a:prstClr val="black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4025E0E-A57C-4D07-A03D-47BD241BDD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0655683"/>
              </p:ext>
            </p:extLst>
          </p:nvPr>
        </p:nvGraphicFramePr>
        <p:xfrm>
          <a:off x="3506318" y="588592"/>
          <a:ext cx="3530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645" name="Equation" r:id="rId5" imgW="3530520" imgH="380880" progId="Equation.DSMT4">
                  <p:embed/>
                </p:oleObj>
              </mc:Choice>
              <mc:Fallback>
                <p:oleObj name="Equation" r:id="rId5" imgW="3530520" imgH="38088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F19F0275-AF27-4373-82DF-02F4DA0705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06318" y="588592"/>
                        <a:ext cx="3530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62">
            <a:extLst>
              <a:ext uri="{FF2B5EF4-FFF2-40B4-BE49-F238E27FC236}">
                <a16:creationId xmlns:a16="http://schemas.microsoft.com/office/drawing/2014/main" id="{C04810FC-A35C-45FD-AD3E-2BC5C558FD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1094" y="528614"/>
            <a:ext cx="8159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 eaLnBrk="0" fontAlgn="base" hangingPunct="0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故</a:t>
            </a:r>
            <a:endParaRPr kumimoji="1" lang="en-US" altLang="zh-CN" sz="2400" b="1" dirty="0">
              <a:solidFill>
                <a:prstClr val="black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B8EDEC7-B45A-4E0C-80A2-213DE46283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4364803"/>
              </p:ext>
            </p:extLst>
          </p:nvPr>
        </p:nvGraphicFramePr>
        <p:xfrm>
          <a:off x="887103" y="1175889"/>
          <a:ext cx="8013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646" name="Equation" r:id="rId7" imgW="8013600" imgH="787320" progId="Equation.DSMT4">
                  <p:embed/>
                </p:oleObj>
              </mc:Choice>
              <mc:Fallback>
                <p:oleObj name="Equation" r:id="rId7" imgW="8013600" imgH="78732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B0918F4D-0700-40AE-9523-48B473A846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87103" y="1175889"/>
                        <a:ext cx="80137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62">
            <a:extLst>
              <a:ext uri="{FF2B5EF4-FFF2-40B4-BE49-F238E27FC236}">
                <a16:creationId xmlns:a16="http://schemas.microsoft.com/office/drawing/2014/main" id="{E81AAEB2-CF87-46D9-BFFA-B09FCE3AA8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388" y="1967579"/>
            <a:ext cx="8159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 eaLnBrk="0" fontAlgn="base" hangingPunct="0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因此</a:t>
            </a:r>
            <a:endParaRPr kumimoji="1" lang="en-US" altLang="zh-CN" sz="2400" b="1" dirty="0">
              <a:solidFill>
                <a:prstClr val="black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86F5B91-4950-4D45-BD41-34CD5799B9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1156912"/>
              </p:ext>
            </p:extLst>
          </p:nvPr>
        </p:nvGraphicFramePr>
        <p:xfrm>
          <a:off x="2071218" y="1838694"/>
          <a:ext cx="4965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647" name="Equation" r:id="rId9" imgW="4965480" imgH="838080" progId="Equation.DSMT4">
                  <p:embed/>
                </p:oleObj>
              </mc:Choice>
              <mc:Fallback>
                <p:oleObj name="Equation" r:id="rId9" imgW="4965480" imgH="8380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9513380D-8E35-4EC7-B605-F3D4371B85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71218" y="1838694"/>
                        <a:ext cx="49657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62">
            <a:extLst>
              <a:ext uri="{FF2B5EF4-FFF2-40B4-BE49-F238E27FC236}">
                <a16:creationId xmlns:a16="http://schemas.microsoft.com/office/drawing/2014/main" id="{53E97BC4-C741-4373-97B8-982FBA85B2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022" y="2846608"/>
            <a:ext cx="8159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 eaLnBrk="0" fontAlgn="base" hangingPunct="0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从而</a:t>
            </a:r>
            <a:endParaRPr kumimoji="1" lang="en-US" altLang="zh-CN" sz="2400" b="1" dirty="0">
              <a:solidFill>
                <a:prstClr val="black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18FC79FD-7669-4891-94DE-5C7580E632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9664479"/>
              </p:ext>
            </p:extLst>
          </p:nvPr>
        </p:nvGraphicFramePr>
        <p:xfrm>
          <a:off x="2515497" y="2980326"/>
          <a:ext cx="2070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648" name="Equation" r:id="rId11" imgW="2070000" imgH="342720" progId="Equation.DSMT4">
                  <p:embed/>
                </p:oleObj>
              </mc:Choice>
              <mc:Fallback>
                <p:oleObj name="Equation" r:id="rId11" imgW="207000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B222D801-16E3-4929-8143-76C68EF93D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515497" y="2980326"/>
                        <a:ext cx="2070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62">
            <a:extLst>
              <a:ext uri="{FF2B5EF4-FFF2-40B4-BE49-F238E27FC236}">
                <a16:creationId xmlns:a16="http://schemas.microsoft.com/office/drawing/2014/main" id="{448B13F2-D390-493A-9F06-E61C692CA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1249" y="3752966"/>
            <a:ext cx="8159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 eaLnBrk="0" fontAlgn="base" hangingPunct="0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即</a:t>
            </a:r>
            <a:endParaRPr kumimoji="1" lang="en-US" altLang="zh-CN" sz="2400" b="1" dirty="0">
              <a:solidFill>
                <a:prstClr val="black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2" name="Object 24">
            <a:extLst>
              <a:ext uri="{FF2B5EF4-FFF2-40B4-BE49-F238E27FC236}">
                <a16:creationId xmlns:a16="http://schemas.microsoft.com/office/drawing/2014/main" id="{1B00C3FA-6877-4A63-8F6E-D3AF03F1B8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9013274"/>
              </p:ext>
            </p:extLst>
          </p:nvPr>
        </p:nvGraphicFramePr>
        <p:xfrm>
          <a:off x="2325218" y="3617731"/>
          <a:ext cx="2946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649" name="Equation" r:id="rId13" imgW="2946240" imgH="596880" progId="Equation.DSMT4">
                  <p:embed/>
                </p:oleObj>
              </mc:Choice>
              <mc:Fallback>
                <p:oleObj name="Equation" r:id="rId13" imgW="2946240" imgH="596880" progId="Equation.DSMT4">
                  <p:embed/>
                  <p:pic>
                    <p:nvPicPr>
                      <p:cNvPr id="7" name="Object 24">
                        <a:extLst>
                          <a:ext uri="{FF2B5EF4-FFF2-40B4-BE49-F238E27FC236}">
                            <a16:creationId xmlns:a16="http://schemas.microsoft.com/office/drawing/2014/main" id="{65656C1B-11A1-4F49-A313-0203151FBE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5218" y="3617731"/>
                        <a:ext cx="29464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899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2F708673-BB60-4003-9A5E-947BC42209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7870086"/>
              </p:ext>
            </p:extLst>
          </p:nvPr>
        </p:nvGraphicFramePr>
        <p:xfrm>
          <a:off x="1705824" y="79045"/>
          <a:ext cx="37338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843" name="Equation" r:id="rId3" imgW="3733560" imgH="1244520" progId="Equation.DSMT4">
                  <p:embed/>
                </p:oleObj>
              </mc:Choice>
              <mc:Fallback>
                <p:oleObj name="Equation" r:id="rId3" imgW="3733560" imgH="124452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59E7A7C0-0D46-4E70-897F-0A97643F18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05824" y="79045"/>
                        <a:ext cx="3733800" cy="124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62">
            <a:extLst>
              <a:ext uri="{FF2B5EF4-FFF2-40B4-BE49-F238E27FC236}">
                <a16:creationId xmlns:a16="http://schemas.microsoft.com/office/drawing/2014/main" id="{10E938D4-15DA-48C5-A34C-3B8B5991EF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633" y="430076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例</a:t>
            </a:r>
            <a:endParaRPr kumimoji="1" lang="en-US" altLang="zh-CN" sz="2400" b="1" dirty="0">
              <a:solidFill>
                <a:srgbClr val="0064FF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359D005C-46A7-48A6-92E5-F763289B9C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2366130"/>
              </p:ext>
            </p:extLst>
          </p:nvPr>
        </p:nvGraphicFramePr>
        <p:xfrm>
          <a:off x="878551" y="1377424"/>
          <a:ext cx="56515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844" name="Equation" r:id="rId5" imgW="5651280" imgH="1244520" progId="Equation.DSMT4">
                  <p:embed/>
                </p:oleObj>
              </mc:Choice>
              <mc:Fallback>
                <p:oleObj name="Equation" r:id="rId5" imgW="5651280" imgH="12445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D87703D7-27AC-4F87-8EC1-83991F3F7D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78551" y="1377424"/>
                        <a:ext cx="5651500" cy="124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>
            <a:extLst>
              <a:ext uri="{FF2B5EF4-FFF2-40B4-BE49-F238E27FC236}">
                <a16:creationId xmlns:a16="http://schemas.microsoft.com/office/drawing/2014/main" id="{B7751B28-8082-4111-B985-4EEC87FD45CE}"/>
              </a:ext>
            </a:extLst>
          </p:cNvPr>
          <p:cNvGrpSpPr/>
          <p:nvPr/>
        </p:nvGrpSpPr>
        <p:grpSpPr>
          <a:xfrm>
            <a:off x="503040" y="2654151"/>
            <a:ext cx="8568952" cy="461665"/>
            <a:chOff x="503040" y="2654151"/>
            <a:chExt cx="8568952" cy="461665"/>
          </a:xfrm>
        </p:grpSpPr>
        <p:sp>
          <p:nvSpPr>
            <p:cNvPr id="5" name="Text Box 62">
              <a:extLst>
                <a:ext uri="{FF2B5EF4-FFF2-40B4-BE49-F238E27FC236}">
                  <a16:creationId xmlns:a16="http://schemas.microsoft.com/office/drawing/2014/main" id="{B6FB8A46-1AF5-4536-BF59-2115B1B190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040" y="2654151"/>
              <a:ext cx="856895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显然函数    在区间     上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有界</a:t>
              </a:r>
              <a:r>
                <a:rPr kumimoji="1"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，且仅有一个间断点，从而</a:t>
              </a:r>
              <a:endPara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</a:endParaRPr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A3C0851B-5986-4A15-88D0-A8D9154335E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91404820"/>
                </p:ext>
              </p:extLst>
            </p:nvPr>
          </p:nvGraphicFramePr>
          <p:xfrm>
            <a:off x="1824450" y="2772916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5845" name="Equation" r:id="rId7" imgW="622080" imgH="342720" progId="Equation.DSMT4">
                    <p:embed/>
                  </p:oleObj>
                </mc:Choice>
                <mc:Fallback>
                  <p:oleObj name="Equation" r:id="rId7" imgW="622080" imgH="34272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DCDC87B7-1EB2-4D91-863A-8246C58C327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824450" y="2772916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4C1635A4-B583-4AEF-9516-F720A5279A8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23556054"/>
                </p:ext>
              </p:extLst>
            </p:nvPr>
          </p:nvGraphicFramePr>
          <p:xfrm>
            <a:off x="3412560" y="2761710"/>
            <a:ext cx="711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5846" name="Equation" r:id="rId9" imgW="711000" imgH="330120" progId="Equation.DSMT4">
                    <p:embed/>
                  </p:oleObj>
                </mc:Choice>
                <mc:Fallback>
                  <p:oleObj name="Equation" r:id="rId9" imgW="711000" imgH="33012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7F2AB853-DB48-412E-A4D4-5122EFA1169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412560" y="2761710"/>
                          <a:ext cx="711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D5E1E78B-4F58-4656-9E3A-80F283DC6659}"/>
              </a:ext>
            </a:extLst>
          </p:cNvPr>
          <p:cNvGrpSpPr/>
          <p:nvPr/>
        </p:nvGrpSpPr>
        <p:grpSpPr>
          <a:xfrm>
            <a:off x="503040" y="3236450"/>
            <a:ext cx="8245424" cy="461665"/>
            <a:chOff x="503040" y="3236450"/>
            <a:chExt cx="8245424" cy="461665"/>
          </a:xfrm>
        </p:grpSpPr>
        <p:sp>
          <p:nvSpPr>
            <p:cNvPr id="8" name="Text Box 62">
              <a:extLst>
                <a:ext uri="{FF2B5EF4-FFF2-40B4-BE49-F238E27FC236}">
                  <a16:creationId xmlns:a16="http://schemas.microsoft.com/office/drawing/2014/main" id="{BBBA01BE-6579-461F-9568-7BF88BAC68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040" y="3236450"/>
              <a:ext cx="824542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函数    在区间     上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可积</a:t>
              </a:r>
              <a:r>
                <a:rPr kumimoji="1"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，且    在     上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存在原函数</a:t>
              </a:r>
              <a:endParaRPr kumimoji="1"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endParaRP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FE24A405-1642-4697-A5F8-C85438650E0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6598038"/>
                </p:ext>
              </p:extLst>
            </p:nvPr>
          </p:nvGraphicFramePr>
          <p:xfrm>
            <a:off x="1257836" y="3338137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5847" name="Equation" r:id="rId11" imgW="622080" imgH="342720" progId="Equation.DSMT4">
                    <p:embed/>
                  </p:oleObj>
                </mc:Choice>
                <mc:Fallback>
                  <p:oleObj name="Equation" r:id="rId11" imgW="622080" imgH="34272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CC7707AA-D565-483E-8214-F0EFE65760F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257836" y="3338137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C838C3D7-AA57-4DF2-A469-E17B77F5046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74975394"/>
                </p:ext>
              </p:extLst>
            </p:nvPr>
          </p:nvGraphicFramePr>
          <p:xfrm>
            <a:off x="2732970" y="3344487"/>
            <a:ext cx="711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5848" name="Equation" r:id="rId13" imgW="711000" imgH="330120" progId="Equation.DSMT4">
                    <p:embed/>
                  </p:oleObj>
                </mc:Choice>
                <mc:Fallback>
                  <p:oleObj name="Equation" r:id="rId13" imgW="711000" imgH="33012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7C77B56B-86D2-4B0A-9FE7-C27BAE42C0D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732970" y="3344487"/>
                          <a:ext cx="711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7C638844-DA94-4847-AB37-B7AC848B782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54597317"/>
                </p:ext>
              </p:extLst>
            </p:nvPr>
          </p:nvGraphicFramePr>
          <p:xfrm>
            <a:off x="5004048" y="3338137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5849" name="Equation" r:id="rId15" imgW="622080" imgH="342720" progId="Equation.DSMT4">
                    <p:embed/>
                  </p:oleObj>
                </mc:Choice>
                <mc:Fallback>
                  <p:oleObj name="Equation" r:id="rId15" imgW="622080" imgH="34272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EE08C0E2-2A54-45E1-954F-4A696488069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004048" y="3338137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5F5A10B9-2785-460F-A3C1-6F80F81313D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8391025"/>
                </p:ext>
              </p:extLst>
            </p:nvPr>
          </p:nvGraphicFramePr>
          <p:xfrm>
            <a:off x="6012160" y="3366377"/>
            <a:ext cx="711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5850" name="Equation" r:id="rId17" imgW="711000" imgH="330120" progId="Equation.DSMT4">
                    <p:embed/>
                  </p:oleObj>
                </mc:Choice>
                <mc:Fallback>
                  <p:oleObj name="Equation" r:id="rId17" imgW="711000" imgH="33012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3C9BD0C3-267F-4C8D-A466-7442397C611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012160" y="3366377"/>
                          <a:ext cx="711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8D2E4CE2-4E1D-4F79-A90B-D71D16679A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9692709"/>
              </p:ext>
            </p:extLst>
          </p:nvPr>
        </p:nvGraphicFramePr>
        <p:xfrm>
          <a:off x="655095" y="3955378"/>
          <a:ext cx="711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851" name="Equation" r:id="rId19" imgW="711000" imgH="342720" progId="Equation.DSMT4">
                  <p:embed/>
                </p:oleObj>
              </mc:Choice>
              <mc:Fallback>
                <p:oleObj name="Equation" r:id="rId19" imgW="711000" imgH="3427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D718522B-561B-4653-817C-BF225DAC50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55095" y="3955378"/>
                        <a:ext cx="711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76772557-F9D2-426B-84CD-9C1537560C6D}"/>
              </a:ext>
            </a:extLst>
          </p:cNvPr>
          <p:cNvGrpSpPr/>
          <p:nvPr/>
        </p:nvGrpSpPr>
        <p:grpSpPr>
          <a:xfrm>
            <a:off x="1363681" y="3806152"/>
            <a:ext cx="4510863" cy="596900"/>
            <a:chOff x="1363681" y="3806152"/>
            <a:chExt cx="4510863" cy="596900"/>
          </a:xfrm>
        </p:grpSpPr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19516A97-A25D-44FF-8A75-F7A4C737DD5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99714879"/>
                </p:ext>
              </p:extLst>
            </p:nvPr>
          </p:nvGraphicFramePr>
          <p:xfrm>
            <a:off x="2267744" y="3806152"/>
            <a:ext cx="36068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5852" name="Equation" r:id="rId21" imgW="3606480" imgH="596880" progId="Equation.DSMT4">
                    <p:embed/>
                  </p:oleObj>
                </mc:Choice>
                <mc:Fallback>
                  <p:oleObj name="Equation" r:id="rId21" imgW="3606480" imgH="59688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041D6AE5-E34D-49FF-B5E4-BA3314276EF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267744" y="3806152"/>
                          <a:ext cx="36068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Text Box 62">
              <a:extLst>
                <a:ext uri="{FF2B5EF4-FFF2-40B4-BE49-F238E27FC236}">
                  <a16:creationId xmlns:a16="http://schemas.microsoft.com/office/drawing/2014/main" id="{602A3DAB-BF03-4337-BF90-B94C39CA20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3681" y="3873770"/>
              <a:ext cx="97607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从而</a:t>
              </a:r>
              <a:endPara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770914ED-8FF5-48D5-8933-9E9A97635DA3}"/>
              </a:ext>
            </a:extLst>
          </p:cNvPr>
          <p:cNvGrpSpPr/>
          <p:nvPr/>
        </p:nvGrpSpPr>
        <p:grpSpPr>
          <a:xfrm>
            <a:off x="6590699" y="1713024"/>
            <a:ext cx="2373343" cy="461665"/>
            <a:chOff x="6590699" y="1713024"/>
            <a:chExt cx="2373343" cy="461665"/>
          </a:xfrm>
        </p:grpSpPr>
        <p:sp>
          <p:nvSpPr>
            <p:cNvPr id="16" name="Text Box 62">
              <a:extLst>
                <a:ext uri="{FF2B5EF4-FFF2-40B4-BE49-F238E27FC236}">
                  <a16:creationId xmlns:a16="http://schemas.microsoft.com/office/drawing/2014/main" id="{9DB82D3E-6974-4255-8223-962DF7E96F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90699" y="1713024"/>
              <a:ext cx="23733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在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 </a:t>
              </a:r>
              <a:r>
                <a:rPr kumimoji="1"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   处不连续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.</a:t>
              </a: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97DF80F6-9F6E-4728-9150-103853CB46A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20758434"/>
                </p:ext>
              </p:extLst>
            </p:nvPr>
          </p:nvGraphicFramePr>
          <p:xfrm>
            <a:off x="6948264" y="1813925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5853" name="Equation" r:id="rId23" imgW="647640" imgH="279360" progId="Equation.DSMT4">
                    <p:embed/>
                  </p:oleObj>
                </mc:Choice>
                <mc:Fallback>
                  <p:oleObj name="Equation" r:id="rId23" imgW="647640" imgH="27936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D0CA5A3D-5C56-46B6-82A1-51693F9D044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6948264" y="1813925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612937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2">
            <a:extLst>
              <a:ext uri="{FF2B5EF4-FFF2-40B4-BE49-F238E27FC236}">
                <a16:creationId xmlns:a16="http://schemas.microsoft.com/office/drawing/2014/main" id="{1531CB06-3649-46CB-A3FA-197BBFAAFE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517" y="480714"/>
            <a:ext cx="5760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例</a:t>
            </a:r>
            <a:endParaRPr kumimoji="1" lang="en-US" altLang="zh-CN" sz="2400" b="1" dirty="0">
              <a:solidFill>
                <a:srgbClr val="0064FF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7DADD37A-B428-4098-AD9A-98F7723055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6889254"/>
              </p:ext>
            </p:extLst>
          </p:nvPr>
        </p:nvGraphicFramePr>
        <p:xfrm>
          <a:off x="1331640" y="123478"/>
          <a:ext cx="38608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36" name="Equation" r:id="rId3" imgW="3860640" imgH="1244520" progId="Equation.DSMT4">
                  <p:embed/>
                </p:oleObj>
              </mc:Choice>
              <mc:Fallback>
                <p:oleObj name="Equation" r:id="rId3" imgW="3860640" imgH="124452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2F708673-BB60-4003-9A5E-947BC42209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31640" y="123478"/>
                        <a:ext cx="3860800" cy="124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2B70036-A9D9-4762-A0F8-729BA7932F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9344460"/>
              </p:ext>
            </p:extLst>
          </p:nvPr>
        </p:nvGraphicFramePr>
        <p:xfrm>
          <a:off x="432904" y="1444491"/>
          <a:ext cx="61468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37" name="Equation" r:id="rId5" imgW="6146640" imgH="1244520" progId="Equation.DSMT4">
                  <p:embed/>
                </p:oleObj>
              </mc:Choice>
              <mc:Fallback>
                <p:oleObj name="Equation" r:id="rId5" imgW="6146640" imgH="12445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359D005C-46A7-48A6-92E5-F763289B9C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2904" y="1444491"/>
                        <a:ext cx="6146800" cy="124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85DB868D-C8EB-4F19-9908-B2A82D6894B5}"/>
              </a:ext>
            </a:extLst>
          </p:cNvPr>
          <p:cNvGrpSpPr/>
          <p:nvPr/>
        </p:nvGrpSpPr>
        <p:grpSpPr>
          <a:xfrm>
            <a:off x="611560" y="2744447"/>
            <a:ext cx="8424936" cy="461665"/>
            <a:chOff x="611560" y="2744447"/>
            <a:chExt cx="8424936" cy="461665"/>
          </a:xfrm>
        </p:grpSpPr>
        <p:sp>
          <p:nvSpPr>
            <p:cNvPr id="5" name="Text Box 62">
              <a:extLst>
                <a:ext uri="{FF2B5EF4-FFF2-40B4-BE49-F238E27FC236}">
                  <a16:creationId xmlns:a16="http://schemas.microsoft.com/office/drawing/2014/main" id="{DB78A5C6-4ED8-4E0D-A6CC-4FB94E9A5E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560" y="2744447"/>
              <a:ext cx="842493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显然，函数     存在振荡型的第二类间断点，但存在原函数</a:t>
              </a:r>
              <a:endParaRPr kumimoji="1" lang="en-US" altLang="zh-CN" sz="2400" b="1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9A160998-37FA-42CB-89C3-B1665A5CC24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4571757"/>
                </p:ext>
              </p:extLst>
            </p:nvPr>
          </p:nvGraphicFramePr>
          <p:xfrm>
            <a:off x="2267744" y="2863212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438" name="Equation" r:id="rId7" imgW="622080" imgH="342720" progId="Equation.DSMT4">
                    <p:embed/>
                  </p:oleObj>
                </mc:Choice>
                <mc:Fallback>
                  <p:oleObj name="Equation" r:id="rId7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267744" y="2863212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0CF342A6-6A6B-49FE-B16E-59FF330568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0359879"/>
              </p:ext>
            </p:extLst>
          </p:nvPr>
        </p:nvGraphicFramePr>
        <p:xfrm>
          <a:off x="265349" y="3449546"/>
          <a:ext cx="711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39" name="Equation" r:id="rId9" imgW="711000" imgH="342720" progId="Equation.DSMT4">
                  <p:embed/>
                </p:oleObj>
              </mc:Choice>
              <mc:Fallback>
                <p:oleObj name="Equation" r:id="rId9" imgW="7110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5349" y="3449546"/>
                        <a:ext cx="711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>
            <a:extLst>
              <a:ext uri="{FF2B5EF4-FFF2-40B4-BE49-F238E27FC236}">
                <a16:creationId xmlns:a16="http://schemas.microsoft.com/office/drawing/2014/main" id="{EA02B0FE-E8BC-410F-A46D-1397A535CDFC}"/>
              </a:ext>
            </a:extLst>
          </p:cNvPr>
          <p:cNvGrpSpPr/>
          <p:nvPr/>
        </p:nvGrpSpPr>
        <p:grpSpPr>
          <a:xfrm>
            <a:off x="3363997" y="3319854"/>
            <a:ext cx="5600491" cy="461665"/>
            <a:chOff x="3363997" y="3319854"/>
            <a:chExt cx="5600491" cy="461665"/>
          </a:xfrm>
        </p:grpSpPr>
        <p:sp>
          <p:nvSpPr>
            <p:cNvPr id="8" name="Text Box 62">
              <a:extLst>
                <a:ext uri="{FF2B5EF4-FFF2-40B4-BE49-F238E27FC236}">
                  <a16:creationId xmlns:a16="http://schemas.microsoft.com/office/drawing/2014/main" id="{36434CD8-1161-4CFB-A0B2-B6878D5E8C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3997" y="3319854"/>
              <a:ext cx="560049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易知函数    在     的某邻域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无界</a:t>
              </a:r>
              <a:r>
                <a:rPr kumimoji="1"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，从</a:t>
              </a:r>
              <a:endParaRPr kumimoji="1" lang="en-US" altLang="zh-CN" sz="2400" b="1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EA944995-94A4-4EFA-9D0F-2159516648E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44195222"/>
                </p:ext>
              </p:extLst>
            </p:nvPr>
          </p:nvGraphicFramePr>
          <p:xfrm>
            <a:off x="4644008" y="3410268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440" name="Equation" r:id="rId11" imgW="622080" imgH="342720" progId="Equation.DSMT4">
                    <p:embed/>
                  </p:oleObj>
                </mc:Choice>
                <mc:Fallback>
                  <p:oleObj name="Equation" r:id="rId11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644008" y="3410268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7D344962-F266-424D-9F9C-DC8B2A6338B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54876150"/>
                </p:ext>
              </p:extLst>
            </p:nvPr>
          </p:nvGraphicFramePr>
          <p:xfrm>
            <a:off x="5652122" y="3442018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441" name="Equation" r:id="rId13" imgW="647640" imgH="279360" progId="Equation.DSMT4">
                    <p:embed/>
                  </p:oleObj>
                </mc:Choice>
                <mc:Fallback>
                  <p:oleObj name="Equation" r:id="rId13" imgW="6476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652122" y="3442018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FF073542-5495-4FA3-93F1-19F627D93A27}"/>
              </a:ext>
            </a:extLst>
          </p:cNvPr>
          <p:cNvSpPr/>
          <p:nvPr/>
        </p:nvSpPr>
        <p:spPr>
          <a:xfrm>
            <a:off x="978875" y="3356983"/>
            <a:ext cx="24488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即存在不定积分；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5274794-2B31-4D30-967E-36CF4EF9F277}"/>
              </a:ext>
            </a:extLst>
          </p:cNvPr>
          <p:cNvSpPr/>
          <p:nvPr/>
        </p:nvSpPr>
        <p:spPr>
          <a:xfrm>
            <a:off x="189522" y="3989047"/>
            <a:ext cx="23662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而定积分不存在</a:t>
            </a: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.</a:t>
            </a:r>
            <a:endParaRPr lang="zh-CN" altLang="en-US" dirty="0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99720F2-700A-4ACC-B070-B2BEADFE4208}"/>
              </a:ext>
            </a:extLst>
          </p:cNvPr>
          <p:cNvGrpSpPr/>
          <p:nvPr/>
        </p:nvGrpSpPr>
        <p:grpSpPr>
          <a:xfrm>
            <a:off x="6451485" y="3832994"/>
            <a:ext cx="2513003" cy="773769"/>
            <a:chOff x="5652122" y="3818648"/>
            <a:chExt cx="2513003" cy="773769"/>
          </a:xfrm>
        </p:grpSpPr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6D4A5D87-1404-43C8-B969-6C6B373DD3F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6773056"/>
                </p:ext>
              </p:extLst>
            </p:nvPr>
          </p:nvGraphicFramePr>
          <p:xfrm>
            <a:off x="6565342" y="3944717"/>
            <a:ext cx="1435100" cy="647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442" name="Equation" r:id="rId15" imgW="1434960" imgH="647640" progId="Equation.DSMT4">
                    <p:embed/>
                  </p:oleObj>
                </mc:Choice>
                <mc:Fallback>
                  <p:oleObj name="Equation" r:id="rId15" imgW="1434960" imgH="647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6565342" y="3944717"/>
                          <a:ext cx="1435100" cy="647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09072A55-B99F-43C7-869F-1DC879F9BF81}"/>
                </a:ext>
              </a:extLst>
            </p:cNvPr>
            <p:cNvSpPr/>
            <p:nvPr/>
          </p:nvSpPr>
          <p:spPr>
            <a:xfrm>
              <a:off x="5724128" y="4083901"/>
              <a:ext cx="129614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取子列</a:t>
              </a:r>
              <a:endParaRPr lang="zh-CN" altLang="en-US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4B475CE6-DAD6-4E75-9854-A602C7D45690}"/>
                </a:ext>
              </a:extLst>
            </p:cNvPr>
            <p:cNvSpPr/>
            <p:nvPr/>
          </p:nvSpPr>
          <p:spPr>
            <a:xfrm>
              <a:off x="5652122" y="3818648"/>
              <a:ext cx="2513003" cy="773769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493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8414658-E6BE-413D-92F9-88B8266A89A5}"/>
              </a:ext>
            </a:extLst>
          </p:cNvPr>
          <p:cNvSpPr/>
          <p:nvPr/>
        </p:nvSpPr>
        <p:spPr>
          <a:xfrm>
            <a:off x="997851" y="1198622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注</a:t>
            </a:r>
            <a:endParaRPr lang="zh-CN" altLang="en-US" sz="2400" dirty="0">
              <a:solidFill>
                <a:prstClr val="black"/>
              </a:solidFill>
              <a:latin typeface="宋体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5915906-62B3-41D6-BF97-C3C3B740BAB1}"/>
              </a:ext>
            </a:extLst>
          </p:cNvPr>
          <p:cNvSpPr/>
          <p:nvPr/>
        </p:nvSpPr>
        <p:spPr>
          <a:xfrm>
            <a:off x="1475656" y="1203598"/>
            <a:ext cx="74430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函数在区间  上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可积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定积分存在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存在原函数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并不</a:t>
            </a:r>
            <a:endParaRPr lang="zh-CN" altLang="en-US" sz="2400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DC8B1F81-D7FC-4C70-920F-29B3EFA1F2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847997"/>
              </p:ext>
            </p:extLst>
          </p:nvPr>
        </p:nvGraphicFramePr>
        <p:xfrm>
          <a:off x="3230099" y="1296104"/>
          <a:ext cx="190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14" name="Equation" r:id="rId3" imgW="190440" imgH="266400" progId="Equation.DSMT4">
                  <p:embed/>
                </p:oleObj>
              </mc:Choice>
              <mc:Fallback>
                <p:oleObj name="Equation" r:id="rId3" imgW="190440" imgH="2664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1D38FAFB-5DD6-43E6-8D08-66DEF9A82F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30099" y="1296104"/>
                        <a:ext cx="1905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FAF4F9B3-F7D7-4BD9-867B-559AFAC1D510}"/>
              </a:ext>
            </a:extLst>
          </p:cNvPr>
          <p:cNvSpPr/>
          <p:nvPr/>
        </p:nvSpPr>
        <p:spPr>
          <a:xfrm>
            <a:off x="1062078" y="1848564"/>
            <a:ext cx="64885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即函数的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定积分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不定积分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的存在性并不等价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en-US" sz="2400" dirty="0">
              <a:solidFill>
                <a:prstClr val="black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1491BF2-6B41-408F-82BA-33D81146BE12}"/>
              </a:ext>
            </a:extLst>
          </p:cNvPr>
          <p:cNvSpPr/>
          <p:nvPr/>
        </p:nvSpPr>
        <p:spPr>
          <a:xfrm>
            <a:off x="338268" y="1853081"/>
            <a:ext cx="9589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等价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en-US" dirty="0">
              <a:solidFill>
                <a:prstClr val="black"/>
              </a:solidFill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311594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ct 24">
            <a:extLst>
              <a:ext uri="{FF2B5EF4-FFF2-40B4-BE49-F238E27FC236}">
                <a16:creationId xmlns:a16="http://schemas.microsoft.com/office/drawing/2014/main" id="{14F7047C-D623-4638-8DB9-AEF59133096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078038" y="2478088"/>
          <a:ext cx="1600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66" name="Equation" r:id="rId4" imgW="1600200" imgH="736560" progId="Equation.DSMT4">
                  <p:embed/>
                </p:oleObj>
              </mc:Choice>
              <mc:Fallback>
                <p:oleObj name="Equation" r:id="rId4" imgW="1600200" imgH="736560" progId="Equation.DSMT4">
                  <p:embed/>
                  <p:pic>
                    <p:nvPicPr>
                      <p:cNvPr id="16" name="Object 24">
                        <a:extLst>
                          <a:ext uri="{FF2B5EF4-FFF2-40B4-BE49-F238E27FC236}">
                            <a16:creationId xmlns:a16="http://schemas.microsoft.com/office/drawing/2014/main" id="{14F7047C-D623-4638-8DB9-AEF5913309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8038" y="2478088"/>
                        <a:ext cx="16002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4">
            <a:extLst>
              <a:ext uri="{FF2B5EF4-FFF2-40B4-BE49-F238E27FC236}">
                <a16:creationId xmlns:a16="http://schemas.microsoft.com/office/drawing/2014/main" id="{DA00F4B5-66C2-49B0-9E76-551EBF60B9A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703381" y="2478317"/>
          <a:ext cx="2222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67" name="Equation" r:id="rId6" imgW="2222280" imgH="736560" progId="Equation.DSMT4">
                  <p:embed/>
                </p:oleObj>
              </mc:Choice>
              <mc:Fallback>
                <p:oleObj name="Equation" r:id="rId6" imgW="2222280" imgH="736560" progId="Equation.DSMT4">
                  <p:embed/>
                  <p:pic>
                    <p:nvPicPr>
                      <p:cNvPr id="17" name="Object 24">
                        <a:extLst>
                          <a:ext uri="{FF2B5EF4-FFF2-40B4-BE49-F238E27FC236}">
                            <a16:creationId xmlns:a16="http://schemas.microsoft.com/office/drawing/2014/main" id="{DA00F4B5-66C2-49B0-9E76-551EBF60B9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3381" y="2478317"/>
                        <a:ext cx="22225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C3716119-19D9-40E1-A121-3BF856FB7D30}"/>
              </a:ext>
            </a:extLst>
          </p:cNvPr>
          <p:cNvGrpSpPr/>
          <p:nvPr/>
        </p:nvGrpSpPr>
        <p:grpSpPr>
          <a:xfrm>
            <a:off x="3419872" y="3553662"/>
            <a:ext cx="3324560" cy="887182"/>
            <a:chOff x="6560794" y="1854281"/>
            <a:chExt cx="3324560" cy="887182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FF0D143A-85BC-4D56-B6BF-64E551E61DF0}"/>
                </a:ext>
              </a:extLst>
            </p:cNvPr>
            <p:cNvSpPr/>
            <p:nvPr/>
          </p:nvSpPr>
          <p:spPr>
            <a:xfrm>
              <a:off x="6560794" y="1854281"/>
              <a:ext cx="3324560" cy="8871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0" name="Object 24">
              <a:extLst>
                <a:ext uri="{FF2B5EF4-FFF2-40B4-BE49-F238E27FC236}">
                  <a16:creationId xmlns:a16="http://schemas.microsoft.com/office/drawing/2014/main" id="{BBD96160-F151-4ECF-BB84-674311EC7BFA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836354" y="2126422"/>
            <a:ext cx="2603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668" name="Equation" r:id="rId8" imgW="2603160" imgH="342720" progId="Equation.DSMT4">
                    <p:embed/>
                  </p:oleObj>
                </mc:Choice>
                <mc:Fallback>
                  <p:oleObj name="Equation" r:id="rId8" imgW="2603160" imgH="342720" progId="Equation.DSMT4">
                    <p:embed/>
                    <p:pic>
                      <p:nvPicPr>
                        <p:cNvPr id="20" name="Object 24">
                          <a:extLst>
                            <a:ext uri="{FF2B5EF4-FFF2-40B4-BE49-F238E27FC236}">
                              <a16:creationId xmlns:a16="http://schemas.microsoft.com/office/drawing/2014/main" id="{BBD96160-F151-4ECF-BB84-674311EC7BF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36354" y="2126422"/>
                          <a:ext cx="2603500" cy="3429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B169B48E-8924-44E9-8CA3-5F9B63E9A9BD}"/>
              </a:ext>
            </a:extLst>
          </p:cNvPr>
          <p:cNvSpPr txBox="1"/>
          <p:nvPr/>
        </p:nvSpPr>
        <p:spPr>
          <a:xfrm>
            <a:off x="861218" y="379299"/>
            <a:ext cx="5006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四、积分上限函数的相关应用</a:t>
            </a: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76CC804-B1B5-4102-8636-29038FD01FC3}"/>
              </a:ext>
            </a:extLst>
          </p:cNvPr>
          <p:cNvGrpSpPr/>
          <p:nvPr/>
        </p:nvGrpSpPr>
        <p:grpSpPr>
          <a:xfrm>
            <a:off x="861218" y="1126238"/>
            <a:ext cx="2983703" cy="461665"/>
            <a:chOff x="1092123" y="1167105"/>
            <a:chExt cx="2983703" cy="461665"/>
          </a:xfrm>
        </p:grpSpPr>
        <p:sp>
          <p:nvSpPr>
            <p:cNvPr id="34" name="Text Box 46">
              <a:extLst>
                <a:ext uri="{FF2B5EF4-FFF2-40B4-BE49-F238E27FC236}">
                  <a16:creationId xmlns:a16="http://schemas.microsoft.com/office/drawing/2014/main" id="{75156023-1FE4-41D7-8385-A283672CF2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2123" y="1167105"/>
              <a:ext cx="298370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 Times New Roman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若             则</a:t>
              </a:r>
              <a:endPara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35" name="Object 24">
              <a:extLst>
                <a:ext uri="{FF2B5EF4-FFF2-40B4-BE49-F238E27FC236}">
                  <a16:creationId xmlns:a16="http://schemas.microsoft.com/office/drawing/2014/main" id="{62A1D71F-492B-4A80-8815-EF30B7A8206B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584907" y="1240628"/>
            <a:ext cx="1816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669" name="Equation" r:id="rId10" imgW="1815840" imgH="342720" progId="Equation.DSMT4">
                    <p:embed/>
                  </p:oleObj>
                </mc:Choice>
                <mc:Fallback>
                  <p:oleObj name="Equation" r:id="rId10" imgW="1815840" imgH="342720" progId="Equation.DSMT4">
                    <p:embed/>
                    <p:pic>
                      <p:nvPicPr>
                        <p:cNvPr id="35" name="Object 24">
                          <a:extLst>
                            <a:ext uri="{FF2B5EF4-FFF2-40B4-BE49-F238E27FC236}">
                              <a16:creationId xmlns:a16="http://schemas.microsoft.com/office/drawing/2014/main" id="{62A1D71F-492B-4A80-8815-EF30B7A8206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907" y="1240628"/>
                          <a:ext cx="18161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6" name="Object 24">
            <a:extLst>
              <a:ext uri="{FF2B5EF4-FFF2-40B4-BE49-F238E27FC236}">
                <a16:creationId xmlns:a16="http://schemas.microsoft.com/office/drawing/2014/main" id="{9A31C364-9D5D-445E-8220-12CC22F15C4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844921" y="959381"/>
          <a:ext cx="4165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70" name="Equation" r:id="rId12" imgW="4165560" imgH="736560" progId="Equation.DSMT4">
                  <p:embed/>
                </p:oleObj>
              </mc:Choice>
              <mc:Fallback>
                <p:oleObj name="Equation" r:id="rId12" imgW="4165560" imgH="736560" progId="Equation.DSMT4">
                  <p:embed/>
                  <p:pic>
                    <p:nvPicPr>
                      <p:cNvPr id="36" name="Object 24">
                        <a:extLst>
                          <a:ext uri="{FF2B5EF4-FFF2-40B4-BE49-F238E27FC236}">
                            <a16:creationId xmlns:a16="http://schemas.microsoft.com/office/drawing/2014/main" id="{9A31C364-9D5D-445E-8220-12CC22F15C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4921" y="959381"/>
                        <a:ext cx="41656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12">
            <a:extLst>
              <a:ext uri="{FF2B5EF4-FFF2-40B4-BE49-F238E27FC236}">
                <a16:creationId xmlns:a16="http://schemas.microsoft.com/office/drawing/2014/main" id="{07035EA6-7B1D-4072-8782-0880A61BF9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8405" y="2069290"/>
            <a:ext cx="8794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推广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: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64FF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2BE6297A-3D22-4255-AA1E-2598280C953F}"/>
              </a:ext>
            </a:extLst>
          </p:cNvPr>
          <p:cNvSpPr txBox="1"/>
          <p:nvPr/>
        </p:nvSpPr>
        <p:spPr>
          <a:xfrm>
            <a:off x="1277401" y="2580281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359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EE211ED7-86A4-4347-8561-017C962285F0}"/>
              </a:ext>
            </a:extLst>
          </p:cNvPr>
          <p:cNvGrpSpPr/>
          <p:nvPr/>
        </p:nvGrpSpPr>
        <p:grpSpPr>
          <a:xfrm>
            <a:off x="1115616" y="411510"/>
            <a:ext cx="4718178" cy="736600"/>
            <a:chOff x="1115616" y="850106"/>
            <a:chExt cx="4718178" cy="736600"/>
          </a:xfrm>
        </p:grpSpPr>
        <p:graphicFrame>
          <p:nvGraphicFramePr>
            <p:cNvPr id="2" name="Object 24">
              <a:extLst>
                <a:ext uri="{FF2B5EF4-FFF2-40B4-BE49-F238E27FC236}">
                  <a16:creationId xmlns:a16="http://schemas.microsoft.com/office/drawing/2014/main" id="{44E4BF9F-90F3-443D-A8BF-5E8B68084F16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984865" y="850106"/>
            <a:ext cx="18542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8722" name="Equation" r:id="rId3" imgW="1854000" imgH="736560" progId="Equation.DSMT4">
                    <p:embed/>
                  </p:oleObj>
                </mc:Choice>
                <mc:Fallback>
                  <p:oleObj name="Equation" r:id="rId3" imgW="1854000" imgH="736560" progId="Equation.DSMT4">
                    <p:embed/>
                    <p:pic>
                      <p:nvPicPr>
                        <p:cNvPr id="2" name="Object 24">
                          <a:extLst>
                            <a:ext uri="{FF2B5EF4-FFF2-40B4-BE49-F238E27FC236}">
                              <a16:creationId xmlns:a16="http://schemas.microsoft.com/office/drawing/2014/main" id="{44E4BF9F-90F3-443D-A8BF-5E8B68084F1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4865" y="850106"/>
                          <a:ext cx="18542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Object 24">
              <a:extLst>
                <a:ext uri="{FF2B5EF4-FFF2-40B4-BE49-F238E27FC236}">
                  <a16:creationId xmlns:a16="http://schemas.microsoft.com/office/drawing/2014/main" id="{2D7A58D3-063B-4949-9FEF-0100EBB0349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877994" y="1040606"/>
            <a:ext cx="1955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8723" name="Equation" r:id="rId5" imgW="1955520" imgH="355320" progId="Equation.DSMT4">
                    <p:embed/>
                  </p:oleObj>
                </mc:Choice>
                <mc:Fallback>
                  <p:oleObj name="Equation" r:id="rId5" imgW="1955520" imgH="355320" progId="Equation.DSMT4">
                    <p:embed/>
                    <p:pic>
                      <p:nvPicPr>
                        <p:cNvPr id="3" name="Object 24">
                          <a:extLst>
                            <a:ext uri="{FF2B5EF4-FFF2-40B4-BE49-F238E27FC236}">
                              <a16:creationId xmlns:a16="http://schemas.microsoft.com/office/drawing/2014/main" id="{2D7A58D3-063B-4949-9FEF-0100EBB0349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7994" y="1040606"/>
                          <a:ext cx="1955800" cy="355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6EB23D83-FD55-4453-BDD1-00C46338375F}"/>
                </a:ext>
              </a:extLst>
            </p:cNvPr>
            <p:cNvSpPr txBox="1"/>
            <p:nvPr/>
          </p:nvSpPr>
          <p:spPr>
            <a:xfrm>
              <a:off x="1115616" y="987574"/>
              <a:ext cx="5437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00B4F00-0ACD-409B-975A-08BEA381CC8E}"/>
              </a:ext>
            </a:extLst>
          </p:cNvPr>
          <p:cNvGrpSpPr/>
          <p:nvPr/>
        </p:nvGrpSpPr>
        <p:grpSpPr>
          <a:xfrm>
            <a:off x="1115616" y="1521767"/>
            <a:ext cx="2856027" cy="736600"/>
            <a:chOff x="1147301" y="2150325"/>
            <a:chExt cx="2856027" cy="736600"/>
          </a:xfrm>
        </p:grpSpPr>
        <p:graphicFrame>
          <p:nvGraphicFramePr>
            <p:cNvPr id="4" name="Object 24">
              <a:extLst>
                <a:ext uri="{FF2B5EF4-FFF2-40B4-BE49-F238E27FC236}">
                  <a16:creationId xmlns:a16="http://schemas.microsoft.com/office/drawing/2014/main" id="{033F1D96-0B36-4A86-9C4D-D49856E27CA2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123728" y="2150325"/>
            <a:ext cx="18796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8724" name="Equation" r:id="rId7" imgW="1879560" imgH="736560" progId="Equation.DSMT4">
                    <p:embed/>
                  </p:oleObj>
                </mc:Choice>
                <mc:Fallback>
                  <p:oleObj name="Equation" r:id="rId7" imgW="1879560" imgH="736560" progId="Equation.DSMT4">
                    <p:embed/>
                    <p:pic>
                      <p:nvPicPr>
                        <p:cNvPr id="4" name="Object 24">
                          <a:extLst>
                            <a:ext uri="{FF2B5EF4-FFF2-40B4-BE49-F238E27FC236}">
                              <a16:creationId xmlns:a16="http://schemas.microsoft.com/office/drawing/2014/main" id="{033F1D96-0B36-4A86-9C4D-D49856E27CA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3728" y="2150325"/>
                          <a:ext cx="18796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92772968-DD42-4C2B-B1DE-E9EF59183BC9}"/>
                </a:ext>
              </a:extLst>
            </p:cNvPr>
            <p:cNvSpPr txBox="1"/>
            <p:nvPr/>
          </p:nvSpPr>
          <p:spPr>
            <a:xfrm>
              <a:off x="1147301" y="2340917"/>
              <a:ext cx="5437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7" name="Object 24">
            <a:extLst>
              <a:ext uri="{FF2B5EF4-FFF2-40B4-BE49-F238E27FC236}">
                <a16:creationId xmlns:a16="http://schemas.microsoft.com/office/drawing/2014/main" id="{882E7B41-31BF-4587-9302-C5763A8E3AF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899238" y="1521767"/>
          <a:ext cx="3771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725" name="Equation" r:id="rId9" imgW="3771720" imgH="736560" progId="Equation.DSMT4">
                  <p:embed/>
                </p:oleObj>
              </mc:Choice>
              <mc:Fallback>
                <p:oleObj name="Equation" r:id="rId9" imgW="3771720" imgH="736560" progId="Equation.DSMT4">
                  <p:embed/>
                  <p:pic>
                    <p:nvPicPr>
                      <p:cNvPr id="7" name="Object 24">
                        <a:extLst>
                          <a:ext uri="{FF2B5EF4-FFF2-40B4-BE49-F238E27FC236}">
                            <a16:creationId xmlns:a16="http://schemas.microsoft.com/office/drawing/2014/main" id="{882E7B41-31BF-4587-9302-C5763A8E3A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9238" y="1521767"/>
                        <a:ext cx="3771900" cy="736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4">
            <a:extLst>
              <a:ext uri="{FF2B5EF4-FFF2-40B4-BE49-F238E27FC236}">
                <a16:creationId xmlns:a16="http://schemas.microsoft.com/office/drawing/2014/main" id="{E13105E2-2898-42C2-91E3-4E28DABD21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000378"/>
              </p:ext>
            </p:extLst>
          </p:nvPr>
        </p:nvGraphicFramePr>
        <p:xfrm>
          <a:off x="3928963" y="3363838"/>
          <a:ext cx="3873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726" name="Equation" r:id="rId11" imgW="3873240" imgH="355320" progId="Equation.DSMT4">
                  <p:embed/>
                </p:oleObj>
              </mc:Choice>
              <mc:Fallback>
                <p:oleObj name="Equation" r:id="rId11" imgW="3873240" imgH="355320" progId="Equation.DSMT4">
                  <p:embed/>
                  <p:pic>
                    <p:nvPicPr>
                      <p:cNvPr id="10" name="Object 24">
                        <a:extLst>
                          <a:ext uri="{FF2B5EF4-FFF2-40B4-BE49-F238E27FC236}">
                            <a16:creationId xmlns:a16="http://schemas.microsoft.com/office/drawing/2014/main" id="{E13105E2-2898-42C2-91E3-4E28DABD21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8963" y="3363838"/>
                        <a:ext cx="38735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4">
            <a:extLst>
              <a:ext uri="{FF2B5EF4-FFF2-40B4-BE49-F238E27FC236}">
                <a16:creationId xmlns:a16="http://schemas.microsoft.com/office/drawing/2014/main" id="{787416BE-041A-49AD-B06C-0A20821DC7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2056178"/>
              </p:ext>
            </p:extLst>
          </p:nvPr>
        </p:nvGraphicFramePr>
        <p:xfrm>
          <a:off x="3930650" y="2571750"/>
          <a:ext cx="4000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727" name="Equation" r:id="rId13" imgW="4000320" imgH="355320" progId="Equation.DSMT4">
                  <p:embed/>
                </p:oleObj>
              </mc:Choice>
              <mc:Fallback>
                <p:oleObj name="Equation" r:id="rId13" imgW="4000320" imgH="355320" progId="Equation.DSMT4">
                  <p:embed/>
                  <p:pic>
                    <p:nvPicPr>
                      <p:cNvPr id="13" name="Object 24">
                        <a:extLst>
                          <a:ext uri="{FF2B5EF4-FFF2-40B4-BE49-F238E27FC236}">
                            <a16:creationId xmlns:a16="http://schemas.microsoft.com/office/drawing/2014/main" id="{787416BE-041A-49AD-B06C-0A20821DC7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0650" y="2571750"/>
                        <a:ext cx="40005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15111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>
            <a:extLst>
              <a:ext uri="{FF2B5EF4-FFF2-40B4-BE49-F238E27FC236}">
                <a16:creationId xmlns:a16="http://schemas.microsoft.com/office/drawing/2014/main" id="{11B5242E-F455-4FCC-98B4-587A79EDB9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019" y="217207"/>
            <a:ext cx="8918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6</a:t>
            </a: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91C976A-B801-4CE4-9E7E-CAD7C4626E78}"/>
              </a:ext>
            </a:extLst>
          </p:cNvPr>
          <p:cNvSpPr/>
          <p:nvPr/>
        </p:nvSpPr>
        <p:spPr>
          <a:xfrm>
            <a:off x="1547664" y="195486"/>
            <a:ext cx="359758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</a:rPr>
              <a:t>计算下列函数的导数：       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aphicFrame>
        <p:nvGraphicFramePr>
          <p:cNvPr id="4" name="Object 24">
            <a:extLst>
              <a:ext uri="{FF2B5EF4-FFF2-40B4-BE49-F238E27FC236}">
                <a16:creationId xmlns:a16="http://schemas.microsoft.com/office/drawing/2014/main" id="{472ECE2F-6BF2-4AC4-9A3A-2839EE17B9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0870854"/>
              </p:ext>
            </p:extLst>
          </p:nvPr>
        </p:nvGraphicFramePr>
        <p:xfrm>
          <a:off x="997962" y="864324"/>
          <a:ext cx="23622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842" name="Equation" r:id="rId3" imgW="2361960" imgH="596880" progId="Equation.DSMT4">
                  <p:embed/>
                </p:oleObj>
              </mc:Choice>
              <mc:Fallback>
                <p:oleObj name="Equation" r:id="rId3" imgW="2361960" imgH="596880" progId="Equation.DSMT4">
                  <p:embed/>
                  <p:pic>
                    <p:nvPicPr>
                      <p:cNvPr id="16" name="Object 24">
                        <a:extLst>
                          <a:ext uri="{FF2B5EF4-FFF2-40B4-BE49-F238E27FC236}">
                            <a16:creationId xmlns:a16="http://schemas.microsoft.com/office/drawing/2014/main" id="{5DC0AA82-2B33-4EDB-A074-60A0352B84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7962" y="864324"/>
                        <a:ext cx="23622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4">
            <a:extLst>
              <a:ext uri="{FF2B5EF4-FFF2-40B4-BE49-F238E27FC236}">
                <a16:creationId xmlns:a16="http://schemas.microsoft.com/office/drawing/2014/main" id="{23783056-89FC-4D17-AB91-F61FC7BE37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8018834"/>
              </p:ext>
            </p:extLst>
          </p:nvPr>
        </p:nvGraphicFramePr>
        <p:xfrm>
          <a:off x="4306678" y="815478"/>
          <a:ext cx="26543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843" name="Equation" r:id="rId5" imgW="2654280" imgH="647640" progId="Equation.DSMT4">
                  <p:embed/>
                </p:oleObj>
              </mc:Choice>
              <mc:Fallback>
                <p:oleObj name="Equation" r:id="rId5" imgW="2654280" imgH="647640" progId="Equation.DSMT4">
                  <p:embed/>
                  <p:pic>
                    <p:nvPicPr>
                      <p:cNvPr id="17" name="Object 24">
                        <a:extLst>
                          <a:ext uri="{FF2B5EF4-FFF2-40B4-BE49-F238E27FC236}">
                            <a16:creationId xmlns:a16="http://schemas.microsoft.com/office/drawing/2014/main" id="{8362D8A1-73E4-45D6-A646-A5ECFE5590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6678" y="815478"/>
                        <a:ext cx="2654300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6">
            <a:extLst>
              <a:ext uri="{FF2B5EF4-FFF2-40B4-BE49-F238E27FC236}">
                <a16:creationId xmlns:a16="http://schemas.microsoft.com/office/drawing/2014/main" id="{1B99E7FE-EBCA-4983-8083-50D522C20F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019" y="1747752"/>
            <a:ext cx="6038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解 </a:t>
            </a:r>
          </a:p>
        </p:txBody>
      </p:sp>
      <p:graphicFrame>
        <p:nvGraphicFramePr>
          <p:cNvPr id="7" name="Object 24">
            <a:extLst>
              <a:ext uri="{FF2B5EF4-FFF2-40B4-BE49-F238E27FC236}">
                <a16:creationId xmlns:a16="http://schemas.microsoft.com/office/drawing/2014/main" id="{9274C8DC-DCE9-40B1-8F1B-3AAB58923B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5432143"/>
              </p:ext>
            </p:extLst>
          </p:nvPr>
        </p:nvGraphicFramePr>
        <p:xfrm>
          <a:off x="2016499" y="1610530"/>
          <a:ext cx="2197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844" name="Equation" r:id="rId7" imgW="2197080" imgH="736560" progId="Equation.DSMT4">
                  <p:embed/>
                </p:oleObj>
              </mc:Choice>
              <mc:Fallback>
                <p:oleObj name="Equation" r:id="rId7" imgW="2197080" imgH="736560" progId="Equation.DSMT4">
                  <p:embed/>
                  <p:pic>
                    <p:nvPicPr>
                      <p:cNvPr id="19" name="Object 24">
                        <a:extLst>
                          <a:ext uri="{FF2B5EF4-FFF2-40B4-BE49-F238E27FC236}">
                            <a16:creationId xmlns:a16="http://schemas.microsoft.com/office/drawing/2014/main" id="{0CA903E9-C1F6-4C9E-B436-AD208A898E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6499" y="1610530"/>
                        <a:ext cx="21971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8AC4E2F2-2596-4423-B310-6B7EF808F2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2034229"/>
              </p:ext>
            </p:extLst>
          </p:nvPr>
        </p:nvGraphicFramePr>
        <p:xfrm>
          <a:off x="4379554" y="1759755"/>
          <a:ext cx="1701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845" name="Equation" r:id="rId9" imgW="1701720" imgH="469800" progId="Equation.DSMT4">
                  <p:embed/>
                </p:oleObj>
              </mc:Choice>
              <mc:Fallback>
                <p:oleObj name="Equation" r:id="rId9" imgW="1701720" imgH="469800" progId="Equation.DSMT4">
                  <p:embed/>
                  <p:pic>
                    <p:nvPicPr>
                      <p:cNvPr id="20" name="Object 24">
                        <a:extLst>
                          <a:ext uri="{FF2B5EF4-FFF2-40B4-BE49-F238E27FC236}">
                            <a16:creationId xmlns:a16="http://schemas.microsoft.com/office/drawing/2014/main" id="{AFCCEC26-D8A5-4489-BDE1-CF503F0664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9554" y="1759755"/>
                        <a:ext cx="17018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401DC9A8-8CEB-43F8-82DC-142892874B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6553128"/>
              </p:ext>
            </p:extLst>
          </p:nvPr>
        </p:nvGraphicFramePr>
        <p:xfrm>
          <a:off x="1455136" y="1875032"/>
          <a:ext cx="508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846" name="Equation" r:id="rId11" imgW="507960" imgH="342720" progId="Equation.DSMT4">
                  <p:embed/>
                </p:oleObj>
              </mc:Choice>
              <mc:Fallback>
                <p:oleObj name="Equation" r:id="rId11" imgW="507960" imgH="342720" progId="Equation.DSMT4">
                  <p:embed/>
                  <p:pic>
                    <p:nvPicPr>
                      <p:cNvPr id="21" name="Object 24">
                        <a:extLst>
                          <a:ext uri="{FF2B5EF4-FFF2-40B4-BE49-F238E27FC236}">
                            <a16:creationId xmlns:a16="http://schemas.microsoft.com/office/drawing/2014/main" id="{075CDCD6-7A9F-4521-A623-B7FDEBB896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5136" y="1875032"/>
                        <a:ext cx="5080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4">
            <a:extLst>
              <a:ext uri="{FF2B5EF4-FFF2-40B4-BE49-F238E27FC236}">
                <a16:creationId xmlns:a16="http://schemas.microsoft.com/office/drawing/2014/main" id="{5AB23D4F-5829-4B54-9EC0-AE0762869D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6393116"/>
              </p:ext>
            </p:extLst>
          </p:nvPr>
        </p:nvGraphicFramePr>
        <p:xfrm>
          <a:off x="1404945" y="2729565"/>
          <a:ext cx="571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847" name="Equation" r:id="rId13" imgW="571320" imgH="342720" progId="Equation.DSMT4">
                  <p:embed/>
                </p:oleObj>
              </mc:Choice>
              <mc:Fallback>
                <p:oleObj name="Equation" r:id="rId13" imgW="571320" imgH="342720" progId="Equation.DSMT4">
                  <p:embed/>
                  <p:pic>
                    <p:nvPicPr>
                      <p:cNvPr id="22" name="Object 24">
                        <a:extLst>
                          <a:ext uri="{FF2B5EF4-FFF2-40B4-BE49-F238E27FC236}">
                            <a16:creationId xmlns:a16="http://schemas.microsoft.com/office/drawing/2014/main" id="{F15A330A-F9E6-4F82-BB96-B20794745A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4945" y="2729565"/>
                        <a:ext cx="5715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AD481771-DA04-4458-9C06-8E17454B4C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6152429"/>
              </p:ext>
            </p:extLst>
          </p:nvPr>
        </p:nvGraphicFramePr>
        <p:xfrm>
          <a:off x="2016499" y="2481798"/>
          <a:ext cx="2451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848" name="Equation" r:id="rId15" imgW="2450880" imgH="736560" progId="Equation.DSMT4">
                  <p:embed/>
                </p:oleObj>
              </mc:Choice>
              <mc:Fallback>
                <p:oleObj name="Equation" r:id="rId15" imgW="2450880" imgH="736560" progId="Equation.DSMT4">
                  <p:embed/>
                  <p:pic>
                    <p:nvPicPr>
                      <p:cNvPr id="23" name="Object 24">
                        <a:extLst>
                          <a:ext uri="{FF2B5EF4-FFF2-40B4-BE49-F238E27FC236}">
                            <a16:creationId xmlns:a16="http://schemas.microsoft.com/office/drawing/2014/main" id="{27F4F81A-410F-4323-A271-D9F3F18DD9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6499" y="2481798"/>
                        <a:ext cx="24511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4">
            <a:extLst>
              <a:ext uri="{FF2B5EF4-FFF2-40B4-BE49-F238E27FC236}">
                <a16:creationId xmlns:a16="http://schemas.microsoft.com/office/drawing/2014/main" id="{5D417D4C-09F6-4B82-A7DD-C4C6EC82ED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2372318"/>
              </p:ext>
            </p:extLst>
          </p:nvPr>
        </p:nvGraphicFramePr>
        <p:xfrm>
          <a:off x="1819649" y="3450173"/>
          <a:ext cx="5689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849" name="Equation" r:id="rId17" imgW="5689440" imgH="444240" progId="Equation.DSMT4">
                  <p:embed/>
                </p:oleObj>
              </mc:Choice>
              <mc:Fallback>
                <p:oleObj name="Equation" r:id="rId17" imgW="5689440" imgH="444240" progId="Equation.DSMT4">
                  <p:embed/>
                  <p:pic>
                    <p:nvPicPr>
                      <p:cNvPr id="24" name="Object 24">
                        <a:extLst>
                          <a:ext uri="{FF2B5EF4-FFF2-40B4-BE49-F238E27FC236}">
                            <a16:creationId xmlns:a16="http://schemas.microsoft.com/office/drawing/2014/main" id="{C9CDABDB-1281-474D-A915-36F87308EF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9649" y="3450173"/>
                        <a:ext cx="56896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4">
            <a:extLst>
              <a:ext uri="{FF2B5EF4-FFF2-40B4-BE49-F238E27FC236}">
                <a16:creationId xmlns:a16="http://schemas.microsoft.com/office/drawing/2014/main" id="{43350F31-DB12-4E7F-8328-D78A694251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4867635"/>
              </p:ext>
            </p:extLst>
          </p:nvPr>
        </p:nvGraphicFramePr>
        <p:xfrm>
          <a:off x="1832349" y="4116923"/>
          <a:ext cx="5029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850" name="Equation" r:id="rId19" imgW="5029200" imgH="444240" progId="Equation.DSMT4">
                  <p:embed/>
                </p:oleObj>
              </mc:Choice>
              <mc:Fallback>
                <p:oleObj name="Equation" r:id="rId19" imgW="5029200" imgH="444240" progId="Equation.DSMT4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6AE9520A-5AA1-49EC-B2E3-F386A6D468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2349" y="4116923"/>
                        <a:ext cx="50292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16375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>
            <a:extLst>
              <a:ext uri="{FF2B5EF4-FFF2-40B4-BE49-F238E27FC236}">
                <a16:creationId xmlns:a16="http://schemas.microsoft.com/office/drawing/2014/main" id="{476A35CF-BED1-47C1-A09E-F5645E4C57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0675" y="544665"/>
            <a:ext cx="8918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7</a:t>
            </a: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 </a:t>
            </a:r>
          </a:p>
        </p:txBody>
      </p:sp>
      <p:graphicFrame>
        <p:nvGraphicFramePr>
          <p:cNvPr id="3" name="Object 24">
            <a:extLst>
              <a:ext uri="{FF2B5EF4-FFF2-40B4-BE49-F238E27FC236}">
                <a16:creationId xmlns:a16="http://schemas.microsoft.com/office/drawing/2014/main" id="{954585F3-7695-416B-9DBF-450403E318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4750136"/>
              </p:ext>
            </p:extLst>
          </p:nvPr>
        </p:nvGraphicFramePr>
        <p:xfrm>
          <a:off x="4421184" y="469539"/>
          <a:ext cx="28067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908" name="Equation" r:id="rId3" imgW="2806560" imgH="596880" progId="Equation.DSMT4">
                  <p:embed/>
                </p:oleObj>
              </mc:Choice>
              <mc:Fallback>
                <p:oleObj name="Equation" r:id="rId3" imgW="2806560" imgH="596880" progId="Equation.DSMT4">
                  <p:embed/>
                  <p:pic>
                    <p:nvPicPr>
                      <p:cNvPr id="19" name="Object 24">
                        <a:extLst>
                          <a:ext uri="{FF2B5EF4-FFF2-40B4-BE49-F238E27FC236}">
                            <a16:creationId xmlns:a16="http://schemas.microsoft.com/office/drawing/2014/main" id="{C64007C0-8424-4688-BDD5-2900A6A49E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1184" y="469539"/>
                        <a:ext cx="28067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1B206828-0FBD-4354-9F4F-62D7055B3B66}"/>
              </a:ext>
            </a:extLst>
          </p:cNvPr>
          <p:cNvSpPr/>
          <p:nvPr/>
        </p:nvSpPr>
        <p:spPr>
          <a:xfrm>
            <a:off x="1719321" y="553766"/>
            <a:ext cx="5012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</a:rPr>
              <a:t>设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" name="Text Box 16">
            <a:extLst>
              <a:ext uri="{FF2B5EF4-FFF2-40B4-BE49-F238E27FC236}">
                <a16:creationId xmlns:a16="http://schemas.microsoft.com/office/drawing/2014/main" id="{C79BD5C7-83CE-4891-B98F-72984980D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49" y="1363698"/>
            <a:ext cx="4694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解 </a:t>
            </a:r>
          </a:p>
        </p:txBody>
      </p:sp>
      <p:graphicFrame>
        <p:nvGraphicFramePr>
          <p:cNvPr id="6" name="Object 24">
            <a:extLst>
              <a:ext uri="{FF2B5EF4-FFF2-40B4-BE49-F238E27FC236}">
                <a16:creationId xmlns:a16="http://schemas.microsoft.com/office/drawing/2014/main" id="{E2C56500-4664-4789-A1AB-8B226425C8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6147737"/>
              </p:ext>
            </p:extLst>
          </p:nvPr>
        </p:nvGraphicFramePr>
        <p:xfrm>
          <a:off x="2181465" y="627534"/>
          <a:ext cx="1816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909" name="Equation" r:id="rId5" imgW="1815840" imgH="342720" progId="Equation.DSMT4">
                  <p:embed/>
                </p:oleObj>
              </mc:Choice>
              <mc:Fallback>
                <p:oleObj name="Equation" r:id="rId5" imgW="1815840" imgH="342720" progId="Equation.DSMT4">
                  <p:embed/>
                  <p:pic>
                    <p:nvPicPr>
                      <p:cNvPr id="22" name="Object 24">
                        <a:extLst>
                          <a:ext uri="{FF2B5EF4-FFF2-40B4-BE49-F238E27FC236}">
                            <a16:creationId xmlns:a16="http://schemas.microsoft.com/office/drawing/2014/main" id="{5573CE08-F8E4-4963-B24E-C82B86CE9E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1465" y="627534"/>
                        <a:ext cx="18161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203592A8-8A42-4328-AF33-454C25BD0FDA}"/>
              </a:ext>
            </a:extLst>
          </p:cNvPr>
          <p:cNvSpPr/>
          <p:nvPr/>
        </p:nvSpPr>
        <p:spPr>
          <a:xfrm>
            <a:off x="3963637" y="544339"/>
            <a:ext cx="5012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</a:rPr>
              <a:t>且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D6B9751-D11E-4D7A-A28E-2025C7C15C0B}"/>
              </a:ext>
            </a:extLst>
          </p:cNvPr>
          <p:cNvSpPr/>
          <p:nvPr/>
        </p:nvSpPr>
        <p:spPr>
          <a:xfrm>
            <a:off x="7245271" y="553765"/>
            <a:ext cx="5012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</a:rPr>
              <a:t>求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2683F9A1-CC30-4603-80ED-E3491A4A79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2511234"/>
              </p:ext>
            </p:extLst>
          </p:nvPr>
        </p:nvGraphicFramePr>
        <p:xfrm>
          <a:off x="7661278" y="625807"/>
          <a:ext cx="8001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910" name="Equation" r:id="rId7" imgW="799920" imgH="355320" progId="Equation.DSMT4">
                  <p:embed/>
                </p:oleObj>
              </mc:Choice>
              <mc:Fallback>
                <p:oleObj name="Equation" r:id="rId7" imgW="799920" imgH="355320" progId="Equation.DSMT4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24839508-5878-43DF-9341-C5D1CDF559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1278" y="625807"/>
                        <a:ext cx="8001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4">
            <a:extLst>
              <a:ext uri="{FF2B5EF4-FFF2-40B4-BE49-F238E27FC236}">
                <a16:creationId xmlns:a16="http://schemas.microsoft.com/office/drawing/2014/main" id="{A89EEB1D-0921-4A79-A9C2-0AC1A16269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6015089"/>
              </p:ext>
            </p:extLst>
          </p:nvPr>
        </p:nvGraphicFramePr>
        <p:xfrm>
          <a:off x="1719321" y="1348800"/>
          <a:ext cx="3429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911" name="Equation" r:id="rId9" imgW="3429000" imgH="596880" progId="Equation.DSMT4">
                  <p:embed/>
                </p:oleObj>
              </mc:Choice>
              <mc:Fallback>
                <p:oleObj name="Equation" r:id="rId9" imgW="3429000" imgH="596880" progId="Equation.DSMT4">
                  <p:embed/>
                  <p:pic>
                    <p:nvPicPr>
                      <p:cNvPr id="26" name="Object 24">
                        <a:extLst>
                          <a:ext uri="{FF2B5EF4-FFF2-40B4-BE49-F238E27FC236}">
                            <a16:creationId xmlns:a16="http://schemas.microsoft.com/office/drawing/2014/main" id="{F1E9568C-8DA5-4A7F-B866-29F3484D27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9321" y="1348800"/>
                        <a:ext cx="34290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4D648104-35F5-490B-AA39-6FD77E83D6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3516044"/>
              </p:ext>
            </p:extLst>
          </p:nvPr>
        </p:nvGraphicFramePr>
        <p:xfrm>
          <a:off x="5178428" y="1322460"/>
          <a:ext cx="2882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912" name="Equation" r:id="rId11" imgW="2882880" imgH="596880" progId="Equation.DSMT4">
                  <p:embed/>
                </p:oleObj>
              </mc:Choice>
              <mc:Fallback>
                <p:oleObj name="Equation" r:id="rId11" imgW="2882880" imgH="596880" progId="Equation.DSMT4">
                  <p:embed/>
                  <p:pic>
                    <p:nvPicPr>
                      <p:cNvPr id="27" name="Object 24">
                        <a:extLst>
                          <a:ext uri="{FF2B5EF4-FFF2-40B4-BE49-F238E27FC236}">
                            <a16:creationId xmlns:a16="http://schemas.microsoft.com/office/drawing/2014/main" id="{0DEB5DE0-3CC0-4D21-825A-F640AA1090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8428" y="1322460"/>
                        <a:ext cx="28829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4">
            <a:extLst>
              <a:ext uri="{FF2B5EF4-FFF2-40B4-BE49-F238E27FC236}">
                <a16:creationId xmlns:a16="http://schemas.microsoft.com/office/drawing/2014/main" id="{8B346B9E-82D8-4C5F-9886-80C85149B1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3424744"/>
              </p:ext>
            </p:extLst>
          </p:nvPr>
        </p:nvGraphicFramePr>
        <p:xfrm>
          <a:off x="1113818" y="2436581"/>
          <a:ext cx="1384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913" name="Equation" r:id="rId13" imgW="1384200" imgH="380880" progId="Equation.DSMT4">
                  <p:embed/>
                </p:oleObj>
              </mc:Choice>
              <mc:Fallback>
                <p:oleObj name="Equation" r:id="rId13" imgW="1384200" imgH="380880" progId="Equation.DSMT4">
                  <p:embed/>
                  <p:pic>
                    <p:nvPicPr>
                      <p:cNvPr id="28" name="Object 24">
                        <a:extLst>
                          <a:ext uri="{FF2B5EF4-FFF2-40B4-BE49-F238E27FC236}">
                            <a16:creationId xmlns:a16="http://schemas.microsoft.com/office/drawing/2014/main" id="{30D1F863-4FCE-4B8C-83C4-DC1F8B89BC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3818" y="2436581"/>
                        <a:ext cx="13843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4">
            <a:extLst>
              <a:ext uri="{FF2B5EF4-FFF2-40B4-BE49-F238E27FC236}">
                <a16:creationId xmlns:a16="http://schemas.microsoft.com/office/drawing/2014/main" id="{9B0675D5-50E1-4F66-8556-5262C91BFA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719112"/>
              </p:ext>
            </p:extLst>
          </p:nvPr>
        </p:nvGraphicFramePr>
        <p:xfrm>
          <a:off x="2582702" y="3235679"/>
          <a:ext cx="32512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914" name="Equation" r:id="rId15" imgW="3251160" imgH="596880" progId="Equation.DSMT4">
                  <p:embed/>
                </p:oleObj>
              </mc:Choice>
              <mc:Fallback>
                <p:oleObj name="Equation" r:id="rId15" imgW="3251160" imgH="596880" progId="Equation.DSMT4">
                  <p:embed/>
                  <p:pic>
                    <p:nvPicPr>
                      <p:cNvPr id="29" name="Object 24">
                        <a:extLst>
                          <a:ext uri="{FF2B5EF4-FFF2-40B4-BE49-F238E27FC236}">
                            <a16:creationId xmlns:a16="http://schemas.microsoft.com/office/drawing/2014/main" id="{3112409B-62C9-4B4D-A2D7-F5896AB6AE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2702" y="3235679"/>
                        <a:ext cx="32512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4">
            <a:extLst>
              <a:ext uri="{FF2B5EF4-FFF2-40B4-BE49-F238E27FC236}">
                <a16:creationId xmlns:a16="http://schemas.microsoft.com/office/drawing/2014/main" id="{DD78A457-C965-4298-9353-72514302E3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5705544"/>
              </p:ext>
            </p:extLst>
          </p:nvPr>
        </p:nvGraphicFramePr>
        <p:xfrm>
          <a:off x="5869251" y="3235679"/>
          <a:ext cx="1422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915" name="Equation" r:id="rId17" imgW="1422360" imgH="596880" progId="Equation.DSMT4">
                  <p:embed/>
                </p:oleObj>
              </mc:Choice>
              <mc:Fallback>
                <p:oleObj name="Equation" r:id="rId17" imgW="1422360" imgH="596880" progId="Equation.DSMT4">
                  <p:embed/>
                  <p:pic>
                    <p:nvPicPr>
                      <p:cNvPr id="30" name="Object 24">
                        <a:extLst>
                          <a:ext uri="{FF2B5EF4-FFF2-40B4-BE49-F238E27FC236}">
                            <a16:creationId xmlns:a16="http://schemas.microsoft.com/office/drawing/2014/main" id="{798DE065-FF1F-4CB0-A0C1-AAD18AD8B8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9251" y="3235679"/>
                        <a:ext cx="14224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4">
            <a:extLst>
              <a:ext uri="{FF2B5EF4-FFF2-40B4-BE49-F238E27FC236}">
                <a16:creationId xmlns:a16="http://schemas.microsoft.com/office/drawing/2014/main" id="{8CDCD449-B589-4676-9A68-59811C86EF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6218737"/>
              </p:ext>
            </p:extLst>
          </p:nvPr>
        </p:nvGraphicFramePr>
        <p:xfrm>
          <a:off x="1751313" y="4244228"/>
          <a:ext cx="749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916" name="Equation" r:id="rId19" imgW="749160" imgH="355320" progId="Equation.DSMT4">
                  <p:embed/>
                </p:oleObj>
              </mc:Choice>
              <mc:Fallback>
                <p:oleObj name="Equation" r:id="rId19" imgW="749160" imgH="355320" progId="Equation.DSMT4">
                  <p:embed/>
                  <p:pic>
                    <p:nvPicPr>
                      <p:cNvPr id="31" name="Object 24">
                        <a:extLst>
                          <a:ext uri="{FF2B5EF4-FFF2-40B4-BE49-F238E27FC236}">
                            <a16:creationId xmlns:a16="http://schemas.microsoft.com/office/drawing/2014/main" id="{2DF750D5-B79F-480C-9051-4ADBF7938B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1313" y="4244228"/>
                        <a:ext cx="749300" cy="355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4">
            <a:extLst>
              <a:ext uri="{FF2B5EF4-FFF2-40B4-BE49-F238E27FC236}">
                <a16:creationId xmlns:a16="http://schemas.microsoft.com/office/drawing/2014/main" id="{1F0296C8-79A0-4098-BAD8-5CF743F9CC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1183358"/>
              </p:ext>
            </p:extLst>
          </p:nvPr>
        </p:nvGraphicFramePr>
        <p:xfrm>
          <a:off x="2582702" y="4227879"/>
          <a:ext cx="914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917" name="Equation" r:id="rId21" imgW="914400" imgH="342720" progId="Equation.DSMT4">
                  <p:embed/>
                </p:oleObj>
              </mc:Choice>
              <mc:Fallback>
                <p:oleObj name="Equation" r:id="rId21" imgW="914400" imgH="342720" progId="Equation.DSMT4">
                  <p:embed/>
                  <p:pic>
                    <p:nvPicPr>
                      <p:cNvPr id="32" name="Object 24">
                        <a:extLst>
                          <a:ext uri="{FF2B5EF4-FFF2-40B4-BE49-F238E27FC236}">
                            <a16:creationId xmlns:a16="http://schemas.microsoft.com/office/drawing/2014/main" id="{1E11C943-6E9C-45D9-B082-90C3AEB8D0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2702" y="4227879"/>
                        <a:ext cx="914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4">
            <a:extLst>
              <a:ext uri="{FF2B5EF4-FFF2-40B4-BE49-F238E27FC236}">
                <a16:creationId xmlns:a16="http://schemas.microsoft.com/office/drawing/2014/main" id="{C0201D1E-9089-46A4-A590-CB187B395B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7021797"/>
              </p:ext>
            </p:extLst>
          </p:nvPr>
        </p:nvGraphicFramePr>
        <p:xfrm>
          <a:off x="2582702" y="2260413"/>
          <a:ext cx="3492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918" name="Equation" r:id="rId23" imgW="3492360" imgH="736560" progId="Equation.DSMT4">
                  <p:embed/>
                </p:oleObj>
              </mc:Choice>
              <mc:Fallback>
                <p:oleObj name="Equation" r:id="rId23" imgW="3492360" imgH="736560" progId="Equation.DSMT4">
                  <p:embed/>
                  <p:pic>
                    <p:nvPicPr>
                      <p:cNvPr id="33" name="Object 24">
                        <a:extLst>
                          <a:ext uri="{FF2B5EF4-FFF2-40B4-BE49-F238E27FC236}">
                            <a16:creationId xmlns:a16="http://schemas.microsoft.com/office/drawing/2014/main" id="{505F2B0E-048A-40EF-9D6C-26B63540FD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2702" y="2260413"/>
                        <a:ext cx="34925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0088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>
            <a:extLst>
              <a:ext uri="{FF2B5EF4-FFF2-40B4-BE49-F238E27FC236}">
                <a16:creationId xmlns:a16="http://schemas.microsoft.com/office/drawing/2014/main" id="{25E829F6-0BF6-47FF-B719-618C8D807F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030" y="762724"/>
            <a:ext cx="8918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8</a:t>
            </a: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 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5FCA5F1-5102-4597-B1CE-13C28F551275}"/>
              </a:ext>
            </a:extLst>
          </p:cNvPr>
          <p:cNvGrpSpPr/>
          <p:nvPr/>
        </p:nvGrpSpPr>
        <p:grpSpPr>
          <a:xfrm>
            <a:off x="1759844" y="411510"/>
            <a:ext cx="3416456" cy="1219200"/>
            <a:chOff x="1657655" y="276320"/>
            <a:chExt cx="3416456" cy="1219200"/>
          </a:xfrm>
        </p:grpSpPr>
        <p:graphicFrame>
          <p:nvGraphicFramePr>
            <p:cNvPr id="4" name="Object 24">
              <a:extLst>
                <a:ext uri="{FF2B5EF4-FFF2-40B4-BE49-F238E27FC236}">
                  <a16:creationId xmlns:a16="http://schemas.microsoft.com/office/drawing/2014/main" id="{1D96B23B-1F3A-48D5-93D2-3C3C3AE28A4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6612404"/>
                </p:ext>
              </p:extLst>
            </p:nvPr>
          </p:nvGraphicFramePr>
          <p:xfrm>
            <a:off x="3258011" y="276320"/>
            <a:ext cx="1816100" cy="1219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2916" name="Equation" r:id="rId3" imgW="1815840" imgH="1218960" progId="Equation.DSMT4">
                    <p:embed/>
                  </p:oleObj>
                </mc:Choice>
                <mc:Fallback>
                  <p:oleObj name="Equation" r:id="rId3" imgW="1815840" imgH="1218960" progId="Equation.DSMT4">
                    <p:embed/>
                    <p:pic>
                      <p:nvPicPr>
                        <p:cNvPr id="4" name="Object 24">
                          <a:extLst>
                            <a:ext uri="{FF2B5EF4-FFF2-40B4-BE49-F238E27FC236}">
                              <a16:creationId xmlns:a16="http://schemas.microsoft.com/office/drawing/2014/main" id="{80E84513-0531-431E-813B-8CAF99B52B8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58011" y="276320"/>
                          <a:ext cx="1816100" cy="1219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0A334CD-C894-42BB-B0E5-61C45A20962E}"/>
                </a:ext>
              </a:extLst>
            </p:cNvPr>
            <p:cNvSpPr/>
            <p:nvPr/>
          </p:nvSpPr>
          <p:spPr>
            <a:xfrm>
              <a:off x="1657655" y="652705"/>
              <a:ext cx="171450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</a:rPr>
                <a:t>计算极限       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6" name="Text Box 16">
            <a:extLst>
              <a:ext uri="{FF2B5EF4-FFF2-40B4-BE49-F238E27FC236}">
                <a16:creationId xmlns:a16="http://schemas.microsoft.com/office/drawing/2014/main" id="{24936750-E41A-4E01-97C4-1D30AB4F0A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2719" y="2001657"/>
            <a:ext cx="4694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解 </a:t>
            </a:r>
          </a:p>
        </p:txBody>
      </p:sp>
      <p:graphicFrame>
        <p:nvGraphicFramePr>
          <p:cNvPr id="7" name="Object 24">
            <a:extLst>
              <a:ext uri="{FF2B5EF4-FFF2-40B4-BE49-F238E27FC236}">
                <a16:creationId xmlns:a16="http://schemas.microsoft.com/office/drawing/2014/main" id="{837FD59A-342F-4988-80D0-EAD9F73204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8411889"/>
              </p:ext>
            </p:extLst>
          </p:nvPr>
        </p:nvGraphicFramePr>
        <p:xfrm>
          <a:off x="1815102" y="1614939"/>
          <a:ext cx="17145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917" name="Equation" r:id="rId5" imgW="1714320" imgH="1218960" progId="Equation.DSMT4">
                  <p:embed/>
                </p:oleObj>
              </mc:Choice>
              <mc:Fallback>
                <p:oleObj name="Equation" r:id="rId5" imgW="1714320" imgH="1218960" progId="Equation.DSMT4">
                  <p:embed/>
                  <p:pic>
                    <p:nvPicPr>
                      <p:cNvPr id="7" name="Object 24">
                        <a:extLst>
                          <a:ext uri="{FF2B5EF4-FFF2-40B4-BE49-F238E27FC236}">
                            <a16:creationId xmlns:a16="http://schemas.microsoft.com/office/drawing/2014/main" id="{81F6F936-ACE7-4C63-A3CD-BB74DB90FE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5102" y="1614939"/>
                        <a:ext cx="1714500" cy="1219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CB4C2FD4-7D07-4711-8820-406677F339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5689921"/>
              </p:ext>
            </p:extLst>
          </p:nvPr>
        </p:nvGraphicFramePr>
        <p:xfrm>
          <a:off x="3716927" y="1870459"/>
          <a:ext cx="3022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918" name="Equation" r:id="rId7" imgW="3022560" imgH="723600" progId="Equation.DSMT4">
                  <p:embed/>
                </p:oleObj>
              </mc:Choice>
              <mc:Fallback>
                <p:oleObj name="Equation" r:id="rId7" imgW="3022560" imgH="723600" progId="Equation.DSMT4">
                  <p:embed/>
                  <p:pic>
                    <p:nvPicPr>
                      <p:cNvPr id="8" name="Object 24">
                        <a:extLst>
                          <a:ext uri="{FF2B5EF4-FFF2-40B4-BE49-F238E27FC236}">
                            <a16:creationId xmlns:a16="http://schemas.microsoft.com/office/drawing/2014/main" id="{57105EF5-791E-4F7D-AC64-9A7E383151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6927" y="1870459"/>
                        <a:ext cx="30226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AA332792-EE18-450B-B421-D97AC5D0D8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9271506"/>
              </p:ext>
            </p:extLst>
          </p:nvPr>
        </p:nvGraphicFramePr>
        <p:xfrm>
          <a:off x="5755277" y="2838535"/>
          <a:ext cx="19685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919" name="Equation" r:id="rId9" imgW="1968480" imgH="965160" progId="Equation.DSMT4">
                  <p:embed/>
                </p:oleObj>
              </mc:Choice>
              <mc:Fallback>
                <p:oleObj name="Equation" r:id="rId9" imgW="1968480" imgH="965160" progId="Equation.DSMT4">
                  <p:embed/>
                  <p:pic>
                    <p:nvPicPr>
                      <p:cNvPr id="9" name="Object 24">
                        <a:extLst>
                          <a:ext uri="{FF2B5EF4-FFF2-40B4-BE49-F238E27FC236}">
                            <a16:creationId xmlns:a16="http://schemas.microsoft.com/office/drawing/2014/main" id="{453248C5-9544-4979-BB43-CE9F39D1C7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5277" y="2838535"/>
                        <a:ext cx="1968500" cy="96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4">
            <a:extLst>
              <a:ext uri="{FF2B5EF4-FFF2-40B4-BE49-F238E27FC236}">
                <a16:creationId xmlns:a16="http://schemas.microsoft.com/office/drawing/2014/main" id="{EADBE488-9785-4431-8B8D-A3EC5ECA45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6912651"/>
              </p:ext>
            </p:extLst>
          </p:nvPr>
        </p:nvGraphicFramePr>
        <p:xfrm>
          <a:off x="3716927" y="4099984"/>
          <a:ext cx="21463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920" name="Equation" r:id="rId11" imgW="2145960" imgH="799920" progId="Equation.DSMT4">
                  <p:embed/>
                </p:oleObj>
              </mc:Choice>
              <mc:Fallback>
                <p:oleObj name="Equation" r:id="rId11" imgW="2145960" imgH="799920" progId="Equation.DSMT4">
                  <p:embed/>
                  <p:pic>
                    <p:nvPicPr>
                      <p:cNvPr id="10" name="Object 24">
                        <a:extLst>
                          <a:ext uri="{FF2B5EF4-FFF2-40B4-BE49-F238E27FC236}">
                            <a16:creationId xmlns:a16="http://schemas.microsoft.com/office/drawing/2014/main" id="{6FA6304A-7C01-49AB-A5C6-3702F25899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6927" y="4099984"/>
                        <a:ext cx="214630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ACCC1561-658D-4C5D-BB09-36C0EBD8B6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7545103"/>
              </p:ext>
            </p:extLst>
          </p:nvPr>
        </p:nvGraphicFramePr>
        <p:xfrm>
          <a:off x="4530580" y="2275271"/>
          <a:ext cx="1447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921" name="Equation" r:id="rId13" imgW="1447560" imgH="444240" progId="Equation.DSMT4">
                  <p:embed/>
                </p:oleObj>
              </mc:Choice>
              <mc:Fallback>
                <p:oleObj name="Equation" r:id="rId13" imgW="1447560" imgH="444240" progId="Equation.DSMT4">
                  <p:embed/>
                  <p:pic>
                    <p:nvPicPr>
                      <p:cNvPr id="11" name="Object 24">
                        <a:extLst>
                          <a:ext uri="{FF2B5EF4-FFF2-40B4-BE49-F238E27FC236}">
                            <a16:creationId xmlns:a16="http://schemas.microsoft.com/office/drawing/2014/main" id="{4C41E40E-9690-42EA-900D-3FCFCBEFEB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0580" y="2275271"/>
                        <a:ext cx="14478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4">
            <a:extLst>
              <a:ext uri="{FF2B5EF4-FFF2-40B4-BE49-F238E27FC236}">
                <a16:creationId xmlns:a16="http://schemas.microsoft.com/office/drawing/2014/main" id="{FCDC9CF2-8D63-48F7-A5D0-A4B850934A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6654290"/>
              </p:ext>
            </p:extLst>
          </p:nvPr>
        </p:nvGraphicFramePr>
        <p:xfrm>
          <a:off x="4693239" y="1643446"/>
          <a:ext cx="12573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922" name="Equation" r:id="rId15" imgW="1257120" imgH="596880" progId="Equation.DSMT4">
                  <p:embed/>
                </p:oleObj>
              </mc:Choice>
              <mc:Fallback>
                <p:oleObj name="Equation" r:id="rId15" imgW="1257120" imgH="596880" progId="Equation.DSMT4">
                  <p:embed/>
                  <p:pic>
                    <p:nvPicPr>
                      <p:cNvPr id="12" name="Object 24">
                        <a:extLst>
                          <a:ext uri="{FF2B5EF4-FFF2-40B4-BE49-F238E27FC236}">
                            <a16:creationId xmlns:a16="http://schemas.microsoft.com/office/drawing/2014/main" id="{882F4D72-B8C9-494F-B9C9-598086F32B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3239" y="1643446"/>
                        <a:ext cx="12573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4">
            <a:extLst>
              <a:ext uri="{FF2B5EF4-FFF2-40B4-BE49-F238E27FC236}">
                <a16:creationId xmlns:a16="http://schemas.microsoft.com/office/drawing/2014/main" id="{DC812DF3-B5BF-441C-89F5-7A2209BAB3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3243205"/>
              </p:ext>
            </p:extLst>
          </p:nvPr>
        </p:nvGraphicFramePr>
        <p:xfrm>
          <a:off x="5955057" y="1682315"/>
          <a:ext cx="495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923" name="Equation" r:id="rId17" imgW="495000" imgH="444240" progId="Equation.DSMT4">
                  <p:embed/>
                </p:oleObj>
              </mc:Choice>
              <mc:Fallback>
                <p:oleObj name="Equation" r:id="rId17" imgW="495000" imgH="444240" progId="Equation.DSMT4">
                  <p:embed/>
                  <p:pic>
                    <p:nvPicPr>
                      <p:cNvPr id="13" name="Object 24">
                        <a:extLst>
                          <a:ext uri="{FF2B5EF4-FFF2-40B4-BE49-F238E27FC236}">
                            <a16:creationId xmlns:a16="http://schemas.microsoft.com/office/drawing/2014/main" id="{51E70C5C-C162-4585-A2DF-6E09FC28CA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5057" y="1682315"/>
                        <a:ext cx="4953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4">
            <a:extLst>
              <a:ext uri="{FF2B5EF4-FFF2-40B4-BE49-F238E27FC236}">
                <a16:creationId xmlns:a16="http://schemas.microsoft.com/office/drawing/2014/main" id="{2002C5B4-9A24-4F1A-9B6C-8483C0F734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1672616"/>
              </p:ext>
            </p:extLst>
          </p:nvPr>
        </p:nvGraphicFramePr>
        <p:xfrm>
          <a:off x="5821218" y="2384809"/>
          <a:ext cx="660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924" name="Equation" r:id="rId19" imgW="660240" imgH="342720" progId="Equation.DSMT4">
                  <p:embed/>
                </p:oleObj>
              </mc:Choice>
              <mc:Fallback>
                <p:oleObj name="Equation" r:id="rId19" imgW="660240" imgH="342720" progId="Equation.DSMT4">
                  <p:embed/>
                  <p:pic>
                    <p:nvPicPr>
                      <p:cNvPr id="14" name="Object 24">
                        <a:extLst>
                          <a:ext uri="{FF2B5EF4-FFF2-40B4-BE49-F238E27FC236}">
                            <a16:creationId xmlns:a16="http://schemas.microsoft.com/office/drawing/2014/main" id="{2CB0EF80-7016-48F1-8099-D963B3683E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1218" y="2384809"/>
                        <a:ext cx="660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4">
            <a:extLst>
              <a:ext uri="{FF2B5EF4-FFF2-40B4-BE49-F238E27FC236}">
                <a16:creationId xmlns:a16="http://schemas.microsoft.com/office/drawing/2014/main" id="{918DE652-15FD-4FBE-9F0A-30A84BF316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9663203"/>
              </p:ext>
            </p:extLst>
          </p:nvPr>
        </p:nvGraphicFramePr>
        <p:xfrm>
          <a:off x="3716927" y="2834108"/>
          <a:ext cx="19685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925" name="Equation" r:id="rId21" imgW="1968480" imgH="1002960" progId="Equation.DSMT4">
                  <p:embed/>
                </p:oleObj>
              </mc:Choice>
              <mc:Fallback>
                <p:oleObj name="Equation" r:id="rId21" imgW="1968480" imgH="1002960" progId="Equation.DSMT4">
                  <p:embed/>
                  <p:pic>
                    <p:nvPicPr>
                      <p:cNvPr id="15" name="Object 24">
                        <a:extLst>
                          <a:ext uri="{FF2B5EF4-FFF2-40B4-BE49-F238E27FC236}">
                            <a16:creationId xmlns:a16="http://schemas.microsoft.com/office/drawing/2014/main" id="{56F73886-0F25-460C-8D6B-B7A1C47D1A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6927" y="2834108"/>
                        <a:ext cx="1968500" cy="1003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79905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>
            <a:extLst>
              <a:ext uri="{FF2B5EF4-FFF2-40B4-BE49-F238E27FC236}">
                <a16:creationId xmlns:a16="http://schemas.microsoft.com/office/drawing/2014/main" id="{E1A10C5B-1EFC-4123-B1F6-92290B2FA6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627534"/>
            <a:ext cx="80445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9 (</a:t>
            </a: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改进的积分中值定理</a:t>
            </a:r>
            <a:r>
              <a:rPr kumimoji="1"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)</a:t>
            </a: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设             则至少存在</a:t>
            </a: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 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0B7ED7E-1FC5-43C1-97AC-BF4C200728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8532526"/>
              </p:ext>
            </p:extLst>
          </p:nvPr>
        </p:nvGraphicFramePr>
        <p:xfrm>
          <a:off x="5128114" y="718592"/>
          <a:ext cx="1816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853" name="Equation" r:id="rId3" imgW="1815840" imgH="342720" progId="Equation.DSMT4">
                  <p:embed/>
                </p:oleObj>
              </mc:Choice>
              <mc:Fallback>
                <p:oleObj name="Equation" r:id="rId3" imgW="181584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69F29F19-8B32-4D1B-ABB8-D150EB6BF1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28114" y="718592"/>
                        <a:ext cx="1816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6">
            <a:extLst>
              <a:ext uri="{FF2B5EF4-FFF2-40B4-BE49-F238E27FC236}">
                <a16:creationId xmlns:a16="http://schemas.microsoft.com/office/drawing/2014/main" id="{1E6641FF-29BC-42C7-B7EE-0C2DA55D3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166" y="1241450"/>
            <a:ext cx="2895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一点         使得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4EEF02D-3517-42BE-9936-CE2685308C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5583223"/>
              </p:ext>
            </p:extLst>
          </p:nvPr>
        </p:nvGraphicFramePr>
        <p:xfrm>
          <a:off x="986134" y="1344991"/>
          <a:ext cx="1193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854" name="Equation" r:id="rId5" imgW="1193760" imgH="342720" progId="Equation.DSMT4">
                  <p:embed/>
                </p:oleObj>
              </mc:Choice>
              <mc:Fallback>
                <p:oleObj name="Equation" r:id="rId5" imgW="119376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0A944BBF-B1F4-47EA-96B6-D99884ABD5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86134" y="1344991"/>
                        <a:ext cx="1193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23CFA77-FC1D-4F5E-B03E-37FBDB81F1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7938938"/>
              </p:ext>
            </p:extLst>
          </p:nvPr>
        </p:nvGraphicFramePr>
        <p:xfrm>
          <a:off x="2895866" y="1180257"/>
          <a:ext cx="28702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855" name="Equation" r:id="rId7" imgW="2869920" imgH="596880" progId="Equation.DSMT4">
                  <p:embed/>
                </p:oleObj>
              </mc:Choice>
              <mc:Fallback>
                <p:oleObj name="Equation" r:id="rId7" imgW="2869920" imgH="5968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03A8A1F4-51ED-4909-94F9-A2D7602ABB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95866" y="1180257"/>
                        <a:ext cx="28702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6">
            <a:extLst>
              <a:ext uri="{FF2B5EF4-FFF2-40B4-BE49-F238E27FC236}">
                <a16:creationId xmlns:a16="http://schemas.microsoft.com/office/drawing/2014/main" id="{B5810267-0F3C-4B94-856E-041B7CF14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7060" y="2236961"/>
            <a:ext cx="6004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证 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1929D379-C162-4236-B1AC-940CC70C5D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479596"/>
              </p:ext>
            </p:extLst>
          </p:nvPr>
        </p:nvGraphicFramePr>
        <p:xfrm>
          <a:off x="1583034" y="2181370"/>
          <a:ext cx="2895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856" name="Equation" r:id="rId9" imgW="2895480" imgH="596880" progId="Equation.DSMT4">
                  <p:embed/>
                </p:oleObj>
              </mc:Choice>
              <mc:Fallback>
                <p:oleObj name="Equation" r:id="rId9" imgW="2895480" imgH="5968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7AD3ECA4-E0F0-4433-BA34-8DA8B10935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3034" y="2181370"/>
                        <a:ext cx="28956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E1B3CD1-D599-4599-8D56-5C2EF69700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8332018"/>
              </p:ext>
            </p:extLst>
          </p:nvPr>
        </p:nvGraphicFramePr>
        <p:xfrm>
          <a:off x="2819111" y="3072841"/>
          <a:ext cx="1739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857" name="Equation" r:id="rId11" imgW="1739880" imgH="355320" progId="Equation.DSMT4">
                  <p:embed/>
                </p:oleObj>
              </mc:Choice>
              <mc:Fallback>
                <p:oleObj name="Equation" r:id="rId11" imgW="1739880" imgH="3553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03A84469-4138-4477-83C2-EA105CDB66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819111" y="3072841"/>
                        <a:ext cx="17399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6AF5DA87-C909-4A16-A3C2-8F89A743CC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7987194"/>
              </p:ext>
            </p:extLst>
          </p:nvPr>
        </p:nvGraphicFramePr>
        <p:xfrm>
          <a:off x="5443044" y="2982268"/>
          <a:ext cx="1384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858" name="Equation" r:id="rId13" imgW="1384200" imgH="342720" progId="Equation.DSMT4">
                  <p:embed/>
                </p:oleObj>
              </mc:Choice>
              <mc:Fallback>
                <p:oleObj name="Equation" r:id="rId13" imgW="1384200" imgH="3427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05EB821E-A898-46E2-882A-DEC799CCF9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443044" y="2982268"/>
                        <a:ext cx="1384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C4400E9C-6B23-4BAC-AF5C-33643FC65E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5333183"/>
              </p:ext>
            </p:extLst>
          </p:nvPr>
        </p:nvGraphicFramePr>
        <p:xfrm>
          <a:off x="2831811" y="3863504"/>
          <a:ext cx="1727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859" name="Equation" r:id="rId15" imgW="1726920" imgH="342720" progId="Equation.DSMT4">
                  <p:embed/>
                </p:oleObj>
              </mc:Choice>
              <mc:Fallback>
                <p:oleObj name="Equation" r:id="rId15" imgW="1726920" imgH="3427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5F8771DD-A1B2-4B3F-8253-452D16B08F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831811" y="3863504"/>
                        <a:ext cx="1727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7327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>
            <a:extLst>
              <a:ext uri="{FF2B5EF4-FFF2-40B4-BE49-F238E27FC236}">
                <a16:creationId xmlns:a16="http://schemas.microsoft.com/office/drawing/2014/main" id="{E1047FE5-B715-4975-ADA2-0F5A515202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989" y="435048"/>
            <a:ext cx="11811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例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10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3" name="Text Box 35">
            <a:extLst>
              <a:ext uri="{FF2B5EF4-FFF2-40B4-BE49-F238E27FC236}">
                <a16:creationId xmlns:a16="http://schemas.microsoft.com/office/drawing/2014/main" id="{819EBD2D-967B-44AC-ABA5-9BD79EDED4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3820" y="444582"/>
            <a:ext cx="24721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证明函数    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64C937-43C6-47EF-8259-2F1A585F4B71}"/>
              </a:ext>
            </a:extLst>
          </p:cNvPr>
          <p:cNvSpPr/>
          <p:nvPr/>
        </p:nvSpPr>
        <p:spPr>
          <a:xfrm>
            <a:off x="1739316" y="466956"/>
            <a:ext cx="70811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设    在   </a:t>
            </a:r>
            <a:r>
              <a:rPr kumimoji="1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Times New Roman"/>
                <a:ea typeface="宋体" panose="02010600030101010101" pitchFamily="2" charset="-122"/>
                <a:cs typeface="Times New Roman" panose="02020603050405020304" pitchFamily="18" charset="0"/>
              </a:rPr>
              <a:t>   内连续且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7" name="Object 24">
            <a:extLst>
              <a:ext uri="{FF2B5EF4-FFF2-40B4-BE49-F238E27FC236}">
                <a16:creationId xmlns:a16="http://schemas.microsoft.com/office/drawing/2014/main" id="{83CC1795-1CDF-46AF-B83E-AADCC9EEA8B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058408" y="541477"/>
          <a:ext cx="889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002" name="Equation" r:id="rId3" imgW="888840" imgH="342720" progId="Equation.DSMT4">
                  <p:embed/>
                </p:oleObj>
              </mc:Choice>
              <mc:Fallback>
                <p:oleObj name="Equation" r:id="rId3" imgW="888840" imgH="342720" progId="Equation.DSMT4">
                  <p:embed/>
                  <p:pic>
                    <p:nvPicPr>
                      <p:cNvPr id="7" name="Object 24">
                        <a:extLst>
                          <a:ext uri="{FF2B5EF4-FFF2-40B4-BE49-F238E27FC236}">
                            <a16:creationId xmlns:a16="http://schemas.microsoft.com/office/drawing/2014/main" id="{83CC1795-1CDF-46AF-B83E-AADCC9EEA8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8408" y="541477"/>
                        <a:ext cx="8890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9E9170E-EA02-43F2-8DB9-95E90C92597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087712" y="563347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003" name="Equation" r:id="rId5" imgW="622080" imgH="342720" progId="Equation.DSMT4">
                  <p:embed/>
                </p:oleObj>
              </mc:Choice>
              <mc:Fallback>
                <p:oleObj name="Equation" r:id="rId5" imgW="622080" imgH="3427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39E9170E-EA02-43F2-8DB9-95E90C9259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87712" y="563347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E6C4526-816D-4597-BF0B-92447AB2D24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182148" y="554724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004" name="Equation" r:id="rId7" imgW="1143000" imgH="342720" progId="Equation.DSMT4">
                  <p:embed/>
                </p:oleObj>
              </mc:Choice>
              <mc:Fallback>
                <p:oleObj name="Equation" r:id="rId7" imgW="1143000" imgH="342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8E6C4526-816D-4597-BF0B-92447AB2D2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82148" y="554724"/>
                        <a:ext cx="1143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C239D293-B24C-4444-BA30-12B3752B7E8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058408" y="958898"/>
          <a:ext cx="20828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005" name="Equation" r:id="rId9" imgW="2082600" imgH="1218960" progId="Equation.DSMT4">
                  <p:embed/>
                </p:oleObj>
              </mc:Choice>
              <mc:Fallback>
                <p:oleObj name="Equation" r:id="rId9" imgW="2082600" imgH="12189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C239D293-B24C-4444-BA30-12B3752B7E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58408" y="958898"/>
                        <a:ext cx="2082800" cy="1219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4E1D1B66-0B6E-4296-8CB6-FF91A79845CE}"/>
              </a:ext>
            </a:extLst>
          </p:cNvPr>
          <p:cNvSpPr/>
          <p:nvPr/>
        </p:nvSpPr>
        <p:spPr>
          <a:xfrm>
            <a:off x="323528" y="2135424"/>
            <a:ext cx="4320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在      内为单调增加函数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.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A9134096-48A5-4523-8AD4-B0B8C94F85D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55576" y="2254189"/>
          <a:ext cx="889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006" name="Equation" r:id="rId11" imgW="888840" imgH="342720" progId="Equation.DSMT4">
                  <p:embed/>
                </p:oleObj>
              </mc:Choice>
              <mc:Fallback>
                <p:oleObj name="Equation" r:id="rId11" imgW="888840" imgH="3427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A9134096-48A5-4523-8AD4-B0B8C94F85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55576" y="2254189"/>
                        <a:ext cx="889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6">
            <a:extLst>
              <a:ext uri="{FF2B5EF4-FFF2-40B4-BE49-F238E27FC236}">
                <a16:creationId xmlns:a16="http://schemas.microsoft.com/office/drawing/2014/main" id="{899460AB-1A24-468F-9A4B-AC7BC95483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828" y="2859782"/>
            <a:ext cx="6004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证 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08ADE2DC-B9DC-43E3-8493-E4E25C1CC79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391989" y="2726048"/>
          <a:ext cx="2552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007" name="Equation" r:id="rId13" imgW="2552400" imgH="736560" progId="Equation.DSMT4">
                  <p:embed/>
                </p:oleObj>
              </mc:Choice>
              <mc:Fallback>
                <p:oleObj name="Equation" r:id="rId13" imgW="2552400" imgH="73656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08ADE2DC-B9DC-43E3-8493-E4E25C1CC7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391989" y="2726048"/>
                        <a:ext cx="2552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23C0B3AB-B78A-41A0-803F-0477CD91C7D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355976" y="2709077"/>
          <a:ext cx="2451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008" name="Equation" r:id="rId15" imgW="2450880" imgH="736560" progId="Equation.DSMT4">
                  <p:embed/>
                </p:oleObj>
              </mc:Choice>
              <mc:Fallback>
                <p:oleObj name="Equation" r:id="rId15" imgW="2450880" imgH="73656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23C0B3AB-B78A-41A0-803F-0477CD91C7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355976" y="2709077"/>
                        <a:ext cx="2451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6D5B4EBA-125C-4C97-8755-B56F6AF2D8B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121658" y="3591607"/>
          <a:ext cx="4762500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009" name="Equation" r:id="rId17" imgW="4762440" imgH="1358640" progId="Equation.DSMT4">
                  <p:embed/>
                </p:oleObj>
              </mc:Choice>
              <mc:Fallback>
                <p:oleObj name="Equation" r:id="rId17" imgW="4762440" imgH="135864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6D5B4EBA-125C-4C97-8755-B56F6AF2D8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21658" y="3591607"/>
                        <a:ext cx="4762500" cy="1358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09086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6E263C1D-F0FE-4A90-9AC6-24AC41CE082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187624" y="369069"/>
          <a:ext cx="4762500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893" name="Equation" r:id="rId3" imgW="4762440" imgH="1358640" progId="Equation.DSMT4">
                  <p:embed/>
                </p:oleObj>
              </mc:Choice>
              <mc:Fallback>
                <p:oleObj name="Equation" r:id="rId3" imgW="4762440" imgH="135864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6E263C1D-F0FE-4A90-9AC6-24AC41CE08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87624" y="369069"/>
                        <a:ext cx="4762500" cy="1358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5C380B8-06D3-4785-B7E1-FBBD89DD571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911524" y="1892300"/>
          <a:ext cx="4038600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894" name="Equation" r:id="rId5" imgW="4038480" imgH="1358640" progId="Equation.DSMT4">
                  <p:embed/>
                </p:oleObj>
              </mc:Choice>
              <mc:Fallback>
                <p:oleObj name="Equation" r:id="rId5" imgW="4038480" imgH="135864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D5C380B8-06D3-4785-B7E1-FBBD89DD57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11524" y="1892300"/>
                        <a:ext cx="4038600" cy="1358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37CE889-DF19-43DA-B1DD-03A4CC07ADC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919861" y="3579862"/>
          <a:ext cx="2730500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895" name="Equation" r:id="rId7" imgW="2730240" imgH="1358640" progId="Equation.DSMT4">
                  <p:embed/>
                </p:oleObj>
              </mc:Choice>
              <mc:Fallback>
                <p:oleObj name="Equation" r:id="rId7" imgW="2730240" imgH="13586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F37CE889-DF19-43DA-B1DD-03A4CC07AD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19861" y="3579862"/>
                        <a:ext cx="2730500" cy="1358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3524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B95C773B-3D21-4D4F-9C89-12DE93A9F25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890816" y="339502"/>
          <a:ext cx="2819400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217" name="Equation" r:id="rId3" imgW="2819160" imgH="1358640" progId="Equation.DSMT4">
                  <p:embed/>
                </p:oleObj>
              </mc:Choice>
              <mc:Fallback>
                <p:oleObj name="Equation" r:id="rId3" imgW="2819160" imgH="135864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B95C773B-3D21-4D4F-9C89-12DE93A9F2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90816" y="339502"/>
                        <a:ext cx="2819400" cy="1358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16">
            <a:extLst>
              <a:ext uri="{FF2B5EF4-FFF2-40B4-BE49-F238E27FC236}">
                <a16:creationId xmlns:a16="http://schemas.microsoft.com/office/drawing/2014/main" id="{A342C0C9-581A-4F6D-AA29-F30D8005A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117" y="1711668"/>
            <a:ext cx="36528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由改进的积分中值定理 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20EBB38-3554-4D1E-86D5-3B01A0A9972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793003" y="2220339"/>
          <a:ext cx="37973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218" name="Equation" r:id="rId5" imgW="3797280" imgH="596880" progId="Equation.DSMT4">
                  <p:embed/>
                </p:oleObj>
              </mc:Choice>
              <mc:Fallback>
                <p:oleObj name="Equation" r:id="rId5" imgW="3797280" imgH="5968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020EBB38-3554-4D1E-86D5-3B01A0A997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93003" y="2220339"/>
                        <a:ext cx="37973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9BA0D53-8E8D-4B68-B9EB-13BC35B9303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796136" y="2379017"/>
          <a:ext cx="1193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219" name="Equation" r:id="rId7" imgW="1193760" imgH="342720" progId="Equation.DSMT4">
                  <p:embed/>
                </p:oleObj>
              </mc:Choice>
              <mc:Fallback>
                <p:oleObj name="Equation" r:id="rId7" imgW="119376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19BA0D53-8E8D-4B68-B9EB-13BC35B930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96136" y="2379017"/>
                        <a:ext cx="1193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组合 26">
            <a:extLst>
              <a:ext uri="{FF2B5EF4-FFF2-40B4-BE49-F238E27FC236}">
                <a16:creationId xmlns:a16="http://schemas.microsoft.com/office/drawing/2014/main" id="{4028424E-DF04-46D0-A5E6-8338AC734B19}"/>
              </a:ext>
            </a:extLst>
          </p:cNvPr>
          <p:cNvGrpSpPr/>
          <p:nvPr/>
        </p:nvGrpSpPr>
        <p:grpSpPr>
          <a:xfrm>
            <a:off x="629963" y="2837996"/>
            <a:ext cx="7920880" cy="596900"/>
            <a:chOff x="629963" y="2837996"/>
            <a:chExt cx="7920880" cy="596900"/>
          </a:xfrm>
        </p:grpSpPr>
        <p:sp>
          <p:nvSpPr>
            <p:cNvPr id="6" name="Text Box 16">
              <a:extLst>
                <a:ext uri="{FF2B5EF4-FFF2-40B4-BE49-F238E27FC236}">
                  <a16:creationId xmlns:a16="http://schemas.microsoft.com/office/drawing/2014/main" id="{9BFBA4B6-E8E4-43BC-B00A-740441B5C2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9963" y="2905614"/>
              <a:ext cx="792088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因为                      从而</a:t>
              </a: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306CD96F-C3AD-4412-A229-54ACA630339D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195736" y="3007830"/>
            <a:ext cx="11557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2220" name="Equation" r:id="rId9" imgW="1155600" imgH="330120" progId="Equation.DSMT4">
                    <p:embed/>
                  </p:oleObj>
                </mc:Choice>
                <mc:Fallback>
                  <p:oleObj name="Equation" r:id="rId9" imgW="1155600" imgH="33012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306CD96F-C3AD-4412-A229-54ACA630339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195736" y="3007830"/>
                          <a:ext cx="11557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81808A8B-290A-4007-AA9D-D271C529DAA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469808" y="2995130"/>
            <a:ext cx="1168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2221" name="Equation" r:id="rId11" imgW="1168200" imgH="342720" progId="Equation.DSMT4">
                    <p:embed/>
                  </p:oleObj>
                </mc:Choice>
                <mc:Fallback>
                  <p:oleObj name="Equation" r:id="rId11" imgW="1168200" imgH="34272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81808A8B-290A-4007-AA9D-D271C529DAA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469808" y="2995130"/>
                          <a:ext cx="1168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4B76217C-9177-44F0-ACAD-A8BCA9AB35A0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431053" y="3007830"/>
            <a:ext cx="723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2222" name="Equation" r:id="rId13" imgW="723600" imgH="330120" progId="Equation.DSMT4">
                    <p:embed/>
                  </p:oleObj>
                </mc:Choice>
                <mc:Fallback>
                  <p:oleObj name="Equation" r:id="rId13" imgW="723600" imgH="33012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4B76217C-9177-44F0-ACAD-A8BCA9AB35A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431053" y="3007830"/>
                          <a:ext cx="7239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C331CAA1-BBB3-43CB-AF12-D980BF1014F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399398" y="2837996"/>
            <a:ext cx="23749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2223" name="Equation" r:id="rId15" imgW="2374560" imgH="596880" progId="Equation.DSMT4">
                    <p:embed/>
                  </p:oleObj>
                </mc:Choice>
                <mc:Fallback>
                  <p:oleObj name="Equation" r:id="rId15" imgW="2374560" imgH="59688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C331CAA1-BBB3-43CB-AF12-D980BF1014F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399398" y="2837996"/>
                          <a:ext cx="23749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AAEEF9BA-1E19-43CE-975B-0068F2E6EF66}"/>
              </a:ext>
            </a:extLst>
          </p:cNvPr>
          <p:cNvGrpSpPr/>
          <p:nvPr/>
        </p:nvGrpSpPr>
        <p:grpSpPr>
          <a:xfrm>
            <a:off x="618012" y="3419750"/>
            <a:ext cx="1656184" cy="461665"/>
            <a:chOff x="618012" y="3419750"/>
            <a:chExt cx="1656184" cy="461665"/>
          </a:xfrm>
        </p:grpSpPr>
        <p:sp>
          <p:nvSpPr>
            <p:cNvPr id="11" name="Text Box 16">
              <a:extLst>
                <a:ext uri="{FF2B5EF4-FFF2-40B4-BE49-F238E27FC236}">
                  <a16:creationId xmlns:a16="http://schemas.microsoft.com/office/drawing/2014/main" id="{419A84DB-F728-492F-8FD0-254BED60B9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8012" y="3419750"/>
              <a:ext cx="16561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又     时，</a:t>
              </a: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96A3F93E-3127-453C-8C16-571656263F54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050432" y="3538515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2224" name="Equation" r:id="rId17" imgW="647640" imgH="279360" progId="Equation.DSMT4">
                    <p:embed/>
                  </p:oleObj>
                </mc:Choice>
                <mc:Fallback>
                  <p:oleObj name="Equation" r:id="rId17" imgW="647640" imgH="27936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96A3F93E-3127-453C-8C16-571656263F5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050432" y="3538515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59C581AC-A96B-4C4F-9D47-CD8282C6244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294832" y="3369965"/>
          <a:ext cx="2247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225" name="Equation" r:id="rId19" imgW="2247840" imgH="596880" progId="Equation.DSMT4">
                  <p:embed/>
                </p:oleObj>
              </mc:Choice>
              <mc:Fallback>
                <p:oleObj name="Equation" r:id="rId19" imgW="2247840" imgH="59688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59C581AC-A96B-4C4F-9D47-CD8282C624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294832" y="3369965"/>
                        <a:ext cx="22479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03E68695-D7A5-447D-87C6-BBF7CD55F9B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794476" y="3511650"/>
          <a:ext cx="1193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226" name="Equation" r:id="rId21" imgW="1193760" imgH="342720" progId="Equation.DSMT4">
                  <p:embed/>
                </p:oleObj>
              </mc:Choice>
              <mc:Fallback>
                <p:oleObj name="Equation" r:id="rId21" imgW="1193760" imgH="34272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03E68695-D7A5-447D-87C6-BBF7CD55F9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794476" y="3511650"/>
                        <a:ext cx="1193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组合 28">
            <a:extLst>
              <a:ext uri="{FF2B5EF4-FFF2-40B4-BE49-F238E27FC236}">
                <a16:creationId xmlns:a16="http://schemas.microsoft.com/office/drawing/2014/main" id="{F3012098-36C3-4352-AD4D-6D11F3843350}"/>
              </a:ext>
            </a:extLst>
          </p:cNvPr>
          <p:cNvGrpSpPr/>
          <p:nvPr/>
        </p:nvGrpSpPr>
        <p:grpSpPr>
          <a:xfrm>
            <a:off x="5988276" y="3415834"/>
            <a:ext cx="2910656" cy="461665"/>
            <a:chOff x="5988276" y="3415834"/>
            <a:chExt cx="2910656" cy="461665"/>
          </a:xfrm>
        </p:grpSpPr>
        <p:sp>
          <p:nvSpPr>
            <p:cNvPr id="19" name="Text Box 16">
              <a:extLst>
                <a:ext uri="{FF2B5EF4-FFF2-40B4-BE49-F238E27FC236}">
                  <a16:creationId xmlns:a16="http://schemas.microsoft.com/office/drawing/2014/main" id="{0A9E6BEA-D7C5-4FE0-AA2A-C4CFC9F81F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88276" y="3415834"/>
              <a:ext cx="29106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而</a:t>
              </a:r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3AD30271-563F-41B9-A658-0B05AB0842EE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501394" y="3513692"/>
            <a:ext cx="1879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2227" name="Equation" r:id="rId23" imgW="1879560" imgH="342720" progId="Equation.DSMT4">
                    <p:embed/>
                  </p:oleObj>
                </mc:Choice>
                <mc:Fallback>
                  <p:oleObj name="Equation" r:id="rId23" imgW="1879560" imgH="342720" progId="Equation.DSMT4">
                    <p:embed/>
                    <p:pic>
                      <p:nvPicPr>
                        <p:cNvPr id="20" name="对象 19">
                          <a:extLst>
                            <a:ext uri="{FF2B5EF4-FFF2-40B4-BE49-F238E27FC236}">
                              <a16:creationId xmlns:a16="http://schemas.microsoft.com/office/drawing/2014/main" id="{3AD30271-563F-41B9-A658-0B05AB0842E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6501394" y="3513692"/>
                          <a:ext cx="18796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A8354147-D75E-400D-9613-805AF85C5ADA}"/>
              </a:ext>
            </a:extLst>
          </p:cNvPr>
          <p:cNvGrpSpPr/>
          <p:nvPr/>
        </p:nvGrpSpPr>
        <p:grpSpPr>
          <a:xfrm>
            <a:off x="179512" y="3916940"/>
            <a:ext cx="4543127" cy="749300"/>
            <a:chOff x="179512" y="3916940"/>
            <a:chExt cx="4543127" cy="749300"/>
          </a:xfrm>
        </p:grpSpPr>
        <p:sp>
          <p:nvSpPr>
            <p:cNvPr id="21" name="Text Box 16">
              <a:extLst>
                <a:ext uri="{FF2B5EF4-FFF2-40B4-BE49-F238E27FC236}">
                  <a16:creationId xmlns:a16="http://schemas.microsoft.com/office/drawing/2014/main" id="{19848FF3-5283-4105-AF9C-5530D34D5C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512" y="4063792"/>
              <a:ext cx="93647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从而</a:t>
              </a:r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A00EA2F8-A434-4DE2-A333-3E04F067408E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027458" y="3993140"/>
            <a:ext cx="16383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2228" name="Equation" r:id="rId25" imgW="1638000" imgH="596880" progId="Equation.DSMT4">
                    <p:embed/>
                  </p:oleObj>
                </mc:Choice>
                <mc:Fallback>
                  <p:oleObj name="Equation" r:id="rId25" imgW="1638000" imgH="59688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A00EA2F8-A434-4DE2-A333-3E04F067408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027458" y="3993140"/>
                          <a:ext cx="16383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49D6775D-8CA0-4A19-A271-491777129EAA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728739" y="3916940"/>
            <a:ext cx="1993900" cy="749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2229" name="Equation" r:id="rId27" imgW="1993680" imgH="749160" progId="Equation.DSMT4">
                    <p:embed/>
                  </p:oleObj>
                </mc:Choice>
                <mc:Fallback>
                  <p:oleObj name="Equation" r:id="rId27" imgW="1993680" imgH="74916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49D6775D-8CA0-4A19-A271-491777129EA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2728739" y="3916940"/>
                          <a:ext cx="1993900" cy="749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11B92B8-0C6F-44CC-9238-AD7C976B8B7C}"/>
              </a:ext>
            </a:extLst>
          </p:cNvPr>
          <p:cNvGrpSpPr/>
          <p:nvPr/>
        </p:nvGrpSpPr>
        <p:grpSpPr>
          <a:xfrm>
            <a:off x="4688551" y="4015420"/>
            <a:ext cx="4364858" cy="478709"/>
            <a:chOff x="4688551" y="4015420"/>
            <a:chExt cx="4364858" cy="478709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6F665338-5A3D-4FEF-BE84-E5B9B4E5D87D}"/>
                </a:ext>
              </a:extLst>
            </p:cNvPr>
            <p:cNvGrpSpPr/>
            <p:nvPr/>
          </p:nvGrpSpPr>
          <p:grpSpPr>
            <a:xfrm>
              <a:off x="4688551" y="4015420"/>
              <a:ext cx="4364858" cy="461665"/>
              <a:chOff x="4688551" y="4015420"/>
              <a:chExt cx="4364858" cy="461665"/>
            </a:xfrm>
          </p:grpSpPr>
          <p:sp>
            <p:nvSpPr>
              <p:cNvPr id="24" name="Text Box 16">
                <a:extLst>
                  <a:ext uri="{FF2B5EF4-FFF2-40B4-BE49-F238E27FC236}">
                    <a16:creationId xmlns:a16="http://schemas.microsoft.com/office/drawing/2014/main" id="{C17394BD-870E-454F-9309-7EF2974956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88551" y="4015420"/>
                <a:ext cx="436485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故          从而     单增</a:t>
                </a: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.</a:t>
                </a:r>
                <a:endPara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25" name="对象 24">
                <a:extLst>
                  <a:ext uri="{FF2B5EF4-FFF2-40B4-BE49-F238E27FC236}">
                    <a16:creationId xmlns:a16="http://schemas.microsoft.com/office/drawing/2014/main" id="{EBE35FD7-C4C3-48FE-A7A0-ED3F007CE66C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5244104" y="4121485"/>
              <a:ext cx="1231900" cy="355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2230" name="Equation" r:id="rId29" imgW="1231560" imgH="355320" progId="Equation.DSMT4">
                      <p:embed/>
                    </p:oleObj>
                  </mc:Choice>
                  <mc:Fallback>
                    <p:oleObj name="Equation" r:id="rId29" imgW="1231560" imgH="355320" progId="Equation.DSMT4">
                      <p:embed/>
                      <p:pic>
                        <p:nvPicPr>
                          <p:cNvPr id="25" name="对象 24">
                            <a:extLst>
                              <a:ext uri="{FF2B5EF4-FFF2-40B4-BE49-F238E27FC236}">
                                <a16:creationId xmlns:a16="http://schemas.microsoft.com/office/drawing/2014/main" id="{EBE35FD7-C4C3-48FE-A7A0-ED3F007CE66C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30"/>
                          <a:stretch>
                            <a:fillRect/>
                          </a:stretch>
                        </p:blipFill>
                        <p:spPr>
                          <a:xfrm>
                            <a:off x="5244104" y="4121485"/>
                            <a:ext cx="1231900" cy="3556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BC981B80-4ABB-4A34-9C3C-BC0AE408B9BE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253209" y="4151229"/>
            <a:ext cx="635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2231" name="Equation" r:id="rId31" imgW="634680" imgH="342720" progId="Equation.DSMT4">
                    <p:embed/>
                  </p:oleObj>
                </mc:Choice>
                <mc:Fallback>
                  <p:oleObj name="Equation" r:id="rId31" imgW="634680" imgH="342720" progId="Equation.DSMT4">
                    <p:embed/>
                    <p:pic>
                      <p:nvPicPr>
                        <p:cNvPr id="26" name="对象 25">
                          <a:extLst>
                            <a:ext uri="{FF2B5EF4-FFF2-40B4-BE49-F238E27FC236}">
                              <a16:creationId xmlns:a16="http://schemas.microsoft.com/office/drawing/2014/main" id="{BC981B80-4ABB-4A34-9C3C-BC0AE408B9B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7253209" y="4151229"/>
                          <a:ext cx="635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181020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05B5721B-B991-4943-AD56-1E27A254BEC1}"/>
              </a:ext>
            </a:extLst>
          </p:cNvPr>
          <p:cNvCxnSpPr/>
          <p:nvPr/>
        </p:nvCxnSpPr>
        <p:spPr>
          <a:xfrm>
            <a:off x="5476712" y="1623425"/>
            <a:ext cx="329659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8850163"/>
              </p:ext>
            </p:extLst>
          </p:nvPr>
        </p:nvGraphicFramePr>
        <p:xfrm>
          <a:off x="2894172" y="2029617"/>
          <a:ext cx="1976438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346" name="Equation" r:id="rId4" imgW="1981080" imgH="596880" progId="Equation.DSMT4">
                  <p:embed/>
                </p:oleObj>
              </mc:Choice>
              <mc:Fallback>
                <p:oleObj name="Equation" r:id="rId4" imgW="1981080" imgH="59688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4172" y="2029617"/>
                        <a:ext cx="1976438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A4A111BE-B17D-45B2-9F82-685A2D7E618F}"/>
              </a:ext>
            </a:extLst>
          </p:cNvPr>
          <p:cNvCxnSpPr/>
          <p:nvPr/>
        </p:nvCxnSpPr>
        <p:spPr>
          <a:xfrm>
            <a:off x="6675385" y="1624418"/>
            <a:ext cx="15660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4726486"/>
              </p:ext>
            </p:extLst>
          </p:nvPr>
        </p:nvGraphicFramePr>
        <p:xfrm>
          <a:off x="2314246" y="2883123"/>
          <a:ext cx="1984375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347" name="Equation" r:id="rId6" imgW="1981080" imgH="596880" progId="Equation.DSMT4">
                  <p:embed/>
                </p:oleObj>
              </mc:Choice>
              <mc:Fallback>
                <p:oleObj name="Equation" r:id="rId6" imgW="1981080" imgH="596880" progId="Equation.DSMT4">
                  <p:embed/>
                  <p:pic>
                    <p:nvPicPr>
                      <p:cNvPr id="29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4246" y="2883123"/>
                        <a:ext cx="1984375" cy="606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1279572"/>
              </p:ext>
            </p:extLst>
          </p:nvPr>
        </p:nvGraphicFramePr>
        <p:xfrm>
          <a:off x="2001974" y="3718549"/>
          <a:ext cx="1985962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348" name="Equation" r:id="rId8" imgW="1981080" imgH="596880" progId="Equation.DSMT4">
                  <p:embed/>
                </p:oleObj>
              </mc:Choice>
              <mc:Fallback>
                <p:oleObj name="Equation" r:id="rId8" imgW="1981080" imgH="596880" progId="Equation.DSMT4">
                  <p:embed/>
                  <p:pic>
                    <p:nvPicPr>
                      <p:cNvPr id="31" name="对象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1974" y="3718549"/>
                        <a:ext cx="1985962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Text Box 16">
            <a:extLst>
              <a:ext uri="{FF2B5EF4-FFF2-40B4-BE49-F238E27FC236}">
                <a16:creationId xmlns:a16="http://schemas.microsoft.com/office/drawing/2014/main" id="{8381D8FF-ECDA-4472-ABC3-35A1C9DE7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251" y="497345"/>
            <a:ext cx="8337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例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11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64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603997" y="506619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设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8" name="Object 24">
            <a:extLst>
              <a:ext uri="{FF2B5EF4-FFF2-40B4-BE49-F238E27FC236}">
                <a16:creationId xmlns:a16="http://schemas.microsoft.com/office/drawing/2014/main" id="{467BE8F7-9D78-46AE-A364-5BCC60CE37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918935"/>
              </p:ext>
            </p:extLst>
          </p:nvPr>
        </p:nvGraphicFramePr>
        <p:xfrm>
          <a:off x="2051720" y="195486"/>
          <a:ext cx="33655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349" name="Equation" r:id="rId10" imgW="3365280" imgH="1117440" progId="Equation.DSMT4">
                  <p:embed/>
                </p:oleObj>
              </mc:Choice>
              <mc:Fallback>
                <p:oleObj name="Equation" r:id="rId10" imgW="3365280" imgH="1117440" progId="Equation.DSMT4">
                  <p:embed/>
                  <p:pic>
                    <p:nvPicPr>
                      <p:cNvPr id="48" name="Object 24">
                        <a:extLst>
                          <a:ext uri="{FF2B5EF4-FFF2-40B4-BE49-F238E27FC236}">
                            <a16:creationId xmlns:a16="http://schemas.microsoft.com/office/drawing/2014/main" id="{467BE8F7-9D78-46AE-A364-5BCC60CE37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195486"/>
                        <a:ext cx="3365500" cy="1117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矩形 48"/>
          <p:cNvSpPr/>
          <p:nvPr/>
        </p:nvSpPr>
        <p:spPr>
          <a:xfrm>
            <a:off x="5481932" y="503948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0" name="Object 24">
            <a:extLst>
              <a:ext uri="{FF2B5EF4-FFF2-40B4-BE49-F238E27FC236}">
                <a16:creationId xmlns:a16="http://schemas.microsoft.com/office/drawing/2014/main" id="{467BE8F7-9D78-46AE-A364-5BCC60CE37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6383930"/>
              </p:ext>
            </p:extLst>
          </p:nvPr>
        </p:nvGraphicFramePr>
        <p:xfrm>
          <a:off x="5906113" y="416635"/>
          <a:ext cx="19812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350" name="Equation" r:id="rId12" imgW="1981080" imgH="596880" progId="Equation.DSMT4">
                  <p:embed/>
                </p:oleObj>
              </mc:Choice>
              <mc:Fallback>
                <p:oleObj name="Equation" r:id="rId12" imgW="1981080" imgH="596880" progId="Equation.DSMT4">
                  <p:embed/>
                  <p:pic>
                    <p:nvPicPr>
                      <p:cNvPr id="50" name="Object 24">
                        <a:extLst>
                          <a:ext uri="{FF2B5EF4-FFF2-40B4-BE49-F238E27FC236}">
                            <a16:creationId xmlns:a16="http://schemas.microsoft.com/office/drawing/2014/main" id="{467BE8F7-9D78-46AE-A364-5BCC60CE37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6113" y="416635"/>
                        <a:ext cx="19812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矩形 50"/>
          <p:cNvSpPr/>
          <p:nvPr/>
        </p:nvSpPr>
        <p:spPr>
          <a:xfrm>
            <a:off x="7814280" y="503587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在区间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2" name="Object 24">
            <a:extLst>
              <a:ext uri="{FF2B5EF4-FFF2-40B4-BE49-F238E27FC236}">
                <a16:creationId xmlns:a16="http://schemas.microsoft.com/office/drawing/2014/main" id="{467BE8F7-9D78-46AE-A364-5BCC60CE37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1137128"/>
              </p:ext>
            </p:extLst>
          </p:nvPr>
        </p:nvGraphicFramePr>
        <p:xfrm>
          <a:off x="193477" y="1524133"/>
          <a:ext cx="965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351" name="Equation" r:id="rId14" imgW="965160" imgH="342720" progId="Equation.DSMT4">
                  <p:embed/>
                </p:oleObj>
              </mc:Choice>
              <mc:Fallback>
                <p:oleObj name="Equation" r:id="rId14" imgW="965160" imgH="342720" progId="Equation.DSMT4">
                  <p:embed/>
                  <p:pic>
                    <p:nvPicPr>
                      <p:cNvPr id="52" name="Object 24">
                        <a:extLst>
                          <a:ext uri="{FF2B5EF4-FFF2-40B4-BE49-F238E27FC236}">
                            <a16:creationId xmlns:a16="http://schemas.microsoft.com/office/drawing/2014/main" id="{467BE8F7-9D78-46AE-A364-5BCC60CE37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477" y="1524133"/>
                        <a:ext cx="9652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矩形 52"/>
          <p:cNvSpPr/>
          <p:nvPr/>
        </p:nvSpPr>
        <p:spPr>
          <a:xfrm>
            <a:off x="1056714" y="1431727"/>
            <a:ext cx="42721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上的表达式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.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Text Box 16">
            <a:extLst>
              <a:ext uri="{FF2B5EF4-FFF2-40B4-BE49-F238E27FC236}">
                <a16:creationId xmlns:a16="http://schemas.microsoft.com/office/drawing/2014/main" id="{A4425A17-AA80-47F0-8F0E-46A21FAA6D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356" y="2084779"/>
            <a:ext cx="5153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解 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E78C91D-2E6A-478F-B7E1-37CCF0F9ECD0}"/>
              </a:ext>
            </a:extLst>
          </p:cNvPr>
          <p:cNvGrpSpPr/>
          <p:nvPr/>
        </p:nvGrpSpPr>
        <p:grpSpPr>
          <a:xfrm>
            <a:off x="1212623" y="2115102"/>
            <a:ext cx="1965630" cy="470477"/>
            <a:chOff x="1283011" y="2457779"/>
            <a:chExt cx="1965630" cy="470477"/>
          </a:xfrm>
        </p:grpSpPr>
        <p:graphicFrame>
          <p:nvGraphicFramePr>
            <p:cNvPr id="26" name="对象 25"/>
            <p:cNvGraphicFramePr>
              <a:graphicFrameLocks noChangeAspect="1"/>
            </p:cNvGraphicFramePr>
            <p:nvPr>
              <p:extLst/>
            </p:nvPr>
          </p:nvGraphicFramePr>
          <p:xfrm>
            <a:off x="1704221" y="2550254"/>
            <a:ext cx="658813" cy="269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6352" name="Equation" r:id="rId16" imgW="647640" imgH="279360" progId="Equation.DSMT4">
                    <p:embed/>
                  </p:oleObj>
                </mc:Choice>
                <mc:Fallback>
                  <p:oleObj name="Equation" r:id="rId16" imgW="647640" imgH="279360" progId="Equation.DSMT4">
                    <p:embed/>
                    <p:pic>
                      <p:nvPicPr>
                        <p:cNvPr id="26" name="对象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04221" y="2550254"/>
                          <a:ext cx="658813" cy="2698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" name="Rectangle 40"/>
            <p:cNvSpPr>
              <a:spLocks noChangeArrowheads="1"/>
            </p:cNvSpPr>
            <p:nvPr/>
          </p:nvSpPr>
          <p:spPr bwMode="auto">
            <a:xfrm>
              <a:off x="2321038" y="2457779"/>
              <a:ext cx="92760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时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 Times New Roman"/>
                  <a:ea typeface="宋体" panose="02010600030101010101" pitchFamily="2" charset="-122"/>
                  <a:cs typeface="Times New Roman" panose="02020603050405020304" pitchFamily="18" charset="0"/>
                </a:rPr>
                <a:t>, </a:t>
              </a:r>
              <a:endPara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37970D55-9E4C-42B4-A286-1D99118DD5D9}"/>
                </a:ext>
              </a:extLst>
            </p:cNvPr>
            <p:cNvSpPr/>
            <p:nvPr/>
          </p:nvSpPr>
          <p:spPr>
            <a:xfrm>
              <a:off x="1283011" y="2466591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当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F333540E-D234-42F4-8CDF-213EB9453053}"/>
              </a:ext>
            </a:extLst>
          </p:cNvPr>
          <p:cNvGrpSpPr/>
          <p:nvPr/>
        </p:nvGrpSpPr>
        <p:grpSpPr>
          <a:xfrm>
            <a:off x="91445" y="2910091"/>
            <a:ext cx="2134464" cy="480638"/>
            <a:chOff x="1283739" y="3292922"/>
            <a:chExt cx="2134464" cy="480638"/>
          </a:xfrm>
        </p:grpSpPr>
        <p:graphicFrame>
          <p:nvGraphicFramePr>
            <p:cNvPr id="35" name="对象 34">
              <a:extLst>
                <a:ext uri="{FF2B5EF4-FFF2-40B4-BE49-F238E27FC236}">
                  <a16:creationId xmlns:a16="http://schemas.microsoft.com/office/drawing/2014/main" id="{2DA96CB1-5AC1-44CD-839F-3EED311532E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746188" y="3396640"/>
            <a:ext cx="1125537" cy="269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6353" name="Equation" r:id="rId18" imgW="1104840" imgH="279360" progId="Equation.DSMT4">
                    <p:embed/>
                  </p:oleObj>
                </mc:Choice>
                <mc:Fallback>
                  <p:oleObj name="Equation" r:id="rId18" imgW="1104840" imgH="279360" progId="Equation.DSMT4">
                    <p:embed/>
                    <p:pic>
                      <p:nvPicPr>
                        <p:cNvPr id="35" name="对象 34">
                          <a:extLst>
                            <a:ext uri="{FF2B5EF4-FFF2-40B4-BE49-F238E27FC236}">
                              <a16:creationId xmlns:a16="http://schemas.microsoft.com/office/drawing/2014/main" id="{2DA96CB1-5AC1-44CD-839F-3EED311532E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6188" y="3396640"/>
                          <a:ext cx="1125537" cy="2698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" name="Rectangle 40">
              <a:extLst>
                <a:ext uri="{FF2B5EF4-FFF2-40B4-BE49-F238E27FC236}">
                  <a16:creationId xmlns:a16="http://schemas.microsoft.com/office/drawing/2014/main" id="{4910C5BF-98B6-46BB-9277-6BA073A8C0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5285" y="3292922"/>
              <a:ext cx="59291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时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 Times New Roman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Times New Roman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3E712862-FD1C-4840-9C1B-3D706A278992}"/>
                </a:ext>
              </a:extLst>
            </p:cNvPr>
            <p:cNvSpPr/>
            <p:nvPr/>
          </p:nvSpPr>
          <p:spPr>
            <a:xfrm>
              <a:off x="1283739" y="3311895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当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2D5F92FB-8D26-4904-A04F-45A512D5FF7E}"/>
              </a:ext>
            </a:extLst>
          </p:cNvPr>
          <p:cNvGrpSpPr/>
          <p:nvPr/>
        </p:nvGrpSpPr>
        <p:grpSpPr>
          <a:xfrm>
            <a:off x="109124" y="3786167"/>
            <a:ext cx="2153740" cy="480638"/>
            <a:chOff x="1274622" y="4128844"/>
            <a:chExt cx="2153740" cy="480638"/>
          </a:xfrm>
        </p:grpSpPr>
        <p:graphicFrame>
          <p:nvGraphicFramePr>
            <p:cNvPr id="40" name="对象 39">
              <a:extLst>
                <a:ext uri="{FF2B5EF4-FFF2-40B4-BE49-F238E27FC236}">
                  <a16:creationId xmlns:a16="http://schemas.microsoft.com/office/drawing/2014/main" id="{AF1EC9E0-2628-4B9C-B74E-0763E80AAE33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782498" y="4283075"/>
            <a:ext cx="673100" cy="209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6354" name="Equation" r:id="rId20" imgW="660240" imgH="215640" progId="Equation.DSMT4">
                    <p:embed/>
                  </p:oleObj>
                </mc:Choice>
                <mc:Fallback>
                  <p:oleObj name="Equation" r:id="rId20" imgW="660240" imgH="215640" progId="Equation.DSMT4">
                    <p:embed/>
                    <p:pic>
                      <p:nvPicPr>
                        <p:cNvPr id="40" name="对象 39">
                          <a:extLst>
                            <a:ext uri="{FF2B5EF4-FFF2-40B4-BE49-F238E27FC236}">
                              <a16:creationId xmlns:a16="http://schemas.microsoft.com/office/drawing/2014/main" id="{AF1EC9E0-2628-4B9C-B74E-0763E80AAE3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2498" y="4283075"/>
                          <a:ext cx="673100" cy="209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" name="Rectangle 40">
              <a:extLst>
                <a:ext uri="{FF2B5EF4-FFF2-40B4-BE49-F238E27FC236}">
                  <a16:creationId xmlns:a16="http://schemas.microsoft.com/office/drawing/2014/main" id="{6B8A44E1-A07F-4B0D-A407-1AD40C1051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0759" y="4128844"/>
              <a:ext cx="92760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时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 Times New Roman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Times New Roman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54D9DC96-CD15-4FBF-9500-BBA52DB86A41}"/>
                </a:ext>
              </a:extLst>
            </p:cNvPr>
            <p:cNvSpPr/>
            <p:nvPr/>
          </p:nvSpPr>
          <p:spPr>
            <a:xfrm>
              <a:off x="1274622" y="4147817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当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D9C9B1BD-ADEB-409A-B0FA-7133F457A2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7956278"/>
              </p:ext>
            </p:extLst>
          </p:nvPr>
        </p:nvGraphicFramePr>
        <p:xfrm>
          <a:off x="5925438" y="2872423"/>
          <a:ext cx="1563688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355" name="Equation" r:id="rId22" imgW="1562040" imgH="609480" progId="Equation.DSMT4">
                  <p:embed/>
                </p:oleObj>
              </mc:Choice>
              <mc:Fallback>
                <p:oleObj name="Equation" r:id="rId22" imgW="1562040" imgH="60948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D9C9B1BD-ADEB-409A-B0FA-7133F457A2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5438" y="2872423"/>
                        <a:ext cx="1563688" cy="619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0E0B17AC-7E05-40B4-BDA1-F60F4430085F}"/>
              </a:ext>
            </a:extLst>
          </p:cNvPr>
          <p:cNvGrpSpPr/>
          <p:nvPr/>
        </p:nvGrpSpPr>
        <p:grpSpPr>
          <a:xfrm>
            <a:off x="5837753" y="2795163"/>
            <a:ext cx="1872689" cy="827410"/>
            <a:chOff x="5844149" y="1425575"/>
            <a:chExt cx="1872689" cy="827410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D70BE0F9-BBD2-4ED6-A281-7B7670922E3E}"/>
                </a:ext>
              </a:extLst>
            </p:cNvPr>
            <p:cNvSpPr/>
            <p:nvPr/>
          </p:nvSpPr>
          <p:spPr>
            <a:xfrm>
              <a:off x="5844149" y="1452011"/>
              <a:ext cx="1872689" cy="8009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64A28B2A-D9C6-483B-A036-F2A2C5D9E8B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949950" y="1425575"/>
            <a:ext cx="1766888" cy="7350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6356" name="Equation" r:id="rId24" imgW="1765080" imgH="723600" progId="Equation.DSMT4">
                    <p:embed/>
                  </p:oleObj>
                </mc:Choice>
                <mc:Fallback>
                  <p:oleObj name="Equation" r:id="rId24" imgW="1765080" imgH="723600" progId="Equation.DSMT4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id="{64A28B2A-D9C6-483B-A036-F2A2C5D9E8B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49950" y="1425575"/>
                          <a:ext cx="1766888" cy="7350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889657F5-0B65-4D56-8D64-292393FCFC9A}"/>
              </a:ext>
            </a:extLst>
          </p:cNvPr>
          <p:cNvSpPr/>
          <p:nvPr/>
        </p:nvSpPr>
        <p:spPr>
          <a:xfrm>
            <a:off x="6539226" y="1436985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•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45C22E8-4F50-4AE6-A952-8A9B7ACEA467}"/>
              </a:ext>
            </a:extLst>
          </p:cNvPr>
          <p:cNvSpPr/>
          <p:nvPr/>
        </p:nvSpPr>
        <p:spPr>
          <a:xfrm>
            <a:off x="5821751" y="1436985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•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5CA7D2E-ABBA-4ABA-BE21-35C19544708A}"/>
              </a:ext>
            </a:extLst>
          </p:cNvPr>
          <p:cNvSpPr txBox="1"/>
          <p:nvPr/>
        </p:nvSpPr>
        <p:spPr>
          <a:xfrm>
            <a:off x="6480333" y="1601168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009D709-2181-42DF-887E-B04A767A77A4}"/>
              </a:ext>
            </a:extLst>
          </p:cNvPr>
          <p:cNvSpPr txBox="1"/>
          <p:nvPr/>
        </p:nvSpPr>
        <p:spPr>
          <a:xfrm>
            <a:off x="5815339" y="1564824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endParaRPr kumimoji="0" lang="zh-CN" altLang="en-US" sz="20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D6588B1-AB56-403D-BFE8-1BF96D26148B}"/>
              </a:ext>
            </a:extLst>
          </p:cNvPr>
          <p:cNvSpPr txBox="1"/>
          <p:nvPr/>
        </p:nvSpPr>
        <p:spPr>
          <a:xfrm>
            <a:off x="8550994" y="1547639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endParaRPr kumimoji="0" lang="zh-CN" altLang="en-US" sz="20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8B1F85A6-315C-48F1-8CE0-1583E7FCAB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9718766"/>
              </p:ext>
            </p:extLst>
          </p:nvPr>
        </p:nvGraphicFramePr>
        <p:xfrm>
          <a:off x="4940128" y="2013895"/>
          <a:ext cx="149542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357" name="Equation" r:id="rId26" imgW="1498320" imgH="596880" progId="Equation.DSMT4">
                  <p:embed/>
                </p:oleObj>
              </mc:Choice>
              <mc:Fallback>
                <p:oleObj name="Equation" r:id="rId26" imgW="1498320" imgH="596880" progId="Equation.DSMT4">
                  <p:embed/>
                  <p:pic>
                    <p:nvPicPr>
                      <p:cNvPr id="43" name="对象 42">
                        <a:extLst>
                          <a:ext uri="{FF2B5EF4-FFF2-40B4-BE49-F238E27FC236}">
                            <a16:creationId xmlns:a16="http://schemas.microsoft.com/office/drawing/2014/main" id="{8B1F85A6-315C-48F1-8CE0-1583E7FCAB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0128" y="2013895"/>
                        <a:ext cx="1495425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矩形 53">
            <a:extLst>
              <a:ext uri="{FF2B5EF4-FFF2-40B4-BE49-F238E27FC236}">
                <a16:creationId xmlns:a16="http://schemas.microsoft.com/office/drawing/2014/main" id="{E8DEE619-4260-437C-AF04-671E9FD36715}"/>
              </a:ext>
            </a:extLst>
          </p:cNvPr>
          <p:cNvSpPr/>
          <p:nvPr/>
        </p:nvSpPr>
        <p:spPr>
          <a:xfrm>
            <a:off x="7324304" y="1439323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•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217101B9-44EA-443B-8A1B-CD3F074AF9F3}"/>
              </a:ext>
            </a:extLst>
          </p:cNvPr>
          <p:cNvSpPr txBox="1"/>
          <p:nvPr/>
        </p:nvSpPr>
        <p:spPr>
          <a:xfrm>
            <a:off x="7317892" y="1574763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π</a:t>
            </a:r>
            <a:endParaRPr kumimoji="0" lang="zh-CN" altLang="en-US" sz="20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B9E9E69-6951-4718-8A8E-E805DC048258}"/>
              </a:ext>
            </a:extLst>
          </p:cNvPr>
          <p:cNvCxnSpPr/>
          <p:nvPr/>
        </p:nvCxnSpPr>
        <p:spPr>
          <a:xfrm>
            <a:off x="6683599" y="1623425"/>
            <a:ext cx="5400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44E97939-BD99-434F-833A-DBFD383B984E}"/>
              </a:ext>
            </a:extLst>
          </p:cNvPr>
          <p:cNvCxnSpPr/>
          <p:nvPr/>
        </p:nvCxnSpPr>
        <p:spPr>
          <a:xfrm>
            <a:off x="5984157" y="1622540"/>
            <a:ext cx="69973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对象 57">
            <a:extLst>
              <a:ext uri="{FF2B5EF4-FFF2-40B4-BE49-F238E27FC236}">
                <a16:creationId xmlns:a16="http://schemas.microsoft.com/office/drawing/2014/main" id="{33DC946D-F092-42BE-B36C-B6121C913F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0371976"/>
              </p:ext>
            </p:extLst>
          </p:nvPr>
        </p:nvGraphicFramePr>
        <p:xfrm>
          <a:off x="4318296" y="2865164"/>
          <a:ext cx="1550987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358" name="Equation" r:id="rId28" imgW="1549080" imgH="622080" progId="Equation.DSMT4">
                  <p:embed/>
                </p:oleObj>
              </mc:Choice>
              <mc:Fallback>
                <p:oleObj name="Equation" r:id="rId28" imgW="1549080" imgH="622080" progId="Equation.DSMT4">
                  <p:embed/>
                  <p:pic>
                    <p:nvPicPr>
                      <p:cNvPr id="58" name="对象 57">
                        <a:extLst>
                          <a:ext uri="{FF2B5EF4-FFF2-40B4-BE49-F238E27FC236}">
                            <a16:creationId xmlns:a16="http://schemas.microsoft.com/office/drawing/2014/main" id="{33DC946D-F092-42BE-B36C-B6121C913F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296" y="2865164"/>
                        <a:ext cx="1550987" cy="631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对象 58">
            <a:extLst>
              <a:ext uri="{FF2B5EF4-FFF2-40B4-BE49-F238E27FC236}">
                <a16:creationId xmlns:a16="http://schemas.microsoft.com/office/drawing/2014/main" id="{E5BA83BF-9030-4B10-996E-720B60F076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182800"/>
              </p:ext>
            </p:extLst>
          </p:nvPr>
        </p:nvGraphicFramePr>
        <p:xfrm>
          <a:off x="4014250" y="3727673"/>
          <a:ext cx="1539875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359" name="Equation" r:id="rId30" imgW="1536480" imgH="622080" progId="Equation.DSMT4">
                  <p:embed/>
                </p:oleObj>
              </mc:Choice>
              <mc:Fallback>
                <p:oleObj name="Equation" r:id="rId30" imgW="1536480" imgH="622080" progId="Equation.DSMT4">
                  <p:embed/>
                  <p:pic>
                    <p:nvPicPr>
                      <p:cNvPr id="59" name="对象 58">
                        <a:extLst>
                          <a:ext uri="{FF2B5EF4-FFF2-40B4-BE49-F238E27FC236}">
                            <a16:creationId xmlns:a16="http://schemas.microsoft.com/office/drawing/2014/main" id="{E5BA83BF-9030-4B10-996E-720B60F076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4250" y="3727673"/>
                        <a:ext cx="1539875" cy="622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E326355B-B7AD-41B5-A1C5-6F991C1B5A8F}"/>
              </a:ext>
            </a:extLst>
          </p:cNvPr>
          <p:cNvCxnSpPr>
            <a:cxnSpLocks/>
          </p:cNvCxnSpPr>
          <p:nvPr/>
        </p:nvCxnSpPr>
        <p:spPr>
          <a:xfrm>
            <a:off x="6686351" y="1623851"/>
            <a:ext cx="792000" cy="0"/>
          </a:xfrm>
          <a:prstGeom prst="line">
            <a:avLst/>
          </a:prstGeom>
          <a:ln w="19050">
            <a:solidFill>
              <a:srgbClr val="0064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03EDFFF4-AFF5-4687-8CB7-D5050817AEBD}"/>
              </a:ext>
            </a:extLst>
          </p:cNvPr>
          <p:cNvCxnSpPr>
            <a:cxnSpLocks/>
          </p:cNvCxnSpPr>
          <p:nvPr/>
        </p:nvCxnSpPr>
        <p:spPr>
          <a:xfrm>
            <a:off x="7471275" y="1624685"/>
            <a:ext cx="765505" cy="0"/>
          </a:xfrm>
          <a:prstGeom prst="line">
            <a:avLst/>
          </a:prstGeom>
          <a:ln w="19050">
            <a:solidFill>
              <a:srgbClr val="0064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3" name="对象 62">
            <a:extLst>
              <a:ext uri="{FF2B5EF4-FFF2-40B4-BE49-F238E27FC236}">
                <a16:creationId xmlns:a16="http://schemas.microsoft.com/office/drawing/2014/main" id="{CB39C74A-5A93-4766-96C0-44C19BC1D3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3337987"/>
              </p:ext>
            </p:extLst>
          </p:nvPr>
        </p:nvGraphicFramePr>
        <p:xfrm>
          <a:off x="5645179" y="3718246"/>
          <a:ext cx="91757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360" name="Equation" r:id="rId32" imgW="914400" imgH="596880" progId="Equation.DSMT4">
                  <p:embed/>
                </p:oleObj>
              </mc:Choice>
              <mc:Fallback>
                <p:oleObj name="Equation" r:id="rId32" imgW="914400" imgH="596880" progId="Equation.DSMT4">
                  <p:embed/>
                  <p:pic>
                    <p:nvPicPr>
                      <p:cNvPr id="63" name="对象 62">
                        <a:extLst>
                          <a:ext uri="{FF2B5EF4-FFF2-40B4-BE49-F238E27FC236}">
                            <a16:creationId xmlns:a16="http://schemas.microsoft.com/office/drawing/2014/main" id="{CB39C74A-5A93-4766-96C0-44C19BC1D3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5179" y="3718246"/>
                        <a:ext cx="917575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对象 63">
            <a:extLst>
              <a:ext uri="{FF2B5EF4-FFF2-40B4-BE49-F238E27FC236}">
                <a16:creationId xmlns:a16="http://schemas.microsoft.com/office/drawing/2014/main" id="{486FFBE8-AF55-4B24-B88F-34346C324E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6751672"/>
              </p:ext>
            </p:extLst>
          </p:nvPr>
        </p:nvGraphicFramePr>
        <p:xfrm>
          <a:off x="8219289" y="3870743"/>
          <a:ext cx="458787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361" name="Equation" r:id="rId34" imgW="457200" imgH="279360" progId="Equation.DSMT4">
                  <p:embed/>
                </p:oleObj>
              </mc:Choice>
              <mc:Fallback>
                <p:oleObj name="Equation" r:id="rId34" imgW="457200" imgH="279360" progId="Equation.DSMT4">
                  <p:embed/>
                  <p:pic>
                    <p:nvPicPr>
                      <p:cNvPr id="64" name="对象 63">
                        <a:extLst>
                          <a:ext uri="{FF2B5EF4-FFF2-40B4-BE49-F238E27FC236}">
                            <a16:creationId xmlns:a16="http://schemas.microsoft.com/office/drawing/2014/main" id="{486FFBE8-AF55-4B24-B88F-34346C324E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19289" y="3870743"/>
                        <a:ext cx="458787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对象 64">
            <a:extLst>
              <a:ext uri="{FF2B5EF4-FFF2-40B4-BE49-F238E27FC236}">
                <a16:creationId xmlns:a16="http://schemas.microsoft.com/office/drawing/2014/main" id="{FF29BC61-4545-4883-ADAE-1806A607D5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562711"/>
              </p:ext>
            </p:extLst>
          </p:nvPr>
        </p:nvGraphicFramePr>
        <p:xfrm>
          <a:off x="6610882" y="3709813"/>
          <a:ext cx="1563688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362" name="Equation" r:id="rId36" imgW="1562040" imgH="609480" progId="Equation.DSMT4">
                  <p:embed/>
                </p:oleObj>
              </mc:Choice>
              <mc:Fallback>
                <p:oleObj name="Equation" r:id="rId36" imgW="1562040" imgH="609480" progId="Equation.DSMT4">
                  <p:embed/>
                  <p:pic>
                    <p:nvPicPr>
                      <p:cNvPr id="65" name="对象 64">
                        <a:extLst>
                          <a:ext uri="{FF2B5EF4-FFF2-40B4-BE49-F238E27FC236}">
                            <a16:creationId xmlns:a16="http://schemas.microsoft.com/office/drawing/2014/main" id="{FF29BC61-4545-4883-ADAE-1806A607D5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0882" y="3709813"/>
                        <a:ext cx="1563688" cy="619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14186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3.45679E-6 L 0.03681 -0.0537 C 0.04462 -0.06574 0.05608 -0.07222 0.06823 -0.07222 C 0.08195 -0.07222 0.09306 -0.06574 0.10087 -0.0537 L 0.13802 -3.45679E-6 " pathEditMode="relative" rAng="0" ptsTypes="AAAAA">
                                      <p:cBhvr>
                                        <p:cTn id="72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892" y="-3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500"/>
                            </p:stCondLst>
                            <p:childTnLst>
                              <p:par>
                                <p:cTn id="78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7 0.00679 L 0.1342 0.00309 " pathEditMode="relative" rAng="0" ptsTypes="AA">
                                      <p:cBhvr>
                                        <p:cTn id="79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01" y="-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7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802 -3.45679E-6 L 0.16806 -0.05092 C 0.17448 -0.06203 0.18386 -0.06821 0.19375 -0.06821 C 0.20504 -0.06821 0.21389 -0.06203 0.22031 -0.05092 L 0.2507 -3.45679E-6 " pathEditMode="relative" rAng="0" ptsTypes="AAAAA">
                                      <p:cBhvr>
                                        <p:cTn id="113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25" y="-34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15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19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715 0.00247 L 0.25416 0.00247 " pathEditMode="relative" rAng="0" ptsTypes="AA">
                                      <p:cBhvr>
                                        <p:cTn id="120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5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1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1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1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1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1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utoUpdateAnimBg="0"/>
      <p:bldP spid="10" grpId="0"/>
      <p:bldP spid="37" grpId="0"/>
      <p:bldP spid="37" grpId="1"/>
      <p:bldP spid="37" grpId="2"/>
      <p:bldP spid="11" grpId="0"/>
      <p:bldP spid="39" grpId="0"/>
      <p:bldP spid="39" grpId="1"/>
      <p:bldP spid="39" grpId="2"/>
      <p:bldP spid="42" grpId="0"/>
      <p:bldP spid="54" grpId="0"/>
      <p:bldP spid="5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9A314D5-5B74-4672-99C0-600D083B33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9750430"/>
              </p:ext>
            </p:extLst>
          </p:nvPr>
        </p:nvGraphicFramePr>
        <p:xfrm>
          <a:off x="1115616" y="1563638"/>
          <a:ext cx="3763962" cy="172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34" name="Equation" r:id="rId4" imgW="3759120" imgH="1726920" progId="Equation.DSMT4">
                  <p:embed/>
                </p:oleObj>
              </mc:Choice>
              <mc:Fallback>
                <p:oleObj name="Equation" r:id="rId4" imgW="3759120" imgH="17269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69A314D5-5B74-4672-99C0-600D083B33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1563638"/>
                        <a:ext cx="3763962" cy="1720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7EC5BF87-99CF-4194-9901-51BD68FDFA1F}"/>
              </a:ext>
            </a:extLst>
          </p:cNvPr>
          <p:cNvSpPr txBox="1"/>
          <p:nvPr/>
        </p:nvSpPr>
        <p:spPr>
          <a:xfrm>
            <a:off x="1060067" y="612130"/>
            <a:ext cx="1422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综上可得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17901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>
            <a:extLst>
              <a:ext uri="{FF2B5EF4-FFF2-40B4-BE49-F238E27FC236}">
                <a16:creationId xmlns:a16="http://schemas.microsoft.com/office/drawing/2014/main" id="{D5024F9E-5131-4E4D-99A6-EB4089864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7864" y="1923678"/>
            <a:ext cx="151216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64FF"/>
                </a:solidFill>
                <a:latin typeface="宋体" panose="02010600030101010101" pitchFamily="2" charset="-122"/>
              </a:rPr>
              <a:t>练习题 </a:t>
            </a:r>
          </a:p>
        </p:txBody>
      </p:sp>
    </p:spTree>
    <p:extLst>
      <p:ext uri="{BB962C8B-B14F-4D97-AF65-F5344CB8AC3E}">
        <p14:creationId xmlns:p14="http://schemas.microsoft.com/office/powerpoint/2010/main" val="32386806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FA41DD0F-0034-427A-93EA-CFCBD859B1CA}"/>
              </a:ext>
            </a:extLst>
          </p:cNvPr>
          <p:cNvSpPr/>
          <p:nvPr/>
        </p:nvSpPr>
        <p:spPr>
          <a:xfrm>
            <a:off x="6147056" y="1650617"/>
            <a:ext cx="2481943" cy="864162"/>
          </a:xfrm>
          <a:custGeom>
            <a:avLst/>
            <a:gdLst>
              <a:gd name="connsiteX0" fmla="*/ 0 w 2481943"/>
              <a:gd name="connsiteY0" fmla="*/ 864162 h 864162"/>
              <a:gd name="connsiteX1" fmla="*/ 1225899 w 2481943"/>
              <a:gd name="connsiteY1" fmla="*/ 4 h 864162"/>
              <a:gd name="connsiteX2" fmla="*/ 2481943 w 2481943"/>
              <a:gd name="connsiteY2" fmla="*/ 854113 h 864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81943" h="864162">
                <a:moveTo>
                  <a:pt x="0" y="864162"/>
                </a:moveTo>
                <a:cubicBezTo>
                  <a:pt x="406121" y="432920"/>
                  <a:pt x="812242" y="1679"/>
                  <a:pt x="1225899" y="4"/>
                </a:cubicBezTo>
                <a:cubicBezTo>
                  <a:pt x="1639556" y="-1671"/>
                  <a:pt x="2060749" y="426221"/>
                  <a:pt x="2481943" y="854113"/>
                </a:cubicBezTo>
              </a:path>
            </a:pathLst>
          </a:custGeom>
          <a:solidFill>
            <a:srgbClr val="FFFF00">
              <a:alpha val="5000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3E9CF7A3-B42A-4026-B39B-A398D7B01C05}"/>
              </a:ext>
            </a:extLst>
          </p:cNvPr>
          <p:cNvSpPr/>
          <p:nvPr/>
        </p:nvSpPr>
        <p:spPr>
          <a:xfrm>
            <a:off x="6142217" y="1653263"/>
            <a:ext cx="2481943" cy="864162"/>
          </a:xfrm>
          <a:custGeom>
            <a:avLst/>
            <a:gdLst>
              <a:gd name="connsiteX0" fmla="*/ 0 w 2481943"/>
              <a:gd name="connsiteY0" fmla="*/ 864162 h 864162"/>
              <a:gd name="connsiteX1" fmla="*/ 1225899 w 2481943"/>
              <a:gd name="connsiteY1" fmla="*/ 4 h 864162"/>
              <a:gd name="connsiteX2" fmla="*/ 2481943 w 2481943"/>
              <a:gd name="connsiteY2" fmla="*/ 854113 h 864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81943" h="864162">
                <a:moveTo>
                  <a:pt x="0" y="864162"/>
                </a:moveTo>
                <a:cubicBezTo>
                  <a:pt x="406121" y="432920"/>
                  <a:pt x="812242" y="1679"/>
                  <a:pt x="1225899" y="4"/>
                </a:cubicBezTo>
                <a:cubicBezTo>
                  <a:pt x="1639556" y="-1671"/>
                  <a:pt x="2060749" y="426221"/>
                  <a:pt x="2481943" y="854113"/>
                </a:cubicBez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Text Box 59">
            <a:extLst>
              <a:ext uri="{FF2B5EF4-FFF2-40B4-BE49-F238E27FC236}">
                <a16:creationId xmlns:a16="http://schemas.microsoft.com/office/drawing/2014/main" id="{3846333F-92E8-4F6F-9147-D11BCBD2F3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496" y="633653"/>
            <a:ext cx="27415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计算曲线</a:t>
            </a:r>
          </a:p>
        </p:txBody>
      </p:sp>
      <p:graphicFrame>
        <p:nvGraphicFramePr>
          <p:cNvPr id="5" name="Object 60">
            <a:extLst>
              <a:ext uri="{FF2B5EF4-FFF2-40B4-BE49-F238E27FC236}">
                <a16:creationId xmlns:a16="http://schemas.microsoft.com/office/drawing/2014/main" id="{CDEBDDAF-AF7A-4EC6-9EE0-3FD74BDD624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699596" y="719452"/>
          <a:ext cx="107928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232" name="Equation" r:id="rId3" imgW="1079280" imgH="342720" progId="Equation.DSMT4">
                  <p:embed/>
                </p:oleObj>
              </mc:Choice>
              <mc:Fallback>
                <p:oleObj name="Equation" r:id="rId3" imgW="1079280" imgH="342720" progId="Equation.DSMT4">
                  <p:embed/>
                  <p:pic>
                    <p:nvPicPr>
                      <p:cNvPr id="5" name="Object 60">
                        <a:extLst>
                          <a:ext uri="{FF2B5EF4-FFF2-40B4-BE49-F238E27FC236}">
                            <a16:creationId xmlns:a16="http://schemas.microsoft.com/office/drawing/2014/main" id="{CDEBDDAF-AF7A-4EC6-9EE0-3FD74BDD62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596" y="719452"/>
                        <a:ext cx="1079280" cy="342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2">
            <a:extLst>
              <a:ext uri="{FF2B5EF4-FFF2-40B4-BE49-F238E27FC236}">
                <a16:creationId xmlns:a16="http://schemas.microsoft.com/office/drawing/2014/main" id="{B1482A99-D35D-4258-A068-ACA27B4739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585" y="1383359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解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64FF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7" name="Object 63">
            <a:extLst>
              <a:ext uri="{FF2B5EF4-FFF2-40B4-BE49-F238E27FC236}">
                <a16:creationId xmlns:a16="http://schemas.microsoft.com/office/drawing/2014/main" id="{0FB7EB8A-C21B-46AE-996D-191D1393269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387721" y="1325217"/>
          <a:ext cx="1765080" cy="634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233" name="Equation" r:id="rId5" imgW="1765080" imgH="634680" progId="Equation.DSMT4">
                  <p:embed/>
                </p:oleObj>
              </mc:Choice>
              <mc:Fallback>
                <p:oleObj name="Equation" r:id="rId5" imgW="1765080" imgH="634680" progId="Equation.DSMT4">
                  <p:embed/>
                  <p:pic>
                    <p:nvPicPr>
                      <p:cNvPr id="7" name="Object 63">
                        <a:extLst>
                          <a:ext uri="{FF2B5EF4-FFF2-40B4-BE49-F238E27FC236}">
                            <a16:creationId xmlns:a16="http://schemas.microsoft.com/office/drawing/2014/main" id="{0FB7EB8A-C21B-46AE-996D-191D139326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7721" y="1325217"/>
                        <a:ext cx="1765080" cy="6346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4">
            <a:extLst>
              <a:ext uri="{FF2B5EF4-FFF2-40B4-BE49-F238E27FC236}">
                <a16:creationId xmlns:a16="http://schemas.microsoft.com/office/drawing/2014/main" id="{3AFF4545-1C9F-4D1B-995D-61BBA9040F7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599530" y="2292053"/>
          <a:ext cx="1384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234" name="Equation" r:id="rId7" imgW="1384200" imgH="507960" progId="Equation.DSMT4">
                  <p:embed/>
                </p:oleObj>
              </mc:Choice>
              <mc:Fallback>
                <p:oleObj name="Equation" r:id="rId7" imgW="1384200" imgH="507960" progId="Equation.DSMT4">
                  <p:embed/>
                  <p:pic>
                    <p:nvPicPr>
                      <p:cNvPr id="8" name="Object 64">
                        <a:extLst>
                          <a:ext uri="{FF2B5EF4-FFF2-40B4-BE49-F238E27FC236}">
                            <a16:creationId xmlns:a16="http://schemas.microsoft.com/office/drawing/2014/main" id="{3AFF4545-1C9F-4D1B-995D-61BBA9040F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9530" y="2292053"/>
                        <a:ext cx="13843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9">
            <a:extLst>
              <a:ext uri="{FF2B5EF4-FFF2-40B4-BE49-F238E27FC236}">
                <a16:creationId xmlns:a16="http://schemas.microsoft.com/office/drawing/2014/main" id="{55F84B61-CEB0-4F67-89DF-FFF40B70E22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613827" y="3380438"/>
          <a:ext cx="495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235" name="Equation" r:id="rId9" imgW="495000" imgH="279360" progId="Equation.DSMT4">
                  <p:embed/>
                </p:oleObj>
              </mc:Choice>
              <mc:Fallback>
                <p:oleObj name="Equation" r:id="rId9" imgW="495000" imgH="279360" progId="Equation.DSMT4">
                  <p:embed/>
                  <p:pic>
                    <p:nvPicPr>
                      <p:cNvPr id="9" name="Object 69">
                        <a:extLst>
                          <a:ext uri="{FF2B5EF4-FFF2-40B4-BE49-F238E27FC236}">
                            <a16:creationId xmlns:a16="http://schemas.microsoft.com/office/drawing/2014/main" id="{55F84B61-CEB0-4F67-89DF-FFF40B70E2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3827" y="3380438"/>
                        <a:ext cx="4953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60">
            <a:extLst>
              <a:ext uri="{FF2B5EF4-FFF2-40B4-BE49-F238E27FC236}">
                <a16:creationId xmlns:a16="http://schemas.microsoft.com/office/drawing/2014/main" id="{067FA1D3-96EE-4AA7-A3EC-F747A211D8A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137762" y="701721"/>
          <a:ext cx="723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236" name="Equation" r:id="rId11" imgW="723600" imgH="342720" progId="Equation.DSMT4">
                  <p:embed/>
                </p:oleObj>
              </mc:Choice>
              <mc:Fallback>
                <p:oleObj name="Equation" r:id="rId11" imgW="723600" imgH="342720" progId="Equation.DSMT4">
                  <p:embed/>
                  <p:pic>
                    <p:nvPicPr>
                      <p:cNvPr id="10" name="Object 60">
                        <a:extLst>
                          <a:ext uri="{FF2B5EF4-FFF2-40B4-BE49-F238E27FC236}">
                            <a16:creationId xmlns:a16="http://schemas.microsoft.com/office/drawing/2014/main" id="{067FA1D3-96EE-4AA7-A3EC-F747A211D8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7762" y="701721"/>
                        <a:ext cx="7239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61">
            <a:extLst>
              <a:ext uri="{FF2B5EF4-FFF2-40B4-BE49-F238E27FC236}">
                <a16:creationId xmlns:a16="http://schemas.microsoft.com/office/drawing/2014/main" id="{2BC9108A-4344-46B6-9C92-6952F7D34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4976" y="617688"/>
            <a:ext cx="50323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在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Text Box 61">
            <a:extLst>
              <a:ext uri="{FF2B5EF4-FFF2-40B4-BE49-F238E27FC236}">
                <a16:creationId xmlns:a16="http://schemas.microsoft.com/office/drawing/2014/main" id="{FB196F03-21D8-4E43-BC99-705B1ED3C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0977" y="612146"/>
            <a:ext cx="8722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上与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3" name="Object 76">
            <a:extLst>
              <a:ext uri="{FF2B5EF4-FFF2-40B4-BE49-F238E27FC236}">
                <a16:creationId xmlns:a16="http://schemas.microsoft.com/office/drawing/2014/main" id="{05A7AB88-F720-4B4D-B04A-5F4FC23B128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507486" y="747695"/>
          <a:ext cx="209520" cy="222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237" name="Equation" r:id="rId13" imgW="209520" imgH="222378" progId="Equation.DSMT4">
                  <p:embed/>
                </p:oleObj>
              </mc:Choice>
              <mc:Fallback>
                <p:oleObj name="Equation" r:id="rId13" imgW="209520" imgH="222378" progId="Equation.DSMT4">
                  <p:embed/>
                  <p:pic>
                    <p:nvPicPr>
                      <p:cNvPr id="13" name="Object 76">
                        <a:extLst>
                          <a:ext uri="{FF2B5EF4-FFF2-40B4-BE49-F238E27FC236}">
                            <a16:creationId xmlns:a16="http://schemas.microsoft.com/office/drawing/2014/main" id="{05A7AB88-F720-4B4D-B04A-5F4FC23B12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7486" y="747695"/>
                        <a:ext cx="209520" cy="2223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61">
            <a:extLst>
              <a:ext uri="{FF2B5EF4-FFF2-40B4-BE49-F238E27FC236}">
                <a16:creationId xmlns:a16="http://schemas.microsoft.com/office/drawing/2014/main" id="{1E0C096F-4372-4ECB-96C0-CDC64BCE7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4043" y="611025"/>
            <a:ext cx="274152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轴所围图形的面积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.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5" name="Object 60">
            <a:extLst>
              <a:ext uri="{FF2B5EF4-FFF2-40B4-BE49-F238E27FC236}">
                <a16:creationId xmlns:a16="http://schemas.microsoft.com/office/drawing/2014/main" id="{E88B1482-806B-494F-9980-F4F064629E3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982503" y="1286667"/>
          <a:ext cx="914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238" name="Equation" r:id="rId15" imgW="914400" imgH="304560" progId="Equation.DSMT4">
                  <p:embed/>
                </p:oleObj>
              </mc:Choice>
              <mc:Fallback>
                <p:oleObj name="Equation" r:id="rId15" imgW="914400" imgH="304560" progId="Equation.DSMT4">
                  <p:embed/>
                  <p:pic>
                    <p:nvPicPr>
                      <p:cNvPr id="15" name="Object 60">
                        <a:extLst>
                          <a:ext uri="{FF2B5EF4-FFF2-40B4-BE49-F238E27FC236}">
                            <a16:creationId xmlns:a16="http://schemas.microsoft.com/office/drawing/2014/main" id="{E88B1482-806B-494F-9980-F4F064629E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2503" y="1286667"/>
                        <a:ext cx="9144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CB47F5E2-1B61-46A3-B51A-4155C59214D7}"/>
              </a:ext>
            </a:extLst>
          </p:cNvPr>
          <p:cNvGrpSpPr/>
          <p:nvPr/>
        </p:nvGrpSpPr>
        <p:grpSpPr>
          <a:xfrm>
            <a:off x="5795518" y="1149714"/>
            <a:ext cx="3171915" cy="1600842"/>
            <a:chOff x="6060437" y="2099632"/>
            <a:chExt cx="3171915" cy="1600842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3668F247-2425-4553-BD14-B0799680F7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60437" y="2099632"/>
              <a:ext cx="3171915" cy="1600842"/>
              <a:chOff x="5613141" y="3674588"/>
              <a:chExt cx="3603625" cy="1907893"/>
            </a:xfrm>
          </p:grpSpPr>
          <p:graphicFrame>
            <p:nvGraphicFramePr>
              <p:cNvPr id="19" name="Object 21">
                <a:extLst>
                  <a:ext uri="{FF2B5EF4-FFF2-40B4-BE49-F238E27FC236}">
                    <a16:creationId xmlns:a16="http://schemas.microsoft.com/office/drawing/2014/main" id="{AAFA3FD1-245E-492E-9ACC-EF43DF6E1E55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9017039" y="5363920"/>
              <a:ext cx="174625" cy="19049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0239" name="Equation" r:id="rId17" imgW="177480" imgH="190440" progId="Equation.DSMT4">
                      <p:embed/>
                    </p:oleObj>
                  </mc:Choice>
                  <mc:Fallback>
                    <p:oleObj name="Equation" r:id="rId17" imgW="177480" imgH="190440" progId="Equation.DSMT4">
                      <p:embed/>
                      <p:pic>
                        <p:nvPicPr>
                          <p:cNvPr id="19" name="Object 21">
                            <a:extLst>
                              <a:ext uri="{FF2B5EF4-FFF2-40B4-BE49-F238E27FC236}">
                                <a16:creationId xmlns:a16="http://schemas.microsoft.com/office/drawing/2014/main" id="{AAFA3FD1-245E-492E-9ACC-EF43DF6E1E5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017039" y="5363920"/>
                            <a:ext cx="174625" cy="19049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" name="Line 22">
                <a:extLst>
                  <a:ext uri="{FF2B5EF4-FFF2-40B4-BE49-F238E27FC236}">
                    <a16:creationId xmlns:a16="http://schemas.microsoft.com/office/drawing/2014/main" id="{B0C4E595-C898-4FEA-9771-47A0E63C41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13141" y="5294313"/>
                <a:ext cx="360362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Line 23">
                <a:extLst>
                  <a:ext uri="{FF2B5EF4-FFF2-40B4-BE49-F238E27FC236}">
                    <a16:creationId xmlns:a16="http://schemas.microsoft.com/office/drawing/2014/main" id="{478EF957-59CD-4CE1-B93F-39035533BC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012532" y="3674588"/>
                <a:ext cx="0" cy="187036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22" name="Object 26">
                <a:extLst>
                  <a:ext uri="{FF2B5EF4-FFF2-40B4-BE49-F238E27FC236}">
                    <a16:creationId xmlns:a16="http://schemas.microsoft.com/office/drawing/2014/main" id="{5F634BB8-FF04-4EE0-AF58-3F52D23B86B6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5756112" y="3687900"/>
              <a:ext cx="190439" cy="241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0240" name="Equation" r:id="rId19" imgW="190440" imgH="241200" progId="Equation.DSMT4">
                      <p:embed/>
                    </p:oleObj>
                  </mc:Choice>
                  <mc:Fallback>
                    <p:oleObj name="Equation" r:id="rId19" imgW="190440" imgH="241200" progId="Equation.DSMT4">
                      <p:embed/>
                      <p:pic>
                        <p:nvPicPr>
                          <p:cNvPr id="22" name="Object 26">
                            <a:extLst>
                              <a:ext uri="{FF2B5EF4-FFF2-40B4-BE49-F238E27FC236}">
                                <a16:creationId xmlns:a16="http://schemas.microsoft.com/office/drawing/2014/main" id="{5F634BB8-FF04-4EE0-AF58-3F52D23B86B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756112" y="3687900"/>
                            <a:ext cx="190439" cy="241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" name="Object 27">
                <a:extLst>
                  <a:ext uri="{FF2B5EF4-FFF2-40B4-BE49-F238E27FC236}">
                    <a16:creationId xmlns:a16="http://schemas.microsoft.com/office/drawing/2014/main" id="{3786687D-BBAB-42F9-B088-B16F80F1C6AE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5764760" y="5295017"/>
              <a:ext cx="259713" cy="2874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0241" name="Equation" r:id="rId21" imgW="228600" imgH="241200" progId="Equation.DSMT4">
                      <p:embed/>
                    </p:oleObj>
                  </mc:Choice>
                  <mc:Fallback>
                    <p:oleObj name="Equation" r:id="rId21" imgW="228600" imgH="241200" progId="Equation.DSMT4">
                      <p:embed/>
                      <p:pic>
                        <p:nvPicPr>
                          <p:cNvPr id="23" name="Object 27">
                            <a:extLst>
                              <a:ext uri="{FF2B5EF4-FFF2-40B4-BE49-F238E27FC236}">
                                <a16:creationId xmlns:a16="http://schemas.microsoft.com/office/drawing/2014/main" id="{3786687D-BBAB-42F9-B088-B16F80F1C6A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764760" y="5295017"/>
                            <a:ext cx="259713" cy="28746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8" name="Object 24">
              <a:extLst>
                <a:ext uri="{FF2B5EF4-FFF2-40B4-BE49-F238E27FC236}">
                  <a16:creationId xmlns:a16="http://schemas.microsoft.com/office/drawing/2014/main" id="{7C2A8F0A-C33D-4738-BD01-D3272BC16E44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8826943" y="3501628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242" name="Equation" r:id="rId23" imgW="177480" imgH="190440" progId="Equation.DSMT4">
                    <p:embed/>
                  </p:oleObj>
                </mc:Choice>
                <mc:Fallback>
                  <p:oleObj name="Equation" r:id="rId23" imgW="177480" imgH="190440" progId="Equation.DSMT4">
                    <p:embed/>
                    <p:pic>
                      <p:nvPicPr>
                        <p:cNvPr id="18" name="Object 24">
                          <a:extLst>
                            <a:ext uri="{FF2B5EF4-FFF2-40B4-BE49-F238E27FC236}">
                              <a16:creationId xmlns:a16="http://schemas.microsoft.com/office/drawing/2014/main" id="{7C2A8F0A-C33D-4738-BD01-D3272BC16E4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26943" y="3501628"/>
                          <a:ext cx="177800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91369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>
            <a:extLst>
              <a:ext uri="{FF2B5EF4-FFF2-40B4-BE49-F238E27FC236}">
                <a16:creationId xmlns:a16="http://schemas.microsoft.com/office/drawing/2014/main" id="{35D2AA3F-AC01-4E41-AECA-998A3CD631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838" y="593944"/>
            <a:ext cx="6996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24CC965-F662-4996-A719-1D52C888E73A}"/>
              </a:ext>
            </a:extLst>
          </p:cNvPr>
          <p:cNvSpPr/>
          <p:nvPr/>
        </p:nvSpPr>
        <p:spPr>
          <a:xfrm>
            <a:off x="1050317" y="609599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计算：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" name="Object 24">
            <a:extLst>
              <a:ext uri="{FF2B5EF4-FFF2-40B4-BE49-F238E27FC236}">
                <a16:creationId xmlns:a16="http://schemas.microsoft.com/office/drawing/2014/main" id="{22AE3892-DC7A-462C-BC95-88342728DB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8188203"/>
              </p:ext>
            </p:extLst>
          </p:nvPr>
        </p:nvGraphicFramePr>
        <p:xfrm>
          <a:off x="2184035" y="403225"/>
          <a:ext cx="16637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286" name="Equation" r:id="rId4" imgW="1663560" imgH="774360" progId="Equation.DSMT4">
                  <p:embed/>
                </p:oleObj>
              </mc:Choice>
              <mc:Fallback>
                <p:oleObj name="Equation" r:id="rId4" imgW="1663560" imgH="774360" progId="Equation.DSMT4">
                  <p:embed/>
                  <p:pic>
                    <p:nvPicPr>
                      <p:cNvPr id="4" name="Object 24">
                        <a:extLst>
                          <a:ext uri="{FF2B5EF4-FFF2-40B4-BE49-F238E27FC236}">
                            <a16:creationId xmlns:a16="http://schemas.microsoft.com/office/drawing/2014/main" id="{22AE3892-DC7A-462C-BC95-88342728DB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4035" y="403225"/>
                        <a:ext cx="16637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4">
            <a:extLst>
              <a:ext uri="{FF2B5EF4-FFF2-40B4-BE49-F238E27FC236}">
                <a16:creationId xmlns:a16="http://schemas.microsoft.com/office/drawing/2014/main" id="{7C91DB4C-F5CF-4B31-956C-5F8625FCF7E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499992" y="376238"/>
          <a:ext cx="21844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287" name="Equation" r:id="rId6" imgW="2184120" imgH="863280" progId="Equation.DSMT4">
                  <p:embed/>
                </p:oleObj>
              </mc:Choice>
              <mc:Fallback>
                <p:oleObj name="Equation" r:id="rId6" imgW="2184120" imgH="863280" progId="Equation.DSMT4">
                  <p:embed/>
                  <p:pic>
                    <p:nvPicPr>
                      <p:cNvPr id="5" name="Object 24">
                        <a:extLst>
                          <a:ext uri="{FF2B5EF4-FFF2-40B4-BE49-F238E27FC236}">
                            <a16:creationId xmlns:a16="http://schemas.microsoft.com/office/drawing/2014/main" id="{7C91DB4C-F5CF-4B31-956C-5F8625FCF7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992" y="376238"/>
                        <a:ext cx="218440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6">
            <a:extLst>
              <a:ext uri="{FF2B5EF4-FFF2-40B4-BE49-F238E27FC236}">
                <a16:creationId xmlns:a16="http://schemas.microsoft.com/office/drawing/2014/main" id="{74A12546-FAC5-4FE1-BE12-4D2B0148C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558259"/>
            <a:ext cx="6996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解 </a:t>
            </a:r>
          </a:p>
        </p:txBody>
      </p:sp>
      <p:graphicFrame>
        <p:nvGraphicFramePr>
          <p:cNvPr id="7" name="Object 24">
            <a:extLst>
              <a:ext uri="{FF2B5EF4-FFF2-40B4-BE49-F238E27FC236}">
                <a16:creationId xmlns:a16="http://schemas.microsoft.com/office/drawing/2014/main" id="{3303AC0E-7E87-4222-B2FB-4D051499C4E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109659" y="1394278"/>
          <a:ext cx="16002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288" name="Equation" r:id="rId8" imgW="1600200" imgH="774360" progId="Equation.DSMT4">
                  <p:embed/>
                </p:oleObj>
              </mc:Choice>
              <mc:Fallback>
                <p:oleObj name="Equation" r:id="rId8" imgW="1600200" imgH="774360" progId="Equation.DSMT4">
                  <p:embed/>
                  <p:pic>
                    <p:nvPicPr>
                      <p:cNvPr id="7" name="Object 24">
                        <a:extLst>
                          <a:ext uri="{FF2B5EF4-FFF2-40B4-BE49-F238E27FC236}">
                            <a16:creationId xmlns:a16="http://schemas.microsoft.com/office/drawing/2014/main" id="{3303AC0E-7E87-4222-B2FB-4D051499C4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9659" y="1394278"/>
                        <a:ext cx="16002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4">
            <a:extLst>
              <a:ext uri="{FF2B5EF4-FFF2-40B4-BE49-F238E27FC236}">
                <a16:creationId xmlns:a16="http://schemas.microsoft.com/office/drawing/2014/main" id="{040529CA-0A04-4811-8873-35307CE7CD9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745437" y="1394278"/>
          <a:ext cx="19304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289" name="Equation" r:id="rId10" imgW="1930320" imgH="774360" progId="Equation.DSMT4">
                  <p:embed/>
                </p:oleObj>
              </mc:Choice>
              <mc:Fallback>
                <p:oleObj name="Equation" r:id="rId10" imgW="1930320" imgH="774360" progId="Equation.DSMT4">
                  <p:embed/>
                  <p:pic>
                    <p:nvPicPr>
                      <p:cNvPr id="10" name="Object 24">
                        <a:extLst>
                          <a:ext uri="{FF2B5EF4-FFF2-40B4-BE49-F238E27FC236}">
                            <a16:creationId xmlns:a16="http://schemas.microsoft.com/office/drawing/2014/main" id="{040529CA-0A04-4811-8873-35307CE7CD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5437" y="1394278"/>
                        <a:ext cx="19304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6CB7CC3A-FB54-4BEA-ABBB-AB4F5186456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755355" y="1419312"/>
          <a:ext cx="2273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290" name="Equation" r:id="rId12" imgW="2273040" imgH="736560" progId="Equation.DSMT4">
                  <p:embed/>
                </p:oleObj>
              </mc:Choice>
              <mc:Fallback>
                <p:oleObj name="Equation" r:id="rId12" imgW="2273040" imgH="736560" progId="Equation.DSMT4">
                  <p:embed/>
                  <p:pic>
                    <p:nvPicPr>
                      <p:cNvPr id="11" name="Object 24">
                        <a:extLst>
                          <a:ext uri="{FF2B5EF4-FFF2-40B4-BE49-F238E27FC236}">
                            <a16:creationId xmlns:a16="http://schemas.microsoft.com/office/drawing/2014/main" id="{6CB7CC3A-FB54-4BEA-ABBB-AB4F518645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5355" y="1419312"/>
                        <a:ext cx="22733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4">
            <a:extLst>
              <a:ext uri="{FF2B5EF4-FFF2-40B4-BE49-F238E27FC236}">
                <a16:creationId xmlns:a16="http://schemas.microsoft.com/office/drawing/2014/main" id="{453B675F-FCF9-4577-BE5A-B29C1D51E90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736602" y="2390935"/>
          <a:ext cx="1879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291" name="Equation" r:id="rId14" imgW="1879560" imgH="507960" progId="Equation.DSMT4">
                  <p:embed/>
                </p:oleObj>
              </mc:Choice>
              <mc:Fallback>
                <p:oleObj name="Equation" r:id="rId14" imgW="1879560" imgH="507960" progId="Equation.DSMT4">
                  <p:embed/>
                  <p:pic>
                    <p:nvPicPr>
                      <p:cNvPr id="12" name="Object 24">
                        <a:extLst>
                          <a:ext uri="{FF2B5EF4-FFF2-40B4-BE49-F238E27FC236}">
                            <a16:creationId xmlns:a16="http://schemas.microsoft.com/office/drawing/2014/main" id="{453B675F-FCF9-4577-BE5A-B29C1D51E9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6602" y="2390935"/>
                        <a:ext cx="18796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4">
            <a:extLst>
              <a:ext uri="{FF2B5EF4-FFF2-40B4-BE49-F238E27FC236}">
                <a16:creationId xmlns:a16="http://schemas.microsoft.com/office/drawing/2014/main" id="{7256452E-7AE5-4E5B-9B79-ADAD7D029B8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755904" y="2283718"/>
          <a:ext cx="939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292" name="Equation" r:id="rId16" imgW="939600" imgH="723600" progId="Equation.DSMT4">
                  <p:embed/>
                </p:oleObj>
              </mc:Choice>
              <mc:Fallback>
                <p:oleObj name="Equation" r:id="rId16" imgW="939600" imgH="723600" progId="Equation.DSMT4">
                  <p:embed/>
                  <p:pic>
                    <p:nvPicPr>
                      <p:cNvPr id="13" name="Object 24">
                        <a:extLst>
                          <a:ext uri="{FF2B5EF4-FFF2-40B4-BE49-F238E27FC236}">
                            <a16:creationId xmlns:a16="http://schemas.microsoft.com/office/drawing/2014/main" id="{7256452E-7AE5-4E5B-9B79-ADAD7D029B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5904" y="2283718"/>
                        <a:ext cx="9398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4">
            <a:extLst>
              <a:ext uri="{FF2B5EF4-FFF2-40B4-BE49-F238E27FC236}">
                <a16:creationId xmlns:a16="http://schemas.microsoft.com/office/drawing/2014/main" id="{EF6B3492-F7EB-445F-8BB6-C33039BD793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110885" y="3003550"/>
          <a:ext cx="21463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293" name="Equation" r:id="rId18" imgW="2145960" imgH="863280" progId="Equation.DSMT4">
                  <p:embed/>
                </p:oleObj>
              </mc:Choice>
              <mc:Fallback>
                <p:oleObj name="Equation" r:id="rId18" imgW="2145960" imgH="863280" progId="Equation.DSMT4">
                  <p:embed/>
                  <p:pic>
                    <p:nvPicPr>
                      <p:cNvPr id="14" name="Object 24">
                        <a:extLst>
                          <a:ext uri="{FF2B5EF4-FFF2-40B4-BE49-F238E27FC236}">
                            <a16:creationId xmlns:a16="http://schemas.microsoft.com/office/drawing/2014/main" id="{EF6B3492-F7EB-445F-8BB6-C33039BD79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0885" y="3003550"/>
                        <a:ext cx="214630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4">
            <a:extLst>
              <a:ext uri="{FF2B5EF4-FFF2-40B4-BE49-F238E27FC236}">
                <a16:creationId xmlns:a16="http://schemas.microsoft.com/office/drawing/2014/main" id="{D5D3D1E1-6847-4F79-A86D-F8CE9327485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321521" y="3021443"/>
          <a:ext cx="16383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294" name="Equation" r:id="rId20" imgW="1638000" imgH="863280" progId="Equation.DSMT4">
                  <p:embed/>
                </p:oleObj>
              </mc:Choice>
              <mc:Fallback>
                <p:oleObj name="Equation" r:id="rId20" imgW="1638000" imgH="863280" progId="Equation.DSMT4">
                  <p:embed/>
                  <p:pic>
                    <p:nvPicPr>
                      <p:cNvPr id="15" name="Object 24">
                        <a:extLst>
                          <a:ext uri="{FF2B5EF4-FFF2-40B4-BE49-F238E27FC236}">
                            <a16:creationId xmlns:a16="http://schemas.microsoft.com/office/drawing/2014/main" id="{D5D3D1E1-6847-4F79-A86D-F8CE932748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1521" y="3021443"/>
                        <a:ext cx="163830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4">
            <a:extLst>
              <a:ext uri="{FF2B5EF4-FFF2-40B4-BE49-F238E27FC236}">
                <a16:creationId xmlns:a16="http://schemas.microsoft.com/office/drawing/2014/main" id="{C182B7F9-4718-4485-8097-AD771A6F44B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062487" y="3114923"/>
          <a:ext cx="1358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295" name="Equation" r:id="rId22" imgW="1358640" imgH="736560" progId="Equation.DSMT4">
                  <p:embed/>
                </p:oleObj>
              </mc:Choice>
              <mc:Fallback>
                <p:oleObj name="Equation" r:id="rId22" imgW="1358640" imgH="736560" progId="Equation.DSMT4">
                  <p:embed/>
                  <p:pic>
                    <p:nvPicPr>
                      <p:cNvPr id="16" name="Object 24">
                        <a:extLst>
                          <a:ext uri="{FF2B5EF4-FFF2-40B4-BE49-F238E27FC236}">
                            <a16:creationId xmlns:a16="http://schemas.microsoft.com/office/drawing/2014/main" id="{C182B7F9-4718-4485-8097-AD771A6F44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2487" y="3114923"/>
                        <a:ext cx="13589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4">
            <a:extLst>
              <a:ext uri="{FF2B5EF4-FFF2-40B4-BE49-F238E27FC236}">
                <a16:creationId xmlns:a16="http://schemas.microsoft.com/office/drawing/2014/main" id="{8D584BB8-5637-418F-99F8-FFF7008A340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572356" y="3130798"/>
          <a:ext cx="723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296" name="Equation" r:id="rId24" imgW="723600" imgH="736560" progId="Equation.DSMT4">
                  <p:embed/>
                </p:oleObj>
              </mc:Choice>
              <mc:Fallback>
                <p:oleObj name="Equation" r:id="rId24" imgW="723600" imgH="736560" progId="Equation.DSMT4">
                  <p:embed/>
                  <p:pic>
                    <p:nvPicPr>
                      <p:cNvPr id="17" name="Object 24">
                        <a:extLst>
                          <a:ext uri="{FF2B5EF4-FFF2-40B4-BE49-F238E27FC236}">
                            <a16:creationId xmlns:a16="http://schemas.microsoft.com/office/drawing/2014/main" id="{8D584BB8-5637-418F-99F8-FFF7008A34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356" y="3130798"/>
                        <a:ext cx="7239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4">
            <a:extLst>
              <a:ext uri="{FF2B5EF4-FFF2-40B4-BE49-F238E27FC236}">
                <a16:creationId xmlns:a16="http://schemas.microsoft.com/office/drawing/2014/main" id="{4CE22B77-C7A0-432C-B932-A9AD2EBE6AC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092280" y="422275"/>
          <a:ext cx="1447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297" name="Equation" r:id="rId26" imgW="1447560" imgH="736560" progId="Equation.DSMT4">
                  <p:embed/>
                </p:oleObj>
              </mc:Choice>
              <mc:Fallback>
                <p:oleObj name="Equation" r:id="rId26" imgW="1447560" imgH="736560" progId="Equation.DSMT4">
                  <p:embed/>
                  <p:pic>
                    <p:nvPicPr>
                      <p:cNvPr id="20" name="Object 24">
                        <a:extLst>
                          <a:ext uri="{FF2B5EF4-FFF2-40B4-BE49-F238E27FC236}">
                            <a16:creationId xmlns:a16="http://schemas.microsoft.com/office/drawing/2014/main" id="{4CE22B77-C7A0-432C-B932-A9AD2EBE6A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280" y="422275"/>
                        <a:ext cx="1447800" cy="736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4">
            <a:extLst>
              <a:ext uri="{FF2B5EF4-FFF2-40B4-BE49-F238E27FC236}">
                <a16:creationId xmlns:a16="http://schemas.microsoft.com/office/drawing/2014/main" id="{DAB46038-17A8-460E-907F-63E21A8BA0B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121386" y="4137390"/>
          <a:ext cx="1397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298" name="Equation" r:id="rId28" imgW="1396800" imgH="736560" progId="Equation.DSMT4">
                  <p:embed/>
                </p:oleObj>
              </mc:Choice>
              <mc:Fallback>
                <p:oleObj name="Equation" r:id="rId28" imgW="1396800" imgH="736560" progId="Equation.DSMT4">
                  <p:embed/>
                  <p:pic>
                    <p:nvPicPr>
                      <p:cNvPr id="21" name="Object 24">
                        <a:extLst>
                          <a:ext uri="{FF2B5EF4-FFF2-40B4-BE49-F238E27FC236}">
                            <a16:creationId xmlns:a16="http://schemas.microsoft.com/office/drawing/2014/main" id="{DAB46038-17A8-460E-907F-63E21A8BA0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1386" y="4137390"/>
                        <a:ext cx="1397000" cy="736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3">
            <a:extLst>
              <a:ext uri="{FF2B5EF4-FFF2-40B4-BE49-F238E27FC236}">
                <a16:creationId xmlns:a16="http://schemas.microsoft.com/office/drawing/2014/main" id="{FF6252BE-E73D-4199-8514-1C7E284268E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648849" y="4223990"/>
          <a:ext cx="1447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299" name="Equation" r:id="rId30" imgW="1447560" imgH="507960" progId="Equation.DSMT4">
                  <p:embed/>
                </p:oleObj>
              </mc:Choice>
              <mc:Fallback>
                <p:oleObj name="Equation" r:id="rId30" imgW="1447560" imgH="507960" progId="Equation.DSMT4">
                  <p:embed/>
                  <p:pic>
                    <p:nvPicPr>
                      <p:cNvPr id="22" name="Object 13">
                        <a:extLst>
                          <a:ext uri="{FF2B5EF4-FFF2-40B4-BE49-F238E27FC236}">
                            <a16:creationId xmlns:a16="http://schemas.microsoft.com/office/drawing/2014/main" id="{FF6252BE-E73D-4199-8514-1C7E284268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8849" y="4223990"/>
                        <a:ext cx="14478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3">
            <a:extLst>
              <a:ext uri="{FF2B5EF4-FFF2-40B4-BE49-F238E27FC236}">
                <a16:creationId xmlns:a16="http://schemas.microsoft.com/office/drawing/2014/main" id="{C3F20B0F-47A6-42FE-A3FA-29431C2B2CC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301031" y="4381825"/>
          <a:ext cx="774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300" name="Equation" r:id="rId32" imgW="774360" imgH="279360" progId="Equation.DSMT4">
                  <p:embed/>
                </p:oleObj>
              </mc:Choice>
              <mc:Fallback>
                <p:oleObj name="Equation" r:id="rId32" imgW="774360" imgH="279360" progId="Equation.DSMT4">
                  <p:embed/>
                  <p:pic>
                    <p:nvPicPr>
                      <p:cNvPr id="23" name="Object 13">
                        <a:extLst>
                          <a:ext uri="{FF2B5EF4-FFF2-40B4-BE49-F238E27FC236}">
                            <a16:creationId xmlns:a16="http://schemas.microsoft.com/office/drawing/2014/main" id="{C3F20B0F-47A6-42FE-A3FA-29431C2B2C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1031" y="4381825"/>
                        <a:ext cx="7747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17313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7">
            <a:extLst>
              <a:ext uri="{FF2B5EF4-FFF2-40B4-BE49-F238E27FC236}">
                <a16:creationId xmlns:a16="http://schemas.microsoft.com/office/drawing/2014/main" id="{81CA1953-9461-4E57-8928-4233B817CD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4634747"/>
              </p:ext>
            </p:extLst>
          </p:nvPr>
        </p:nvGraphicFramePr>
        <p:xfrm>
          <a:off x="2267744" y="246063"/>
          <a:ext cx="2032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111" name="Equation" r:id="rId4" imgW="2031840" imgH="596880" progId="Equation.DSMT4">
                  <p:embed/>
                </p:oleObj>
              </mc:Choice>
              <mc:Fallback>
                <p:oleObj name="Equation" r:id="rId4" imgW="2031840" imgH="596880" progId="Equation.DSMT4">
                  <p:embed/>
                  <p:pic>
                    <p:nvPicPr>
                      <p:cNvPr id="3" name="Object 7">
                        <a:extLst>
                          <a:ext uri="{FF2B5EF4-FFF2-40B4-BE49-F238E27FC236}">
                            <a16:creationId xmlns:a16="http://schemas.microsoft.com/office/drawing/2014/main" id="{81CA1953-9461-4E57-8928-4233B817CD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246063"/>
                        <a:ext cx="20320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10C7A8C8-1A1B-454E-848A-8E93B1B741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3356218"/>
              </p:ext>
            </p:extLst>
          </p:nvPr>
        </p:nvGraphicFramePr>
        <p:xfrm>
          <a:off x="4802927" y="3370283"/>
          <a:ext cx="22082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112" name="Equation" r:id="rId6" imgW="2209680" imgH="380880" progId="Equation.DSMT4">
                  <p:embed/>
                </p:oleObj>
              </mc:Choice>
              <mc:Fallback>
                <p:oleObj name="Equation" r:id="rId6" imgW="2209680" imgH="38088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10C7A8C8-1A1B-454E-848A-8E93B1B741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2927" y="3370283"/>
                        <a:ext cx="22082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9">
            <a:extLst>
              <a:ext uri="{FF2B5EF4-FFF2-40B4-BE49-F238E27FC236}">
                <a16:creationId xmlns:a16="http://schemas.microsoft.com/office/drawing/2014/main" id="{9A92E0F7-32E1-4D73-AD3A-8FF3A33A2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613" y="1108374"/>
            <a:ext cx="111280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304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3048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解  </a:t>
            </a:r>
          </a:p>
        </p:txBody>
      </p:sp>
      <p:graphicFrame>
        <p:nvGraphicFramePr>
          <p:cNvPr id="7" name="Object 13">
            <a:extLst>
              <a:ext uri="{FF2B5EF4-FFF2-40B4-BE49-F238E27FC236}">
                <a16:creationId xmlns:a16="http://schemas.microsoft.com/office/drawing/2014/main" id="{32D8A8F4-085E-46D8-A609-A8149E9D48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5444186"/>
              </p:ext>
            </p:extLst>
          </p:nvPr>
        </p:nvGraphicFramePr>
        <p:xfrm>
          <a:off x="1408904" y="3309365"/>
          <a:ext cx="3327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113" name="Equation" r:id="rId8" imgW="3327120" imgH="609480" progId="Equation.DSMT4">
                  <p:embed/>
                </p:oleObj>
              </mc:Choice>
              <mc:Fallback>
                <p:oleObj name="Equation" r:id="rId8" imgW="3327120" imgH="609480" progId="Equation.DSMT4">
                  <p:embed/>
                  <p:pic>
                    <p:nvPicPr>
                      <p:cNvPr id="7" name="Object 13">
                        <a:extLst>
                          <a:ext uri="{FF2B5EF4-FFF2-40B4-BE49-F238E27FC236}">
                            <a16:creationId xmlns:a16="http://schemas.microsoft.com/office/drawing/2014/main" id="{32D8A8F4-085E-46D8-A609-A8149E9D48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8904" y="3309365"/>
                        <a:ext cx="33274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7">
            <a:extLst>
              <a:ext uri="{FF2B5EF4-FFF2-40B4-BE49-F238E27FC236}">
                <a16:creationId xmlns:a16="http://schemas.microsoft.com/office/drawing/2014/main" id="{09D32D70-93F9-4B76-A15A-E06527E5C4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9202314"/>
              </p:ext>
            </p:extLst>
          </p:nvPr>
        </p:nvGraphicFramePr>
        <p:xfrm>
          <a:off x="1402554" y="2505545"/>
          <a:ext cx="40259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114" name="Equation" r:id="rId10" imgW="4025880" imgH="685800" progId="Equation.DSMT4">
                  <p:embed/>
                </p:oleObj>
              </mc:Choice>
              <mc:Fallback>
                <p:oleObj name="Equation" r:id="rId10" imgW="4025880" imgH="685800" progId="Equation.DSMT4">
                  <p:embed/>
                  <p:pic>
                    <p:nvPicPr>
                      <p:cNvPr id="8" name="Object 17">
                        <a:extLst>
                          <a:ext uri="{FF2B5EF4-FFF2-40B4-BE49-F238E27FC236}">
                            <a16:creationId xmlns:a16="http://schemas.microsoft.com/office/drawing/2014/main" id="{09D32D70-93F9-4B76-A15A-E06527E5C4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2554" y="2505545"/>
                        <a:ext cx="40259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6">
            <a:extLst>
              <a:ext uri="{FF2B5EF4-FFF2-40B4-BE49-F238E27FC236}">
                <a16:creationId xmlns:a16="http://schemas.microsoft.com/office/drawing/2014/main" id="{91D274BB-2DEF-4852-94DB-1333E2229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1963" y="292644"/>
            <a:ext cx="6996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</a:t>
            </a:r>
            <a:r>
              <a:rPr kumimoji="1"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.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6636A29-F272-4D2A-98C8-3CAEF3494317}"/>
              </a:ext>
            </a:extLst>
          </p:cNvPr>
          <p:cNvSpPr/>
          <p:nvPr/>
        </p:nvSpPr>
        <p:spPr>
          <a:xfrm>
            <a:off x="1442778" y="304651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计算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Text Box 61">
            <a:extLst>
              <a:ext uri="{FF2B5EF4-FFF2-40B4-BE49-F238E27FC236}">
                <a16:creationId xmlns:a16="http://schemas.microsoft.com/office/drawing/2014/main" id="{09EDE49E-B73C-4642-8264-8A3437792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790" y="4030411"/>
            <a:ext cx="42916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注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遇到开方一定要考虑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正负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.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0" name="Object 7">
            <a:extLst>
              <a:ext uri="{FF2B5EF4-FFF2-40B4-BE49-F238E27FC236}">
                <a16:creationId xmlns:a16="http://schemas.microsoft.com/office/drawing/2014/main" id="{6C803160-9675-483E-A27E-F0468CD197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9108858"/>
              </p:ext>
            </p:extLst>
          </p:nvPr>
        </p:nvGraphicFramePr>
        <p:xfrm>
          <a:off x="1654225" y="1116431"/>
          <a:ext cx="19812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115" name="Equation" r:id="rId12" imgW="1981080" imgH="596880" progId="Equation.DSMT4">
                  <p:embed/>
                </p:oleObj>
              </mc:Choice>
              <mc:Fallback>
                <p:oleObj name="Equation" r:id="rId12" imgW="1981080" imgH="596880" progId="Equation.DSMT4">
                  <p:embed/>
                  <p:pic>
                    <p:nvPicPr>
                      <p:cNvPr id="20" name="Object 7">
                        <a:extLst>
                          <a:ext uri="{FF2B5EF4-FFF2-40B4-BE49-F238E27FC236}">
                            <a16:creationId xmlns:a16="http://schemas.microsoft.com/office/drawing/2014/main" id="{6C803160-9675-483E-A27E-F0468CD197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4225" y="1116431"/>
                        <a:ext cx="19812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7">
            <a:extLst>
              <a:ext uri="{FF2B5EF4-FFF2-40B4-BE49-F238E27FC236}">
                <a16:creationId xmlns:a16="http://schemas.microsoft.com/office/drawing/2014/main" id="{1085B0AD-22F6-4F17-AAFF-D4B24D3B5C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1922585"/>
              </p:ext>
            </p:extLst>
          </p:nvPr>
        </p:nvGraphicFramePr>
        <p:xfrm>
          <a:off x="3409154" y="1882696"/>
          <a:ext cx="40005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116" name="Equation" r:id="rId14" imgW="4000320" imgH="711000" progId="Equation.DSMT4">
                  <p:embed/>
                </p:oleObj>
              </mc:Choice>
              <mc:Fallback>
                <p:oleObj name="Equation" r:id="rId14" imgW="4000320" imgH="711000" progId="Equation.DSMT4">
                  <p:embed/>
                  <p:pic>
                    <p:nvPicPr>
                      <p:cNvPr id="15" name="Object 17">
                        <a:extLst>
                          <a:ext uri="{FF2B5EF4-FFF2-40B4-BE49-F238E27FC236}">
                            <a16:creationId xmlns:a16="http://schemas.microsoft.com/office/drawing/2014/main" id="{1085B0AD-22F6-4F17-AAFF-D4B24D3B5C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9154" y="1882696"/>
                        <a:ext cx="40005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6">
            <a:extLst>
              <a:ext uri="{FF2B5EF4-FFF2-40B4-BE49-F238E27FC236}">
                <a16:creationId xmlns:a16="http://schemas.microsoft.com/office/drawing/2014/main" id="{EE87CDE3-CA8E-4D88-A99C-5ADF948147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1971337"/>
              </p:ext>
            </p:extLst>
          </p:nvPr>
        </p:nvGraphicFramePr>
        <p:xfrm>
          <a:off x="1402554" y="1923948"/>
          <a:ext cx="2006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117" name="Equation" r:id="rId16" imgW="2006280" imgH="596880" progId="Equation.DSMT4">
                  <p:embed/>
                </p:oleObj>
              </mc:Choice>
              <mc:Fallback>
                <p:oleObj name="Equation" r:id="rId16" imgW="2006280" imgH="596880" progId="Equation.DSMT4">
                  <p:embed/>
                  <p:pic>
                    <p:nvPicPr>
                      <p:cNvPr id="16" name="Object 6">
                        <a:extLst>
                          <a:ext uri="{FF2B5EF4-FFF2-40B4-BE49-F238E27FC236}">
                            <a16:creationId xmlns:a16="http://schemas.microsoft.com/office/drawing/2014/main" id="{EE87CDE3-CA8E-4D88-A99C-5ADF948147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2554" y="1923948"/>
                        <a:ext cx="20066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48965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CBE2D7D1-F1CA-44FE-9338-82A9E1D14F56}"/>
              </a:ext>
            </a:extLst>
          </p:cNvPr>
          <p:cNvSpPr/>
          <p:nvPr/>
        </p:nvSpPr>
        <p:spPr>
          <a:xfrm>
            <a:off x="539552" y="572046"/>
            <a:ext cx="82809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 4. </a:t>
            </a:r>
            <a:r>
              <a:rPr kumimoji="1" lang="zh-CN" altLang="en-US" sz="2400" b="1" dirty="0">
                <a:latin typeface="+mn-ea"/>
              </a:rPr>
              <a:t>设                                      则</a:t>
            </a:r>
            <a:r>
              <a:rPr kumimoji="1" lang="en-US" altLang="zh-CN" sz="2400" b="1" dirty="0">
                <a:latin typeface="+mn-ea"/>
              </a:rPr>
              <a:t>(   ).</a:t>
            </a:r>
            <a:endParaRPr lang="zh-CN" altLang="en-US" sz="2400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3D10C50-5491-4F03-8B8C-FD36F6BF52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8134232"/>
              </p:ext>
            </p:extLst>
          </p:nvPr>
        </p:nvGraphicFramePr>
        <p:xfrm>
          <a:off x="1691680" y="371078"/>
          <a:ext cx="34163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517" name="Equation" r:id="rId3" imgW="3416040" imgH="863280" progId="Equation.DSMT4">
                  <p:embed/>
                </p:oleObj>
              </mc:Choice>
              <mc:Fallback>
                <p:oleObj name="Equation" r:id="rId3" imgW="3416040" imgH="8632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1B7B3DBD-8179-43E4-90D0-4026675E23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91680" y="371078"/>
                        <a:ext cx="34163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6DF85F7-856C-4014-B1F4-2003CC49CF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925535"/>
              </p:ext>
            </p:extLst>
          </p:nvPr>
        </p:nvGraphicFramePr>
        <p:xfrm>
          <a:off x="5225058" y="504428"/>
          <a:ext cx="2070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518" name="Equation" r:id="rId5" imgW="2070000" imgH="596880" progId="Equation.DSMT4">
                  <p:embed/>
                </p:oleObj>
              </mc:Choice>
              <mc:Fallback>
                <p:oleObj name="Equation" r:id="rId5" imgW="2070000" imgH="5968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1E30B66E-EA14-4E09-8E56-C28B0CC9B3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25058" y="504428"/>
                        <a:ext cx="20701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A30E3A6-97D3-4553-9512-DDAB9A7C6C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8109189"/>
              </p:ext>
            </p:extLst>
          </p:nvPr>
        </p:nvGraphicFramePr>
        <p:xfrm>
          <a:off x="879636" y="1739603"/>
          <a:ext cx="4025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519" name="Equation" r:id="rId7" imgW="4025880" imgH="380880" progId="Equation.DSMT4">
                  <p:embed/>
                </p:oleObj>
              </mc:Choice>
              <mc:Fallback>
                <p:oleObj name="Equation" r:id="rId7" imgW="4025880" imgH="3808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CC9ECEB5-A9EC-44EF-AB40-1A18C06EB3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79636" y="1739603"/>
                        <a:ext cx="40259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FD799696-B191-4544-B6A6-003B38FB57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0929506"/>
              </p:ext>
            </p:extLst>
          </p:nvPr>
        </p:nvGraphicFramePr>
        <p:xfrm>
          <a:off x="901700" y="2398465"/>
          <a:ext cx="4000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520" name="Equation" r:id="rId9" imgW="4000320" imgH="380880" progId="Equation.DSMT4">
                  <p:embed/>
                </p:oleObj>
              </mc:Choice>
              <mc:Fallback>
                <p:oleObj name="Equation" r:id="rId9" imgW="4000320" imgH="3808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09048A3D-9D0E-4372-88A4-909B7B4CDE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01700" y="2398465"/>
                        <a:ext cx="40005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3C4AD56-6D4F-4175-A209-EDD0D1051D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4352011"/>
              </p:ext>
            </p:extLst>
          </p:nvPr>
        </p:nvGraphicFramePr>
        <p:xfrm>
          <a:off x="879636" y="3057327"/>
          <a:ext cx="4356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521" name="Equation" r:id="rId11" imgW="4356000" imgH="380880" progId="Equation.DSMT4">
                  <p:embed/>
                </p:oleObj>
              </mc:Choice>
              <mc:Fallback>
                <p:oleObj name="Equation" r:id="rId11" imgW="4356000" imgH="3808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E3DBE23F-23A0-43A8-9BAC-04C6DF6D28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79636" y="3057327"/>
                        <a:ext cx="4356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A5F1E54C-D748-4B6D-B554-DCF0CCCB15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4855047"/>
              </p:ext>
            </p:extLst>
          </p:nvPr>
        </p:nvGraphicFramePr>
        <p:xfrm>
          <a:off x="879636" y="3702075"/>
          <a:ext cx="3149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522" name="Equation" r:id="rId13" imgW="3149280" imgH="380880" progId="Equation.DSMT4">
                  <p:embed/>
                </p:oleObj>
              </mc:Choice>
              <mc:Fallback>
                <p:oleObj name="Equation" r:id="rId13" imgW="3149280" imgH="3808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F2C64DFF-10CC-4BC9-AF7A-B820386580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79636" y="3702075"/>
                        <a:ext cx="3149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36B9F306-2285-41EC-AF7B-E628C23E2F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4757582"/>
              </p:ext>
            </p:extLst>
          </p:nvPr>
        </p:nvGraphicFramePr>
        <p:xfrm>
          <a:off x="7937165" y="663178"/>
          <a:ext cx="241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523" name="Equation" r:id="rId15" imgW="241200" imgH="279360" progId="Equation.DSMT4">
                  <p:embed/>
                </p:oleObj>
              </mc:Choice>
              <mc:Fallback>
                <p:oleObj name="Equation" r:id="rId15" imgW="241200" imgH="2793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7A43EFAF-EC3D-4379-B07D-017841DBAE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937165" y="663178"/>
                        <a:ext cx="2413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46C70074-4DFB-4711-A027-10BEF5100437}"/>
              </a:ext>
            </a:extLst>
          </p:cNvPr>
          <p:cNvGrpSpPr/>
          <p:nvPr/>
        </p:nvGrpSpPr>
        <p:grpSpPr>
          <a:xfrm>
            <a:off x="5436096" y="1648982"/>
            <a:ext cx="3384376" cy="410066"/>
            <a:chOff x="5436096" y="1648982"/>
            <a:chExt cx="3384376" cy="41006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AEC526D7-1163-49A3-9100-32E9E30F23F1}"/>
                </a:ext>
              </a:extLst>
            </p:cNvPr>
            <p:cNvSpPr/>
            <p:nvPr/>
          </p:nvSpPr>
          <p:spPr>
            <a:xfrm>
              <a:off x="5436096" y="1658938"/>
              <a:ext cx="93610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000" b="1" dirty="0">
                  <a:solidFill>
                    <a:srgbClr val="0064FF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分析</a:t>
              </a:r>
              <a:endParaRPr lang="zh-CN" altLang="en-US" sz="2000" dirty="0">
                <a:solidFill>
                  <a:srgbClr val="0064FF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3BDE9731-D433-42DC-A9D1-469CC9847CA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9868111"/>
                </p:ext>
              </p:extLst>
            </p:nvPr>
          </p:nvGraphicFramePr>
          <p:xfrm>
            <a:off x="6122988" y="1787525"/>
            <a:ext cx="558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524" name="Equation" r:id="rId17" imgW="558720" imgH="190440" progId="Equation.DSMT4">
                    <p:embed/>
                  </p:oleObj>
                </mc:Choice>
                <mc:Fallback>
                  <p:oleObj name="Equation" r:id="rId17" imgW="55872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122988" y="1787525"/>
                          <a:ext cx="558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32EF68B3-0B4F-4084-BFBC-D690A4B48389}"/>
                </a:ext>
              </a:extLst>
            </p:cNvPr>
            <p:cNvSpPr/>
            <p:nvPr/>
          </p:nvSpPr>
          <p:spPr>
            <a:xfrm>
              <a:off x="6732240" y="1648982"/>
              <a:ext cx="2088232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为第一类间断点，</a:t>
              </a:r>
              <a:endPara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C4BDCEC1-FD53-49FB-99AA-138A9462C08B}"/>
              </a:ext>
            </a:extLst>
          </p:cNvPr>
          <p:cNvGrpSpPr/>
          <p:nvPr/>
        </p:nvGrpSpPr>
        <p:grpSpPr>
          <a:xfrm>
            <a:off x="5436096" y="2283718"/>
            <a:ext cx="3312368" cy="400110"/>
            <a:chOff x="5436096" y="2283718"/>
            <a:chExt cx="3312368" cy="400110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116AE1F-263D-478E-B8F8-7D772CEE42A8}"/>
                </a:ext>
              </a:extLst>
            </p:cNvPr>
            <p:cNvSpPr/>
            <p:nvPr/>
          </p:nvSpPr>
          <p:spPr>
            <a:xfrm>
              <a:off x="5436096" y="2283718"/>
              <a:ext cx="331236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000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故     不存在原函数，但</a:t>
              </a:r>
              <a:endParaRPr lang="zh-CN" altLang="en-US" dirty="0"/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DDF39A86-28F6-4518-87D5-E219DB9637D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09808672"/>
                </p:ext>
              </p:extLst>
            </p:nvPr>
          </p:nvGraphicFramePr>
          <p:xfrm>
            <a:off x="5824538" y="2339975"/>
            <a:ext cx="5334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525" name="Equation" r:id="rId19" imgW="533160" imgH="304560" progId="Equation.DSMT4">
                    <p:embed/>
                  </p:oleObj>
                </mc:Choice>
                <mc:Fallback>
                  <p:oleObj name="Equation" r:id="rId19" imgW="533160" imgH="304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824538" y="2339975"/>
                          <a:ext cx="5334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id="{29B8F8E6-1021-48B7-B776-E1B28F2C55BC}"/>
              </a:ext>
            </a:extLst>
          </p:cNvPr>
          <p:cNvSpPr/>
          <p:nvPr/>
        </p:nvSpPr>
        <p:spPr>
          <a:xfrm>
            <a:off x="5436096" y="2857272"/>
            <a:ext cx="28803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0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积分上限函数一定连续</a:t>
            </a:r>
            <a:r>
              <a:rPr kumimoji="1" lang="en-US" altLang="zh-CN" sz="20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9334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2959C40-FE1C-4CBB-8519-3EE2F31D9AF8}"/>
              </a:ext>
            </a:extLst>
          </p:cNvPr>
          <p:cNvSpPr/>
          <p:nvPr/>
        </p:nvSpPr>
        <p:spPr>
          <a:xfrm>
            <a:off x="1187624" y="381298"/>
            <a:ext cx="12761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5.</a:t>
            </a:r>
            <a:r>
              <a:rPr kumimoji="1" lang="zh-CN" altLang="en-US" sz="2400" b="1" dirty="0">
                <a:latin typeface="+mn-ea"/>
              </a:rPr>
              <a:t>计算</a:t>
            </a:r>
            <a:endParaRPr lang="zh-CN" altLang="en-US" sz="2400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1F028E57-D3CD-4C8D-A160-82492C1F45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0132626"/>
              </p:ext>
            </p:extLst>
          </p:nvPr>
        </p:nvGraphicFramePr>
        <p:xfrm>
          <a:off x="2305684" y="243830"/>
          <a:ext cx="2260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214" name="Equation" r:id="rId3" imgW="2260440" imgH="736560" progId="Equation.DSMT4">
                  <p:embed/>
                </p:oleObj>
              </mc:Choice>
              <mc:Fallback>
                <p:oleObj name="Equation" r:id="rId3" imgW="2260440" imgH="7365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1F028E57-D3CD-4C8D-A160-82492C1F45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05684" y="243830"/>
                        <a:ext cx="2260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8D341DBA-41F4-48D9-AF1A-99A5A9ADCA37}"/>
              </a:ext>
            </a:extLst>
          </p:cNvPr>
          <p:cNvSpPr/>
          <p:nvPr/>
        </p:nvSpPr>
        <p:spPr>
          <a:xfrm>
            <a:off x="1187624" y="1454481"/>
            <a:ext cx="576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zh-CN" altLang="en-US" sz="2400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CDA420F-56E0-4A65-8DD1-18B0218356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4099229"/>
              </p:ext>
            </p:extLst>
          </p:nvPr>
        </p:nvGraphicFramePr>
        <p:xfrm>
          <a:off x="2051720" y="1317013"/>
          <a:ext cx="2222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215" name="Equation" r:id="rId5" imgW="2222280" imgH="736560" progId="Equation.DSMT4">
                  <p:embed/>
                </p:oleObj>
              </mc:Choice>
              <mc:Fallback>
                <p:oleObj name="Equation" r:id="rId5" imgW="2222280" imgH="7365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3CDA420F-56E0-4A65-8DD1-18B0218356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51720" y="1317013"/>
                        <a:ext cx="2222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2763F01-85F4-412A-B754-EA0F4EDE99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0252148"/>
              </p:ext>
            </p:extLst>
          </p:nvPr>
        </p:nvGraphicFramePr>
        <p:xfrm>
          <a:off x="1841500" y="2647332"/>
          <a:ext cx="2730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216" name="Equation" r:id="rId7" imgW="2730240" imgH="406080" progId="Equation.DSMT4">
                  <p:embed/>
                </p:oleObj>
              </mc:Choice>
              <mc:Fallback>
                <p:oleObj name="Equation" r:id="rId7" imgW="2730240" imgH="4060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A2763F01-85F4-412A-B754-EA0F4EDE99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41500" y="2647332"/>
                        <a:ext cx="27305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318EBA8-183B-467B-942A-CD94FCDC10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5352499"/>
              </p:ext>
            </p:extLst>
          </p:nvPr>
        </p:nvGraphicFramePr>
        <p:xfrm>
          <a:off x="4572518" y="2647332"/>
          <a:ext cx="2286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217" name="Equation" r:id="rId9" imgW="2286000" imgH="406080" progId="Equation.DSMT4">
                  <p:embed/>
                </p:oleObj>
              </mc:Choice>
              <mc:Fallback>
                <p:oleObj name="Equation" r:id="rId9" imgW="2286000" imgH="4060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7318EBA8-183B-467B-942A-CD94FCDC10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572518" y="2647332"/>
                        <a:ext cx="22860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39387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7D6E6B9-1596-4A70-B792-A255B278AB3F}"/>
              </a:ext>
            </a:extLst>
          </p:cNvPr>
          <p:cNvSpPr/>
          <p:nvPr/>
        </p:nvSpPr>
        <p:spPr>
          <a:xfrm>
            <a:off x="738678" y="255430"/>
            <a:ext cx="80817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6. </a:t>
            </a:r>
            <a:r>
              <a:rPr kumimoji="1" lang="zh-CN" altLang="en-US" sz="2400" b="1" dirty="0">
                <a:latin typeface="+mn-ea"/>
              </a:rPr>
              <a:t>求由                  确定的隐函数        对  的</a:t>
            </a:r>
            <a:endParaRPr lang="zh-CN" altLang="en-US" sz="24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7F30A45-FDAF-451F-AC63-94CE3FAF153F}"/>
              </a:ext>
            </a:extLst>
          </p:cNvPr>
          <p:cNvSpPr/>
          <p:nvPr/>
        </p:nvSpPr>
        <p:spPr>
          <a:xfrm>
            <a:off x="610940" y="847895"/>
            <a:ext cx="8640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导数</a:t>
            </a:r>
            <a:r>
              <a:rPr kumimoji="1" lang="en-US" altLang="zh-CN" sz="2400" b="1" dirty="0">
                <a:latin typeface="+mn-ea"/>
              </a:rPr>
              <a:t>.</a:t>
            </a:r>
            <a:endParaRPr lang="zh-CN" altLang="en-US" sz="2400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541190C-AE24-44AD-942D-2C9ABB2368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878783"/>
              </p:ext>
            </p:extLst>
          </p:nvPr>
        </p:nvGraphicFramePr>
        <p:xfrm>
          <a:off x="1896449" y="195486"/>
          <a:ext cx="25908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530" name="Equation" r:id="rId3" imgW="2590560" imgH="596880" progId="Equation.DSMT4">
                  <p:embed/>
                </p:oleObj>
              </mc:Choice>
              <mc:Fallback>
                <p:oleObj name="Equation" r:id="rId3" imgW="2590560" imgH="5968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C541190C-AE24-44AD-942D-2C9ABB2368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96449" y="195486"/>
                        <a:ext cx="25908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CC2FCAB-8BAC-415F-8EF0-7C3CA1B9AC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8245445"/>
              </p:ext>
            </p:extLst>
          </p:nvPr>
        </p:nvGraphicFramePr>
        <p:xfrm>
          <a:off x="6504961" y="322486"/>
          <a:ext cx="1066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531" name="Equation" r:id="rId5" imgW="1066680" imgH="342720" progId="Equation.DSMT4">
                  <p:embed/>
                </p:oleObj>
              </mc:Choice>
              <mc:Fallback>
                <p:oleObj name="Equation" r:id="rId5" imgW="1066680" imgH="3427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CC2FCAB-8BAC-415F-8EF0-7C3CA1B9AC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04961" y="322486"/>
                        <a:ext cx="1066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F944056-56A9-44AA-9C50-5E05846F01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8711097"/>
              </p:ext>
            </p:extLst>
          </p:nvPr>
        </p:nvGraphicFramePr>
        <p:xfrm>
          <a:off x="8079587" y="392336"/>
          <a:ext cx="190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532" name="Equation" r:id="rId7" imgW="190440" imgH="203040" progId="Equation.DSMT4">
                  <p:embed/>
                </p:oleObj>
              </mc:Choice>
              <mc:Fallback>
                <p:oleObj name="Equation" r:id="rId7" imgW="190440" imgH="2030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5F944056-56A9-44AA-9C50-5E05846F01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079587" y="392336"/>
                        <a:ext cx="190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76FBE8C7-EEB3-46C6-9C6F-07C06EB2DCB6}"/>
              </a:ext>
            </a:extLst>
          </p:cNvPr>
          <p:cNvSpPr/>
          <p:nvPr/>
        </p:nvSpPr>
        <p:spPr>
          <a:xfrm>
            <a:off x="761895" y="1516614"/>
            <a:ext cx="8640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zh-CN" altLang="en-US" sz="24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ACBF61E-1A76-46A0-A82A-7C72FE58B820}"/>
              </a:ext>
            </a:extLst>
          </p:cNvPr>
          <p:cNvGrpSpPr/>
          <p:nvPr/>
        </p:nvGrpSpPr>
        <p:grpSpPr>
          <a:xfrm>
            <a:off x="1268159" y="1495406"/>
            <a:ext cx="3886224" cy="461665"/>
            <a:chOff x="1189832" y="1815009"/>
            <a:chExt cx="3886224" cy="46166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EAE6AD3-74C2-4A48-9907-9AC42372C41B}"/>
                </a:ext>
              </a:extLst>
            </p:cNvPr>
            <p:cNvSpPr/>
            <p:nvPr/>
          </p:nvSpPr>
          <p:spPr>
            <a:xfrm>
              <a:off x="1189832" y="1815009"/>
              <a:ext cx="388622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方程两边关于  求导，得</a:t>
              </a:r>
              <a:endParaRPr lang="zh-CN" altLang="en-US" sz="2400" dirty="0"/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8D7A476F-513A-4FAE-A729-38D9C93830F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131840" y="1965449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533" name="Equation" r:id="rId9" imgW="190440" imgH="203040" progId="Equation.DSMT4">
                    <p:embed/>
                  </p:oleObj>
                </mc:Choice>
                <mc:Fallback>
                  <p:oleObj name="Equation" r:id="rId9" imgW="190440" imgH="20304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8D7A476F-513A-4FAE-A729-38D9C93830F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131840" y="1965449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9C235146-8524-4AA9-90DE-057F105B57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2041309"/>
              </p:ext>
            </p:extLst>
          </p:nvPr>
        </p:nvGraphicFramePr>
        <p:xfrm>
          <a:off x="2868371" y="2054350"/>
          <a:ext cx="685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534" name="Equation" r:id="rId11" imgW="685800" imgH="736560" progId="Equation.DSMT4">
                  <p:embed/>
                </p:oleObj>
              </mc:Choice>
              <mc:Fallback>
                <p:oleObj name="Equation" r:id="rId11" imgW="685800" imgH="7365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9C235146-8524-4AA9-90DE-057F105B57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868371" y="2054350"/>
                        <a:ext cx="685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86F50A5-D61D-4177-BE59-5770E0F4E9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6312202"/>
              </p:ext>
            </p:extLst>
          </p:nvPr>
        </p:nvGraphicFramePr>
        <p:xfrm>
          <a:off x="3696649" y="2295650"/>
          <a:ext cx="8382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535" name="Equation" r:id="rId13" imgW="838080" imgH="253800" progId="Equation.DSMT4">
                  <p:embed/>
                </p:oleObj>
              </mc:Choice>
              <mc:Fallback>
                <p:oleObj name="Equation" r:id="rId13" imgW="838080" imgH="2538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886F50A5-D61D-4177-BE59-5770E0F4E9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696649" y="2295650"/>
                        <a:ext cx="8382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1815D895-E893-4B4D-BD30-249EA5BA13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5602671"/>
              </p:ext>
            </p:extLst>
          </p:nvPr>
        </p:nvGraphicFramePr>
        <p:xfrm>
          <a:off x="4515154" y="2282950"/>
          <a:ext cx="5080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536" name="Equation" r:id="rId15" imgW="507960" imgH="279360" progId="Equation.DSMT4">
                  <p:embed/>
                </p:oleObj>
              </mc:Choice>
              <mc:Fallback>
                <p:oleObj name="Equation" r:id="rId15" imgW="507960" imgH="27936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1815D895-E893-4B4D-BD30-249EA5BA13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515154" y="2282950"/>
                        <a:ext cx="5080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EF75B28E-CDDF-49B3-AB37-21FA1E2AF71B}"/>
              </a:ext>
            </a:extLst>
          </p:cNvPr>
          <p:cNvSpPr/>
          <p:nvPr/>
        </p:nvSpPr>
        <p:spPr>
          <a:xfrm>
            <a:off x="738678" y="3287440"/>
            <a:ext cx="8640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故</a:t>
            </a:r>
            <a:endParaRPr lang="zh-CN" altLang="en-US" sz="2400" dirty="0"/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906F3504-1DA0-458B-8C5D-4288CD926D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4310562"/>
              </p:ext>
            </p:extLst>
          </p:nvPr>
        </p:nvGraphicFramePr>
        <p:xfrm>
          <a:off x="3165602" y="3077964"/>
          <a:ext cx="1612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537" name="Equation" r:id="rId17" imgW="1612800" imgH="736560" progId="Equation.DSMT4">
                  <p:embed/>
                </p:oleObj>
              </mc:Choice>
              <mc:Fallback>
                <p:oleObj name="Equation" r:id="rId17" imgW="1612800" imgH="73656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906F3504-1DA0-458B-8C5D-4288CD926D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165602" y="3077964"/>
                        <a:ext cx="1612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62518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748D256-6500-4CE6-8B0C-AEFE4EDDF160}"/>
              </a:ext>
            </a:extLst>
          </p:cNvPr>
          <p:cNvSpPr/>
          <p:nvPr/>
        </p:nvSpPr>
        <p:spPr>
          <a:xfrm>
            <a:off x="733879" y="612130"/>
            <a:ext cx="10298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7. </a:t>
            </a:r>
            <a:r>
              <a:rPr kumimoji="1" lang="zh-CN" altLang="en-US" sz="2400" b="1" dirty="0">
                <a:latin typeface="+mn-ea"/>
              </a:rPr>
              <a:t>求</a:t>
            </a:r>
            <a:endParaRPr lang="zh-CN" altLang="en-US" sz="2400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AD6349F-F81E-4710-A1FA-84F0B5C793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2633190"/>
              </p:ext>
            </p:extLst>
          </p:nvPr>
        </p:nvGraphicFramePr>
        <p:xfrm>
          <a:off x="1714500" y="125413"/>
          <a:ext cx="2857500" cy="143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258" name="Equation" r:id="rId3" imgW="2857320" imgH="1434960" progId="Equation.DSMT4">
                  <p:embed/>
                </p:oleObj>
              </mc:Choice>
              <mc:Fallback>
                <p:oleObj name="Equation" r:id="rId3" imgW="2857320" imgH="14349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BAD6349F-F81E-4710-A1FA-84F0B5C793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14500" y="125413"/>
                        <a:ext cx="2857500" cy="143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C5D61A88-22AB-4578-BFC7-7151DB55B2B0}"/>
              </a:ext>
            </a:extLst>
          </p:cNvPr>
          <p:cNvSpPr/>
          <p:nvPr/>
        </p:nvSpPr>
        <p:spPr>
          <a:xfrm>
            <a:off x="698302" y="2125588"/>
            <a:ext cx="17134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  </a:t>
            </a:r>
            <a:r>
              <a:rPr kumimoji="1" lang="zh-CN" altLang="en-US" sz="2400" b="1" dirty="0">
                <a:latin typeface="+mn-ea"/>
              </a:rPr>
              <a:t>原式</a:t>
            </a:r>
            <a:endParaRPr lang="zh-CN" altLang="en-US" sz="2400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C4648C0-4440-43A8-A579-66C8324802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7938475"/>
              </p:ext>
            </p:extLst>
          </p:nvPr>
        </p:nvGraphicFramePr>
        <p:xfrm>
          <a:off x="2146548" y="1632520"/>
          <a:ext cx="42418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259" name="Equation" r:id="rId5" imgW="4241520" imgH="1447560" progId="Equation.DSMT4">
                  <p:embed/>
                </p:oleObj>
              </mc:Choice>
              <mc:Fallback>
                <p:oleObj name="Equation" r:id="rId5" imgW="4241520" imgH="14475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0C4648C0-4440-43A8-A579-66C8324802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46548" y="1632520"/>
                        <a:ext cx="4241800" cy="144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>
            <a:extLst>
              <a:ext uri="{FF2B5EF4-FFF2-40B4-BE49-F238E27FC236}">
                <a16:creationId xmlns:a16="http://schemas.microsoft.com/office/drawing/2014/main" id="{2D0C94EE-AC51-41DC-B112-E513057E34E9}"/>
              </a:ext>
            </a:extLst>
          </p:cNvPr>
          <p:cNvGrpSpPr/>
          <p:nvPr/>
        </p:nvGrpSpPr>
        <p:grpSpPr>
          <a:xfrm>
            <a:off x="5170884" y="1632520"/>
            <a:ext cx="3361556" cy="1584177"/>
            <a:chOff x="5292080" y="1923677"/>
            <a:chExt cx="3361556" cy="1584177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A7B7B9B-28CA-434E-B9B7-5F97066030EF}"/>
                </a:ext>
              </a:extLst>
            </p:cNvPr>
            <p:cNvSpPr/>
            <p:nvPr/>
          </p:nvSpPr>
          <p:spPr bwMode="auto">
            <a:xfrm>
              <a:off x="5292080" y="1923677"/>
              <a:ext cx="1440160" cy="1584177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9F3EED3-357B-4BF3-87D4-DF1B7044F1AA}"/>
                </a:ext>
              </a:extLst>
            </p:cNvPr>
            <p:cNvSpPr/>
            <p:nvPr/>
          </p:nvSpPr>
          <p:spPr>
            <a:xfrm>
              <a:off x="6625908" y="2397423"/>
              <a:ext cx="202772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非零极限因子</a:t>
              </a:r>
              <a:endParaRPr lang="zh-CN" altLang="en-US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0D4548E-019B-468C-92D5-A462C8F03E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2670179"/>
              </p:ext>
            </p:extLst>
          </p:nvPr>
        </p:nvGraphicFramePr>
        <p:xfrm>
          <a:off x="2146548" y="3248372"/>
          <a:ext cx="30226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260" name="Equation" r:id="rId7" imgW="3022560" imgH="1066680" progId="Equation.DSMT4">
                  <p:embed/>
                </p:oleObj>
              </mc:Choice>
              <mc:Fallback>
                <p:oleObj name="Equation" r:id="rId7" imgW="3022560" imgH="10666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80D4548E-019B-468C-92D5-A462C8F03E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46548" y="3248372"/>
                        <a:ext cx="3022600" cy="1066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2779C64-4B4E-451B-A6D9-4D0A0ACB3E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7594064"/>
              </p:ext>
            </p:extLst>
          </p:nvPr>
        </p:nvGraphicFramePr>
        <p:xfrm>
          <a:off x="5290244" y="3544590"/>
          <a:ext cx="2641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261" name="Equation" r:id="rId9" imgW="2641320" imgH="723600" progId="Equation.DSMT4">
                  <p:embed/>
                </p:oleObj>
              </mc:Choice>
              <mc:Fallback>
                <p:oleObj name="Equation" r:id="rId9" imgW="2641320" imgH="7236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E2779C64-4B4E-451B-A6D9-4D0A0ACB3E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290244" y="3544590"/>
                        <a:ext cx="26416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45060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74B9F32C-B262-4A12-9F39-4BBDB856F73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259632" y="555526"/>
          <a:ext cx="2641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344" name="Equation" r:id="rId3" imgW="2641320" imgH="723600" progId="Equation.DSMT4">
                  <p:embed/>
                </p:oleObj>
              </mc:Choice>
              <mc:Fallback>
                <p:oleObj name="Equation" r:id="rId3" imgW="2641320" imgH="72360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74B9F32C-B262-4A12-9F39-4BBDB856F7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59632" y="555526"/>
                        <a:ext cx="26416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28DB009-7964-4731-B00B-8A1AF1FF4CD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259632" y="1664588"/>
          <a:ext cx="18288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345" name="Equation" r:id="rId5" imgW="1828800" imgH="939600" progId="Equation.DSMT4">
                  <p:embed/>
                </p:oleObj>
              </mc:Choice>
              <mc:Fallback>
                <p:oleObj name="Equation" r:id="rId5" imgW="1828800" imgH="9396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B28DB009-7964-4731-B00B-8A1AF1FF4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59632" y="1664588"/>
                        <a:ext cx="18288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719EC75-E78E-4779-942E-77A907ABAA4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029920" y="555526"/>
          <a:ext cx="2425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346" name="Equation" r:id="rId7" imgW="2425680" imgH="787320" progId="Equation.DSMT4">
                  <p:embed/>
                </p:oleObj>
              </mc:Choice>
              <mc:Fallback>
                <p:oleObj name="Equation" r:id="rId7" imgW="2425680" imgH="7873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8719EC75-E78E-4779-942E-77A907ABAA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29920" y="555526"/>
                        <a:ext cx="24257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6DE8C4D-E5A0-4919-9433-5F06A283B38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299670" y="1806962"/>
          <a:ext cx="14605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347" name="Equation" r:id="rId9" imgW="1460160" imgH="774360" progId="Equation.DSMT4">
                  <p:embed/>
                </p:oleObj>
              </mc:Choice>
              <mc:Fallback>
                <p:oleObj name="Equation" r:id="rId9" imgW="1460160" imgH="7743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36DE8C4D-E5A0-4919-9433-5F06A283B3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99670" y="1806962"/>
                        <a:ext cx="14605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350FE92-F6EA-486A-A650-BBDE9BB532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9627161"/>
              </p:ext>
            </p:extLst>
          </p:nvPr>
        </p:nvGraphicFramePr>
        <p:xfrm>
          <a:off x="1331913" y="3147814"/>
          <a:ext cx="520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348" name="Equation" r:id="rId11" imgW="520560" imgH="723600" progId="Equation.DSMT4">
                  <p:embed/>
                </p:oleObj>
              </mc:Choice>
              <mc:Fallback>
                <p:oleObj name="Equation" r:id="rId11" imgW="520560" imgH="7236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3350FE92-F6EA-486A-A650-BBDE9BB532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31913" y="3147814"/>
                        <a:ext cx="5207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53311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69BDDCC-9B8A-4556-8AD9-13144606A942}"/>
              </a:ext>
            </a:extLst>
          </p:cNvPr>
          <p:cNvSpPr/>
          <p:nvPr/>
        </p:nvSpPr>
        <p:spPr>
          <a:xfrm>
            <a:off x="895252" y="506790"/>
            <a:ext cx="8640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8.</a:t>
            </a:r>
            <a:r>
              <a:rPr kumimoji="1" lang="zh-CN" altLang="en-US" sz="2400" b="1" dirty="0">
                <a:latin typeface="+mn-ea"/>
              </a:rPr>
              <a:t>求</a:t>
            </a:r>
            <a:endParaRPr lang="zh-CN" altLang="en-US" sz="2400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5628987-3C5A-40AC-8738-97DEECDA84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0009733"/>
              </p:ext>
            </p:extLst>
          </p:nvPr>
        </p:nvGraphicFramePr>
        <p:xfrm>
          <a:off x="1763688" y="123478"/>
          <a:ext cx="29845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383" name="Equation" r:id="rId3" imgW="2984400" imgH="965160" progId="Equation.DSMT4">
                  <p:embed/>
                </p:oleObj>
              </mc:Choice>
              <mc:Fallback>
                <p:oleObj name="Equation" r:id="rId3" imgW="2984400" imgH="9651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95628987-3C5A-40AC-8738-97DEECDA84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63688" y="123478"/>
                        <a:ext cx="2984500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E95BEE38-904A-4549-9A4A-9FD5CA7C4292}"/>
              </a:ext>
            </a:extLst>
          </p:cNvPr>
          <p:cNvSpPr/>
          <p:nvPr/>
        </p:nvSpPr>
        <p:spPr>
          <a:xfrm>
            <a:off x="846483" y="1510593"/>
            <a:ext cx="6480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zh-CN" altLang="en-US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5CA611-5D28-45BD-8072-D2F6D49F3CBC}"/>
              </a:ext>
            </a:extLst>
          </p:cNvPr>
          <p:cNvSpPr/>
          <p:nvPr/>
        </p:nvSpPr>
        <p:spPr>
          <a:xfrm>
            <a:off x="1287782" y="1521928"/>
            <a:ext cx="8640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原式</a:t>
            </a:r>
            <a:endParaRPr lang="zh-CN" altLang="en-US" sz="2400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2741A2C-E47F-445E-9FC2-3306BDDAEE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8457906"/>
              </p:ext>
            </p:extLst>
          </p:nvPr>
        </p:nvGraphicFramePr>
        <p:xfrm>
          <a:off x="2269141" y="1199288"/>
          <a:ext cx="45720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384" name="Equation" r:id="rId5" imgW="4572000" imgH="965160" progId="Equation.DSMT4">
                  <p:embed/>
                </p:oleObj>
              </mc:Choice>
              <mc:Fallback>
                <p:oleObj name="Equation" r:id="rId5" imgW="4572000" imgH="9651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82741A2C-E47F-445E-9FC2-3306BDDAEE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69141" y="1199288"/>
                        <a:ext cx="4572000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C0E73E7-9B8A-4D62-AFF9-EF55E0A5D8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5821182"/>
              </p:ext>
            </p:extLst>
          </p:nvPr>
        </p:nvGraphicFramePr>
        <p:xfrm>
          <a:off x="2227908" y="2392737"/>
          <a:ext cx="56642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385" name="Equation" r:id="rId7" imgW="5663880" imgH="965160" progId="Equation.DSMT4">
                  <p:embed/>
                </p:oleObj>
              </mc:Choice>
              <mc:Fallback>
                <p:oleObj name="Equation" r:id="rId7" imgW="5663880" imgH="9651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6C0E73E7-9B8A-4D62-AFF9-EF55E0A5D8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27908" y="2392737"/>
                        <a:ext cx="5664200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C795371C-43E4-4C55-98E8-F976B9FAA849}"/>
              </a:ext>
            </a:extLst>
          </p:cNvPr>
          <p:cNvCxnSpPr>
            <a:cxnSpLocks/>
          </p:cNvCxnSpPr>
          <p:nvPr/>
        </p:nvCxnSpPr>
        <p:spPr>
          <a:xfrm>
            <a:off x="4870689" y="2571750"/>
            <a:ext cx="1224136" cy="447604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C625066-73DE-449A-A62C-EBE789649F1A}"/>
              </a:ext>
            </a:extLst>
          </p:cNvPr>
          <p:cNvCxnSpPr>
            <a:cxnSpLocks/>
          </p:cNvCxnSpPr>
          <p:nvPr/>
        </p:nvCxnSpPr>
        <p:spPr>
          <a:xfrm>
            <a:off x="6332364" y="2643064"/>
            <a:ext cx="1322205" cy="390725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D7C28B70-AD03-4798-A9E8-EB63B5CD61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6550912"/>
              </p:ext>
            </p:extLst>
          </p:nvPr>
        </p:nvGraphicFramePr>
        <p:xfrm>
          <a:off x="2283395" y="3476269"/>
          <a:ext cx="23495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386" name="Equation" r:id="rId9" imgW="2349360" imgH="965160" progId="Equation.DSMT4">
                  <p:embed/>
                </p:oleObj>
              </mc:Choice>
              <mc:Fallback>
                <p:oleObj name="Equation" r:id="rId9" imgW="2349360" imgH="96516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D7C28B70-AD03-4798-A9E8-EB63B5CD61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83395" y="3476269"/>
                        <a:ext cx="2349500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60313953-E4A3-48D1-ACFA-F6F43EA119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6781288"/>
              </p:ext>
            </p:extLst>
          </p:nvPr>
        </p:nvGraphicFramePr>
        <p:xfrm>
          <a:off x="4671926" y="3644161"/>
          <a:ext cx="27686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387" name="Equation" r:id="rId11" imgW="2768400" imgH="761760" progId="Equation.DSMT4">
                  <p:embed/>
                </p:oleObj>
              </mc:Choice>
              <mc:Fallback>
                <p:oleObj name="Equation" r:id="rId11" imgW="2768400" imgH="76176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60313953-E4A3-48D1-ACFA-F6F43EA11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671926" y="3644161"/>
                        <a:ext cx="27686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74477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8EB3651-F2E1-4AD6-9B78-5840207F26F7}"/>
              </a:ext>
            </a:extLst>
          </p:cNvPr>
          <p:cNvSpPr/>
          <p:nvPr/>
        </p:nvSpPr>
        <p:spPr>
          <a:xfrm>
            <a:off x="827584" y="339502"/>
            <a:ext cx="82089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9. </a:t>
            </a:r>
            <a:r>
              <a:rPr kumimoji="1" lang="zh-CN" altLang="en-US" sz="2400" b="1" dirty="0">
                <a:latin typeface="+mn-ea"/>
              </a:rPr>
              <a:t>证明               在       上是单调增加函数，并</a:t>
            </a:r>
            <a:endParaRPr lang="zh-CN" altLang="en-US" sz="2400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53CCBCB9-09DD-476C-8164-EF4ED76F48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7587306"/>
              </p:ext>
            </p:extLst>
          </p:nvPr>
        </p:nvGraphicFramePr>
        <p:xfrm>
          <a:off x="2051720" y="278422"/>
          <a:ext cx="2260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36" name="Equation" r:id="rId3" imgW="2260440" imgH="596880" progId="Equation.DSMT4">
                  <p:embed/>
                </p:oleObj>
              </mc:Choice>
              <mc:Fallback>
                <p:oleObj name="Equation" r:id="rId3" imgW="2260440" imgH="5968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53CCBCB9-09DD-476C-8164-EF4ED76F48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51720" y="278422"/>
                        <a:ext cx="22606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DC96DF0-ADB3-45D6-A919-A5C78A66E8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2355065"/>
              </p:ext>
            </p:extLst>
          </p:nvPr>
        </p:nvGraphicFramePr>
        <p:xfrm>
          <a:off x="4664472" y="405422"/>
          <a:ext cx="1016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37" name="Equation" r:id="rId5" imgW="1015920" imgH="342720" progId="Equation.DSMT4">
                  <p:embed/>
                </p:oleObj>
              </mc:Choice>
              <mc:Fallback>
                <p:oleObj name="Equation" r:id="rId5" imgW="1015920" imgH="3427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0DC96DF0-ADB3-45D6-A919-A5C78A66E8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64472" y="405422"/>
                        <a:ext cx="1016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F0D77D3A-127D-491F-8985-0092EC4C551C}"/>
              </a:ext>
            </a:extLst>
          </p:cNvPr>
          <p:cNvSpPr/>
          <p:nvPr/>
        </p:nvSpPr>
        <p:spPr>
          <a:xfrm>
            <a:off x="207864" y="898294"/>
            <a:ext cx="5193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求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AB51952-34D9-4546-AEC5-798F2EEC66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5814493"/>
              </p:ext>
            </p:extLst>
          </p:nvPr>
        </p:nvGraphicFramePr>
        <p:xfrm>
          <a:off x="727224" y="898294"/>
          <a:ext cx="1244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38" name="Equation" r:id="rId7" imgW="1244520" imgH="431640" progId="Equation.DSMT4">
                  <p:embed/>
                </p:oleObj>
              </mc:Choice>
              <mc:Fallback>
                <p:oleObj name="Equation" r:id="rId7" imgW="1244520" imgH="4316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DAB51952-34D9-4546-AEC5-798F2EEC66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27224" y="898294"/>
                        <a:ext cx="12446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79092938-080A-4326-B177-BFC2D5CFB56E}"/>
              </a:ext>
            </a:extLst>
          </p:cNvPr>
          <p:cNvSpPr/>
          <p:nvPr/>
        </p:nvSpPr>
        <p:spPr>
          <a:xfrm>
            <a:off x="833304" y="1465322"/>
            <a:ext cx="9952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证明</a:t>
            </a:r>
            <a:endParaRPr lang="zh-CN" altLang="en-US" sz="2400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58251531-2F23-46A1-8010-CCC81E8521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6494729"/>
              </p:ext>
            </p:extLst>
          </p:nvPr>
        </p:nvGraphicFramePr>
        <p:xfrm>
          <a:off x="1635325" y="1379296"/>
          <a:ext cx="2400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39" name="Equation" r:id="rId9" imgW="2400120" imgH="469800" progId="Equation.DSMT4">
                  <p:embed/>
                </p:oleObj>
              </mc:Choice>
              <mc:Fallback>
                <p:oleObj name="Equation" r:id="rId9" imgW="2400120" imgH="4698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58251531-2F23-46A1-8010-CCC81E8521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35325" y="1379296"/>
                        <a:ext cx="24003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16C81D0A-1564-4DBF-9F3A-B39EFA0CD1BA}"/>
              </a:ext>
            </a:extLst>
          </p:cNvPr>
          <p:cNvGrpSpPr/>
          <p:nvPr/>
        </p:nvGrpSpPr>
        <p:grpSpPr>
          <a:xfrm>
            <a:off x="895983" y="2094557"/>
            <a:ext cx="6365335" cy="596900"/>
            <a:chOff x="759091" y="2433285"/>
            <a:chExt cx="6365335" cy="596900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A504E69C-E9F4-4B03-B7F8-C2773A86F326}"/>
                </a:ext>
              </a:extLst>
            </p:cNvPr>
            <p:cNvSpPr/>
            <p:nvPr/>
          </p:nvSpPr>
          <p:spPr>
            <a:xfrm>
              <a:off x="759091" y="2500903"/>
              <a:ext cx="636533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从而                在       上单调增加</a:t>
              </a:r>
              <a:r>
                <a:rPr kumimoji="1" lang="en-US" altLang="zh-CN" sz="2400" b="1" dirty="0">
                  <a:latin typeface="+mn-ea"/>
                </a:rPr>
                <a:t>.</a:t>
              </a:r>
              <a:endParaRPr lang="zh-CN" altLang="en-US" sz="2400" dirty="0"/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9F242836-AABC-4C25-8835-543B9F5276DA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455077" y="2433285"/>
            <a:ext cx="22606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840" name="Equation" r:id="rId11" imgW="2260440" imgH="596880" progId="Equation.DSMT4">
                    <p:embed/>
                  </p:oleObj>
                </mc:Choice>
                <mc:Fallback>
                  <p:oleObj name="Equation" r:id="rId11" imgW="2260440" imgH="59688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9F242836-AABC-4C25-8835-543B9F5276D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55077" y="2433285"/>
                          <a:ext cx="22606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84C415CC-9509-43FC-9261-071E4AC460F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360974" y="2584801"/>
            <a:ext cx="1016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841" name="Equation" r:id="rId12" imgW="1015920" imgH="342720" progId="Equation.DSMT4">
                    <p:embed/>
                  </p:oleObj>
                </mc:Choice>
                <mc:Fallback>
                  <p:oleObj name="Equation" r:id="rId12" imgW="1015920" imgH="34272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84C415CC-9509-43FC-9261-071E4AC460F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360974" y="2584801"/>
                          <a:ext cx="1016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6E0ACD9-D6B1-405A-A3F4-802FF9FC9955}"/>
              </a:ext>
            </a:extLst>
          </p:cNvPr>
          <p:cNvGrpSpPr/>
          <p:nvPr/>
        </p:nvGrpSpPr>
        <p:grpSpPr>
          <a:xfrm>
            <a:off x="865063" y="2926647"/>
            <a:ext cx="2187645" cy="461665"/>
            <a:chOff x="728171" y="3265375"/>
            <a:chExt cx="2187645" cy="461665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A1BB57FF-CFA4-4D2A-BADD-37964135EC3C}"/>
                </a:ext>
              </a:extLst>
            </p:cNvPr>
            <p:cNvSpPr/>
            <p:nvPr/>
          </p:nvSpPr>
          <p:spPr>
            <a:xfrm>
              <a:off x="728171" y="3265375"/>
              <a:ext cx="218764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由于        </a:t>
              </a:r>
              <a:endParaRPr lang="zh-CN" altLang="en-US" sz="2400" dirty="0"/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B02101AE-CFA9-4D29-95FD-2D3047ACBF5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467520" y="3306999"/>
            <a:ext cx="1168400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842" name="Equation" r:id="rId13" imgW="1168200" imgH="368280" progId="Equation.DSMT4">
                    <p:embed/>
                  </p:oleObj>
                </mc:Choice>
                <mc:Fallback>
                  <p:oleObj name="Equation" r:id="rId13" imgW="1168200" imgH="36828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B02101AE-CFA9-4D29-95FD-2D3047ACBF5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467520" y="3306999"/>
                          <a:ext cx="1168400" cy="368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B2AED592-A9C7-479E-A4CB-2C4754C47EA9}"/>
              </a:ext>
            </a:extLst>
          </p:cNvPr>
          <p:cNvSpPr/>
          <p:nvPr/>
        </p:nvSpPr>
        <p:spPr>
          <a:xfrm>
            <a:off x="3052708" y="2885711"/>
            <a:ext cx="8712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所以        </a:t>
            </a:r>
            <a:endParaRPr lang="zh-CN" altLang="en-US" sz="2400" dirty="0"/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ABF208A8-0A15-492C-84BC-F6433FAA85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1602329"/>
              </p:ext>
            </p:extLst>
          </p:nvPr>
        </p:nvGraphicFramePr>
        <p:xfrm>
          <a:off x="2394592" y="3474247"/>
          <a:ext cx="21082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43" name="Equation" r:id="rId15" imgW="2108160" imgH="850680" progId="Equation.DSMT4">
                  <p:embed/>
                </p:oleObj>
              </mc:Choice>
              <mc:Fallback>
                <p:oleObj name="Equation" r:id="rId15" imgW="2108160" imgH="85068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ABF208A8-0A15-492C-84BC-F6433FAA8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394592" y="3474247"/>
                        <a:ext cx="21082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915C686D-4692-45F9-855D-F300CCEFFB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4944754"/>
              </p:ext>
            </p:extLst>
          </p:nvPr>
        </p:nvGraphicFramePr>
        <p:xfrm>
          <a:off x="4637455" y="3474247"/>
          <a:ext cx="16510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44" name="Equation" r:id="rId17" imgW="1650960" imgH="1117440" progId="Equation.DSMT4">
                  <p:embed/>
                </p:oleObj>
              </mc:Choice>
              <mc:Fallback>
                <p:oleObj name="Equation" r:id="rId17" imgW="1650960" imgH="111744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915C686D-4692-45F9-855D-F300CCEFFB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637455" y="3474247"/>
                        <a:ext cx="1651000" cy="111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C8EEE19F-3C89-4691-879E-FFE74DFCE4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5900322"/>
              </p:ext>
            </p:extLst>
          </p:nvPr>
        </p:nvGraphicFramePr>
        <p:xfrm>
          <a:off x="6423118" y="3474247"/>
          <a:ext cx="838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45" name="Equation" r:id="rId19" imgW="838080" imgH="838080" progId="Equation.DSMT4">
                  <p:embed/>
                </p:oleObj>
              </mc:Choice>
              <mc:Fallback>
                <p:oleObj name="Equation" r:id="rId19" imgW="838080" imgH="83808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C8EEE19F-3C89-4691-879E-FFE74DFCE4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423118" y="3474247"/>
                        <a:ext cx="8382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22240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152C44-42F3-4F92-BE9E-A24B69B814A9}"/>
              </a:ext>
            </a:extLst>
          </p:cNvPr>
          <p:cNvSpPr/>
          <p:nvPr/>
        </p:nvSpPr>
        <p:spPr>
          <a:xfrm>
            <a:off x="923977" y="502370"/>
            <a:ext cx="39711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10. </a:t>
            </a:r>
            <a:r>
              <a:rPr kumimoji="1" lang="zh-CN" altLang="en-US" sz="2400" b="1" dirty="0">
                <a:latin typeface="+mn-ea"/>
              </a:rPr>
              <a:t>设                求               </a:t>
            </a:r>
            <a:endParaRPr lang="zh-CN" altLang="en-US" sz="2400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0591B62C-B602-4676-A5EB-28137D3365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7086441"/>
              </p:ext>
            </p:extLst>
          </p:nvPr>
        </p:nvGraphicFramePr>
        <p:xfrm>
          <a:off x="1949686" y="339502"/>
          <a:ext cx="2247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504" name="Equation" r:id="rId3" imgW="2247840" imgH="787320" progId="Equation.DSMT4">
                  <p:embed/>
                </p:oleObj>
              </mc:Choice>
              <mc:Fallback>
                <p:oleObj name="Equation" r:id="rId3" imgW="2247840" imgH="7873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0591B62C-B602-4676-A5EB-28137D3365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49686" y="339502"/>
                        <a:ext cx="22479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A0DD025-A033-44E3-87B5-C1C941B1AD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6418738"/>
              </p:ext>
            </p:extLst>
          </p:nvPr>
        </p:nvGraphicFramePr>
        <p:xfrm>
          <a:off x="4728914" y="595735"/>
          <a:ext cx="812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505" name="Equation" r:id="rId5" imgW="812520" imgH="368280" progId="Equation.DSMT4">
                  <p:embed/>
                </p:oleObj>
              </mc:Choice>
              <mc:Fallback>
                <p:oleObj name="Equation" r:id="rId5" imgW="812520" imgH="3682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AA0DD025-A033-44E3-87B5-C1C941B1AD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28914" y="595735"/>
                        <a:ext cx="8128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98D73413-5DB0-40CC-821E-D5D4C966E219}"/>
              </a:ext>
            </a:extLst>
          </p:cNvPr>
          <p:cNvSpPr/>
          <p:nvPr/>
        </p:nvSpPr>
        <p:spPr>
          <a:xfrm>
            <a:off x="979853" y="1534803"/>
            <a:ext cx="9952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zh-CN" altLang="en-US" sz="2400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15A92A2-E57C-4F51-864E-61E667C0D8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126350"/>
              </p:ext>
            </p:extLst>
          </p:nvPr>
        </p:nvGraphicFramePr>
        <p:xfrm>
          <a:off x="1662081" y="1371935"/>
          <a:ext cx="3187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506" name="Equation" r:id="rId7" imgW="3187440" imgH="787320" progId="Equation.DSMT4">
                  <p:embed/>
                </p:oleObj>
              </mc:Choice>
              <mc:Fallback>
                <p:oleObj name="Equation" r:id="rId7" imgW="3187440" imgH="7873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215A92A2-E57C-4F51-864E-61E667C0D8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62081" y="1371935"/>
                        <a:ext cx="31877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9CD379D-0DC0-407D-A8B7-1B14BC2F74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4121880"/>
              </p:ext>
            </p:extLst>
          </p:nvPr>
        </p:nvGraphicFramePr>
        <p:xfrm>
          <a:off x="4895105" y="1371935"/>
          <a:ext cx="1473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507" name="Equation" r:id="rId9" imgW="1473120" imgH="787320" progId="Equation.DSMT4">
                  <p:embed/>
                </p:oleObj>
              </mc:Choice>
              <mc:Fallback>
                <p:oleObj name="Equation" r:id="rId9" imgW="1473120" imgH="7873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D9CD379D-0DC0-407D-A8B7-1B14BC2F74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895105" y="1371935"/>
                        <a:ext cx="14732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86D8A66-82FC-4A67-A105-6DF2120DD1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7563491"/>
              </p:ext>
            </p:extLst>
          </p:nvPr>
        </p:nvGraphicFramePr>
        <p:xfrm>
          <a:off x="2443761" y="2380047"/>
          <a:ext cx="19685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508" name="Equation" r:id="rId11" imgW="1968480" imgH="1155600" progId="Equation.DSMT4">
                  <p:embed/>
                </p:oleObj>
              </mc:Choice>
              <mc:Fallback>
                <p:oleObj name="Equation" r:id="rId11" imgW="1968480" imgH="11556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C86D8A66-82FC-4A67-A105-6DF2120DD1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443761" y="2380047"/>
                        <a:ext cx="1968500" cy="1155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B758CC4A-C07E-409B-97AD-15F03A3837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2733966"/>
              </p:ext>
            </p:extLst>
          </p:nvPr>
        </p:nvGraphicFramePr>
        <p:xfrm>
          <a:off x="4517340" y="2404368"/>
          <a:ext cx="19939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509" name="Equation" r:id="rId13" imgW="1993680" imgH="1155600" progId="Equation.DSMT4">
                  <p:embed/>
                </p:oleObj>
              </mc:Choice>
              <mc:Fallback>
                <p:oleObj name="Equation" r:id="rId13" imgW="1993680" imgH="11556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B758CC4A-C07E-409B-97AD-15F03A3837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517340" y="2404368"/>
                        <a:ext cx="1993900" cy="1155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5654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8E8A5E3-1778-4DC7-89F1-9772791FB179}"/>
              </a:ext>
            </a:extLst>
          </p:cNvPr>
          <p:cNvGrpSpPr/>
          <p:nvPr/>
        </p:nvGrpSpPr>
        <p:grpSpPr>
          <a:xfrm>
            <a:off x="743137" y="478494"/>
            <a:ext cx="8568952" cy="1078521"/>
            <a:chOff x="851657" y="694518"/>
            <a:chExt cx="8568952" cy="1078521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3049DE6E-F4B0-4180-BBBD-5A48D267A04C}"/>
                </a:ext>
              </a:extLst>
            </p:cNvPr>
            <p:cNvSpPr/>
            <p:nvPr/>
          </p:nvSpPr>
          <p:spPr>
            <a:xfrm>
              <a:off x="851657" y="694518"/>
              <a:ext cx="85689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11.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设        在    上连续，证明：存在一点       使得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7C4DABE2-A1BA-4B1C-97E3-77E7851ABAA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691680" y="777974"/>
            <a:ext cx="5842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61" name="Equation" r:id="rId3" imgW="583920" imgH="304560" progId="Equation.DSMT4">
                    <p:embed/>
                  </p:oleObj>
                </mc:Choice>
                <mc:Fallback>
                  <p:oleObj name="Equation" r:id="rId3" imgW="583920" imgH="30456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7C4DABE2-A1BA-4B1C-97E3-77E7851ABAA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691680" y="777974"/>
                          <a:ext cx="5842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C4F3062A-ED5D-456E-8C2F-EBC030A04A2D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339975" y="777974"/>
            <a:ext cx="5080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62" name="Equation" r:id="rId5" imgW="507960" imgH="304560" progId="Equation.DSMT4">
                    <p:embed/>
                  </p:oleObj>
                </mc:Choice>
                <mc:Fallback>
                  <p:oleObj name="Equation" r:id="rId5" imgW="507960" imgH="30456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C4F3062A-ED5D-456E-8C2F-EBC030A04A2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339975" y="777974"/>
                          <a:ext cx="5080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BF8BECE7-B935-4DBE-87C1-276047B3051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283992" y="767928"/>
            <a:ext cx="5334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63" name="Equation" r:id="rId7" imgW="533160" imgH="304560" progId="Equation.DSMT4">
                    <p:embed/>
                  </p:oleObj>
                </mc:Choice>
                <mc:Fallback>
                  <p:oleObj name="Equation" r:id="rId7" imgW="533160" imgH="30456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BF8BECE7-B935-4DBE-87C1-276047B3051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283992" y="767928"/>
                          <a:ext cx="5334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D7599302-0609-4B4B-97DF-B24245E33262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308304" y="777974"/>
            <a:ext cx="10033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64" name="Equation" r:id="rId9" imgW="1002960" imgH="304560" progId="Equation.DSMT4">
                    <p:embed/>
                  </p:oleObj>
                </mc:Choice>
                <mc:Fallback>
                  <p:oleObj name="Equation" r:id="rId9" imgW="1002960" imgH="30456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D7599302-0609-4B4B-97DF-B24245E3326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308304" y="777974"/>
                          <a:ext cx="10033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011E6EF6-6B62-461A-925C-1B0AE107AC1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771800" y="1239639"/>
            <a:ext cx="3263900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65" name="Equation" r:id="rId11" imgW="3263760" imgH="533160" progId="Equation.DSMT4">
                    <p:embed/>
                  </p:oleObj>
                </mc:Choice>
                <mc:Fallback>
                  <p:oleObj name="Equation" r:id="rId11" imgW="3263760" imgH="53316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011E6EF6-6B62-461A-925C-1B0AE107AC1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771800" y="1239639"/>
                          <a:ext cx="3263900" cy="533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A57F19E3-A30B-4179-8C78-83935BDA0213}"/>
              </a:ext>
            </a:extLst>
          </p:cNvPr>
          <p:cNvSpPr/>
          <p:nvPr/>
        </p:nvSpPr>
        <p:spPr>
          <a:xfrm>
            <a:off x="827584" y="1707654"/>
            <a:ext cx="8640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分析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7631FCD-805B-4E02-8CF1-A1263E8C76F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893709" y="2395786"/>
          <a:ext cx="6731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66" name="Equation" r:id="rId13" imgW="672840" imgH="291960" progId="Equation.DSMT4">
                  <p:embed/>
                </p:oleObj>
              </mc:Choice>
              <mc:Fallback>
                <p:oleObj name="Equation" r:id="rId13" imgW="672840" imgH="2919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E7631FCD-805B-4E02-8CF1-A1263E8C76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893709" y="2395786"/>
                        <a:ext cx="6731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CFB53DA1-B798-4411-8AF4-5FB5F99E9A2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179638" y="2827338"/>
          <a:ext cx="3378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67" name="Equation" r:id="rId15" imgW="3377880" imgH="507960" progId="Equation.DSMT4">
                  <p:embed/>
                </p:oleObj>
              </mc:Choice>
              <mc:Fallback>
                <p:oleObj name="Equation" r:id="rId15" imgW="3377880" imgH="5079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CFB53DA1-B798-4411-8AF4-5FB5F99E9A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179638" y="2827338"/>
                        <a:ext cx="33782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F1EC10AB-19E5-468B-BD03-69D00744243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449513" y="3684588"/>
          <a:ext cx="2578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68" name="Equation" r:id="rId17" imgW="2577960" imgH="507960" progId="Equation.DSMT4">
                  <p:embed/>
                </p:oleObj>
              </mc:Choice>
              <mc:Fallback>
                <p:oleObj name="Equation" r:id="rId17" imgW="2577960" imgH="50796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F1EC10AB-19E5-468B-BD03-69D0074424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449513" y="3684588"/>
                        <a:ext cx="25781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0FEE4443-8094-49CF-871C-83A3595931E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167360" y="1746559"/>
          <a:ext cx="3581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69" name="Equation" r:id="rId19" imgW="3581280" imgH="533160" progId="Equation.DSMT4">
                  <p:embed/>
                </p:oleObj>
              </mc:Choice>
              <mc:Fallback>
                <p:oleObj name="Equation" r:id="rId19" imgW="3581280" imgH="53316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0FEE4443-8094-49CF-871C-83A3595931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167360" y="1746559"/>
                        <a:ext cx="35814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箭头: 下 13">
            <a:extLst>
              <a:ext uri="{FF2B5EF4-FFF2-40B4-BE49-F238E27FC236}">
                <a16:creationId xmlns:a16="http://schemas.microsoft.com/office/drawing/2014/main" id="{0F6978E8-F3CF-4514-AD17-1033AE9513EF}"/>
              </a:ext>
            </a:extLst>
          </p:cNvPr>
          <p:cNvSpPr/>
          <p:nvPr/>
        </p:nvSpPr>
        <p:spPr bwMode="auto">
          <a:xfrm>
            <a:off x="3491880" y="2169319"/>
            <a:ext cx="302146" cy="592284"/>
          </a:xfrm>
          <a:prstGeom prst="downArrow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4B5D6BD5-6C4C-4C17-838F-8C5D33566A36}"/>
              </a:ext>
            </a:extLst>
          </p:cNvPr>
          <p:cNvSpPr/>
          <p:nvPr/>
        </p:nvSpPr>
        <p:spPr bwMode="auto">
          <a:xfrm>
            <a:off x="3527326" y="3262813"/>
            <a:ext cx="324594" cy="508000"/>
          </a:xfrm>
          <a:prstGeom prst="downArrow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4675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 animBg="1"/>
      <p:bldP spid="1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647D643-F8F1-43B9-AF2C-A1BCFFD8B355}"/>
              </a:ext>
            </a:extLst>
          </p:cNvPr>
          <p:cNvGrpSpPr/>
          <p:nvPr/>
        </p:nvGrpSpPr>
        <p:grpSpPr>
          <a:xfrm>
            <a:off x="291908" y="283828"/>
            <a:ext cx="8748464" cy="1118270"/>
            <a:chOff x="504056" y="699542"/>
            <a:chExt cx="8748464" cy="1118270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FDEAFAB1-22C9-4B6A-B71C-F23B796EE443}"/>
                </a:ext>
              </a:extLst>
            </p:cNvPr>
            <p:cNvSpPr/>
            <p:nvPr/>
          </p:nvSpPr>
          <p:spPr>
            <a:xfrm>
              <a:off x="504056" y="699542"/>
              <a:ext cx="874846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11.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设         在    上连续，证明：存在一点        使得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0EA0DACC-D38A-4B49-AE6C-8FBFDE2099C4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426977" y="758949"/>
            <a:ext cx="698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22" name="Equation" r:id="rId3" imgW="698400" imgH="342720" progId="Equation.DSMT4">
                    <p:embed/>
                  </p:oleObj>
                </mc:Choice>
                <mc:Fallback>
                  <p:oleObj name="Equation" r:id="rId3" imgW="698400" imgH="3427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0EA0DACC-D38A-4B49-AE6C-8FBFDE2099C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26977" y="758949"/>
                          <a:ext cx="6985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2C697A32-F778-49D9-AAE5-267E9FAF7F30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082198" y="743074"/>
            <a:ext cx="596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23" name="Equation" r:id="rId5" imgW="596880" imgH="342720" progId="Equation.DSMT4">
                    <p:embed/>
                  </p:oleObj>
                </mc:Choice>
                <mc:Fallback>
                  <p:oleObj name="Equation" r:id="rId5" imgW="596880" imgH="3427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2C697A32-F778-49D9-AAE5-267E9FAF7F3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082198" y="743074"/>
                          <a:ext cx="596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3FDF275B-5272-4E24-953D-9B8178DCA75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8551698"/>
                </p:ext>
              </p:extLst>
            </p:nvPr>
          </p:nvGraphicFramePr>
          <p:xfrm>
            <a:off x="3086372" y="758776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24" name="Equation" r:id="rId7" imgW="634680" imgH="330120" progId="Equation.DSMT4">
                    <p:embed/>
                  </p:oleObj>
                </mc:Choice>
                <mc:Fallback>
                  <p:oleObj name="Equation" r:id="rId7" imgW="634680" imgH="33012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3FDF275B-5272-4E24-953D-9B8178DCA75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86372" y="758776"/>
                          <a:ext cx="635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FC65AA67-F1EE-44C3-99B1-A69348721E8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109486" y="758949"/>
            <a:ext cx="1193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25" name="Equation" r:id="rId9" imgW="1193760" imgH="342720" progId="Equation.DSMT4">
                    <p:embed/>
                  </p:oleObj>
                </mc:Choice>
                <mc:Fallback>
                  <p:oleObj name="Equation" r:id="rId9" imgW="1193760" imgH="34272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FC65AA67-F1EE-44C3-99B1-A69348721E8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109486" y="758949"/>
                          <a:ext cx="1193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E57725F8-9802-487D-830A-3FA22C30882A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448495" y="1195512"/>
            <a:ext cx="3911600" cy="622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26" name="Equation" r:id="rId11" imgW="3911400" imgH="622080" progId="Equation.DSMT4">
                    <p:embed/>
                  </p:oleObj>
                </mc:Choice>
                <mc:Fallback>
                  <p:oleObj name="Equation" r:id="rId11" imgW="3911400" imgH="62208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E57725F8-9802-487D-830A-3FA22C30882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448495" y="1195512"/>
                          <a:ext cx="3911600" cy="622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B7888AC0-27C3-432D-B303-8FEBD5C7A1D4}"/>
              </a:ext>
            </a:extLst>
          </p:cNvPr>
          <p:cNvSpPr/>
          <p:nvPr/>
        </p:nvSpPr>
        <p:spPr>
          <a:xfrm>
            <a:off x="385391" y="1507964"/>
            <a:ext cx="6713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证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B146B2E-FB3A-42D1-A027-09406F95DFF1}"/>
              </a:ext>
            </a:extLst>
          </p:cNvPr>
          <p:cNvGrpSpPr/>
          <p:nvPr/>
        </p:nvGrpSpPr>
        <p:grpSpPr>
          <a:xfrm>
            <a:off x="939980" y="1486235"/>
            <a:ext cx="3791917" cy="596900"/>
            <a:chOff x="1043608" y="1685925"/>
            <a:chExt cx="3791917" cy="596900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4C3A837-D6EC-4063-B2F4-C573BABD73E8}"/>
                </a:ext>
              </a:extLst>
            </p:cNvPr>
            <p:cNvSpPr/>
            <p:nvPr/>
          </p:nvSpPr>
          <p:spPr>
            <a:xfrm>
              <a:off x="1043608" y="1707654"/>
              <a:ext cx="67133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令</a:t>
              </a: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7E482F15-5101-4F8F-9AA2-DB43016786F6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685925" y="1685925"/>
            <a:ext cx="31496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27" name="Equation" r:id="rId13" imgW="3149280" imgH="596880" progId="Equation.DSMT4">
                    <p:embed/>
                  </p:oleObj>
                </mc:Choice>
                <mc:Fallback>
                  <p:oleObj name="Equation" r:id="rId13" imgW="3149280" imgH="59688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7E482F15-5101-4F8F-9AA2-DB43016786F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685925" y="1685925"/>
                          <a:ext cx="31496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C2213932-E5A7-4F67-886E-782A598D4EF6}"/>
              </a:ext>
            </a:extLst>
          </p:cNvPr>
          <p:cNvGrpSpPr/>
          <p:nvPr/>
        </p:nvGrpSpPr>
        <p:grpSpPr>
          <a:xfrm>
            <a:off x="4784124" y="1543040"/>
            <a:ext cx="4134011" cy="461665"/>
            <a:chOff x="4887752" y="1742730"/>
            <a:chExt cx="4134011" cy="46166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C8CFC73E-CD35-44AE-8F9D-AC78B51D9EB4}"/>
                </a:ext>
              </a:extLst>
            </p:cNvPr>
            <p:cNvSpPr/>
            <p:nvPr/>
          </p:nvSpPr>
          <p:spPr>
            <a:xfrm>
              <a:off x="4887752" y="1742730"/>
              <a:ext cx="67133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则</a:t>
              </a: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5A0815FD-7692-42A2-A6E0-9C7F40E02CE3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375275" y="1837119"/>
            <a:ext cx="1816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28" name="Equation" r:id="rId15" imgW="1815840" imgH="342720" progId="Equation.DSMT4">
                    <p:embed/>
                  </p:oleObj>
                </mc:Choice>
                <mc:Fallback>
                  <p:oleObj name="Equation" r:id="rId15" imgW="1815840" imgH="34272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5A0815FD-7692-42A2-A6E0-9C7F40E02CE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375275" y="1837119"/>
                          <a:ext cx="18161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A6D97C68-975B-4A52-B19D-6EED56BA17B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180263" y="1836738"/>
            <a:ext cx="1841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29" name="Equation" r:id="rId17" imgW="1841400" imgH="342720" progId="Equation.DSMT4">
                    <p:embed/>
                  </p:oleObj>
                </mc:Choice>
                <mc:Fallback>
                  <p:oleObj name="Equation" r:id="rId17" imgW="1841400" imgH="34272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A6D97C68-975B-4A52-B19D-6EED56BA17B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180263" y="1836738"/>
                          <a:ext cx="18415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038016BD-AF63-45F2-8795-52F0109E5F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6717149"/>
              </p:ext>
            </p:extLst>
          </p:nvPr>
        </p:nvGraphicFramePr>
        <p:xfrm>
          <a:off x="48772" y="2353010"/>
          <a:ext cx="2070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30" name="Equation" r:id="rId19" imgW="2070000" imgH="342720" progId="Equation.DSMT4">
                  <p:embed/>
                </p:oleObj>
              </mc:Choice>
              <mc:Fallback>
                <p:oleObj name="Equation" r:id="rId19" imgW="2070000" imgH="34272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038016BD-AF63-45F2-8795-52F0109E5F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8772" y="2353010"/>
                        <a:ext cx="2070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51692542-7CB6-4C54-B7AB-ED1C3E7B91E4}"/>
              </a:ext>
            </a:extLst>
          </p:cNvPr>
          <p:cNvGrpSpPr/>
          <p:nvPr/>
        </p:nvGrpSpPr>
        <p:grpSpPr>
          <a:xfrm>
            <a:off x="2095225" y="2257729"/>
            <a:ext cx="5821164" cy="461665"/>
            <a:chOff x="2198853" y="2457419"/>
            <a:chExt cx="5821164" cy="461665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96AA0C28-9455-489F-811F-51D5C0565B8E}"/>
                </a:ext>
              </a:extLst>
            </p:cNvPr>
            <p:cNvSpPr/>
            <p:nvPr/>
          </p:nvSpPr>
          <p:spPr>
            <a:xfrm>
              <a:off x="2198853" y="2457419"/>
              <a:ext cx="582116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从而    在    上满足罗尔中值定理条件，</a:t>
              </a:r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BE5A6D26-5826-48C6-AC91-CF69F4F05E0D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943225" y="2551113"/>
            <a:ext cx="635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31" name="Equation" r:id="rId21" imgW="634680" imgH="342720" progId="Equation.DSMT4">
                    <p:embed/>
                  </p:oleObj>
                </mc:Choice>
                <mc:Fallback>
                  <p:oleObj name="Equation" r:id="rId21" imgW="634680" imgH="342720" progId="Equation.DSMT4">
                    <p:embed/>
                    <p:pic>
                      <p:nvPicPr>
                        <p:cNvPr id="20" name="对象 19">
                          <a:extLst>
                            <a:ext uri="{FF2B5EF4-FFF2-40B4-BE49-F238E27FC236}">
                              <a16:creationId xmlns:a16="http://schemas.microsoft.com/office/drawing/2014/main" id="{BE5A6D26-5826-48C6-AC91-CF69F4F05E0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943225" y="2551113"/>
                          <a:ext cx="635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A83A0056-E6ED-46F6-A00A-90A13E3DE770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848100" y="2541588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32" name="Equation" r:id="rId23" imgW="634680" imgH="330120" progId="Equation.DSMT4">
                    <p:embed/>
                  </p:oleObj>
                </mc:Choice>
                <mc:Fallback>
                  <p:oleObj name="Equation" r:id="rId23" imgW="634680" imgH="33012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A83A0056-E6ED-46F6-A00A-90A13E3DE77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3848100" y="2541588"/>
                          <a:ext cx="635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EEEA3481-1FF4-4669-AD8D-7FF2D5532C7D}"/>
              </a:ext>
            </a:extLst>
          </p:cNvPr>
          <p:cNvSpPr/>
          <p:nvPr/>
        </p:nvSpPr>
        <p:spPr>
          <a:xfrm>
            <a:off x="7795664" y="2257729"/>
            <a:ext cx="12447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故存在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A1181D09-3A48-45DC-8E9F-3395A4F2262F}"/>
              </a:ext>
            </a:extLst>
          </p:cNvPr>
          <p:cNvGrpSpPr/>
          <p:nvPr/>
        </p:nvGrpSpPr>
        <p:grpSpPr>
          <a:xfrm>
            <a:off x="30940" y="2848458"/>
            <a:ext cx="3764778" cy="461665"/>
            <a:chOff x="134568" y="3048148"/>
            <a:chExt cx="3764778" cy="461665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92BA09AC-7081-4790-A57A-82D671AA6C7B}"/>
                </a:ext>
              </a:extLst>
            </p:cNvPr>
            <p:cNvSpPr/>
            <p:nvPr/>
          </p:nvSpPr>
          <p:spPr>
            <a:xfrm>
              <a:off x="134568" y="3048148"/>
              <a:ext cx="376477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       使得</a:t>
              </a:r>
            </a:p>
          </p:txBody>
        </p:sp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C42BDAA1-5843-452C-B8C5-38449991027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85477" y="3143400"/>
            <a:ext cx="1193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33" name="Equation" r:id="rId25" imgW="1193760" imgH="342720" progId="Equation.DSMT4">
                    <p:embed/>
                  </p:oleObj>
                </mc:Choice>
                <mc:Fallback>
                  <p:oleObj name="Equation" r:id="rId25" imgW="1193760" imgH="342720" progId="Equation.DSMT4">
                    <p:embed/>
                    <p:pic>
                      <p:nvPicPr>
                        <p:cNvPr id="25" name="对象 24">
                          <a:extLst>
                            <a:ext uri="{FF2B5EF4-FFF2-40B4-BE49-F238E27FC236}">
                              <a16:creationId xmlns:a16="http://schemas.microsoft.com/office/drawing/2014/main" id="{C42BDAA1-5843-452C-B8C5-38449991027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85477" y="3143400"/>
                          <a:ext cx="1193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F9A66037-2175-4293-8B39-04EB17F7B380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041525" y="3128963"/>
            <a:ext cx="12446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34" name="Equation" r:id="rId27" imgW="1244520" imgH="355320" progId="Equation.DSMT4">
                    <p:embed/>
                  </p:oleObj>
                </mc:Choice>
                <mc:Fallback>
                  <p:oleObj name="Equation" r:id="rId27" imgW="1244520" imgH="355320" progId="Equation.DSMT4">
                    <p:embed/>
                    <p:pic>
                      <p:nvPicPr>
                        <p:cNvPr id="26" name="对象 25">
                          <a:extLst>
                            <a:ext uri="{FF2B5EF4-FFF2-40B4-BE49-F238E27FC236}">
                              <a16:creationId xmlns:a16="http://schemas.microsoft.com/office/drawing/2014/main" id="{F9A66037-2175-4293-8B39-04EB17F7B38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2041525" y="3128963"/>
                          <a:ext cx="12446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" name="矩形 26">
            <a:extLst>
              <a:ext uri="{FF2B5EF4-FFF2-40B4-BE49-F238E27FC236}">
                <a16:creationId xmlns:a16="http://schemas.microsoft.com/office/drawing/2014/main" id="{232BC510-4447-47F0-9B77-AC523879512A}"/>
              </a:ext>
            </a:extLst>
          </p:cNvPr>
          <p:cNvSpPr/>
          <p:nvPr/>
        </p:nvSpPr>
        <p:spPr>
          <a:xfrm>
            <a:off x="3269575" y="2799786"/>
            <a:ext cx="6713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即</a:t>
            </a:r>
          </a:p>
        </p:txBody>
      </p: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53490FD7-BF62-41F0-BF6A-F73C6BC4D7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978523"/>
              </p:ext>
            </p:extLst>
          </p:nvPr>
        </p:nvGraphicFramePr>
        <p:xfrm>
          <a:off x="2268097" y="3430923"/>
          <a:ext cx="4165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35" name="Equation" r:id="rId29" imgW="4165560" imgH="596880" progId="Equation.DSMT4">
                  <p:embed/>
                </p:oleObj>
              </mc:Choice>
              <mc:Fallback>
                <p:oleObj name="Equation" r:id="rId29" imgW="4165560" imgH="59688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53490FD7-BF62-41F0-BF6A-F73C6BC4D7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268097" y="3430923"/>
                        <a:ext cx="41656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矩形 28">
            <a:extLst>
              <a:ext uri="{FF2B5EF4-FFF2-40B4-BE49-F238E27FC236}">
                <a16:creationId xmlns:a16="http://schemas.microsoft.com/office/drawing/2014/main" id="{CFE871D3-2AD1-45BD-8385-9F4914E665A2}"/>
              </a:ext>
            </a:extLst>
          </p:cNvPr>
          <p:cNvSpPr/>
          <p:nvPr/>
        </p:nvSpPr>
        <p:spPr>
          <a:xfrm>
            <a:off x="291908" y="4229459"/>
            <a:ext cx="6713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即</a:t>
            </a:r>
          </a:p>
        </p:txBody>
      </p: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FC41FA15-7052-4A2B-9CB2-13CACF0E6F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2425954"/>
              </p:ext>
            </p:extLst>
          </p:nvPr>
        </p:nvGraphicFramePr>
        <p:xfrm>
          <a:off x="747272" y="4148473"/>
          <a:ext cx="37338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36" name="Equation" r:id="rId31" imgW="3733560" imgH="622080" progId="Equation.DSMT4">
                  <p:embed/>
                </p:oleObj>
              </mc:Choice>
              <mc:Fallback>
                <p:oleObj name="Equation" r:id="rId31" imgW="3733560" imgH="622080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FC41FA15-7052-4A2B-9CB2-13CACF0E6F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47272" y="4148473"/>
                        <a:ext cx="3733800" cy="622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组合 32">
            <a:extLst>
              <a:ext uri="{FF2B5EF4-FFF2-40B4-BE49-F238E27FC236}">
                <a16:creationId xmlns:a16="http://schemas.microsoft.com/office/drawing/2014/main" id="{E147950E-0DC1-4E1B-8531-636D8EBBB977}"/>
              </a:ext>
            </a:extLst>
          </p:cNvPr>
          <p:cNvGrpSpPr/>
          <p:nvPr/>
        </p:nvGrpSpPr>
        <p:grpSpPr>
          <a:xfrm>
            <a:off x="4600309" y="4146701"/>
            <a:ext cx="4282686" cy="622300"/>
            <a:chOff x="4703937" y="4346391"/>
            <a:chExt cx="4282686" cy="622300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106484B0-A1DB-45EB-9455-484172C83B64}"/>
                </a:ext>
              </a:extLst>
            </p:cNvPr>
            <p:cNvSpPr/>
            <p:nvPr/>
          </p:nvSpPr>
          <p:spPr>
            <a:xfrm>
              <a:off x="4703937" y="4426709"/>
              <a:ext cx="67133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即</a:t>
              </a:r>
            </a:p>
          </p:txBody>
        </p:sp>
        <p:graphicFrame>
          <p:nvGraphicFramePr>
            <p:cNvPr id="32" name="对象 31">
              <a:extLst>
                <a:ext uri="{FF2B5EF4-FFF2-40B4-BE49-F238E27FC236}">
                  <a16:creationId xmlns:a16="http://schemas.microsoft.com/office/drawing/2014/main" id="{0F6F9F0B-0BFD-496E-BE84-971A60681B6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075023" y="4346391"/>
            <a:ext cx="3911600" cy="622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37" name="Equation" r:id="rId11" imgW="3911400" imgH="622080" progId="Equation.DSMT4">
                    <p:embed/>
                  </p:oleObj>
                </mc:Choice>
                <mc:Fallback>
                  <p:oleObj name="Equation" r:id="rId11" imgW="3911400" imgH="622080" progId="Equation.DSMT4">
                    <p:embed/>
                    <p:pic>
                      <p:nvPicPr>
                        <p:cNvPr id="32" name="对象 31">
                          <a:extLst>
                            <a:ext uri="{FF2B5EF4-FFF2-40B4-BE49-F238E27FC236}">
                              <a16:creationId xmlns:a16="http://schemas.microsoft.com/office/drawing/2014/main" id="{0F6F9F0B-0BFD-496E-BE84-971A60681B6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075023" y="4346391"/>
                          <a:ext cx="3911600" cy="622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735959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2" grpId="0"/>
      <p:bldP spid="27" grpId="0"/>
      <p:bldP spid="2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806BBB4-55C8-4DB1-986D-36752E2CE81E}"/>
              </a:ext>
            </a:extLst>
          </p:cNvPr>
          <p:cNvSpPr/>
          <p:nvPr/>
        </p:nvSpPr>
        <p:spPr>
          <a:xfrm>
            <a:off x="827584" y="132471"/>
            <a:ext cx="79208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12.</a:t>
            </a:r>
            <a:r>
              <a:rPr kumimoji="1" lang="zh-CN" altLang="en-US" sz="2400" b="1" dirty="0">
                <a:latin typeface="+mn-ea"/>
              </a:rPr>
              <a:t>已知函数    在     上连续，且              证明：                                         </a:t>
            </a:r>
            <a:endParaRPr lang="zh-CN" altLang="en-US" sz="2400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1F1394D-12DF-4D42-86A3-DAB2EE0FD8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297986"/>
              </p:ext>
            </p:extLst>
          </p:nvPr>
        </p:nvGraphicFramePr>
        <p:xfrm>
          <a:off x="2598507" y="172531"/>
          <a:ext cx="673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82" name="Equation" r:id="rId3" imgW="672840" imgH="368280" progId="Equation.DSMT4">
                  <p:embed/>
                </p:oleObj>
              </mc:Choice>
              <mc:Fallback>
                <p:oleObj name="Equation" r:id="rId3" imgW="672840" imgH="3682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31F1394D-12DF-4D42-86A3-DAB2EE0FD8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98507" y="172531"/>
                        <a:ext cx="6731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8F3BF7A-D522-4F4D-97EB-AE2540565B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0076294"/>
              </p:ext>
            </p:extLst>
          </p:nvPr>
        </p:nvGraphicFramePr>
        <p:xfrm>
          <a:off x="3659267" y="182082"/>
          <a:ext cx="673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83" name="Equation" r:id="rId5" imgW="672840" imgH="368280" progId="Equation.DSMT4">
                  <p:embed/>
                </p:oleObj>
              </mc:Choice>
              <mc:Fallback>
                <p:oleObj name="Equation" r:id="rId5" imgW="672840" imgH="3682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08F3BF7A-D522-4F4D-97EB-AE2540565B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59267" y="182082"/>
                        <a:ext cx="6731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A2EEE36-5171-4B0B-8766-45D60DE6AF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2029629"/>
              </p:ext>
            </p:extLst>
          </p:nvPr>
        </p:nvGraphicFramePr>
        <p:xfrm>
          <a:off x="5911606" y="26318"/>
          <a:ext cx="18669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84" name="Equation" r:id="rId7" imgW="1866600" imgH="647640" progId="Equation.DSMT4">
                  <p:embed/>
                </p:oleObj>
              </mc:Choice>
              <mc:Fallback>
                <p:oleObj name="Equation" r:id="rId7" imgW="1866600" imgH="6476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EA2EEE36-5171-4B0B-8766-45D60DE6AF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911606" y="26318"/>
                        <a:ext cx="18669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D200C072-C6EE-4645-A772-326D45CC3E53}"/>
              </a:ext>
            </a:extLst>
          </p:cNvPr>
          <p:cNvSpPr/>
          <p:nvPr/>
        </p:nvSpPr>
        <p:spPr>
          <a:xfrm>
            <a:off x="350082" y="768067"/>
            <a:ext cx="32873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存在         使得</a:t>
            </a:r>
            <a:endParaRPr lang="zh-CN" altLang="en-US" sz="2400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9DFE8E7A-13CF-4086-9DBB-09B5EBF14F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7234301"/>
              </p:ext>
            </p:extLst>
          </p:nvPr>
        </p:nvGraphicFramePr>
        <p:xfrm>
          <a:off x="1019007" y="814749"/>
          <a:ext cx="1282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85" name="Equation" r:id="rId9" imgW="1282680" imgH="368280" progId="Equation.DSMT4">
                  <p:embed/>
                </p:oleObj>
              </mc:Choice>
              <mc:Fallback>
                <p:oleObj name="Equation" r:id="rId9" imgW="1282680" imgH="3682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9DFE8E7A-13CF-4086-9DBB-09B5EBF14F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19007" y="814749"/>
                        <a:ext cx="12827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A51E81F-FA7B-4468-B520-5C73C43CA1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0064803"/>
              </p:ext>
            </p:extLst>
          </p:nvPr>
        </p:nvGraphicFramePr>
        <p:xfrm>
          <a:off x="3116258" y="649056"/>
          <a:ext cx="23622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86" name="Equation" r:id="rId11" imgW="2361960" imgH="647640" progId="Equation.DSMT4">
                  <p:embed/>
                </p:oleObj>
              </mc:Choice>
              <mc:Fallback>
                <p:oleObj name="Equation" r:id="rId11" imgW="2361960" imgH="64764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BA51E81F-FA7B-4468-B520-5C73C43CA1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16258" y="649056"/>
                        <a:ext cx="23622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CAFC493F-7E95-4C8A-8782-83243A6E1582}"/>
              </a:ext>
            </a:extLst>
          </p:cNvPr>
          <p:cNvSpPr/>
          <p:nvPr/>
        </p:nvSpPr>
        <p:spPr>
          <a:xfrm>
            <a:off x="926800" y="1395562"/>
            <a:ext cx="9952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证明</a:t>
            </a:r>
            <a:endParaRPr lang="zh-CN" altLang="en-US" sz="2400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D5738C2-781A-4ECE-83B4-E6C248A26687}"/>
              </a:ext>
            </a:extLst>
          </p:cNvPr>
          <p:cNvGrpSpPr/>
          <p:nvPr/>
        </p:nvGrpSpPr>
        <p:grpSpPr>
          <a:xfrm>
            <a:off x="1673251" y="1328232"/>
            <a:ext cx="3164634" cy="647700"/>
            <a:chOff x="1673251" y="1645706"/>
            <a:chExt cx="3164634" cy="647700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2AD42C3-09E9-4EEC-8C54-8427B58EBDC0}"/>
                </a:ext>
              </a:extLst>
            </p:cNvPr>
            <p:cNvSpPr/>
            <p:nvPr/>
          </p:nvSpPr>
          <p:spPr>
            <a:xfrm>
              <a:off x="1673251" y="1732210"/>
              <a:ext cx="99526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设</a:t>
              </a:r>
              <a:endParaRPr lang="zh-CN" altLang="en-US" sz="2400" dirty="0"/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C43EFAF7-4B3E-4CFC-99B1-5903263D577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170885" y="1645706"/>
            <a:ext cx="2667000" cy="647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387" name="Equation" r:id="rId13" imgW="2666880" imgH="647640" progId="Equation.DSMT4">
                    <p:embed/>
                  </p:oleObj>
                </mc:Choice>
                <mc:Fallback>
                  <p:oleObj name="Equation" r:id="rId13" imgW="2666880" imgH="64764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C43EFAF7-4B3E-4CFC-99B1-5903263D577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170885" y="1645706"/>
                          <a:ext cx="2667000" cy="647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FC5078E5-7B70-41BE-B5C8-3AE7359F26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3182898"/>
              </p:ext>
            </p:extLst>
          </p:nvPr>
        </p:nvGraphicFramePr>
        <p:xfrm>
          <a:off x="5150770" y="1483545"/>
          <a:ext cx="1727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88" name="Equation" r:id="rId15" imgW="1726920" imgH="368280" progId="Equation.DSMT4">
                  <p:embed/>
                </p:oleObj>
              </mc:Choice>
              <mc:Fallback>
                <p:oleObj name="Equation" r:id="rId15" imgW="1726920" imgH="3682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FC5078E5-7B70-41BE-B5C8-3AE7359F26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150770" y="1483545"/>
                        <a:ext cx="17272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DC2B8EE7-7D57-4705-A071-8B94711003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002876"/>
              </p:ext>
            </p:extLst>
          </p:nvPr>
        </p:nvGraphicFramePr>
        <p:xfrm>
          <a:off x="7020272" y="1515810"/>
          <a:ext cx="1968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89" name="Equation" r:id="rId17" imgW="1968480" imgH="368280" progId="Equation.DSMT4">
                  <p:embed/>
                </p:oleObj>
              </mc:Choice>
              <mc:Fallback>
                <p:oleObj name="Equation" r:id="rId17" imgW="1968480" imgH="36828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DC2B8EE7-7D57-4705-A071-8B94711003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020272" y="1515810"/>
                        <a:ext cx="19685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52DEB3BE-7F76-4293-83EF-652BC3DCCB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8809481"/>
              </p:ext>
            </p:extLst>
          </p:nvPr>
        </p:nvGraphicFramePr>
        <p:xfrm>
          <a:off x="164746" y="2235445"/>
          <a:ext cx="1981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90" name="Equation" r:id="rId19" imgW="1981080" imgH="368280" progId="Equation.DSMT4">
                  <p:embed/>
                </p:oleObj>
              </mc:Choice>
              <mc:Fallback>
                <p:oleObj name="Equation" r:id="rId19" imgW="1981080" imgH="3682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52DEB3BE-7F76-4293-83EF-652BC3DCC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64746" y="2235445"/>
                        <a:ext cx="19812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>
            <a:extLst>
              <a:ext uri="{FF2B5EF4-FFF2-40B4-BE49-F238E27FC236}">
                <a16:creationId xmlns:a16="http://schemas.microsoft.com/office/drawing/2014/main" id="{235D0175-C6A0-42C5-89DD-35BCCE406DF0}"/>
              </a:ext>
            </a:extLst>
          </p:cNvPr>
          <p:cNvGrpSpPr/>
          <p:nvPr/>
        </p:nvGrpSpPr>
        <p:grpSpPr>
          <a:xfrm>
            <a:off x="2116013" y="2171219"/>
            <a:ext cx="6863241" cy="461665"/>
            <a:chOff x="2116013" y="2488693"/>
            <a:chExt cx="6863241" cy="461665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705C2FE8-D648-41AA-A94E-2D007520A4A4}"/>
                </a:ext>
              </a:extLst>
            </p:cNvPr>
            <p:cNvSpPr/>
            <p:nvPr/>
          </p:nvSpPr>
          <p:spPr>
            <a:xfrm>
              <a:off x="2116013" y="2488693"/>
              <a:ext cx="677438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由罗尔中值定理得，存在         使得         </a:t>
              </a:r>
              <a:endParaRPr lang="zh-CN" altLang="en-US" sz="2400" dirty="0"/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38DC6EDB-D04A-4FAB-87E0-F850508FEA2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624003" y="2535375"/>
            <a:ext cx="1282700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391" name="Equation" r:id="rId21" imgW="1282680" imgH="368280" progId="Equation.DSMT4">
                    <p:embed/>
                  </p:oleObj>
                </mc:Choice>
                <mc:Fallback>
                  <p:oleObj name="Equation" r:id="rId21" imgW="1282680" imgH="36828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38DC6EDB-D04A-4FAB-87E0-F850508FEA2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5624003" y="2535375"/>
                          <a:ext cx="1282700" cy="368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F53A1AF4-5E00-47C4-87E9-7DBA9E06C17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645754" y="2544005"/>
            <a:ext cx="1333500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392" name="Equation" r:id="rId23" imgW="1333440" imgH="368280" progId="Equation.DSMT4">
                    <p:embed/>
                  </p:oleObj>
                </mc:Choice>
                <mc:Fallback>
                  <p:oleObj name="Equation" r:id="rId23" imgW="1333440" imgH="36828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F53A1AF4-5E00-47C4-87E9-7DBA9E06C17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7645754" y="2544005"/>
                          <a:ext cx="1333500" cy="368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id="{7FC12575-04D7-44C8-B89B-9292EE9506B7}"/>
              </a:ext>
            </a:extLst>
          </p:cNvPr>
          <p:cNvSpPr/>
          <p:nvPr/>
        </p:nvSpPr>
        <p:spPr>
          <a:xfrm>
            <a:off x="190963" y="2917465"/>
            <a:ext cx="5270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即        </a:t>
            </a:r>
            <a:endParaRPr lang="zh-CN" altLang="en-US" sz="2400" dirty="0"/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4079B137-7E05-48DD-8AAB-484526A6FF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0390385"/>
              </p:ext>
            </p:extLst>
          </p:nvPr>
        </p:nvGraphicFramePr>
        <p:xfrm>
          <a:off x="1747838" y="2860701"/>
          <a:ext cx="36322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93" name="Equation" r:id="rId25" imgW="3632040" imgH="647640" progId="Equation.DSMT4">
                  <p:embed/>
                </p:oleObj>
              </mc:Choice>
              <mc:Fallback>
                <p:oleObj name="Equation" r:id="rId25" imgW="3632040" imgH="64764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4079B137-7E05-48DD-8AAB-484526A6FF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747838" y="2860701"/>
                        <a:ext cx="36322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组合 25">
            <a:extLst>
              <a:ext uri="{FF2B5EF4-FFF2-40B4-BE49-F238E27FC236}">
                <a16:creationId xmlns:a16="http://schemas.microsoft.com/office/drawing/2014/main" id="{61FDA539-C001-4AAC-BB36-01A0977807F3}"/>
              </a:ext>
            </a:extLst>
          </p:cNvPr>
          <p:cNvGrpSpPr/>
          <p:nvPr/>
        </p:nvGrpSpPr>
        <p:grpSpPr>
          <a:xfrm>
            <a:off x="717980" y="3831829"/>
            <a:ext cx="1880527" cy="461665"/>
            <a:chOff x="717980" y="4149303"/>
            <a:chExt cx="1880527" cy="461665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BD075826-EE40-4336-B5BC-C813D09CEC91}"/>
                </a:ext>
              </a:extLst>
            </p:cNvPr>
            <p:cNvSpPr/>
            <p:nvPr/>
          </p:nvSpPr>
          <p:spPr>
            <a:xfrm>
              <a:off x="717980" y="4149303"/>
              <a:ext cx="85182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由于        </a:t>
              </a:r>
              <a:endParaRPr lang="zh-CN" altLang="en-US" sz="2400" dirty="0"/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34A95A5F-90BF-4FC7-B5BA-23CBDC2D67D0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569807" y="4149303"/>
            <a:ext cx="1028700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394" name="Equation" r:id="rId27" imgW="1028520" imgH="368280" progId="Equation.DSMT4">
                    <p:embed/>
                  </p:oleObj>
                </mc:Choice>
                <mc:Fallback>
                  <p:oleObj name="Equation" r:id="rId27" imgW="1028520" imgH="36828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34A95A5F-90BF-4FC7-B5BA-23CBDC2D67D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1569807" y="4149303"/>
                          <a:ext cx="1028700" cy="368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8AF56EC6-68D3-4BD1-B516-AB9A85FB57AD}"/>
              </a:ext>
            </a:extLst>
          </p:cNvPr>
          <p:cNvGrpSpPr/>
          <p:nvPr/>
        </p:nvGrpSpPr>
        <p:grpSpPr>
          <a:xfrm>
            <a:off x="2663629" y="3692129"/>
            <a:ext cx="2839575" cy="647700"/>
            <a:chOff x="2663629" y="4009603"/>
            <a:chExt cx="2839575" cy="647700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11B41D19-490E-4568-85DB-0B185612A4B8}"/>
                </a:ext>
              </a:extLst>
            </p:cNvPr>
            <p:cNvSpPr/>
            <p:nvPr/>
          </p:nvSpPr>
          <p:spPr>
            <a:xfrm>
              <a:off x="2663629" y="4123001"/>
              <a:ext cx="45262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故        </a:t>
              </a:r>
              <a:endParaRPr lang="zh-CN" altLang="en-US" sz="2400" dirty="0"/>
            </a:p>
          </p:txBody>
        </p:sp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070CE5B3-730D-4D8C-BE5B-0F601ABF291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141004" y="4009603"/>
            <a:ext cx="2362200" cy="647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395" name="Equation" r:id="rId29" imgW="2361960" imgH="647640" progId="Equation.DSMT4">
                    <p:embed/>
                  </p:oleObj>
                </mc:Choice>
                <mc:Fallback>
                  <p:oleObj name="Equation" r:id="rId29" imgW="2361960" imgH="647640" progId="Equation.DSMT4">
                    <p:embed/>
                    <p:pic>
                      <p:nvPicPr>
                        <p:cNvPr id="25" name="对象 24">
                          <a:extLst>
                            <a:ext uri="{FF2B5EF4-FFF2-40B4-BE49-F238E27FC236}">
                              <a16:creationId xmlns:a16="http://schemas.microsoft.com/office/drawing/2014/main" id="{070CE5B3-730D-4D8C-BE5B-0F601ABF291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141004" y="4009603"/>
                          <a:ext cx="2362200" cy="647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21998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0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>
            <a:extLst>
              <a:ext uri="{FF2B5EF4-FFF2-40B4-BE49-F238E27FC236}">
                <a16:creationId xmlns:a16="http://schemas.microsoft.com/office/drawing/2014/main" id="{3ED1B970-F7BA-47E8-9CD4-5F946271CB11}"/>
              </a:ext>
            </a:extLst>
          </p:cNvPr>
          <p:cNvGrpSpPr/>
          <p:nvPr/>
        </p:nvGrpSpPr>
        <p:grpSpPr>
          <a:xfrm>
            <a:off x="179512" y="414137"/>
            <a:ext cx="8964488" cy="1119735"/>
            <a:chOff x="179512" y="414137"/>
            <a:chExt cx="8964488" cy="1119735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5B2031A-2CDF-4FD6-A67E-38E5DC10051A}"/>
                </a:ext>
              </a:extLst>
            </p:cNvPr>
            <p:cNvSpPr/>
            <p:nvPr/>
          </p:nvSpPr>
          <p:spPr>
            <a:xfrm>
              <a:off x="395536" y="483518"/>
              <a:ext cx="874846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13.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设    在    上连续，且                  证明：存在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53C8C5B2-0DEE-4145-88B4-7D75547EEC43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303244" y="560152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6322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53C8C5B2-0DEE-4145-88B4-7D75547EEC4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303244" y="560152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AE24C6F7-F098-4F8F-B748-EEFF00ABFDD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214086" y="547487"/>
            <a:ext cx="5588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6323" name="Equation" r:id="rId5" imgW="558720" imgH="330120" progId="Equation.DSMT4">
                    <p:embed/>
                  </p:oleObj>
                </mc:Choice>
                <mc:Fallback>
                  <p:oleObj name="Equation" r:id="rId5" imgW="558720" imgH="33012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AE24C6F7-F098-4F8F-B748-EEFF00ABFDD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214086" y="547487"/>
                          <a:ext cx="5588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5AFBA906-AB35-4E78-8F49-08BDFF0F3E8B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425834" y="414137"/>
            <a:ext cx="27178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6324" name="Equation" r:id="rId7" imgW="2717640" imgH="596880" progId="Equation.DSMT4">
                    <p:embed/>
                  </p:oleObj>
                </mc:Choice>
                <mc:Fallback>
                  <p:oleObj name="Equation" r:id="rId7" imgW="2717640" imgH="59688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5AFBA906-AB35-4E78-8F49-08BDFF0F3E8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425834" y="414137"/>
                          <a:ext cx="27178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2D7CC2CD-D316-4F36-A5C0-2EAD917C2470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79512" y="1112837"/>
            <a:ext cx="1130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6325" name="Equation" r:id="rId9" imgW="1130040" imgH="342720" progId="Equation.DSMT4">
                    <p:embed/>
                  </p:oleObj>
                </mc:Choice>
                <mc:Fallback>
                  <p:oleObj name="Equation" r:id="rId9" imgW="1130040" imgH="34272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2D7CC2CD-D316-4F36-A5C0-2EAD917C247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79512" y="1112837"/>
                          <a:ext cx="1130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011DBC58-A4D3-4781-B22E-2D3A6890591B}"/>
                </a:ext>
              </a:extLst>
            </p:cNvPr>
            <p:cNvSpPr/>
            <p:nvPr/>
          </p:nvSpPr>
          <p:spPr>
            <a:xfrm>
              <a:off x="1329149" y="1004590"/>
              <a:ext cx="102393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使得</a:t>
              </a: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828A206C-AB3C-49E9-A67B-F2845F6A981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115439" y="936972"/>
            <a:ext cx="17399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6326" name="Equation" r:id="rId11" imgW="1739880" imgH="596880" progId="Equation.DSMT4">
                    <p:embed/>
                  </p:oleObj>
                </mc:Choice>
                <mc:Fallback>
                  <p:oleObj name="Equation" r:id="rId11" imgW="1739880" imgH="59688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828A206C-AB3C-49E9-A67B-F2845F6A981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115439" y="936972"/>
                          <a:ext cx="17399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9747C5E3-D0DE-4DE2-BF49-0E6288FFA3E2}"/>
              </a:ext>
            </a:extLst>
          </p:cNvPr>
          <p:cNvSpPr/>
          <p:nvPr/>
        </p:nvSpPr>
        <p:spPr>
          <a:xfrm>
            <a:off x="588294" y="1707654"/>
            <a:ext cx="8640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分析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3B52593-1B8D-44CF-B254-E614C6D2FB19}"/>
              </a:ext>
            </a:extLst>
          </p:cNvPr>
          <p:cNvGrpSpPr/>
          <p:nvPr/>
        </p:nvGrpSpPr>
        <p:grpSpPr>
          <a:xfrm>
            <a:off x="1452390" y="1631950"/>
            <a:ext cx="4637260" cy="596900"/>
            <a:chOff x="1452390" y="1631950"/>
            <a:chExt cx="4637260" cy="596900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92268F16-AC96-4909-9B94-82CD8D05C66D}"/>
                </a:ext>
              </a:extLst>
            </p:cNvPr>
            <p:cNvSpPr/>
            <p:nvPr/>
          </p:nvSpPr>
          <p:spPr>
            <a:xfrm>
              <a:off x="1452390" y="1699443"/>
              <a:ext cx="372252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对什么函数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求导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能出现</a:t>
              </a: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9CA0157B-CF48-46DC-9284-00A9C441ED4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705350" y="1631950"/>
            <a:ext cx="13843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6327" name="Equation" r:id="rId13" imgW="1384200" imgH="596880" progId="Equation.DSMT4">
                    <p:embed/>
                  </p:oleObj>
                </mc:Choice>
                <mc:Fallback>
                  <p:oleObj name="Equation" r:id="rId13" imgW="1384200" imgH="59688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9CA0157B-CF48-46DC-9284-00A9C441ED4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705350" y="1631950"/>
                          <a:ext cx="13843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D3B96832-C50C-4385-9FD1-BD094847B7D2}"/>
              </a:ext>
            </a:extLst>
          </p:cNvPr>
          <p:cNvSpPr/>
          <p:nvPr/>
        </p:nvSpPr>
        <p:spPr>
          <a:xfrm>
            <a:off x="645235" y="2461913"/>
            <a:ext cx="13678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若构造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20D08487-2F90-4C58-99E5-E404A0C4CF1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267744" y="2394296"/>
          <a:ext cx="2247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328" name="Equation" r:id="rId15" imgW="2247840" imgH="596880" progId="Equation.DSMT4">
                  <p:embed/>
                </p:oleObj>
              </mc:Choice>
              <mc:Fallback>
                <p:oleObj name="Equation" r:id="rId15" imgW="2247840" imgH="59688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20D08487-2F90-4C58-99E5-E404A0C4CF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267744" y="2394296"/>
                        <a:ext cx="22479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E86A8644-5820-459E-B374-8026AB86E2BA}"/>
              </a:ext>
            </a:extLst>
          </p:cNvPr>
          <p:cNvSpPr/>
          <p:nvPr/>
        </p:nvSpPr>
        <p:spPr>
          <a:xfrm>
            <a:off x="4662948" y="2453111"/>
            <a:ext cx="20692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则</a:t>
            </a: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A4E7C697-5593-4964-9830-703BB56303B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173326" y="3177177"/>
          <a:ext cx="30988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329" name="Equation" r:id="rId17" imgW="3098520" imgH="596880" progId="Equation.DSMT4">
                  <p:embed/>
                </p:oleObj>
              </mc:Choice>
              <mc:Fallback>
                <p:oleObj name="Equation" r:id="rId17" imgW="3098520" imgH="59688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A4E7C697-5593-4964-9830-703BB56303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173326" y="3177177"/>
                        <a:ext cx="30988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椭圆 19">
            <a:extLst>
              <a:ext uri="{FF2B5EF4-FFF2-40B4-BE49-F238E27FC236}">
                <a16:creationId xmlns:a16="http://schemas.microsoft.com/office/drawing/2014/main" id="{7FA19AF4-4B7E-44C1-9358-5615A98C76A0}"/>
              </a:ext>
            </a:extLst>
          </p:cNvPr>
          <p:cNvSpPr/>
          <p:nvPr/>
        </p:nvSpPr>
        <p:spPr bwMode="auto">
          <a:xfrm>
            <a:off x="4427984" y="3260187"/>
            <a:ext cx="844142" cy="461665"/>
          </a:xfrm>
          <a:prstGeom prst="ellipse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11E269A-C618-426D-A801-40780CC9793E}"/>
              </a:ext>
            </a:extLst>
          </p:cNvPr>
          <p:cNvSpPr/>
          <p:nvPr/>
        </p:nvSpPr>
        <p:spPr>
          <a:xfrm>
            <a:off x="744662" y="3975695"/>
            <a:ext cx="20692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故构造</a:t>
            </a:r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FBF3EBD8-C4D8-42CF-82A4-CFAE6A2CE48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058988" y="3930650"/>
          <a:ext cx="3594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330" name="Equation" r:id="rId19" imgW="3593880" imgH="596880" progId="Equation.DSMT4">
                  <p:embed/>
                </p:oleObj>
              </mc:Choice>
              <mc:Fallback>
                <p:oleObj name="Equation" r:id="rId19" imgW="3593880" imgH="59688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FBF3EBD8-C4D8-42CF-82A4-CFAE6A2CE4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058988" y="3930650"/>
                        <a:ext cx="35941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组合 28">
            <a:extLst>
              <a:ext uri="{FF2B5EF4-FFF2-40B4-BE49-F238E27FC236}">
                <a16:creationId xmlns:a16="http://schemas.microsoft.com/office/drawing/2014/main" id="{B34B262C-E3F5-48AD-94C2-D81CA69F2FBE}"/>
              </a:ext>
            </a:extLst>
          </p:cNvPr>
          <p:cNvGrpSpPr/>
          <p:nvPr/>
        </p:nvGrpSpPr>
        <p:grpSpPr>
          <a:xfrm>
            <a:off x="5272126" y="3118695"/>
            <a:ext cx="2069292" cy="643632"/>
            <a:chOff x="5272126" y="3139037"/>
            <a:chExt cx="2069292" cy="643632"/>
          </a:xfrm>
        </p:grpSpPr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696E6169-2DFC-4A9A-83A1-B141E12472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9622" y="3139037"/>
              <a:ext cx="1065235" cy="643632"/>
            </a:xfrm>
            <a:prstGeom prst="rect">
              <a:avLst/>
            </a:prstGeom>
          </p:spPr>
        </p:pic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D9A8A24A-AD52-4D71-9837-FFF53427AD1A}"/>
                </a:ext>
              </a:extLst>
            </p:cNvPr>
            <p:cNvSpPr/>
            <p:nvPr/>
          </p:nvSpPr>
          <p:spPr>
            <a:xfrm>
              <a:off x="5272126" y="3242838"/>
              <a:ext cx="206929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多余啦！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8488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18" grpId="0"/>
      <p:bldP spid="20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B9A398B8-4EFA-4DD4-9563-1525E1AE9722}"/>
              </a:ext>
            </a:extLst>
          </p:cNvPr>
          <p:cNvGrpSpPr/>
          <p:nvPr/>
        </p:nvGrpSpPr>
        <p:grpSpPr>
          <a:xfrm>
            <a:off x="153110" y="391937"/>
            <a:ext cx="8964488" cy="1153314"/>
            <a:chOff x="179512" y="380558"/>
            <a:chExt cx="8964488" cy="1153314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B2358E4-4609-4B2E-86FD-57284F93C76A}"/>
                </a:ext>
              </a:extLst>
            </p:cNvPr>
            <p:cNvSpPr/>
            <p:nvPr/>
          </p:nvSpPr>
          <p:spPr>
            <a:xfrm>
              <a:off x="493946" y="483518"/>
              <a:ext cx="865005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例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13 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设    在    上连续，且                  证明：存在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E1F0C31A-E72E-48C3-9033-1BAFCE972F0D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623427" y="542592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423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E1F0C31A-E72E-48C3-9033-1BAFCE972F0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623427" y="542592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4B1E8560-C4FD-49D5-9A7C-DADB40186F5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49845956"/>
                </p:ext>
              </p:extLst>
            </p:nvPr>
          </p:nvGraphicFramePr>
          <p:xfrm>
            <a:off x="2603600" y="565169"/>
            <a:ext cx="5588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424" name="Equation" r:id="rId5" imgW="558720" imgH="330120" progId="Equation.DSMT4">
                    <p:embed/>
                  </p:oleObj>
                </mc:Choice>
                <mc:Fallback>
                  <p:oleObj name="Equation" r:id="rId5" imgW="558720" imgH="33012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4B1E8560-C4FD-49D5-9A7C-DADB40186F5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603600" y="565169"/>
                          <a:ext cx="5588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A5B99BA6-FFFA-413A-8FED-E3D52848D539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731515" y="380558"/>
            <a:ext cx="27178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425" name="Equation" r:id="rId7" imgW="2717640" imgH="596880" progId="Equation.DSMT4">
                    <p:embed/>
                  </p:oleObj>
                </mc:Choice>
                <mc:Fallback>
                  <p:oleObj name="Equation" r:id="rId7" imgW="2717640" imgH="59688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A5B99BA6-FFFA-413A-8FED-E3D52848D53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731515" y="380558"/>
                          <a:ext cx="27178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65E85523-F476-4965-BE50-7E1EF00014EB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79512" y="1112837"/>
            <a:ext cx="1130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426" name="Equation" r:id="rId9" imgW="1130040" imgH="342720" progId="Equation.DSMT4">
                    <p:embed/>
                  </p:oleObj>
                </mc:Choice>
                <mc:Fallback>
                  <p:oleObj name="Equation" r:id="rId9" imgW="1130040" imgH="34272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65E85523-F476-4965-BE50-7E1EF00014E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79512" y="1112837"/>
                          <a:ext cx="1130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47F7CD0-B065-4164-9A43-79836949F1EB}"/>
                </a:ext>
              </a:extLst>
            </p:cNvPr>
            <p:cNvSpPr/>
            <p:nvPr/>
          </p:nvSpPr>
          <p:spPr>
            <a:xfrm>
              <a:off x="1329149" y="1004590"/>
              <a:ext cx="102393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使得</a:t>
              </a: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D867AA9F-7E89-47B9-9C44-491B18573FB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115439" y="936972"/>
            <a:ext cx="17399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427" name="Equation" r:id="rId11" imgW="1739880" imgH="596880" progId="Equation.DSMT4">
                    <p:embed/>
                  </p:oleObj>
                </mc:Choice>
                <mc:Fallback>
                  <p:oleObj name="Equation" r:id="rId11" imgW="1739880" imgH="59688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D867AA9F-7E89-47B9-9C44-491B18573FB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115439" y="936972"/>
                          <a:ext cx="17399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8B1FA15D-5F0F-4559-A8C6-75306108EE0C}"/>
              </a:ext>
            </a:extLst>
          </p:cNvPr>
          <p:cNvSpPr/>
          <p:nvPr/>
        </p:nvSpPr>
        <p:spPr>
          <a:xfrm>
            <a:off x="588294" y="1707654"/>
            <a:ext cx="6713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证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5C06A0ED-FA26-4299-BFE7-BDFABAB6282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841115" y="1688037"/>
          <a:ext cx="36068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28" name="Equation" r:id="rId13" imgW="3606480" imgH="596880" progId="Equation.DSMT4">
                  <p:embed/>
                </p:oleObj>
              </mc:Choice>
              <mc:Fallback>
                <p:oleObj name="Equation" r:id="rId13" imgW="3606480" imgH="5968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5C06A0ED-FA26-4299-BFE7-BDFABAB628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841115" y="1688037"/>
                        <a:ext cx="36068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856A832A-F3BA-4769-97B4-A2C3307A6DD4}"/>
              </a:ext>
            </a:extLst>
          </p:cNvPr>
          <p:cNvSpPr/>
          <p:nvPr/>
        </p:nvSpPr>
        <p:spPr>
          <a:xfrm>
            <a:off x="1309812" y="1707654"/>
            <a:ext cx="6713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令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8CFC239C-E892-454F-BB5F-BF7BD7454488}"/>
              </a:ext>
            </a:extLst>
          </p:cNvPr>
          <p:cNvGrpSpPr/>
          <p:nvPr/>
        </p:nvGrpSpPr>
        <p:grpSpPr>
          <a:xfrm>
            <a:off x="5535144" y="1697335"/>
            <a:ext cx="1646314" cy="461665"/>
            <a:chOff x="5535144" y="1697335"/>
            <a:chExt cx="1646314" cy="46166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E10E1324-73E2-48BE-AFFE-5EB591C78D16}"/>
                </a:ext>
              </a:extLst>
            </p:cNvPr>
            <p:cNvSpPr/>
            <p:nvPr/>
          </p:nvSpPr>
          <p:spPr>
            <a:xfrm>
              <a:off x="5535144" y="1697335"/>
              <a:ext cx="67133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则</a:t>
              </a: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90A6989C-0773-43F4-B61A-E4E2B257839B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025758" y="1804363"/>
            <a:ext cx="1155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429" name="Equation" r:id="rId15" imgW="1155600" imgH="342720" progId="Equation.DSMT4">
                    <p:embed/>
                  </p:oleObj>
                </mc:Choice>
                <mc:Fallback>
                  <p:oleObj name="Equation" r:id="rId15" imgW="1155600" imgH="34272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90A6989C-0773-43F4-B61A-E4E2B257839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6025758" y="1804363"/>
                          <a:ext cx="1155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4A8C87AB-6293-49DF-98B9-28477FE39BF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908175" y="2499893"/>
          <a:ext cx="4660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30" name="Equation" r:id="rId17" imgW="4660560" imgH="596880" progId="Equation.DSMT4">
                  <p:embed/>
                </p:oleObj>
              </mc:Choice>
              <mc:Fallback>
                <p:oleObj name="Equation" r:id="rId17" imgW="4660560" imgH="5968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4A8C87AB-6293-49DF-98B9-28477FE39B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908175" y="2499893"/>
                        <a:ext cx="46609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81F7B78F-A22E-4DBD-B879-3CF7432048D8}"/>
              </a:ext>
            </a:extLst>
          </p:cNvPr>
          <p:cNvSpPr/>
          <p:nvPr/>
        </p:nvSpPr>
        <p:spPr>
          <a:xfrm>
            <a:off x="7302884" y="1688037"/>
            <a:ext cx="17336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由已知条件，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B92BDB98-BCA5-41A7-AD21-CCD940E22582}"/>
              </a:ext>
            </a:extLst>
          </p:cNvPr>
          <p:cNvGrpSpPr/>
          <p:nvPr/>
        </p:nvGrpSpPr>
        <p:grpSpPr>
          <a:xfrm>
            <a:off x="625236" y="3220259"/>
            <a:ext cx="6677648" cy="461665"/>
            <a:chOff x="625236" y="3220259"/>
            <a:chExt cx="6677648" cy="461665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52638EBB-DF95-4109-9293-D5A9308D0C00}"/>
                </a:ext>
              </a:extLst>
            </p:cNvPr>
            <p:cNvSpPr/>
            <p:nvPr/>
          </p:nvSpPr>
          <p:spPr>
            <a:xfrm>
              <a:off x="625236" y="3220259"/>
              <a:ext cx="667764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从而函数    在   上满足罗尔中值定理条件，     </a:t>
              </a:r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CEB9556D-1975-4D40-93F7-004D7E13F48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969556" y="3327387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431" name="Equation" r:id="rId19" imgW="622080" imgH="342720" progId="Equation.DSMT4">
                    <p:embed/>
                  </p:oleObj>
                </mc:Choice>
                <mc:Fallback>
                  <p:oleObj name="Equation" r:id="rId19" imgW="622080" imgH="34272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CEB9556D-1975-4D40-93F7-004D7E13F48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969556" y="3327387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F131D8FF-2CD1-417B-94BE-5D02CABC6A5A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856598" y="3333737"/>
            <a:ext cx="5588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432" name="Equation" r:id="rId21" imgW="558720" imgH="330120" progId="Equation.DSMT4">
                    <p:embed/>
                  </p:oleObj>
                </mc:Choice>
                <mc:Fallback>
                  <p:oleObj name="Equation" r:id="rId21" imgW="558720" imgH="330120" progId="Equation.DSMT4">
                    <p:embed/>
                    <p:pic>
                      <p:nvPicPr>
                        <p:cNvPr id="20" name="对象 19">
                          <a:extLst>
                            <a:ext uri="{FF2B5EF4-FFF2-40B4-BE49-F238E27FC236}">
                              <a16:creationId xmlns:a16="http://schemas.microsoft.com/office/drawing/2014/main" id="{F131D8FF-2CD1-417B-94BE-5D02CABC6A5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856598" y="3333737"/>
                          <a:ext cx="5588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5653333D-9D8B-484D-BA8F-A7D489825C73}"/>
              </a:ext>
            </a:extLst>
          </p:cNvPr>
          <p:cNvGrpSpPr/>
          <p:nvPr/>
        </p:nvGrpSpPr>
        <p:grpSpPr>
          <a:xfrm>
            <a:off x="6804248" y="3192990"/>
            <a:ext cx="2193061" cy="461665"/>
            <a:chOff x="6804248" y="3192990"/>
            <a:chExt cx="2193061" cy="461665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F81EFC01-BB0C-41E7-93E4-8212BB971478}"/>
                </a:ext>
              </a:extLst>
            </p:cNvPr>
            <p:cNvSpPr/>
            <p:nvPr/>
          </p:nvSpPr>
          <p:spPr>
            <a:xfrm>
              <a:off x="6804248" y="3192990"/>
              <a:ext cx="194012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故存在</a:t>
              </a:r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29191226-4F8E-4014-9685-09460F148F73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867009" y="3279641"/>
            <a:ext cx="1130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433" name="Equation" r:id="rId23" imgW="1130040" imgH="342720" progId="Equation.DSMT4">
                    <p:embed/>
                  </p:oleObj>
                </mc:Choice>
                <mc:Fallback>
                  <p:oleObj name="Equation" r:id="rId23" imgW="1130040" imgH="34272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29191226-4F8E-4014-9685-09460F148F7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867009" y="3279641"/>
                          <a:ext cx="1130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10AF9A4C-91D3-43D8-90F2-BC97C5E32101}"/>
              </a:ext>
            </a:extLst>
          </p:cNvPr>
          <p:cNvGrpSpPr/>
          <p:nvPr/>
        </p:nvGrpSpPr>
        <p:grpSpPr>
          <a:xfrm>
            <a:off x="113270" y="3928856"/>
            <a:ext cx="1975767" cy="471218"/>
            <a:chOff x="113270" y="3928856"/>
            <a:chExt cx="1975767" cy="471218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F3ED584A-715C-4FA4-BFC7-8C51DE4D7CB0}"/>
                </a:ext>
              </a:extLst>
            </p:cNvPr>
            <p:cNvSpPr/>
            <p:nvPr/>
          </p:nvSpPr>
          <p:spPr>
            <a:xfrm>
              <a:off x="113270" y="3928856"/>
              <a:ext cx="102393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使得</a:t>
              </a:r>
            </a:p>
          </p:txBody>
        </p:sp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8817CF15-304D-44AE-AFF0-512D94C2F843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844437" y="4044474"/>
            <a:ext cx="12446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434" name="Equation" r:id="rId24" imgW="1244520" imgH="355320" progId="Equation.DSMT4">
                    <p:embed/>
                  </p:oleObj>
                </mc:Choice>
                <mc:Fallback>
                  <p:oleObj name="Equation" r:id="rId24" imgW="1244520" imgH="355320" progId="Equation.DSMT4">
                    <p:embed/>
                    <p:pic>
                      <p:nvPicPr>
                        <p:cNvPr id="25" name="对象 24">
                          <a:extLst>
                            <a:ext uri="{FF2B5EF4-FFF2-40B4-BE49-F238E27FC236}">
                              <a16:creationId xmlns:a16="http://schemas.microsoft.com/office/drawing/2014/main" id="{8817CF15-304D-44AE-AFF0-512D94C2F84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844437" y="4044474"/>
                          <a:ext cx="12446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6B3F823-E2B4-4299-ADD4-3E395229A478}"/>
              </a:ext>
            </a:extLst>
          </p:cNvPr>
          <p:cNvGrpSpPr/>
          <p:nvPr/>
        </p:nvGrpSpPr>
        <p:grpSpPr>
          <a:xfrm>
            <a:off x="2149231" y="3896699"/>
            <a:ext cx="2251866" cy="596900"/>
            <a:chOff x="2149231" y="3896699"/>
            <a:chExt cx="2251866" cy="596900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14ABE4C0-93E5-47F8-B4FF-3D4618308566}"/>
                </a:ext>
              </a:extLst>
            </p:cNvPr>
            <p:cNvSpPr/>
            <p:nvPr/>
          </p:nvSpPr>
          <p:spPr>
            <a:xfrm>
              <a:off x="2149231" y="3928856"/>
              <a:ext cx="102393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即</a:t>
              </a:r>
            </a:p>
          </p:txBody>
        </p:sp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1BA3F306-EF88-48AB-BFA8-8D9E84774640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661197" y="3896699"/>
            <a:ext cx="17399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435" name="Equation" r:id="rId26" imgW="1739880" imgH="596880" progId="Equation.DSMT4">
                    <p:embed/>
                  </p:oleObj>
                </mc:Choice>
                <mc:Fallback>
                  <p:oleObj name="Equation" r:id="rId26" imgW="1739880" imgH="596880" progId="Equation.DSMT4">
                    <p:embed/>
                    <p:pic>
                      <p:nvPicPr>
                        <p:cNvPr id="27" name="对象 26">
                          <a:extLst>
                            <a:ext uri="{FF2B5EF4-FFF2-40B4-BE49-F238E27FC236}">
                              <a16:creationId xmlns:a16="http://schemas.microsoft.com/office/drawing/2014/main" id="{1BA3F306-EF88-48AB-BFA8-8D9E8477464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661197" y="3896699"/>
                          <a:ext cx="17399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015104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CB4ED6B-98A0-431B-AA4E-73AFC7F50F43}"/>
              </a:ext>
            </a:extLst>
          </p:cNvPr>
          <p:cNvSpPr/>
          <p:nvPr/>
        </p:nvSpPr>
        <p:spPr>
          <a:xfrm>
            <a:off x="572885" y="195486"/>
            <a:ext cx="82089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14. </a:t>
            </a:r>
            <a:r>
              <a:rPr kumimoji="1" lang="zh-CN" altLang="en-US" sz="2400" b="1" dirty="0">
                <a:latin typeface="+mn-ea"/>
              </a:rPr>
              <a:t>设函数    在          上有连续导数，       证明：</a:t>
            </a:r>
            <a:endParaRPr lang="zh-CN" altLang="en-US" sz="2400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06AA2A80-BADC-46C5-AC29-EF9331C2B0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2151164"/>
              </p:ext>
            </p:extLst>
          </p:nvPr>
        </p:nvGraphicFramePr>
        <p:xfrm>
          <a:off x="2229292" y="254868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14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06AA2A80-BADC-46C5-AC29-EF9331C2B0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29292" y="254868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351F63D-9624-40E2-8275-849C308034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2122815"/>
              </p:ext>
            </p:extLst>
          </p:nvPr>
        </p:nvGraphicFramePr>
        <p:xfrm>
          <a:off x="3165173" y="254868"/>
          <a:ext cx="1473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15" name="Equation" r:id="rId5" imgW="1473120" imgH="342720" progId="Equation.DSMT4">
                  <p:embed/>
                </p:oleObj>
              </mc:Choice>
              <mc:Fallback>
                <p:oleObj name="Equation" r:id="rId5" imgW="1473120" imgH="3427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F351F63D-9624-40E2-8275-849C308034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65173" y="254868"/>
                        <a:ext cx="1473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DDA540F-3263-4B51-AFA1-3F7E55B779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0912159"/>
              </p:ext>
            </p:extLst>
          </p:nvPr>
        </p:nvGraphicFramePr>
        <p:xfrm>
          <a:off x="6693565" y="284821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16" name="Equation" r:id="rId7" imgW="1130040" imgH="342720" progId="Equation.DSMT4">
                  <p:embed/>
                </p:oleObj>
              </mc:Choice>
              <mc:Fallback>
                <p:oleObj name="Equation" r:id="rId7" imgW="113004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1DDA540F-3263-4B51-AFA1-3F7E55B779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693565" y="284821"/>
                        <a:ext cx="1130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E70EE0DD-ADF9-48FD-9731-070461BEBAA3}"/>
              </a:ext>
            </a:extLst>
          </p:cNvPr>
          <p:cNvSpPr/>
          <p:nvPr/>
        </p:nvSpPr>
        <p:spPr>
          <a:xfrm>
            <a:off x="-3179" y="746486"/>
            <a:ext cx="82089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至少存在一点        ，使得</a:t>
            </a:r>
            <a:endParaRPr lang="zh-CN" altLang="en-US" sz="2400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FD51255-98C5-4B1F-960B-1059AE376A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2320295"/>
              </p:ext>
            </p:extLst>
          </p:nvPr>
        </p:nvGraphicFramePr>
        <p:xfrm>
          <a:off x="1994342" y="812218"/>
          <a:ext cx="1092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17" name="Equation" r:id="rId9" imgW="1091880" imgH="330120" progId="Equation.DSMT4">
                  <p:embed/>
                </p:oleObj>
              </mc:Choice>
              <mc:Fallback>
                <p:oleObj name="Equation" r:id="rId9" imgW="1091880" imgH="3301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6FD51255-98C5-4B1F-960B-1059AE376A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94342" y="812218"/>
                        <a:ext cx="10922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FAC4EDD-9AB7-4042-90B8-DA5CBDF309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983288"/>
              </p:ext>
            </p:extLst>
          </p:nvPr>
        </p:nvGraphicFramePr>
        <p:xfrm>
          <a:off x="4077365" y="597768"/>
          <a:ext cx="2616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18" name="Equation" r:id="rId11" imgW="2616120" imgH="736560" progId="Equation.DSMT4">
                  <p:embed/>
                </p:oleObj>
              </mc:Choice>
              <mc:Fallback>
                <p:oleObj name="Equation" r:id="rId11" imgW="2616120" imgH="7365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BFAC4EDD-9AB7-4042-90B8-DA5CBDF309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077365" y="597768"/>
                        <a:ext cx="2616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A1264347-001A-4A36-9F2E-604EFC996EF1}"/>
              </a:ext>
            </a:extLst>
          </p:cNvPr>
          <p:cNvSpPr/>
          <p:nvPr/>
        </p:nvSpPr>
        <p:spPr>
          <a:xfrm>
            <a:off x="572885" y="1351585"/>
            <a:ext cx="6480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证</a:t>
            </a:r>
            <a:endParaRPr lang="zh-CN" altLang="en-US" sz="2400" dirty="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4A4A5E4B-E11F-42BF-9663-518298A9FA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2306782"/>
              </p:ext>
            </p:extLst>
          </p:nvPr>
        </p:nvGraphicFramePr>
        <p:xfrm>
          <a:off x="50560" y="2158976"/>
          <a:ext cx="1155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19" name="Equation" r:id="rId13" imgW="1155600" imgH="342720" progId="Equation.DSMT4">
                  <p:embed/>
                </p:oleObj>
              </mc:Choice>
              <mc:Fallback>
                <p:oleObj name="Equation" r:id="rId13" imgW="1155600" imgH="3427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4A4A5E4B-E11F-42BF-9663-518298A9FA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0560" y="2158976"/>
                        <a:ext cx="1155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4A1251BC-A440-440F-B968-7BA2A296DF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8383622"/>
              </p:ext>
            </p:extLst>
          </p:nvPr>
        </p:nvGraphicFramePr>
        <p:xfrm>
          <a:off x="1465143" y="2154894"/>
          <a:ext cx="2108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20" name="Equation" r:id="rId15" imgW="2108160" imgH="355320" progId="Equation.DSMT4">
                  <p:embed/>
                </p:oleObj>
              </mc:Choice>
              <mc:Fallback>
                <p:oleObj name="Equation" r:id="rId15" imgW="2108160" imgH="3553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4A1251BC-A440-440F-B968-7BA2A296DF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465143" y="2154894"/>
                        <a:ext cx="2108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组合 22">
            <a:extLst>
              <a:ext uri="{FF2B5EF4-FFF2-40B4-BE49-F238E27FC236}">
                <a16:creationId xmlns:a16="http://schemas.microsoft.com/office/drawing/2014/main" id="{1801E12B-A120-4D87-9815-12F27F701762}"/>
              </a:ext>
            </a:extLst>
          </p:cNvPr>
          <p:cNvGrpSpPr/>
          <p:nvPr/>
        </p:nvGrpSpPr>
        <p:grpSpPr>
          <a:xfrm>
            <a:off x="1076941" y="1297486"/>
            <a:ext cx="7704856" cy="596900"/>
            <a:chOff x="1187624" y="1538810"/>
            <a:chExt cx="7704856" cy="596900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CCF0437-52FB-4909-8A36-264BC546F79B}"/>
                </a:ext>
              </a:extLst>
            </p:cNvPr>
            <p:cNvSpPr/>
            <p:nvPr/>
          </p:nvSpPr>
          <p:spPr>
            <a:xfrm>
              <a:off x="1187624" y="1599655"/>
              <a:ext cx="770485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令              则    在    上有二阶连续导数，且              </a:t>
              </a:r>
              <a:endParaRPr lang="zh-CN" altLang="en-US" sz="2400" dirty="0"/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4ABE4E6B-3314-4B47-A353-D3B1503DDD8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592585" y="1538810"/>
            <a:ext cx="20955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421" name="Equation" r:id="rId17" imgW="2095200" imgH="596880" progId="Equation.DSMT4">
                    <p:embed/>
                  </p:oleObj>
                </mc:Choice>
                <mc:Fallback>
                  <p:oleObj name="Equation" r:id="rId17" imgW="2095200" imgH="59688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4ABE4E6B-3314-4B47-A353-D3B1503DDD8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592585" y="1538810"/>
                          <a:ext cx="20955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197F280E-F5BB-487D-80DF-8B59CD16E85B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030503" y="1675183"/>
            <a:ext cx="635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422" name="Equation" r:id="rId19" imgW="634680" imgH="342720" progId="Equation.DSMT4">
                    <p:embed/>
                  </p:oleObj>
                </mc:Choice>
                <mc:Fallback>
                  <p:oleObj name="Equation" r:id="rId19" imgW="634680" imgH="34272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197F280E-F5BB-487D-80DF-8B59CD16E85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030503" y="1675183"/>
                          <a:ext cx="635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AC60E3DF-8F01-4C10-BD68-08951C726EC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007921" y="1672160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423" name="Equation" r:id="rId21" imgW="634680" imgH="330120" progId="Equation.DSMT4">
                    <p:embed/>
                  </p:oleObj>
                </mc:Choice>
                <mc:Fallback>
                  <p:oleObj name="Equation" r:id="rId21" imgW="634680" imgH="33012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AC60E3DF-8F01-4C10-BD68-08951C726EC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5007921" y="1672160"/>
                          <a:ext cx="635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BFFF4CFE-7325-417D-83E4-6E3F411117C1}"/>
              </a:ext>
            </a:extLst>
          </p:cNvPr>
          <p:cNvGrpSpPr/>
          <p:nvPr/>
        </p:nvGrpSpPr>
        <p:grpSpPr>
          <a:xfrm>
            <a:off x="3473173" y="2059511"/>
            <a:ext cx="4627219" cy="461665"/>
            <a:chOff x="3583856" y="2300835"/>
            <a:chExt cx="4627219" cy="461665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5C9D562E-EF39-421F-8955-66C647B5BF55}"/>
                </a:ext>
              </a:extLst>
            </p:cNvPr>
            <p:cNvSpPr/>
            <p:nvPr/>
          </p:nvSpPr>
          <p:spPr>
            <a:xfrm>
              <a:off x="3583856" y="2300835"/>
              <a:ext cx="462721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对          由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+mn-ea"/>
                </a:rPr>
                <a:t>一阶泰勒公式</a:t>
              </a:r>
              <a:r>
                <a:rPr kumimoji="1" lang="zh-CN" altLang="en-US" sz="2400" b="1" dirty="0">
                  <a:latin typeface="+mn-ea"/>
                </a:rPr>
                <a:t>得</a:t>
              </a:r>
              <a:endParaRPr lang="zh-CN" altLang="en-US" sz="2400" dirty="0"/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A46F4B65-6528-436A-867E-31FD3DDCC7A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012456" y="2394804"/>
            <a:ext cx="1358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424" name="Equation" r:id="rId23" imgW="1358640" imgH="330120" progId="Equation.DSMT4">
                    <p:embed/>
                  </p:oleObj>
                </mc:Choice>
                <mc:Fallback>
                  <p:oleObj name="Equation" r:id="rId23" imgW="1358640" imgH="33012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A46F4B65-6528-436A-867E-31FD3DDCC7A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4012456" y="2394804"/>
                          <a:ext cx="13589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3AC3C40A-D5BD-4F9C-B11E-1D4C0E7073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6592512"/>
              </p:ext>
            </p:extLst>
          </p:nvPr>
        </p:nvGraphicFramePr>
        <p:xfrm>
          <a:off x="1365692" y="2593951"/>
          <a:ext cx="4292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25" name="Equation" r:id="rId25" imgW="4292280" imgH="736560" progId="Equation.DSMT4">
                  <p:embed/>
                </p:oleObj>
              </mc:Choice>
              <mc:Fallback>
                <p:oleObj name="Equation" r:id="rId25" imgW="4292280" imgH="73656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3AC3C40A-D5BD-4F9C-B11E-1D4C0E7073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365692" y="2593951"/>
                        <a:ext cx="4292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902BD177-4A3B-4FAE-A5BF-0AA5FECCC3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7697891"/>
              </p:ext>
            </p:extLst>
          </p:nvPr>
        </p:nvGraphicFramePr>
        <p:xfrm>
          <a:off x="5685453" y="2770508"/>
          <a:ext cx="1181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26" name="Equation" r:id="rId27" imgW="1180800" imgH="342720" progId="Equation.DSMT4">
                  <p:embed/>
                </p:oleObj>
              </mc:Choice>
              <mc:Fallback>
                <p:oleObj name="Equation" r:id="rId27" imgW="1180800" imgH="34272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902BD177-4A3B-4FAE-A5BF-0AA5FECCC3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685453" y="2770508"/>
                        <a:ext cx="1181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54948C39-D6C5-4F16-A6DE-F1BE02C9CDC5}"/>
              </a:ext>
            </a:extLst>
          </p:cNvPr>
          <p:cNvSpPr/>
          <p:nvPr/>
        </p:nvSpPr>
        <p:spPr>
          <a:xfrm>
            <a:off x="501687" y="3321249"/>
            <a:ext cx="14091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特别地</a:t>
            </a:r>
            <a:endParaRPr lang="zh-CN" altLang="en-US" sz="2400" dirty="0"/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7014105D-737E-4951-BD56-2399880E20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164893"/>
              </p:ext>
            </p:extLst>
          </p:nvPr>
        </p:nvGraphicFramePr>
        <p:xfrm>
          <a:off x="1365692" y="3825749"/>
          <a:ext cx="4076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27" name="Equation" r:id="rId29" imgW="4076640" imgH="736560" progId="Equation.DSMT4">
                  <p:embed/>
                </p:oleObj>
              </mc:Choice>
              <mc:Fallback>
                <p:oleObj name="Equation" r:id="rId29" imgW="4076640" imgH="73656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7014105D-737E-4951-BD56-2399880E20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365692" y="3825749"/>
                        <a:ext cx="4076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C1531691-B48A-48FF-8996-A54A83C649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9837034"/>
              </p:ext>
            </p:extLst>
          </p:nvPr>
        </p:nvGraphicFramePr>
        <p:xfrm>
          <a:off x="5613445" y="4063084"/>
          <a:ext cx="1181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28" name="Equation" r:id="rId31" imgW="1180800" imgH="342720" progId="Equation.DSMT4">
                  <p:embed/>
                </p:oleObj>
              </mc:Choice>
              <mc:Fallback>
                <p:oleObj name="Equation" r:id="rId31" imgW="1180800" imgH="34272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C1531691-B48A-48FF-8996-A54A83C649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613445" y="4063084"/>
                        <a:ext cx="1181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7970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0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3F4DA669-C348-41B2-9557-2B742C2B77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972821"/>
              </p:ext>
            </p:extLst>
          </p:nvPr>
        </p:nvGraphicFramePr>
        <p:xfrm>
          <a:off x="1338263" y="700088"/>
          <a:ext cx="4064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709" name="Equation" r:id="rId3" imgW="4063680" imgH="736560" progId="Equation.DSMT4">
                  <p:embed/>
                </p:oleObj>
              </mc:Choice>
              <mc:Fallback>
                <p:oleObj name="Equation" r:id="rId3" imgW="4063680" imgH="7365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3F4DA669-C348-41B2-9557-2B742C2B77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38263" y="700088"/>
                        <a:ext cx="4064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2EEF93D-8284-4B82-997B-4508F84E729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115616" y="1682414"/>
          <a:ext cx="2095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710" name="Equation" r:id="rId5" imgW="2095200" imgH="596880" progId="Equation.DSMT4">
                  <p:embed/>
                </p:oleObj>
              </mc:Choice>
              <mc:Fallback>
                <p:oleObj name="Equation" r:id="rId5" imgW="2095200" imgH="5968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C2EEF93D-8284-4B82-997B-4508F84E72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15616" y="1682414"/>
                        <a:ext cx="20955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F3DF1463-7273-463E-A328-3C1D09D8E18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910921" y="1856097"/>
          <a:ext cx="1803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711" name="Equation" r:id="rId7" imgW="1803240" imgH="355320" progId="Equation.DSMT4">
                  <p:embed/>
                </p:oleObj>
              </mc:Choice>
              <mc:Fallback>
                <p:oleObj name="Equation" r:id="rId7" imgW="1803240" imgH="3553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F3DF1463-7273-463E-A328-3C1D09D8E1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910921" y="1856097"/>
                        <a:ext cx="18034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38DAEAB1-C92B-4746-92B2-9C2DA29EF7A1}"/>
              </a:ext>
            </a:extLst>
          </p:cNvPr>
          <p:cNvSpPr/>
          <p:nvPr/>
        </p:nvSpPr>
        <p:spPr>
          <a:xfrm>
            <a:off x="528860" y="1750032"/>
            <a:ext cx="6480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而</a:t>
            </a:r>
            <a:endParaRPr lang="zh-CN" altLang="en-US" sz="2400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0ACEA3E-F7A8-4004-9F04-E0B936109AF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329595" y="1860426"/>
          <a:ext cx="1155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712" name="Equation" r:id="rId9" imgW="1155600" imgH="342720" progId="Equation.DSMT4">
                  <p:embed/>
                </p:oleObj>
              </mc:Choice>
              <mc:Fallback>
                <p:oleObj name="Equation" r:id="rId9" imgW="1155600" imgH="342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D0ACEA3E-F7A8-4004-9F04-E0B936109A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29595" y="1860426"/>
                        <a:ext cx="1155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44392DD3-AD29-4A85-9E79-80C1DDD4CAE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644008" y="1856097"/>
          <a:ext cx="2108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713" name="Equation" r:id="rId11" imgW="2108160" imgH="355320" progId="Equation.DSMT4">
                  <p:embed/>
                </p:oleObj>
              </mc:Choice>
              <mc:Fallback>
                <p:oleObj name="Equation" r:id="rId11" imgW="2108160" imgH="3553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44392DD3-AD29-4A85-9E79-80C1DDD4CA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644008" y="1856097"/>
                        <a:ext cx="2108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0CE04C6D-1630-4C27-AC27-485187745770}"/>
              </a:ext>
            </a:extLst>
          </p:cNvPr>
          <p:cNvSpPr/>
          <p:nvPr/>
        </p:nvSpPr>
        <p:spPr>
          <a:xfrm>
            <a:off x="546008" y="2700971"/>
            <a:ext cx="6480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故</a:t>
            </a:r>
            <a:endParaRPr lang="zh-CN" altLang="en-US" sz="2400" dirty="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9516A72-34B2-402E-9FF2-8312455437A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919288" y="2559050"/>
          <a:ext cx="2628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714" name="Equation" r:id="rId13" imgW="2628720" imgH="736560" progId="Equation.DSMT4">
                  <p:embed/>
                </p:oleObj>
              </mc:Choice>
              <mc:Fallback>
                <p:oleObj name="Equation" r:id="rId13" imgW="2628720" imgH="73656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29516A72-34B2-402E-9FF2-8312455437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919288" y="2559050"/>
                        <a:ext cx="2628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FB36A940-64D1-4B90-9C6E-23573B42D667}"/>
              </a:ext>
            </a:extLst>
          </p:cNvPr>
          <p:cNvSpPr/>
          <p:nvPr/>
        </p:nvSpPr>
        <p:spPr>
          <a:xfrm>
            <a:off x="575032" y="3678733"/>
            <a:ext cx="6480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即</a:t>
            </a:r>
            <a:endParaRPr lang="zh-CN" altLang="en-US" sz="2400" dirty="0"/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771CE150-B365-475D-A6C3-D98427AE4DC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612900" y="3587750"/>
          <a:ext cx="2628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715" name="Equation" r:id="rId15" imgW="2628720" imgH="736560" progId="Equation.DSMT4">
                  <p:embed/>
                </p:oleObj>
              </mc:Choice>
              <mc:Fallback>
                <p:oleObj name="Equation" r:id="rId15" imgW="2628720" imgH="73656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771CE150-B365-475D-A6C3-D98427AE4D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612900" y="3587750"/>
                        <a:ext cx="2628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7DD412C1-B8B8-4941-804C-90B54BBFB11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572000" y="3797498"/>
          <a:ext cx="2082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716" name="Equation" r:id="rId17" imgW="2082600" imgH="342720" progId="Equation.DSMT4">
                  <p:embed/>
                </p:oleObj>
              </mc:Choice>
              <mc:Fallback>
                <p:oleObj name="Equation" r:id="rId17" imgW="2082600" imgH="34272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7DD412C1-B8B8-4941-804C-90B54BBFB1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572000" y="3797498"/>
                        <a:ext cx="2082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8299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3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F2EF2CA1-EC00-4484-94CC-5D9D0730EB51}"/>
              </a:ext>
            </a:extLst>
          </p:cNvPr>
          <p:cNvGrpSpPr/>
          <p:nvPr/>
        </p:nvGrpSpPr>
        <p:grpSpPr>
          <a:xfrm>
            <a:off x="899592" y="483518"/>
            <a:ext cx="8568952" cy="1233593"/>
            <a:chOff x="548646" y="494897"/>
            <a:chExt cx="8568952" cy="1233593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5A432547-0F7D-4465-A240-E5D82F519707}"/>
                </a:ext>
              </a:extLst>
            </p:cNvPr>
            <p:cNvSpPr/>
            <p:nvPr/>
          </p:nvSpPr>
          <p:spPr>
            <a:xfrm>
              <a:off x="548646" y="494897"/>
              <a:ext cx="85689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 sz="2400" b="1" dirty="0">
                  <a:solidFill>
                    <a:srgbClr val="0064FF"/>
                  </a:solidFill>
                  <a:latin typeface="+mn-ea"/>
                </a:rPr>
                <a:t>15.</a:t>
              </a:r>
              <a:r>
                <a:rPr kumimoji="1" lang="zh-CN" altLang="en-US" sz="2400" b="1" dirty="0">
                  <a:latin typeface="+mn-ea"/>
                </a:rPr>
                <a:t>设    在    上连续且单调递增，证明</a:t>
              </a:r>
              <a:endParaRPr lang="zh-CN" altLang="en-US" sz="2400" dirty="0"/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701A6DC1-BE48-4814-8B12-8E861C34E10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21953514"/>
                </p:ext>
              </p:extLst>
            </p:nvPr>
          </p:nvGraphicFramePr>
          <p:xfrm>
            <a:off x="1397014" y="554279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828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701A6DC1-BE48-4814-8B12-8E861C34E10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397014" y="554279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6D5AE465-F78C-4CB4-8AF6-1F1AD3DF71C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72650303"/>
                </p:ext>
              </p:extLst>
            </p:nvPr>
          </p:nvGraphicFramePr>
          <p:xfrm>
            <a:off x="2382838" y="544778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829" name="Equation" r:id="rId5" imgW="634680" imgH="330120" progId="Equation.DSMT4">
                    <p:embed/>
                  </p:oleObj>
                </mc:Choice>
                <mc:Fallback>
                  <p:oleObj name="Equation" r:id="rId5" imgW="634680" imgH="3301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6D5AE465-F78C-4CB4-8AF6-1F1AD3DF71C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382838" y="544778"/>
                          <a:ext cx="635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91FCA439-F003-4796-837F-0D33A801AF89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051720" y="1131590"/>
            <a:ext cx="37211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830" name="Equation" r:id="rId7" imgW="3720960" imgH="596880" progId="Equation.DSMT4">
                    <p:embed/>
                  </p:oleObj>
                </mc:Choice>
                <mc:Fallback>
                  <p:oleObj name="Equation" r:id="rId7" imgW="3720960" imgH="59688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91FCA439-F003-4796-837F-0D33A801AF8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051720" y="1131590"/>
                          <a:ext cx="37211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EA6A23A6-051F-4412-A387-A1DECFF72B75}"/>
              </a:ext>
            </a:extLst>
          </p:cNvPr>
          <p:cNvSpPr/>
          <p:nvPr/>
        </p:nvSpPr>
        <p:spPr>
          <a:xfrm>
            <a:off x="939240" y="1823634"/>
            <a:ext cx="8640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分析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67B8A765-F283-4002-9ACC-C60F7D17BEF9}"/>
              </a:ext>
            </a:extLst>
          </p:cNvPr>
          <p:cNvGrpSpPr/>
          <p:nvPr/>
        </p:nvGrpSpPr>
        <p:grpSpPr>
          <a:xfrm>
            <a:off x="1803336" y="1823635"/>
            <a:ext cx="5423866" cy="461665"/>
            <a:chOff x="1452390" y="1835014"/>
            <a:chExt cx="5423866" cy="461665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1BBA6CF-CC12-4D28-9728-FC849D1306AA}"/>
                </a:ext>
              </a:extLst>
            </p:cNvPr>
            <p:cNvSpPr/>
            <p:nvPr/>
          </p:nvSpPr>
          <p:spPr>
            <a:xfrm>
              <a:off x="1452390" y="1835014"/>
              <a:ext cx="542386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对任意        不等式均成立，故构造</a:t>
              </a: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B9302112-9ABD-4B4E-9398-63372F1C3DC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76699552"/>
                </p:ext>
              </p:extLst>
            </p:nvPr>
          </p:nvGraphicFramePr>
          <p:xfrm>
            <a:off x="2478088" y="1919288"/>
            <a:ext cx="1181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831" name="Equation" r:id="rId9" imgW="1180800" imgH="342720" progId="Equation.DSMT4">
                    <p:embed/>
                  </p:oleObj>
                </mc:Choice>
                <mc:Fallback>
                  <p:oleObj name="Equation" r:id="rId9" imgW="1180800" imgH="34272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B9302112-9ABD-4B4E-9398-63372F1C3DC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478088" y="1919288"/>
                          <a:ext cx="11811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163BD702-8AF4-40C5-B30B-82AAB8974D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1098711"/>
              </p:ext>
            </p:extLst>
          </p:nvPr>
        </p:nvGraphicFramePr>
        <p:xfrm>
          <a:off x="2310211" y="3163752"/>
          <a:ext cx="4343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832" name="Equation" r:id="rId11" imgW="4343400" imgH="596880" progId="Equation.DSMT4">
                  <p:embed/>
                </p:oleObj>
              </mc:Choice>
              <mc:Fallback>
                <p:oleObj name="Equation" r:id="rId11" imgW="4343400" imgH="5968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163BD702-8AF4-40C5-B30B-82AAB8974D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10211" y="3163752"/>
                        <a:ext cx="43434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>
            <a:extLst>
              <a:ext uri="{FF2B5EF4-FFF2-40B4-BE49-F238E27FC236}">
                <a16:creationId xmlns:a16="http://schemas.microsoft.com/office/drawing/2014/main" id="{24EBF3C2-238A-478D-9DBE-8B4181EA900D}"/>
              </a:ext>
            </a:extLst>
          </p:cNvPr>
          <p:cNvGrpSpPr/>
          <p:nvPr/>
        </p:nvGrpSpPr>
        <p:grpSpPr>
          <a:xfrm>
            <a:off x="4155883" y="2452332"/>
            <a:ext cx="1007086" cy="592284"/>
            <a:chOff x="5220072" y="2291331"/>
            <a:chExt cx="1007086" cy="592284"/>
          </a:xfrm>
        </p:grpSpPr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27B34D3A-54D3-4376-8444-069A6882FDB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579458" y="2460473"/>
            <a:ext cx="6477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833" name="Equation" r:id="rId13" imgW="647640" imgH="253800" progId="Equation.DSMT4">
                    <p:embed/>
                  </p:oleObj>
                </mc:Choice>
                <mc:Fallback>
                  <p:oleObj name="Equation" r:id="rId13" imgW="647640" imgH="25380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27B34D3A-54D3-4376-8444-069A6882FDB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579458" y="2460473"/>
                          <a:ext cx="6477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箭头: 下 14">
              <a:extLst>
                <a:ext uri="{FF2B5EF4-FFF2-40B4-BE49-F238E27FC236}">
                  <a16:creationId xmlns:a16="http://schemas.microsoft.com/office/drawing/2014/main" id="{60C1585C-DA13-414D-86E0-6A0D077439C2}"/>
                </a:ext>
              </a:extLst>
            </p:cNvPr>
            <p:cNvSpPr/>
            <p:nvPr/>
          </p:nvSpPr>
          <p:spPr bwMode="auto">
            <a:xfrm>
              <a:off x="5220072" y="2291331"/>
              <a:ext cx="302146" cy="592284"/>
            </a:xfrm>
            <a:prstGeom prst="downArrow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zh-CN" altLang="en-US" sz="24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7894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3AA4428-738B-4C49-BFFD-66250367033C}"/>
              </a:ext>
            </a:extLst>
          </p:cNvPr>
          <p:cNvGrpSpPr/>
          <p:nvPr/>
        </p:nvGrpSpPr>
        <p:grpSpPr>
          <a:xfrm>
            <a:off x="885716" y="495300"/>
            <a:ext cx="8568952" cy="1106074"/>
            <a:chOff x="752682" y="499997"/>
            <a:chExt cx="8568952" cy="110607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EC411D15-6727-45A5-AAED-39478CD15FA2}"/>
                </a:ext>
              </a:extLst>
            </p:cNvPr>
            <p:cNvSpPr/>
            <p:nvPr/>
          </p:nvSpPr>
          <p:spPr>
            <a:xfrm>
              <a:off x="752682" y="499997"/>
              <a:ext cx="85689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 sz="2400" b="1" dirty="0">
                  <a:solidFill>
                    <a:srgbClr val="0064FF"/>
                  </a:solidFill>
                  <a:latin typeface="+mn-ea"/>
                </a:rPr>
                <a:t>15.</a:t>
              </a:r>
              <a:r>
                <a:rPr kumimoji="1" lang="zh-CN" altLang="en-US" sz="2400" b="1" dirty="0">
                  <a:latin typeface="+mn-ea"/>
                </a:rPr>
                <a:t>设    在    上连续且单调递增，证明</a:t>
              </a:r>
              <a:endParaRPr lang="zh-CN" altLang="en-US" sz="2400" dirty="0"/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C9BB8F8A-EC92-458E-92E2-EA597D4AFD9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223367"/>
                </p:ext>
              </p:extLst>
            </p:nvPr>
          </p:nvGraphicFramePr>
          <p:xfrm>
            <a:off x="1640169" y="559991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2912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C9BB8F8A-EC92-458E-92E2-EA597D4AFD9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640169" y="559991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D7C34160-C451-4F06-8334-78D5302D911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45033973"/>
                </p:ext>
              </p:extLst>
            </p:nvPr>
          </p:nvGraphicFramePr>
          <p:xfrm>
            <a:off x="2603949" y="559991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2913" name="Equation" r:id="rId5" imgW="634680" imgH="330120" progId="Equation.DSMT4">
                    <p:embed/>
                  </p:oleObj>
                </mc:Choice>
                <mc:Fallback>
                  <p:oleObj name="Equation" r:id="rId5" imgW="634680" imgH="3301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D7C34160-C451-4F06-8334-78D5302D911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603949" y="559991"/>
                          <a:ext cx="635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40096E90-E9B0-433F-A8A8-305AC038AACD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051720" y="1009171"/>
            <a:ext cx="37211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2914" name="Equation" r:id="rId7" imgW="3720960" imgH="596880" progId="Equation.DSMT4">
                    <p:embed/>
                  </p:oleObj>
                </mc:Choice>
                <mc:Fallback>
                  <p:oleObj name="Equation" r:id="rId7" imgW="3720960" imgH="59688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40096E90-E9B0-433F-A8A8-305AC038AAC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051720" y="1009171"/>
                          <a:ext cx="37211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9B876B08-631A-4132-844B-703D85AFC023}"/>
              </a:ext>
            </a:extLst>
          </p:cNvPr>
          <p:cNvSpPr/>
          <p:nvPr/>
        </p:nvSpPr>
        <p:spPr>
          <a:xfrm>
            <a:off x="886609" y="1707653"/>
            <a:ext cx="6713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证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53E5D37-3E8D-4814-A8A6-7FF99F38EC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8113166"/>
              </p:ext>
            </p:extLst>
          </p:nvPr>
        </p:nvGraphicFramePr>
        <p:xfrm>
          <a:off x="1954213" y="1707654"/>
          <a:ext cx="43688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915" name="Equation" r:id="rId9" imgW="4368600" imgH="596880" progId="Equation.DSMT4">
                  <p:embed/>
                </p:oleObj>
              </mc:Choice>
              <mc:Fallback>
                <p:oleObj name="Equation" r:id="rId9" imgW="4368600" imgH="5968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B53E5D37-3E8D-4814-A8A6-7FF99F38EC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54213" y="1707654"/>
                        <a:ext cx="43688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792DCCC9-71AE-43FC-9DB0-A96B63591E65}"/>
              </a:ext>
            </a:extLst>
          </p:cNvPr>
          <p:cNvSpPr/>
          <p:nvPr/>
        </p:nvSpPr>
        <p:spPr>
          <a:xfrm>
            <a:off x="1309812" y="1707654"/>
            <a:ext cx="6713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令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843946B-3103-4427-99B7-23FCA9AD9A7D}"/>
              </a:ext>
            </a:extLst>
          </p:cNvPr>
          <p:cNvSpPr/>
          <p:nvPr/>
        </p:nvSpPr>
        <p:spPr>
          <a:xfrm>
            <a:off x="6444208" y="1707654"/>
            <a:ext cx="6713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则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0018F3B-7861-40B4-9A0F-0FA4A1B5D2A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877677" y="2407129"/>
          <a:ext cx="49022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916" name="Equation" r:id="rId11" imgW="4902120" imgH="596880" progId="Equation.DSMT4">
                  <p:embed/>
                </p:oleObj>
              </mc:Choice>
              <mc:Fallback>
                <p:oleObj name="Equation" r:id="rId11" imgW="4902120" imgH="5968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0018F3B-7861-40B4-9A0F-0FA4A1B5D2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877677" y="2407129"/>
                        <a:ext cx="49022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3EECE7B-CED1-45AC-8861-76CCBDA62D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1906055"/>
              </p:ext>
            </p:extLst>
          </p:nvPr>
        </p:nvGraphicFramePr>
        <p:xfrm>
          <a:off x="2608263" y="3241839"/>
          <a:ext cx="30607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917" name="Equation" r:id="rId13" imgW="3060360" imgH="596880" progId="Equation.DSMT4">
                  <p:embed/>
                </p:oleObj>
              </mc:Choice>
              <mc:Fallback>
                <p:oleObj name="Equation" r:id="rId13" imgW="3060360" imgH="5968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23EECE7B-CED1-45AC-8861-76CCBDA62D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608263" y="3241839"/>
                        <a:ext cx="30607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5ACB3BA1-EC60-4656-B275-528F2AB2CBF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608263" y="4051300"/>
          <a:ext cx="2705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918" name="Equation" r:id="rId15" imgW="2705040" imgH="596880" progId="Equation.DSMT4">
                  <p:embed/>
                </p:oleObj>
              </mc:Choice>
              <mc:Fallback>
                <p:oleObj name="Equation" r:id="rId15" imgW="2705040" imgH="5968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5ACB3BA1-EC60-4656-B275-528F2AB2CB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608263" y="4051300"/>
                        <a:ext cx="27051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03465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F594185-ACD3-43DB-AF31-E590A4A56889}"/>
              </a:ext>
            </a:extLst>
          </p:cNvPr>
          <p:cNvGrpSpPr/>
          <p:nvPr/>
        </p:nvGrpSpPr>
        <p:grpSpPr>
          <a:xfrm>
            <a:off x="647787" y="2995534"/>
            <a:ext cx="3384376" cy="461665"/>
            <a:chOff x="899592" y="3472056"/>
            <a:chExt cx="8568952" cy="461665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E587C9B1-AF83-409D-B341-9349A88DC6B4}"/>
                </a:ext>
              </a:extLst>
            </p:cNvPr>
            <p:cNvSpPr/>
            <p:nvPr/>
          </p:nvSpPr>
          <p:spPr>
            <a:xfrm>
              <a:off x="899592" y="3472056"/>
              <a:ext cx="85689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由于    单调递增，故</a:t>
              </a:r>
              <a:endParaRPr lang="zh-CN" altLang="en-US" sz="2400" dirty="0"/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E08C0DA4-3811-4EE2-8028-1EDFA7FA4CE4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722773" y="3531438"/>
            <a:ext cx="1575054" cy="342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200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E08C0DA4-3811-4EE2-8028-1EDFA7FA4CE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722773" y="3531438"/>
                          <a:ext cx="1575054" cy="34272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5390A91-8CEA-4DB0-A855-06E0E151E5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224435"/>
              </p:ext>
            </p:extLst>
          </p:nvPr>
        </p:nvGraphicFramePr>
        <p:xfrm>
          <a:off x="2987824" y="195486"/>
          <a:ext cx="2705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201" name="Equation" r:id="rId5" imgW="2705040" imgH="596880" progId="Equation.DSMT4">
                  <p:embed/>
                </p:oleObj>
              </mc:Choice>
              <mc:Fallback>
                <p:oleObj name="Equation" r:id="rId5" imgW="2705040" imgH="5968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45390A91-8CEA-4DB0-A855-06E0E151E5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87824" y="195486"/>
                        <a:ext cx="27051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F0C0E46-9533-4733-9AC0-C56A7C9B4F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6739532"/>
              </p:ext>
            </p:extLst>
          </p:nvPr>
        </p:nvGraphicFramePr>
        <p:xfrm>
          <a:off x="2994657" y="1102185"/>
          <a:ext cx="3327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202" name="Equation" r:id="rId7" imgW="3327120" imgH="342720" progId="Equation.DSMT4">
                  <p:embed/>
                </p:oleObj>
              </mc:Choice>
              <mc:Fallback>
                <p:oleObj name="Equation" r:id="rId7" imgW="3327120" imgH="3427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DF0C0E46-9533-4733-9AC0-C56A7C9B4F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94657" y="1102185"/>
                        <a:ext cx="3327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C6AE25FA-419C-4399-9A58-1EBC4A6E50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3602278"/>
              </p:ext>
            </p:extLst>
          </p:nvPr>
        </p:nvGraphicFramePr>
        <p:xfrm>
          <a:off x="3131840" y="1480999"/>
          <a:ext cx="1333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203" name="Equation" r:id="rId9" imgW="1333440" imgH="342720" progId="Equation.DSMT4">
                  <p:embed/>
                </p:oleObj>
              </mc:Choice>
              <mc:Fallback>
                <p:oleObj name="Equation" r:id="rId9" imgW="1333440" imgH="3427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C6AE25FA-419C-4399-9A58-1EBC4A6E50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31840" y="1480999"/>
                        <a:ext cx="1333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7C84BCA0-2A75-47C5-8842-25FBC99CDE31}"/>
              </a:ext>
            </a:extLst>
          </p:cNvPr>
          <p:cNvSpPr/>
          <p:nvPr/>
        </p:nvSpPr>
        <p:spPr>
          <a:xfrm>
            <a:off x="3018064" y="1869648"/>
            <a:ext cx="300658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改进的积分中值定理</a:t>
            </a:r>
            <a:endParaRPr lang="zh-CN" altLang="en-US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708A9549-6023-49D6-9105-F89346FAD4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0968602"/>
              </p:ext>
            </p:extLst>
          </p:nvPr>
        </p:nvGraphicFramePr>
        <p:xfrm>
          <a:off x="2987675" y="2439022"/>
          <a:ext cx="2768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204" name="Equation" r:id="rId11" imgW="2768400" imgH="342720" progId="Equation.DSMT4">
                  <p:embed/>
                </p:oleObj>
              </mc:Choice>
              <mc:Fallback>
                <p:oleObj name="Equation" r:id="rId11" imgW="2768400" imgH="342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708A9549-6023-49D6-9105-F89346FAD4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87675" y="2439022"/>
                        <a:ext cx="2768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47CF8B5D-8C74-4384-90E0-D05853D0B1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5788220"/>
              </p:ext>
            </p:extLst>
          </p:nvPr>
        </p:nvGraphicFramePr>
        <p:xfrm>
          <a:off x="3851920" y="3093659"/>
          <a:ext cx="2006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205" name="Equation" r:id="rId13" imgW="2006280" imgH="342720" progId="Equation.DSMT4">
                  <p:embed/>
                </p:oleObj>
              </mc:Choice>
              <mc:Fallback>
                <p:oleObj name="Equation" r:id="rId13" imgW="2006280" imgH="3427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47CF8B5D-8C74-4384-90E0-D05853D0B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851920" y="3093659"/>
                        <a:ext cx="2006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726E8606-47BF-45CE-B347-80B8C6CA73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2931911"/>
              </p:ext>
            </p:extLst>
          </p:nvPr>
        </p:nvGraphicFramePr>
        <p:xfrm>
          <a:off x="154330" y="3794027"/>
          <a:ext cx="1219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206" name="Equation" r:id="rId15" imgW="1218960" imgH="355320" progId="Equation.DSMT4">
                  <p:embed/>
                </p:oleObj>
              </mc:Choice>
              <mc:Fallback>
                <p:oleObj name="Equation" r:id="rId15" imgW="1218960" imgH="3553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726E8606-47BF-45CE-B347-80B8C6CA73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4330" y="3794027"/>
                        <a:ext cx="1219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组合 21">
            <a:extLst>
              <a:ext uri="{FF2B5EF4-FFF2-40B4-BE49-F238E27FC236}">
                <a16:creationId xmlns:a16="http://schemas.microsoft.com/office/drawing/2014/main" id="{BFB8B8F2-520D-449E-85C3-579878C544D5}"/>
              </a:ext>
            </a:extLst>
          </p:cNvPr>
          <p:cNvGrpSpPr/>
          <p:nvPr/>
        </p:nvGrpSpPr>
        <p:grpSpPr>
          <a:xfrm>
            <a:off x="5858520" y="2993160"/>
            <a:ext cx="1658040" cy="461665"/>
            <a:chOff x="5858520" y="3270351"/>
            <a:chExt cx="1658040" cy="461665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18944DED-C5AB-4E0F-B8C7-5C26B22E6FB5}"/>
                </a:ext>
              </a:extLst>
            </p:cNvPr>
            <p:cNvSpPr/>
            <p:nvPr/>
          </p:nvSpPr>
          <p:spPr>
            <a:xfrm>
              <a:off x="5858520" y="3270351"/>
              <a:ext cx="67133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</a:rPr>
                <a:t>而</a:t>
              </a: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665C658B-13E6-4AD3-9278-2D014B06927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373560" y="3377200"/>
            <a:ext cx="1143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207" name="Equation" r:id="rId17" imgW="1143000" imgH="330120" progId="Equation.DSMT4">
                    <p:embed/>
                  </p:oleObj>
                </mc:Choice>
                <mc:Fallback>
                  <p:oleObj name="Equation" r:id="rId17" imgW="1143000" imgH="33012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665C658B-13E6-4AD3-9278-2D014B06927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373560" y="3377200"/>
                          <a:ext cx="1143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DDA85A20-CF00-49F2-9914-C80F3FD56FF1}"/>
              </a:ext>
            </a:extLst>
          </p:cNvPr>
          <p:cNvSpPr/>
          <p:nvPr/>
        </p:nvSpPr>
        <p:spPr>
          <a:xfrm>
            <a:off x="7695931" y="2974894"/>
            <a:ext cx="6713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故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EDFA20B3-8114-407A-86A2-1ED7CD8B75C7}"/>
              </a:ext>
            </a:extLst>
          </p:cNvPr>
          <p:cNvGrpSpPr/>
          <p:nvPr/>
        </p:nvGrpSpPr>
        <p:grpSpPr>
          <a:xfrm>
            <a:off x="1367866" y="3632329"/>
            <a:ext cx="4140238" cy="461665"/>
            <a:chOff x="1367866" y="3909520"/>
            <a:chExt cx="4140238" cy="461665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51323DF0-05FE-44F7-9E82-4DDC1B31902E}"/>
                </a:ext>
              </a:extLst>
            </p:cNvPr>
            <p:cNvSpPr/>
            <p:nvPr/>
          </p:nvSpPr>
          <p:spPr>
            <a:xfrm>
              <a:off x="1367866" y="3909520"/>
              <a:ext cx="414023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</a:rPr>
                <a:t>从而     单调递减，所以</a:t>
              </a:r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1337A8B7-C762-4740-B2DE-1188CA78C50A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123728" y="4011910"/>
            <a:ext cx="635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208" name="Equation" r:id="rId19" imgW="634680" imgH="342720" progId="Equation.DSMT4">
                    <p:embed/>
                  </p:oleObj>
                </mc:Choice>
                <mc:Fallback>
                  <p:oleObj name="Equation" r:id="rId19" imgW="634680" imgH="34272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1337A8B7-C762-4740-B2DE-1188CA78C50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123728" y="4011910"/>
                          <a:ext cx="635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4EE0E6C1-CD4F-4057-825E-198DB10ED2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265804"/>
              </p:ext>
            </p:extLst>
          </p:nvPr>
        </p:nvGraphicFramePr>
        <p:xfrm>
          <a:off x="4995946" y="3746358"/>
          <a:ext cx="2057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209" name="Equation" r:id="rId21" imgW="2057400" imgH="342720" progId="Equation.DSMT4">
                  <p:embed/>
                </p:oleObj>
              </mc:Choice>
              <mc:Fallback>
                <p:oleObj name="Equation" r:id="rId21" imgW="2057400" imgH="34272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4EE0E6C1-CD4F-4057-825E-198DB10ED2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995946" y="3746358"/>
                        <a:ext cx="2057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C4AC7B96-53B7-49ED-A00E-375FAF900216}"/>
              </a:ext>
            </a:extLst>
          </p:cNvPr>
          <p:cNvSpPr/>
          <p:nvPr/>
        </p:nvSpPr>
        <p:spPr>
          <a:xfrm>
            <a:off x="7180891" y="3627593"/>
            <a:ext cx="6713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即</a:t>
            </a:r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2878BC2C-0D82-465A-A73C-B520E46AAB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4034620"/>
              </p:ext>
            </p:extLst>
          </p:nvPr>
        </p:nvGraphicFramePr>
        <p:xfrm>
          <a:off x="2972269" y="4106931"/>
          <a:ext cx="3721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210" name="Equation" r:id="rId23" imgW="3720960" imgH="596880" progId="Equation.DSMT4">
                  <p:embed/>
                </p:oleObj>
              </mc:Choice>
              <mc:Fallback>
                <p:oleObj name="Equation" r:id="rId23" imgW="3720960" imgH="59688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2878BC2C-0D82-465A-A73C-B520E46AAB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972269" y="4106931"/>
                        <a:ext cx="37211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8052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20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6">
            <a:extLst>
              <a:ext uri="{FF2B5EF4-FFF2-40B4-BE49-F238E27FC236}">
                <a16:creationId xmlns:a16="http://schemas.microsoft.com/office/drawing/2014/main" id="{AC61F503-BBF2-43DB-99EA-22D402498D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799" y="379602"/>
            <a:ext cx="11811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例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16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4" name="Text Box 35">
            <a:extLst>
              <a:ext uri="{FF2B5EF4-FFF2-40B4-BE49-F238E27FC236}">
                <a16:creationId xmlns:a16="http://schemas.microsoft.com/office/drawing/2014/main" id="{09D26959-B04E-462F-A757-AD99CE26E3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5003" y="365437"/>
            <a:ext cx="9789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证明    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BF42CFA3-4D49-4823-8133-71B40C867A74}"/>
              </a:ext>
            </a:extLst>
          </p:cNvPr>
          <p:cNvGrpSpPr/>
          <p:nvPr/>
        </p:nvGrpSpPr>
        <p:grpSpPr>
          <a:xfrm>
            <a:off x="1863126" y="411510"/>
            <a:ext cx="3519553" cy="461665"/>
            <a:chOff x="1903991" y="215002"/>
            <a:chExt cx="3519553" cy="461665"/>
          </a:xfrm>
        </p:grpSpPr>
        <p:graphicFrame>
          <p:nvGraphicFramePr>
            <p:cNvPr id="6" name="Object 24">
              <a:extLst>
                <a:ext uri="{FF2B5EF4-FFF2-40B4-BE49-F238E27FC236}">
                  <a16:creationId xmlns:a16="http://schemas.microsoft.com/office/drawing/2014/main" id="{5CD4A636-0782-4153-90CC-DCA7A6C618F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4889623"/>
                </p:ext>
              </p:extLst>
            </p:nvPr>
          </p:nvGraphicFramePr>
          <p:xfrm>
            <a:off x="4242444" y="286209"/>
            <a:ext cx="11811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283" name="Equation" r:id="rId3" imgW="1180800" imgH="355320" progId="Equation.DSMT4">
                    <p:embed/>
                  </p:oleObj>
                </mc:Choice>
                <mc:Fallback>
                  <p:oleObj name="Equation" r:id="rId3" imgW="1180800" imgH="355320" progId="Equation.DSMT4">
                    <p:embed/>
                    <p:pic>
                      <p:nvPicPr>
                        <p:cNvPr id="6" name="Object 24">
                          <a:extLst>
                            <a:ext uri="{FF2B5EF4-FFF2-40B4-BE49-F238E27FC236}">
                              <a16:creationId xmlns:a16="http://schemas.microsoft.com/office/drawing/2014/main" id="{5CD4A636-0782-4153-90CC-DCA7A6C618F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2444" y="286209"/>
                          <a:ext cx="1181100" cy="355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21CEE84-3C3D-4B62-9104-165CE24A51CD}"/>
                </a:ext>
              </a:extLst>
            </p:cNvPr>
            <p:cNvSpPr/>
            <p:nvPr/>
          </p:nvSpPr>
          <p:spPr>
            <a:xfrm>
              <a:off x="1903991" y="215002"/>
              <a:ext cx="2896947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设在区间   </a:t>
              </a:r>
              <a:r>
                <a:rPr kumimoji="1" lang="zh-CN" altLang="en-US" sz="2400" b="1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 Times New Roman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上   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1DC4515E-8540-4BEC-81E0-D0D8FB0D9A5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256022" y="490540"/>
          <a:ext cx="647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284" name="Equation" r:id="rId5" imgW="647640" imgH="342720" progId="Equation.DSMT4">
                  <p:embed/>
                </p:oleObj>
              </mc:Choice>
              <mc:Fallback>
                <p:oleObj name="Equation" r:id="rId5" imgW="647640" imgH="342720" progId="Equation.DSMT4">
                  <p:embed/>
                  <p:pic>
                    <p:nvPicPr>
                      <p:cNvPr id="8" name="Object 24">
                        <a:extLst>
                          <a:ext uri="{FF2B5EF4-FFF2-40B4-BE49-F238E27FC236}">
                            <a16:creationId xmlns:a16="http://schemas.microsoft.com/office/drawing/2014/main" id="{1DC4515E-8540-4BEC-81E0-D0D8FB0D9A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6022" y="490540"/>
                        <a:ext cx="6477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312FD96C-A645-4B55-8E16-B102FF21512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147998" y="944679"/>
          <a:ext cx="3416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285" name="Equation" r:id="rId7" imgW="3416040" imgH="723600" progId="Equation.DSMT4">
                  <p:embed/>
                </p:oleObj>
              </mc:Choice>
              <mc:Fallback>
                <p:oleObj name="Equation" r:id="rId7" imgW="3416040" imgH="723600" progId="Equation.DSMT4">
                  <p:embed/>
                  <p:pic>
                    <p:nvPicPr>
                      <p:cNvPr id="9" name="Object 24">
                        <a:extLst>
                          <a:ext uri="{FF2B5EF4-FFF2-40B4-BE49-F238E27FC236}">
                            <a16:creationId xmlns:a16="http://schemas.microsoft.com/office/drawing/2014/main" id="{312FD96C-A645-4B55-8E16-B102FF2151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7998" y="944679"/>
                        <a:ext cx="34163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4">
            <a:extLst>
              <a:ext uri="{FF2B5EF4-FFF2-40B4-BE49-F238E27FC236}">
                <a16:creationId xmlns:a16="http://schemas.microsoft.com/office/drawing/2014/main" id="{93254C83-051B-4527-8758-B062C2C9E8B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810735" y="1788520"/>
          <a:ext cx="3848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286" name="Equation" r:id="rId9" imgW="3848040" imgH="723600" progId="Equation.DSMT4">
                  <p:embed/>
                </p:oleObj>
              </mc:Choice>
              <mc:Fallback>
                <p:oleObj name="Equation" r:id="rId9" imgW="3848040" imgH="723600" progId="Equation.DSMT4">
                  <p:embed/>
                  <p:pic>
                    <p:nvPicPr>
                      <p:cNvPr id="10" name="Object 24">
                        <a:extLst>
                          <a:ext uri="{FF2B5EF4-FFF2-40B4-BE49-F238E27FC236}">
                            <a16:creationId xmlns:a16="http://schemas.microsoft.com/office/drawing/2014/main" id="{93254C83-051B-4527-8758-B062C2C9E8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0735" y="1788520"/>
                        <a:ext cx="38481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6">
            <a:extLst>
              <a:ext uri="{FF2B5EF4-FFF2-40B4-BE49-F238E27FC236}">
                <a16:creationId xmlns:a16="http://schemas.microsoft.com/office/drawing/2014/main" id="{B4D69343-B002-4128-989F-2478824996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5293" y="1904032"/>
            <a:ext cx="8640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分析 </a:t>
            </a:r>
          </a:p>
        </p:txBody>
      </p:sp>
      <p:sp>
        <p:nvSpPr>
          <p:cNvPr id="12" name="Text Box 16">
            <a:extLst>
              <a:ext uri="{FF2B5EF4-FFF2-40B4-BE49-F238E27FC236}">
                <a16:creationId xmlns:a16="http://schemas.microsoft.com/office/drawing/2014/main" id="{A32A3EAD-09E7-43A7-BABB-862F4E99C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3302" y="1890110"/>
            <a:ext cx="8640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即证 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BF5A13B-D774-44BE-8F62-6DFA8CB03DAA}"/>
              </a:ext>
            </a:extLst>
          </p:cNvPr>
          <p:cNvGrpSpPr/>
          <p:nvPr/>
        </p:nvGrpSpPr>
        <p:grpSpPr>
          <a:xfrm>
            <a:off x="1136452" y="2659179"/>
            <a:ext cx="6123171" cy="723900"/>
            <a:chOff x="177842" y="1606152"/>
            <a:chExt cx="6123171" cy="723900"/>
          </a:xfrm>
        </p:grpSpPr>
        <p:sp>
          <p:nvSpPr>
            <p:cNvPr id="14" name="Text Box 35">
              <a:extLst>
                <a:ext uri="{FF2B5EF4-FFF2-40B4-BE49-F238E27FC236}">
                  <a16:creationId xmlns:a16="http://schemas.microsoft.com/office/drawing/2014/main" id="{076C2473-1FFB-4613-B46F-419154A33F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842" y="1707654"/>
              <a:ext cx="58125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作    </a:t>
              </a:r>
            </a:p>
          </p:txBody>
        </p:sp>
        <p:graphicFrame>
          <p:nvGraphicFramePr>
            <p:cNvPr id="15" name="Object 24">
              <a:extLst>
                <a:ext uri="{FF2B5EF4-FFF2-40B4-BE49-F238E27FC236}">
                  <a16:creationId xmlns:a16="http://schemas.microsoft.com/office/drawing/2014/main" id="{CF62C9FB-4BB2-45DA-B2F3-E1FDFF31BDD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60613" y="1606152"/>
            <a:ext cx="57404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287" name="Equation" r:id="rId11" imgW="5740200" imgH="723600" progId="Equation.DSMT4">
                    <p:embed/>
                  </p:oleObj>
                </mc:Choice>
                <mc:Fallback>
                  <p:oleObj name="Equation" r:id="rId11" imgW="5740200" imgH="723600" progId="Equation.DSMT4">
                    <p:embed/>
                    <p:pic>
                      <p:nvPicPr>
                        <p:cNvPr id="15" name="Object 24">
                          <a:extLst>
                            <a:ext uri="{FF2B5EF4-FFF2-40B4-BE49-F238E27FC236}">
                              <a16:creationId xmlns:a16="http://schemas.microsoft.com/office/drawing/2014/main" id="{CF62C9FB-4BB2-45DA-B2F3-E1FDFF31BDD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0613" y="1606152"/>
                          <a:ext cx="5740400" cy="723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317F6DE-84AD-4536-9F41-5C92DB9528D5}"/>
              </a:ext>
            </a:extLst>
          </p:cNvPr>
          <p:cNvGrpSpPr/>
          <p:nvPr/>
        </p:nvGrpSpPr>
        <p:grpSpPr>
          <a:xfrm>
            <a:off x="1168545" y="3428465"/>
            <a:ext cx="2203053" cy="465900"/>
            <a:chOff x="1168545" y="3428465"/>
            <a:chExt cx="2203053" cy="465900"/>
          </a:xfrm>
        </p:grpSpPr>
        <p:graphicFrame>
          <p:nvGraphicFramePr>
            <p:cNvPr id="16" name="Object 24">
              <a:extLst>
                <a:ext uri="{FF2B5EF4-FFF2-40B4-BE49-F238E27FC236}">
                  <a16:creationId xmlns:a16="http://schemas.microsoft.com/office/drawing/2014/main" id="{18C66263-8C3A-454A-909F-12A705075C3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203198" y="3551465"/>
            <a:ext cx="1168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288" name="Equation" r:id="rId13" imgW="1168200" imgH="342720" progId="Equation.DSMT4">
                    <p:embed/>
                  </p:oleObj>
                </mc:Choice>
                <mc:Fallback>
                  <p:oleObj name="Equation" r:id="rId13" imgW="1168200" imgH="342720" progId="Equation.DSMT4">
                    <p:embed/>
                    <p:pic>
                      <p:nvPicPr>
                        <p:cNvPr id="16" name="Object 24">
                          <a:extLst>
                            <a:ext uri="{FF2B5EF4-FFF2-40B4-BE49-F238E27FC236}">
                              <a16:creationId xmlns:a16="http://schemas.microsoft.com/office/drawing/2014/main" id="{18C66263-8C3A-454A-909F-12A705075C3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3198" y="3551465"/>
                          <a:ext cx="11684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Text Box 16">
              <a:extLst>
                <a:ext uri="{FF2B5EF4-FFF2-40B4-BE49-F238E27FC236}">
                  <a16:creationId xmlns:a16="http://schemas.microsoft.com/office/drawing/2014/main" id="{92FF26FA-966A-43B8-9FAB-70E6B4C1F3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8545" y="3428465"/>
              <a:ext cx="86409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显然 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B333767-2510-4192-B8CE-2FCDFEBE2411}"/>
              </a:ext>
            </a:extLst>
          </p:cNvPr>
          <p:cNvGrpSpPr/>
          <p:nvPr/>
        </p:nvGrpSpPr>
        <p:grpSpPr>
          <a:xfrm>
            <a:off x="1105293" y="4137779"/>
            <a:ext cx="6322284" cy="512456"/>
            <a:chOff x="2282164" y="4173520"/>
            <a:chExt cx="6322284" cy="512456"/>
          </a:xfrm>
        </p:grpSpPr>
        <p:sp>
          <p:nvSpPr>
            <p:cNvPr id="19" name="Text Box 16">
              <a:extLst>
                <a:ext uri="{FF2B5EF4-FFF2-40B4-BE49-F238E27FC236}">
                  <a16:creationId xmlns:a16="http://schemas.microsoft.com/office/drawing/2014/main" id="{C3BAFCCE-D486-4830-8191-C9FA9CCCB8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2164" y="4173520"/>
              <a:ext cx="154871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只需证明 </a:t>
              </a:r>
            </a:p>
          </p:txBody>
        </p:sp>
        <p:graphicFrame>
          <p:nvGraphicFramePr>
            <p:cNvPr id="20" name="Object 24">
              <a:extLst>
                <a:ext uri="{FF2B5EF4-FFF2-40B4-BE49-F238E27FC236}">
                  <a16:creationId xmlns:a16="http://schemas.microsoft.com/office/drawing/2014/main" id="{D2246DA3-C476-411D-B975-AE149F3BCF13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614856" y="4292689"/>
            <a:ext cx="635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289" name="Equation" r:id="rId15" imgW="634680" imgH="342720" progId="Equation.DSMT4">
                    <p:embed/>
                  </p:oleObj>
                </mc:Choice>
                <mc:Fallback>
                  <p:oleObj name="Equation" r:id="rId15" imgW="634680" imgH="342720" progId="Equation.DSMT4">
                    <p:embed/>
                    <p:pic>
                      <p:nvPicPr>
                        <p:cNvPr id="20" name="Object 24">
                          <a:extLst>
                            <a:ext uri="{FF2B5EF4-FFF2-40B4-BE49-F238E27FC236}">
                              <a16:creationId xmlns:a16="http://schemas.microsoft.com/office/drawing/2014/main" id="{D2246DA3-C476-411D-B975-AE149F3BCF1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14856" y="4292689"/>
                          <a:ext cx="6350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8C0AB68C-FBB4-4861-9D5C-2A68E3D1FB41}"/>
                </a:ext>
              </a:extLst>
            </p:cNvPr>
            <p:cNvSpPr/>
            <p:nvPr/>
          </p:nvSpPr>
          <p:spPr>
            <a:xfrm>
              <a:off x="4201440" y="4212387"/>
              <a:ext cx="129614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在区间   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2" name="Object 24">
              <a:extLst>
                <a:ext uri="{FF2B5EF4-FFF2-40B4-BE49-F238E27FC236}">
                  <a16:creationId xmlns:a16="http://schemas.microsoft.com/office/drawing/2014/main" id="{4A59A416-760D-4729-BE3F-AE1C8A035B2B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310490" y="4290824"/>
            <a:ext cx="647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290" name="Equation" r:id="rId17" imgW="647640" imgH="342720" progId="Equation.DSMT4">
                    <p:embed/>
                  </p:oleObj>
                </mc:Choice>
                <mc:Fallback>
                  <p:oleObj name="Equation" r:id="rId17" imgW="647640" imgH="342720" progId="Equation.DSMT4">
                    <p:embed/>
                    <p:pic>
                      <p:nvPicPr>
                        <p:cNvPr id="22" name="Object 24">
                          <a:extLst>
                            <a:ext uri="{FF2B5EF4-FFF2-40B4-BE49-F238E27FC236}">
                              <a16:creationId xmlns:a16="http://schemas.microsoft.com/office/drawing/2014/main" id="{4A59A416-760D-4729-BE3F-AE1C8A035B2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10490" y="4290824"/>
                          <a:ext cx="6477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1DD9B664-6C47-4255-972A-E049511F6D83}"/>
                </a:ext>
              </a:extLst>
            </p:cNvPr>
            <p:cNvSpPr/>
            <p:nvPr/>
          </p:nvSpPr>
          <p:spPr>
            <a:xfrm>
              <a:off x="5924010" y="4224311"/>
              <a:ext cx="268043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上单调增加即可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.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  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F4570E10-B07A-4A17-8429-7F8BC4E13D8E}"/>
              </a:ext>
            </a:extLst>
          </p:cNvPr>
          <p:cNvGrpSpPr/>
          <p:nvPr/>
        </p:nvGrpSpPr>
        <p:grpSpPr>
          <a:xfrm>
            <a:off x="6862155" y="183934"/>
            <a:ext cx="2105124" cy="2200182"/>
            <a:chOff x="6876256" y="533407"/>
            <a:chExt cx="2105124" cy="2200182"/>
          </a:xfrm>
        </p:grpSpPr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6FDB319E-12F5-469F-83EF-DA74466195EC}"/>
                </a:ext>
              </a:extLst>
            </p:cNvPr>
            <p:cNvCxnSpPr/>
            <p:nvPr/>
          </p:nvCxnSpPr>
          <p:spPr>
            <a:xfrm>
              <a:off x="6876256" y="2067694"/>
              <a:ext cx="201622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BE1DAE0F-30BC-4B91-9252-962C0A8FF5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03520" y="533407"/>
              <a:ext cx="0" cy="19176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725D3889-3312-4627-A650-116463C3FD7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78086253"/>
                </p:ext>
              </p:extLst>
            </p:nvPr>
          </p:nvGraphicFramePr>
          <p:xfrm>
            <a:off x="8803580" y="2120942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291" name="Equation" r:id="rId19" imgW="177480" imgH="190440" progId="Equation.DSMT4">
                    <p:embed/>
                  </p:oleObj>
                </mc:Choice>
                <mc:Fallback>
                  <p:oleObj name="Equation" r:id="rId19" imgW="17748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8803580" y="2120942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5E4E3A3D-75FD-4A51-BA06-ADC0312482B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0703553"/>
                </p:ext>
              </p:extLst>
            </p:nvPr>
          </p:nvGraphicFramePr>
          <p:xfrm>
            <a:off x="7161588" y="637410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292" name="Equation" r:id="rId21" imgW="190440" imgH="241200" progId="Equation.DSMT4">
                    <p:embed/>
                  </p:oleObj>
                </mc:Choice>
                <mc:Fallback>
                  <p:oleObj name="Equation" r:id="rId21" imgW="19044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7161588" y="637410"/>
                          <a:ext cx="1905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E682B6A6-FAE4-4455-8636-CD041058A34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47892318"/>
                </p:ext>
              </p:extLst>
            </p:nvPr>
          </p:nvGraphicFramePr>
          <p:xfrm>
            <a:off x="7186099" y="2083095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293" name="Equation" r:id="rId23" imgW="228600" imgH="241200" progId="Equation.DSMT4">
                    <p:embed/>
                  </p:oleObj>
                </mc:Choice>
                <mc:Fallback>
                  <p:oleObj name="Equation" r:id="rId23" imgW="22860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7186099" y="2083095"/>
                          <a:ext cx="2286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DB44546A-94CC-4C5D-A511-D1BC611FC0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96336" y="1550935"/>
              <a:ext cx="13560" cy="51675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42AE156E-5C31-4AEA-8C34-C81C925D0B3F}"/>
                </a:ext>
              </a:extLst>
            </p:cNvPr>
            <p:cNvCxnSpPr>
              <a:cxnSpLocks/>
              <a:stCxn id="35" idx="0"/>
              <a:endCxn id="38" idx="0"/>
            </p:cNvCxnSpPr>
            <p:nvPr/>
          </p:nvCxnSpPr>
          <p:spPr>
            <a:xfrm flipH="1">
              <a:off x="8476767" y="1213295"/>
              <a:ext cx="8189" cy="87589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弧形 34">
              <a:extLst>
                <a:ext uri="{FF2B5EF4-FFF2-40B4-BE49-F238E27FC236}">
                  <a16:creationId xmlns:a16="http://schemas.microsoft.com/office/drawing/2014/main" id="{D2D5D9C5-EEFD-48F7-8156-82EECB4B84B5}"/>
                </a:ext>
              </a:extLst>
            </p:cNvPr>
            <p:cNvSpPr/>
            <p:nvPr/>
          </p:nvSpPr>
          <p:spPr>
            <a:xfrm rot="4669753">
              <a:off x="7509070" y="627444"/>
              <a:ext cx="666572" cy="1312515"/>
            </a:xfrm>
            <a:prstGeom prst="arc">
              <a:avLst>
                <a:gd name="adj1" fmla="val 16555084"/>
                <a:gd name="adj2" fmla="val 2729246"/>
              </a:avLst>
            </a:prstGeom>
            <a:ln w="12700">
              <a:solidFill>
                <a:srgbClr val="0064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37" name="对象 36">
              <a:extLst>
                <a:ext uri="{FF2B5EF4-FFF2-40B4-BE49-F238E27FC236}">
                  <a16:creationId xmlns:a16="http://schemas.microsoft.com/office/drawing/2014/main" id="{69F79372-F2B7-4228-B938-4E6FFA514BA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23070034"/>
                </p:ext>
              </p:extLst>
            </p:nvPr>
          </p:nvGraphicFramePr>
          <p:xfrm>
            <a:off x="7520996" y="2095346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294" name="Equation" r:id="rId25" imgW="177480" imgH="190440" progId="Equation.DSMT4">
                    <p:embed/>
                  </p:oleObj>
                </mc:Choice>
                <mc:Fallback>
                  <p:oleObj name="Equation" r:id="rId25" imgW="17748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7520996" y="2095346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对象 37">
              <a:extLst>
                <a:ext uri="{FF2B5EF4-FFF2-40B4-BE49-F238E27FC236}">
                  <a16:creationId xmlns:a16="http://schemas.microsoft.com/office/drawing/2014/main" id="{DBBDCA59-4219-4FD7-B9F6-A3A50F29128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3910771"/>
                </p:ext>
              </p:extLst>
            </p:nvPr>
          </p:nvGraphicFramePr>
          <p:xfrm>
            <a:off x="8394217" y="2089192"/>
            <a:ext cx="1651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295" name="Equation" r:id="rId27" imgW="164880" imgH="253800" progId="Equation.DSMT4">
                    <p:embed/>
                  </p:oleObj>
                </mc:Choice>
                <mc:Fallback>
                  <p:oleObj name="Equation" r:id="rId27" imgW="1648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8394217" y="2089192"/>
                          <a:ext cx="1651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对象 38">
              <a:extLst>
                <a:ext uri="{FF2B5EF4-FFF2-40B4-BE49-F238E27FC236}">
                  <a16:creationId xmlns:a16="http://schemas.microsoft.com/office/drawing/2014/main" id="{09A8CB62-B154-4FC0-BC1D-0C4E85F66BF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7269708"/>
                </p:ext>
              </p:extLst>
            </p:nvPr>
          </p:nvGraphicFramePr>
          <p:xfrm>
            <a:off x="7760756" y="2123989"/>
            <a:ext cx="571500" cy="609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296" name="Equation" r:id="rId29" imgW="571320" imgH="609480" progId="Equation.DSMT4">
                    <p:embed/>
                  </p:oleObj>
                </mc:Choice>
                <mc:Fallback>
                  <p:oleObj name="Equation" r:id="rId29" imgW="571320" imgH="609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7760756" y="2123989"/>
                          <a:ext cx="571500" cy="609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6ACAD0A9-B299-4D62-AF45-873DCD12856B}"/>
                </a:ext>
              </a:extLst>
            </p:cNvPr>
            <p:cNvCxnSpPr>
              <a:cxnSpLocks/>
            </p:cNvCxnSpPr>
            <p:nvPr/>
          </p:nvCxnSpPr>
          <p:spPr>
            <a:xfrm>
              <a:off x="8046506" y="1553071"/>
              <a:ext cx="0" cy="51462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42" name="对象 41">
              <a:extLst>
                <a:ext uri="{FF2B5EF4-FFF2-40B4-BE49-F238E27FC236}">
                  <a16:creationId xmlns:a16="http://schemas.microsoft.com/office/drawing/2014/main" id="{A2A2188D-E944-4B85-B6F1-0FB6088482F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30197700"/>
                </p:ext>
              </p:extLst>
            </p:nvPr>
          </p:nvGraphicFramePr>
          <p:xfrm>
            <a:off x="7468319" y="1154229"/>
            <a:ext cx="9271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297" name="Equation" r:id="rId31" imgW="927000" imgH="304560" progId="Equation.DSMT4">
                    <p:embed/>
                  </p:oleObj>
                </mc:Choice>
                <mc:Fallback>
                  <p:oleObj name="Equation" r:id="rId31" imgW="927000" imgH="304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7468319" y="1154229"/>
                          <a:ext cx="9271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92B1BAA3-E26B-4610-82EC-93BF6EBE0CD6}"/>
                </a:ext>
              </a:extLst>
            </p:cNvPr>
            <p:cNvCxnSpPr>
              <a:cxnSpLocks/>
            </p:cNvCxnSpPr>
            <p:nvPr/>
          </p:nvCxnSpPr>
          <p:spPr>
            <a:xfrm>
              <a:off x="7603116" y="1557473"/>
              <a:ext cx="874595" cy="427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04155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>
            <a:extLst>
              <a:ext uri="{FF2B5EF4-FFF2-40B4-BE49-F238E27FC236}">
                <a16:creationId xmlns:a16="http://schemas.microsoft.com/office/drawing/2014/main" id="{02DE1CFE-628D-4545-8540-2F08D3605A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555526"/>
            <a:ext cx="6004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证 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D150DE6-2D7C-4D46-AA54-09F81F0FB971}"/>
              </a:ext>
            </a:extLst>
          </p:cNvPr>
          <p:cNvGrpSpPr/>
          <p:nvPr/>
        </p:nvGrpSpPr>
        <p:grpSpPr>
          <a:xfrm>
            <a:off x="1500088" y="424408"/>
            <a:ext cx="6130253" cy="723900"/>
            <a:chOff x="177842" y="1605705"/>
            <a:chExt cx="6130253" cy="723900"/>
          </a:xfrm>
        </p:grpSpPr>
        <p:sp>
          <p:nvSpPr>
            <p:cNvPr id="4" name="Text Box 35">
              <a:extLst>
                <a:ext uri="{FF2B5EF4-FFF2-40B4-BE49-F238E27FC236}">
                  <a16:creationId xmlns:a16="http://schemas.microsoft.com/office/drawing/2014/main" id="{786E6C7D-843C-4764-ADAF-7DC5FBBC5C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842" y="1707654"/>
              <a:ext cx="58125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作    </a:t>
              </a:r>
            </a:p>
          </p:txBody>
        </p:sp>
        <p:graphicFrame>
          <p:nvGraphicFramePr>
            <p:cNvPr id="5" name="Object 24">
              <a:extLst>
                <a:ext uri="{FF2B5EF4-FFF2-40B4-BE49-F238E27FC236}">
                  <a16:creationId xmlns:a16="http://schemas.microsoft.com/office/drawing/2014/main" id="{108C5DA3-8B03-4B99-8ED8-D6235F9E7D4B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54995" y="1605705"/>
            <a:ext cx="57531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215" name="Equation" r:id="rId3" imgW="5752800" imgH="723600" progId="Equation.DSMT4">
                    <p:embed/>
                  </p:oleObj>
                </mc:Choice>
                <mc:Fallback>
                  <p:oleObj name="Equation" r:id="rId3" imgW="5752800" imgH="723600" progId="Equation.DSMT4">
                    <p:embed/>
                    <p:pic>
                      <p:nvPicPr>
                        <p:cNvPr id="5" name="Object 24">
                          <a:extLst>
                            <a:ext uri="{FF2B5EF4-FFF2-40B4-BE49-F238E27FC236}">
                              <a16:creationId xmlns:a16="http://schemas.microsoft.com/office/drawing/2014/main" id="{108C5DA3-8B03-4B99-8ED8-D6235F9E7D4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4995" y="1605705"/>
                          <a:ext cx="5753100" cy="723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Object 24">
            <a:extLst>
              <a:ext uri="{FF2B5EF4-FFF2-40B4-BE49-F238E27FC236}">
                <a16:creationId xmlns:a16="http://schemas.microsoft.com/office/drawing/2014/main" id="{DB465F8B-53DD-4918-8C46-70E90C41B9F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790714" y="1453656"/>
          <a:ext cx="1612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216" name="Equation" r:id="rId5" imgW="1612800" imgH="355320" progId="Equation.DSMT4">
                  <p:embed/>
                </p:oleObj>
              </mc:Choice>
              <mc:Fallback>
                <p:oleObj name="Equation" r:id="rId5" imgW="1612800" imgH="355320" progId="Equation.DSMT4">
                  <p:embed/>
                  <p:pic>
                    <p:nvPicPr>
                      <p:cNvPr id="6" name="Object 24">
                        <a:extLst>
                          <a:ext uri="{FF2B5EF4-FFF2-40B4-BE49-F238E27FC236}">
                            <a16:creationId xmlns:a16="http://schemas.microsoft.com/office/drawing/2014/main" id="{DB465F8B-53DD-4918-8C46-70E90C41B9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0714" y="1453656"/>
                        <a:ext cx="16129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4">
            <a:extLst>
              <a:ext uri="{FF2B5EF4-FFF2-40B4-BE49-F238E27FC236}">
                <a16:creationId xmlns:a16="http://schemas.microsoft.com/office/drawing/2014/main" id="{FB95E29A-E14C-4F3C-B3F7-0BA9CB59A39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403614" y="1269506"/>
          <a:ext cx="3733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217" name="Equation" r:id="rId7" imgW="3733560" imgH="723600" progId="Equation.DSMT4">
                  <p:embed/>
                </p:oleObj>
              </mc:Choice>
              <mc:Fallback>
                <p:oleObj name="Equation" r:id="rId7" imgW="3733560" imgH="723600" progId="Equation.DSMT4">
                  <p:embed/>
                  <p:pic>
                    <p:nvPicPr>
                      <p:cNvPr id="7" name="Object 24">
                        <a:extLst>
                          <a:ext uri="{FF2B5EF4-FFF2-40B4-BE49-F238E27FC236}">
                            <a16:creationId xmlns:a16="http://schemas.microsoft.com/office/drawing/2014/main" id="{FB95E29A-E14C-4F3C-B3F7-0BA9CB59A3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3614" y="1269506"/>
                        <a:ext cx="37338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31416CFC-5BB9-4654-83E4-6D39CF03E7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0294273"/>
              </p:ext>
            </p:extLst>
          </p:nvPr>
        </p:nvGraphicFramePr>
        <p:xfrm>
          <a:off x="2500225" y="2177556"/>
          <a:ext cx="1625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218" name="Equation" r:id="rId9" imgW="1625400" imgH="723600" progId="Equation.DSMT4">
                  <p:embed/>
                </p:oleObj>
              </mc:Choice>
              <mc:Fallback>
                <p:oleObj name="Equation" r:id="rId9" imgW="1625400" imgH="723600" progId="Equation.DSMT4">
                  <p:embed/>
                  <p:pic>
                    <p:nvPicPr>
                      <p:cNvPr id="9" name="Object 24">
                        <a:extLst>
                          <a:ext uri="{FF2B5EF4-FFF2-40B4-BE49-F238E27FC236}">
                            <a16:creationId xmlns:a16="http://schemas.microsoft.com/office/drawing/2014/main" id="{31416CFC-5BB9-4654-83E4-6D39CF03E7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225" y="2177556"/>
                        <a:ext cx="16256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4">
            <a:extLst>
              <a:ext uri="{FF2B5EF4-FFF2-40B4-BE49-F238E27FC236}">
                <a16:creationId xmlns:a16="http://schemas.microsoft.com/office/drawing/2014/main" id="{CC2747E6-921A-4C04-8688-D799CBD8B9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0427758"/>
              </p:ext>
            </p:extLst>
          </p:nvPr>
        </p:nvGraphicFramePr>
        <p:xfrm>
          <a:off x="4211960" y="2177556"/>
          <a:ext cx="2438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219" name="Equation" r:id="rId11" imgW="2438280" imgH="723600" progId="Equation.DSMT4">
                  <p:embed/>
                </p:oleObj>
              </mc:Choice>
              <mc:Fallback>
                <p:oleObj name="Equation" r:id="rId11" imgW="2438280" imgH="723600" progId="Equation.DSMT4">
                  <p:embed/>
                  <p:pic>
                    <p:nvPicPr>
                      <p:cNvPr id="10" name="Object 24">
                        <a:extLst>
                          <a:ext uri="{FF2B5EF4-FFF2-40B4-BE49-F238E27FC236}">
                            <a16:creationId xmlns:a16="http://schemas.microsoft.com/office/drawing/2014/main" id="{CC2747E6-921A-4C04-8688-D799CBD8B9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960" y="2177556"/>
                        <a:ext cx="24384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64C8E582-6118-4820-B5AF-8882E0E1E8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026804"/>
              </p:ext>
            </p:extLst>
          </p:nvPr>
        </p:nvGraphicFramePr>
        <p:xfrm>
          <a:off x="6724007" y="2142216"/>
          <a:ext cx="19050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220" name="Equation" r:id="rId13" imgW="1904760" imgH="812520" progId="Equation.DSMT4">
                  <p:embed/>
                </p:oleObj>
              </mc:Choice>
              <mc:Fallback>
                <p:oleObj name="Equation" r:id="rId13" imgW="1904760" imgH="812520" progId="Equation.DSMT4">
                  <p:embed/>
                  <p:pic>
                    <p:nvPicPr>
                      <p:cNvPr id="11" name="Object 24">
                        <a:extLst>
                          <a:ext uri="{FF2B5EF4-FFF2-40B4-BE49-F238E27FC236}">
                            <a16:creationId xmlns:a16="http://schemas.microsoft.com/office/drawing/2014/main" id="{64C8E582-6118-4820-B5AF-8882E0E1E8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4007" y="2142216"/>
                        <a:ext cx="19050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4">
            <a:extLst>
              <a:ext uri="{FF2B5EF4-FFF2-40B4-BE49-F238E27FC236}">
                <a16:creationId xmlns:a16="http://schemas.microsoft.com/office/drawing/2014/main" id="{A2D7430B-4A62-4910-BC10-56EB05884D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0007401"/>
              </p:ext>
            </p:extLst>
          </p:nvPr>
        </p:nvGraphicFramePr>
        <p:xfrm>
          <a:off x="2500225" y="3296724"/>
          <a:ext cx="3568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221" name="Equation" r:id="rId15" imgW="3568680" imgH="723600" progId="Equation.DSMT4">
                  <p:embed/>
                </p:oleObj>
              </mc:Choice>
              <mc:Fallback>
                <p:oleObj name="Equation" r:id="rId15" imgW="3568680" imgH="723600" progId="Equation.DSMT4">
                  <p:embed/>
                  <p:pic>
                    <p:nvPicPr>
                      <p:cNvPr id="12" name="Object 24">
                        <a:extLst>
                          <a:ext uri="{FF2B5EF4-FFF2-40B4-BE49-F238E27FC236}">
                            <a16:creationId xmlns:a16="http://schemas.microsoft.com/office/drawing/2014/main" id="{A2D7430B-4A62-4910-BC10-56EB05884D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225" y="3296724"/>
                        <a:ext cx="35687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6">
            <a:extLst>
              <a:ext uri="{FF2B5EF4-FFF2-40B4-BE49-F238E27FC236}">
                <a16:creationId xmlns:a16="http://schemas.microsoft.com/office/drawing/2014/main" id="{7686EB10-2FF1-4BBE-89E9-D3BBE3C81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082" y="2339451"/>
            <a:ext cx="223224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微分中值定理 </a:t>
            </a:r>
          </a:p>
        </p:txBody>
      </p:sp>
    </p:spTree>
    <p:extLst>
      <p:ext uri="{BB962C8B-B14F-4D97-AF65-F5344CB8AC3E}">
        <p14:creationId xmlns:p14="http://schemas.microsoft.com/office/powerpoint/2010/main" val="4222531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55A38D8E-E11C-4A5A-A451-0B2A75265FCC}"/>
              </a:ext>
            </a:extLst>
          </p:cNvPr>
          <p:cNvGrpSpPr/>
          <p:nvPr/>
        </p:nvGrpSpPr>
        <p:grpSpPr>
          <a:xfrm>
            <a:off x="4134124" y="2457210"/>
            <a:ext cx="4919743" cy="472324"/>
            <a:chOff x="4134124" y="2457210"/>
            <a:chExt cx="4919743" cy="47232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3F23ECB-2945-45B6-9E18-F2567F5C01E5}"/>
                </a:ext>
              </a:extLst>
            </p:cNvPr>
            <p:cNvSpPr/>
            <p:nvPr/>
          </p:nvSpPr>
          <p:spPr>
            <a:xfrm>
              <a:off x="5438404" y="2467668"/>
              <a:ext cx="129614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在区间   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73589846-0E4D-476B-867F-13F72CA29670}"/>
                </a:ext>
              </a:extLst>
            </p:cNvPr>
            <p:cNvGrpSpPr/>
            <p:nvPr/>
          </p:nvGrpSpPr>
          <p:grpSpPr>
            <a:xfrm>
              <a:off x="4134124" y="2457210"/>
              <a:ext cx="4919743" cy="472324"/>
              <a:chOff x="4134124" y="2457210"/>
              <a:chExt cx="4919743" cy="472324"/>
            </a:xfrm>
          </p:grpSpPr>
          <p:sp>
            <p:nvSpPr>
              <p:cNvPr id="9" name="Text Box 35">
                <a:extLst>
                  <a:ext uri="{FF2B5EF4-FFF2-40B4-BE49-F238E27FC236}">
                    <a16:creationId xmlns:a16="http://schemas.microsoft.com/office/drawing/2014/main" id="{99D2B9F7-4964-43C9-8DFB-7F8BBA96B4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34124" y="2457210"/>
                <a:ext cx="978999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所以    </a:t>
                </a:r>
              </a:p>
            </p:txBody>
          </p:sp>
          <p:graphicFrame>
            <p:nvGraphicFramePr>
              <p:cNvPr id="10" name="Object 24">
                <a:extLst>
                  <a:ext uri="{FF2B5EF4-FFF2-40B4-BE49-F238E27FC236}">
                    <a16:creationId xmlns:a16="http://schemas.microsoft.com/office/drawing/2014/main" id="{5889A6B9-0D1E-408F-883F-F8F8E00B6C6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74342404"/>
                  </p:ext>
                </p:extLst>
              </p:nvPr>
            </p:nvGraphicFramePr>
            <p:xfrm>
              <a:off x="4842154" y="2563434"/>
              <a:ext cx="6350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3405" name="Equation" r:id="rId4" imgW="634680" imgH="342720" progId="Equation.DSMT4">
                      <p:embed/>
                    </p:oleObj>
                  </mc:Choice>
                  <mc:Fallback>
                    <p:oleObj name="Equation" r:id="rId4" imgW="634680" imgH="342720" progId="Equation.DSMT4">
                      <p:embed/>
                      <p:pic>
                        <p:nvPicPr>
                          <p:cNvPr id="10" name="Object 24">
                            <a:extLst>
                              <a:ext uri="{FF2B5EF4-FFF2-40B4-BE49-F238E27FC236}">
                                <a16:creationId xmlns:a16="http://schemas.microsoft.com/office/drawing/2014/main" id="{5889A6B9-0D1E-408F-883F-F8F8E00B6C6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42154" y="2563434"/>
                            <a:ext cx="635000" cy="3429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" name="Object 24">
                <a:extLst>
                  <a:ext uri="{FF2B5EF4-FFF2-40B4-BE49-F238E27FC236}">
                    <a16:creationId xmlns:a16="http://schemas.microsoft.com/office/drawing/2014/main" id="{034F777A-3D0D-4C84-858E-2C9772BBAF0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57322070"/>
                  </p:ext>
                </p:extLst>
              </p:nvPr>
            </p:nvGraphicFramePr>
            <p:xfrm>
              <a:off x="6488839" y="2546105"/>
              <a:ext cx="6477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3406" name="Equation" r:id="rId6" imgW="647640" imgH="342720" progId="Equation.DSMT4">
                      <p:embed/>
                    </p:oleObj>
                  </mc:Choice>
                  <mc:Fallback>
                    <p:oleObj name="Equation" r:id="rId6" imgW="647640" imgH="342720" progId="Equation.DSMT4">
                      <p:embed/>
                      <p:pic>
                        <p:nvPicPr>
                          <p:cNvPr id="14" name="Object 24">
                            <a:extLst>
                              <a:ext uri="{FF2B5EF4-FFF2-40B4-BE49-F238E27FC236}">
                                <a16:creationId xmlns:a16="http://schemas.microsoft.com/office/drawing/2014/main" id="{034F777A-3D0D-4C84-858E-2C9772BBAF0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488839" y="2546105"/>
                            <a:ext cx="647700" cy="3429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12CED7C6-B1AB-4581-AFAA-51FA9B754F01}"/>
                  </a:ext>
                </a:extLst>
              </p:cNvPr>
              <p:cNvSpPr/>
              <p:nvPr/>
            </p:nvSpPr>
            <p:spPr>
              <a:xfrm>
                <a:off x="7055467" y="2467869"/>
                <a:ext cx="199840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上单调增加</a:t>
                </a: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.</a:t>
                </a: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   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aphicFrame>
        <p:nvGraphicFramePr>
          <p:cNvPr id="17" name="Object 24">
            <a:extLst>
              <a:ext uri="{FF2B5EF4-FFF2-40B4-BE49-F238E27FC236}">
                <a16:creationId xmlns:a16="http://schemas.microsoft.com/office/drawing/2014/main" id="{E0485D63-F7B3-4A9C-8DEF-6715A33E776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305990" y="3345695"/>
          <a:ext cx="2044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407" name="Equation" r:id="rId8" imgW="2044440" imgH="342720" progId="Equation.DSMT4">
                  <p:embed/>
                </p:oleObj>
              </mc:Choice>
              <mc:Fallback>
                <p:oleObj name="Equation" r:id="rId8" imgW="2044440" imgH="342720" progId="Equation.DSMT4">
                  <p:embed/>
                  <p:pic>
                    <p:nvPicPr>
                      <p:cNvPr id="17" name="Object 24">
                        <a:extLst>
                          <a:ext uri="{FF2B5EF4-FFF2-40B4-BE49-F238E27FC236}">
                            <a16:creationId xmlns:a16="http://schemas.microsoft.com/office/drawing/2014/main" id="{E0485D63-F7B3-4A9C-8DEF-6715A33E77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5990" y="3345695"/>
                        <a:ext cx="20447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4">
            <a:extLst>
              <a:ext uri="{FF2B5EF4-FFF2-40B4-BE49-F238E27FC236}">
                <a16:creationId xmlns:a16="http://schemas.microsoft.com/office/drawing/2014/main" id="{1AD650F0-F9E6-4459-B24F-0502B7FE93E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310693" y="3936082"/>
          <a:ext cx="3911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408" name="Equation" r:id="rId10" imgW="3911400" imgH="723600" progId="Equation.DSMT4">
                  <p:embed/>
                </p:oleObj>
              </mc:Choice>
              <mc:Fallback>
                <p:oleObj name="Equation" r:id="rId10" imgW="3911400" imgH="723600" progId="Equation.DSMT4">
                  <p:embed/>
                  <p:pic>
                    <p:nvPicPr>
                      <p:cNvPr id="19" name="Object 24">
                        <a:extLst>
                          <a:ext uri="{FF2B5EF4-FFF2-40B4-BE49-F238E27FC236}">
                            <a16:creationId xmlns:a16="http://schemas.microsoft.com/office/drawing/2014/main" id="{1AD650F0-F9E6-4459-B24F-0502B7FE93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0693" y="3936082"/>
                        <a:ext cx="39116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69CC75F4-97DA-430B-A91F-59BFF25EDAC5}"/>
              </a:ext>
            </a:extLst>
          </p:cNvPr>
          <p:cNvGrpSpPr/>
          <p:nvPr/>
        </p:nvGrpSpPr>
        <p:grpSpPr>
          <a:xfrm>
            <a:off x="178733" y="2486722"/>
            <a:ext cx="2695060" cy="461665"/>
            <a:chOff x="315591" y="1988824"/>
            <a:chExt cx="2695060" cy="461665"/>
          </a:xfrm>
        </p:grpSpPr>
        <p:graphicFrame>
          <p:nvGraphicFramePr>
            <p:cNvPr id="8" name="Object 24">
              <a:extLst>
                <a:ext uri="{FF2B5EF4-FFF2-40B4-BE49-F238E27FC236}">
                  <a16:creationId xmlns:a16="http://schemas.microsoft.com/office/drawing/2014/main" id="{D3B32FF7-B250-4D05-A428-8B2A587A7BA0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275525" y="2048206"/>
            <a:ext cx="1206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409" name="Equation" r:id="rId12" imgW="1206360" imgH="342720" progId="Equation.DSMT4">
                    <p:embed/>
                  </p:oleObj>
                </mc:Choice>
                <mc:Fallback>
                  <p:oleObj name="Equation" r:id="rId12" imgW="1206360" imgH="342720" progId="Equation.DSMT4">
                    <p:embed/>
                    <p:pic>
                      <p:nvPicPr>
                        <p:cNvPr id="8" name="Object 24">
                          <a:extLst>
                            <a:ext uri="{FF2B5EF4-FFF2-40B4-BE49-F238E27FC236}">
                              <a16:creationId xmlns:a16="http://schemas.microsoft.com/office/drawing/2014/main" id="{D3B32FF7-B250-4D05-A428-8B2A587A7BA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5525" y="2048206"/>
                          <a:ext cx="12065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A5092EB6-E0BA-4158-9271-E9D457756CF2}"/>
                </a:ext>
              </a:extLst>
            </p:cNvPr>
            <p:cNvSpPr/>
            <p:nvPr/>
          </p:nvSpPr>
          <p:spPr>
            <a:xfrm>
              <a:off x="315591" y="1988824"/>
              <a:ext cx="269506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于是当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 </a:t>
              </a:r>
              <a:r>
                <a:rPr kumimoji="1" lang="zh-CN" altLang="en-US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 Times New Roman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    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时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,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    </a:t>
              </a:r>
              <a:r>
                <a:rPr kumimoji="1" lang="zh-CN" altLang="en-US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 Times New Roman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  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21" name="Object 24">
            <a:extLst>
              <a:ext uri="{FF2B5EF4-FFF2-40B4-BE49-F238E27FC236}">
                <a16:creationId xmlns:a16="http://schemas.microsoft.com/office/drawing/2014/main" id="{AAC947B6-4C06-43E1-92ED-0904F46CACF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757613" y="1587476"/>
          <a:ext cx="1308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410" name="Equation" r:id="rId14" imgW="1307880" imgH="723600" progId="Equation.DSMT4">
                  <p:embed/>
                </p:oleObj>
              </mc:Choice>
              <mc:Fallback>
                <p:oleObj name="Equation" r:id="rId14" imgW="1307880" imgH="723600" progId="Equation.DSMT4">
                  <p:embed/>
                  <p:pic>
                    <p:nvPicPr>
                      <p:cNvPr id="21" name="Object 24">
                        <a:extLst>
                          <a:ext uri="{FF2B5EF4-FFF2-40B4-BE49-F238E27FC236}">
                            <a16:creationId xmlns:a16="http://schemas.microsoft.com/office/drawing/2014/main" id="{AAC947B6-4C06-43E1-92ED-0904F46CAC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7613" y="1587476"/>
                        <a:ext cx="13081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4">
            <a:extLst>
              <a:ext uri="{FF2B5EF4-FFF2-40B4-BE49-F238E27FC236}">
                <a16:creationId xmlns:a16="http://schemas.microsoft.com/office/drawing/2014/main" id="{06C5430E-1BB0-4253-A88A-7356D8C2C0F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350275" y="1582713"/>
          <a:ext cx="1625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411" name="Equation" r:id="rId16" imgW="1625400" imgH="723600" progId="Equation.DSMT4">
                  <p:embed/>
                </p:oleObj>
              </mc:Choice>
              <mc:Fallback>
                <p:oleObj name="Equation" r:id="rId16" imgW="1625400" imgH="723600" progId="Equation.DSMT4">
                  <p:embed/>
                  <p:pic>
                    <p:nvPicPr>
                      <p:cNvPr id="24" name="Object 24">
                        <a:extLst>
                          <a:ext uri="{FF2B5EF4-FFF2-40B4-BE49-F238E27FC236}">
                            <a16:creationId xmlns:a16="http://schemas.microsoft.com/office/drawing/2014/main" id="{06C5430E-1BB0-4253-A88A-7356D8C2C0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275" y="1582713"/>
                        <a:ext cx="16256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24">
            <a:extLst>
              <a:ext uri="{FF2B5EF4-FFF2-40B4-BE49-F238E27FC236}">
                <a16:creationId xmlns:a16="http://schemas.microsoft.com/office/drawing/2014/main" id="{4C7ACDB9-C884-41E4-9ADA-DB28DCF2AD2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037533" y="504046"/>
          <a:ext cx="4305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412" name="Equation" r:id="rId18" imgW="4305240" imgH="723600" progId="Equation.DSMT4">
                  <p:embed/>
                </p:oleObj>
              </mc:Choice>
              <mc:Fallback>
                <p:oleObj name="Equation" r:id="rId18" imgW="4305240" imgH="723600" progId="Equation.DSMT4">
                  <p:embed/>
                  <p:pic>
                    <p:nvPicPr>
                      <p:cNvPr id="53" name="Object 24">
                        <a:extLst>
                          <a:ext uri="{FF2B5EF4-FFF2-40B4-BE49-F238E27FC236}">
                            <a16:creationId xmlns:a16="http://schemas.microsoft.com/office/drawing/2014/main" id="{4C7ACDB9-C884-41E4-9ADA-DB28DCF2AD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7533" y="504046"/>
                        <a:ext cx="43053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CC98B19E-1B3C-412F-BB49-5D508DC6436C}"/>
              </a:ext>
            </a:extLst>
          </p:cNvPr>
          <p:cNvGrpSpPr/>
          <p:nvPr/>
        </p:nvGrpSpPr>
        <p:grpSpPr>
          <a:xfrm>
            <a:off x="224956" y="3268985"/>
            <a:ext cx="2057400" cy="461665"/>
            <a:chOff x="231031" y="3118197"/>
            <a:chExt cx="2057400" cy="461665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5FDAE8A-19C4-4391-B143-1425058DA4FB}"/>
                </a:ext>
              </a:extLst>
            </p:cNvPr>
            <p:cNvSpPr/>
            <p:nvPr/>
          </p:nvSpPr>
          <p:spPr>
            <a:xfrm>
              <a:off x="231031" y="3118197"/>
              <a:ext cx="20574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故当     时，  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55" name="Object 24">
              <a:extLst>
                <a:ext uri="{FF2B5EF4-FFF2-40B4-BE49-F238E27FC236}">
                  <a16:creationId xmlns:a16="http://schemas.microsoft.com/office/drawing/2014/main" id="{E8E5DAB0-6811-4360-A668-6CB9D6ED3F1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001651" y="3197297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413" name="Equation" r:id="rId20" imgW="647640" imgH="279360" progId="Equation.DSMT4">
                    <p:embed/>
                  </p:oleObj>
                </mc:Choice>
                <mc:Fallback>
                  <p:oleObj name="Equation" r:id="rId20" imgW="647640" imgH="279360" progId="Equation.DSMT4">
                    <p:embed/>
                    <p:pic>
                      <p:nvPicPr>
                        <p:cNvPr id="55" name="Object 24">
                          <a:extLst>
                            <a:ext uri="{FF2B5EF4-FFF2-40B4-BE49-F238E27FC236}">
                              <a16:creationId xmlns:a16="http://schemas.microsoft.com/office/drawing/2014/main" id="{E8E5DAB0-6811-4360-A668-6CB9D6ED3F1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1651" y="3197297"/>
                          <a:ext cx="6477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6" name="矩形 55">
            <a:extLst>
              <a:ext uri="{FF2B5EF4-FFF2-40B4-BE49-F238E27FC236}">
                <a16:creationId xmlns:a16="http://schemas.microsoft.com/office/drawing/2014/main" id="{5293F611-6756-4B83-B42E-BF19103AD74B}"/>
              </a:ext>
            </a:extLst>
          </p:cNvPr>
          <p:cNvSpPr/>
          <p:nvPr/>
        </p:nvSpPr>
        <p:spPr>
          <a:xfrm>
            <a:off x="4381786" y="3247226"/>
            <a:ext cx="6032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即    </a:t>
            </a:r>
            <a:r>
              <a:rPr kumimoji="1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Times New Roman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7" name="Object 24">
            <a:extLst>
              <a:ext uri="{FF2B5EF4-FFF2-40B4-BE49-F238E27FC236}">
                <a16:creationId xmlns:a16="http://schemas.microsoft.com/office/drawing/2014/main" id="{DB659520-CC67-4ABC-9CFD-DF5A7F7C050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073633" y="3009530"/>
          <a:ext cx="2984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414" name="Equation" r:id="rId22" imgW="2984400" imgH="723600" progId="Equation.DSMT4">
                  <p:embed/>
                </p:oleObj>
              </mc:Choice>
              <mc:Fallback>
                <p:oleObj name="Equation" r:id="rId22" imgW="2984400" imgH="723600" progId="Equation.DSMT4">
                  <p:embed/>
                  <p:pic>
                    <p:nvPicPr>
                      <p:cNvPr id="57" name="Object 24">
                        <a:extLst>
                          <a:ext uri="{FF2B5EF4-FFF2-40B4-BE49-F238E27FC236}">
                            <a16:creationId xmlns:a16="http://schemas.microsoft.com/office/drawing/2014/main" id="{DB659520-CC67-4ABC-9CFD-DF5A7F7C05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3633" y="3009530"/>
                        <a:ext cx="2984500" cy="7239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24">
            <a:extLst>
              <a:ext uri="{FF2B5EF4-FFF2-40B4-BE49-F238E27FC236}">
                <a16:creationId xmlns:a16="http://schemas.microsoft.com/office/drawing/2014/main" id="{8CCB72FB-7258-407A-A93F-CA881A42C7C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362975" y="581390"/>
          <a:ext cx="1600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415" name="Equation" r:id="rId24" imgW="1600200" imgH="723600" progId="Equation.DSMT4">
                  <p:embed/>
                </p:oleObj>
              </mc:Choice>
              <mc:Fallback>
                <p:oleObj name="Equation" r:id="rId24" imgW="1600200" imgH="723600" progId="Equation.DSMT4">
                  <p:embed/>
                  <p:pic>
                    <p:nvPicPr>
                      <p:cNvPr id="58" name="Object 24">
                        <a:extLst>
                          <a:ext uri="{FF2B5EF4-FFF2-40B4-BE49-F238E27FC236}">
                            <a16:creationId xmlns:a16="http://schemas.microsoft.com/office/drawing/2014/main" id="{8CCB72FB-7258-407A-A93F-CA881A42C7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2975" y="581390"/>
                        <a:ext cx="16002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4">
            <a:extLst>
              <a:ext uri="{FF2B5EF4-FFF2-40B4-BE49-F238E27FC236}">
                <a16:creationId xmlns:a16="http://schemas.microsoft.com/office/drawing/2014/main" id="{CEF4937C-EBDC-47D2-8694-1DBE87AE606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828963" y="2562469"/>
          <a:ext cx="1231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416" name="Equation" r:id="rId26" imgW="1231560" imgH="355320" progId="Equation.DSMT4">
                  <p:embed/>
                </p:oleObj>
              </mc:Choice>
              <mc:Fallback>
                <p:oleObj name="Equation" r:id="rId26" imgW="1231560" imgH="355320" progId="Equation.DSMT4">
                  <p:embed/>
                  <p:pic>
                    <p:nvPicPr>
                      <p:cNvPr id="23" name="Object 24">
                        <a:extLst>
                          <a:ext uri="{FF2B5EF4-FFF2-40B4-BE49-F238E27FC236}">
                            <a16:creationId xmlns:a16="http://schemas.microsoft.com/office/drawing/2014/main" id="{CEF4937C-EBDC-47D2-8694-1DBE87AE60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8963" y="2562469"/>
                        <a:ext cx="1231900" cy="355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4">
            <a:extLst>
              <a:ext uri="{FF2B5EF4-FFF2-40B4-BE49-F238E27FC236}">
                <a16:creationId xmlns:a16="http://schemas.microsoft.com/office/drawing/2014/main" id="{70A850D9-2ABE-41D8-8EFC-ED5C8AB0390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081123" y="1587476"/>
          <a:ext cx="2032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417" name="Equation" r:id="rId28" imgW="2031840" imgH="723600" progId="Equation.DSMT4">
                  <p:embed/>
                </p:oleObj>
              </mc:Choice>
              <mc:Fallback>
                <p:oleObj name="Equation" r:id="rId28" imgW="2031840" imgH="723600" progId="Equation.DSMT4">
                  <p:embed/>
                  <p:pic>
                    <p:nvPicPr>
                      <p:cNvPr id="28" name="Object 24">
                        <a:extLst>
                          <a:ext uri="{FF2B5EF4-FFF2-40B4-BE49-F238E27FC236}">
                            <a16:creationId xmlns:a16="http://schemas.microsoft.com/office/drawing/2014/main" id="{70A850D9-2ABE-41D8-8EFC-ED5C8AB039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1123" y="1587476"/>
                        <a:ext cx="20320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16">
            <a:extLst>
              <a:ext uri="{FF2B5EF4-FFF2-40B4-BE49-F238E27FC236}">
                <a16:creationId xmlns:a16="http://schemas.microsoft.com/office/drawing/2014/main" id="{DAE5DF3C-3131-4BC4-A8A2-D659F68223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919" y="1701881"/>
            <a:ext cx="223224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微分中值定理 </a:t>
            </a:r>
          </a:p>
        </p:txBody>
      </p:sp>
    </p:spTree>
    <p:extLst>
      <p:ext uri="{BB962C8B-B14F-4D97-AF65-F5344CB8AC3E}">
        <p14:creationId xmlns:p14="http://schemas.microsoft.com/office/powerpoint/2010/main" val="3545355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2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4E0C72A-52E6-4710-86C7-FEFF6D014644}"/>
              </a:ext>
            </a:extLst>
          </p:cNvPr>
          <p:cNvSpPr/>
          <p:nvPr/>
        </p:nvSpPr>
        <p:spPr>
          <a:xfrm>
            <a:off x="899592" y="627534"/>
            <a:ext cx="46805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作业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4B8CD72-9B54-400A-9C35-3CE1F90F1EF4}"/>
              </a:ext>
            </a:extLst>
          </p:cNvPr>
          <p:cNvSpPr/>
          <p:nvPr/>
        </p:nvSpPr>
        <p:spPr>
          <a:xfrm>
            <a:off x="899592" y="1203598"/>
            <a:ext cx="498444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练习册 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第五章  第二节；</a:t>
            </a:r>
            <a:endParaRPr lang="zh-CN" altLang="en-US" sz="2400" b="1" dirty="0">
              <a:solidFill>
                <a:srgbClr val="0064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C1F7A13-8E7A-45BC-8694-F8A89CFFAAAC}"/>
              </a:ext>
            </a:extLst>
          </p:cNvPr>
          <p:cNvSpPr/>
          <p:nvPr/>
        </p:nvSpPr>
        <p:spPr>
          <a:xfrm>
            <a:off x="883695" y="1923678"/>
            <a:ext cx="498444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课后习题  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5-2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5-4.</a:t>
            </a:r>
            <a:endParaRPr lang="zh-CN" altLang="en-US" sz="2400" b="1" dirty="0">
              <a:solidFill>
                <a:srgbClr val="0064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9469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680E534-0C03-4CA8-AD39-E1FCBAD678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3" y="627534"/>
            <a:ext cx="3742857" cy="3752381"/>
          </a:xfrm>
          <a:prstGeom prst="rect">
            <a:avLst/>
          </a:prstGeom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39F0CF7E-08F5-415F-A805-596339AF0ECF}"/>
              </a:ext>
            </a:extLst>
          </p:cNvPr>
          <p:cNvSpPr txBox="1">
            <a:spLocks/>
          </p:cNvSpPr>
          <p:nvPr/>
        </p:nvSpPr>
        <p:spPr>
          <a:xfrm>
            <a:off x="4932040" y="2004028"/>
            <a:ext cx="3933258" cy="11354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CC0099">
                        <a:gamma/>
                        <a:shade val="46275"/>
                        <a:invGamma/>
                      </a:srgbClr>
                    </a:gs>
                    <a:gs pos="50000">
                      <a:srgbClr val="CC0099"/>
                    </a:gs>
                    <a:gs pos="100000">
                      <a:srgbClr val="CC0099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</p:spTree>
    <p:extLst>
      <p:ext uri="{BB962C8B-B14F-4D97-AF65-F5344CB8AC3E}">
        <p14:creationId xmlns:p14="http://schemas.microsoft.com/office/powerpoint/2010/main" val="138255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10397</TotalTime>
  <Words>1488</Words>
  <Application>Microsoft Office PowerPoint</Application>
  <PresentationFormat>全屏显示(16:9)</PresentationFormat>
  <Paragraphs>379</Paragraphs>
  <Slides>68</Slides>
  <Notes>12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68</vt:i4>
      </vt:variant>
    </vt:vector>
  </HeadingPairs>
  <TitlesOfParts>
    <vt:vector size="81" baseType="lpstr">
      <vt:lpstr> Times New Roman</vt:lpstr>
      <vt:lpstr>等线</vt:lpstr>
      <vt:lpstr>华文楷体</vt:lpstr>
      <vt:lpstr>楷体</vt:lpstr>
      <vt:lpstr>隶书</vt:lpstr>
      <vt:lpstr>宋体</vt:lpstr>
      <vt:lpstr>微软雅黑</vt:lpstr>
      <vt:lpstr>Arial</vt:lpstr>
      <vt:lpstr>Calibri</vt:lpstr>
      <vt:lpstr>Times New Roman</vt:lpstr>
      <vt:lpstr>Office 主题</vt:lpstr>
      <vt:lpstr>Equation</vt:lpstr>
      <vt:lpstr>MathType 7.0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郭 晓峰</cp:lastModifiedBy>
  <cp:revision>937</cp:revision>
  <dcterms:created xsi:type="dcterms:W3CDTF">2018-09-27T06:48:00Z</dcterms:created>
  <dcterms:modified xsi:type="dcterms:W3CDTF">2023-11-28T15:39:00Z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2052-11.1.0.8597</vt:lpwstr>
  </property>
</Properties>
</file>