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10" r:id="rId2"/>
    <p:sldId id="563" r:id="rId3"/>
    <p:sldId id="594" r:id="rId4"/>
    <p:sldId id="595" r:id="rId5"/>
    <p:sldId id="596" r:id="rId6"/>
    <p:sldId id="597" r:id="rId7"/>
    <p:sldId id="598" r:id="rId8"/>
    <p:sldId id="599" r:id="rId9"/>
    <p:sldId id="605" r:id="rId10"/>
    <p:sldId id="566" r:id="rId11"/>
    <p:sldId id="570" r:id="rId12"/>
    <p:sldId id="567" r:id="rId13"/>
    <p:sldId id="568" r:id="rId14"/>
    <p:sldId id="560" r:id="rId15"/>
    <p:sldId id="579" r:id="rId16"/>
    <p:sldId id="571" r:id="rId17"/>
    <p:sldId id="582" r:id="rId18"/>
    <p:sldId id="583" r:id="rId19"/>
    <p:sldId id="573" r:id="rId20"/>
    <p:sldId id="574" r:id="rId21"/>
    <p:sldId id="575" r:id="rId22"/>
    <p:sldId id="606" r:id="rId23"/>
    <p:sldId id="607" r:id="rId24"/>
    <p:sldId id="584" r:id="rId25"/>
    <p:sldId id="299" r:id="rId2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7" userDrawn="1">
          <p15:clr>
            <a:srgbClr val="A4A3A4"/>
          </p15:clr>
        </p15:guide>
        <p15:guide id="2" pos="34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 晓峰" initials="郭" lastIdx="1" clrIdx="0">
    <p:extLst>
      <p:ext uri="{19B8F6BF-5375-455C-9EA6-DF929625EA0E}">
        <p15:presenceInfo xmlns:p15="http://schemas.microsoft.com/office/powerpoint/2012/main" userId="e8ca30b0edffc0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5882FF"/>
    <a:srgbClr val="FFFF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1" autoAdjust="0"/>
    <p:restoredTop sz="86632" autoAdjust="0"/>
  </p:normalViewPr>
  <p:slideViewPr>
    <p:cSldViewPr>
      <p:cViewPr varScale="1">
        <p:scale>
          <a:sx n="125" d="100"/>
          <a:sy n="125" d="100"/>
        </p:scale>
        <p:origin x="1464" y="108"/>
      </p:cViewPr>
      <p:guideLst>
        <p:guide orient="horz" pos="667"/>
        <p:guide pos="3470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9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17" Type="http://schemas.openxmlformats.org/officeDocument/2006/relationships/image" Target="../media/image6.wmf"/><Relationship Id="rId2" Type="http://schemas.openxmlformats.org/officeDocument/2006/relationships/image" Target="../media/image8.wmf"/><Relationship Id="rId16" Type="http://schemas.openxmlformats.org/officeDocument/2006/relationships/image" Target="../media/image5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5" Type="http://schemas.openxmlformats.org/officeDocument/2006/relationships/image" Target="../media/image20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Relationship Id="rId1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21" Type="http://schemas.openxmlformats.org/officeDocument/2006/relationships/image" Target="../media/image41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5" Type="http://schemas.openxmlformats.org/officeDocument/2006/relationships/image" Target="../media/image45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20" Type="http://schemas.openxmlformats.org/officeDocument/2006/relationships/image" Target="../media/image40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24" Type="http://schemas.openxmlformats.org/officeDocument/2006/relationships/image" Target="../media/image44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23" Type="http://schemas.openxmlformats.org/officeDocument/2006/relationships/image" Target="../media/image43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Relationship Id="rId22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0" Type="http://schemas.openxmlformats.org/officeDocument/2006/relationships/image" Target="../media/image59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2.wmf"/><Relationship Id="rId3" Type="http://schemas.openxmlformats.org/officeDocument/2006/relationships/image" Target="../media/image65.wmf"/><Relationship Id="rId7" Type="http://schemas.openxmlformats.org/officeDocument/2006/relationships/image" Target="../media/image68.wmf"/><Relationship Id="rId12" Type="http://schemas.openxmlformats.org/officeDocument/2006/relationships/image" Target="../media/image71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7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0" Type="http://schemas.openxmlformats.org/officeDocument/2006/relationships/image" Target="../media/image58.wmf"/><Relationship Id="rId4" Type="http://schemas.openxmlformats.org/officeDocument/2006/relationships/image" Target="../media/image66.wmf"/><Relationship Id="rId9" Type="http://schemas.openxmlformats.org/officeDocument/2006/relationships/image" Target="../media/image7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wmf"/><Relationship Id="rId3" Type="http://schemas.openxmlformats.org/officeDocument/2006/relationships/image" Target="../media/image75.wmf"/><Relationship Id="rId7" Type="http://schemas.openxmlformats.org/officeDocument/2006/relationships/image" Target="../media/image79.emf"/><Relationship Id="rId12" Type="http://schemas.openxmlformats.org/officeDocument/2006/relationships/image" Target="../media/image84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4" Type="http://schemas.openxmlformats.org/officeDocument/2006/relationships/image" Target="../media/image8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10" Type="http://schemas.openxmlformats.org/officeDocument/2006/relationships/image" Target="../media/image108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Relationship Id="rId14" Type="http://schemas.openxmlformats.org/officeDocument/2006/relationships/image" Target="../media/image12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135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12" Type="http://schemas.openxmlformats.org/officeDocument/2006/relationships/image" Target="../media/image134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5" Type="http://schemas.openxmlformats.org/officeDocument/2006/relationships/image" Target="../media/image137.wmf"/><Relationship Id="rId10" Type="http://schemas.openxmlformats.org/officeDocument/2006/relationships/image" Target="../media/image132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Relationship Id="rId14" Type="http://schemas.openxmlformats.org/officeDocument/2006/relationships/image" Target="../media/image13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image" Target="../media/image150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39.wmf"/><Relationship Id="rId16" Type="http://schemas.openxmlformats.org/officeDocument/2006/relationships/image" Target="../media/image153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11" Type="http://schemas.openxmlformats.org/officeDocument/2006/relationships/image" Target="../media/image148.wmf"/><Relationship Id="rId5" Type="http://schemas.openxmlformats.org/officeDocument/2006/relationships/image" Target="../media/image142.wmf"/><Relationship Id="rId15" Type="http://schemas.openxmlformats.org/officeDocument/2006/relationships/image" Target="../media/image152.wmf"/><Relationship Id="rId10" Type="http://schemas.openxmlformats.org/officeDocument/2006/relationships/image" Target="../media/image147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Relationship Id="rId14" Type="http://schemas.openxmlformats.org/officeDocument/2006/relationships/image" Target="../media/image15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12" Type="http://schemas.openxmlformats.org/officeDocument/2006/relationships/image" Target="../media/image169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11" Type="http://schemas.openxmlformats.org/officeDocument/2006/relationships/image" Target="../media/image168.wmf"/><Relationship Id="rId5" Type="http://schemas.openxmlformats.org/officeDocument/2006/relationships/image" Target="../media/image162.wmf"/><Relationship Id="rId10" Type="http://schemas.openxmlformats.org/officeDocument/2006/relationships/image" Target="../media/image167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3" Type="http://schemas.openxmlformats.org/officeDocument/2006/relationships/image" Target="../media/image171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2" Type="http://schemas.openxmlformats.org/officeDocument/2006/relationships/image" Target="../media/image161.wmf"/><Relationship Id="rId1" Type="http://schemas.openxmlformats.org/officeDocument/2006/relationships/image" Target="../media/image170.w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69.wmf"/><Relationship Id="rId10" Type="http://schemas.openxmlformats.org/officeDocument/2006/relationships/image" Target="../media/image176.wmf"/><Relationship Id="rId4" Type="http://schemas.openxmlformats.org/officeDocument/2006/relationships/image" Target="../media/image163.w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image" Target="../media/image193.wmf"/><Relationship Id="rId3" Type="http://schemas.openxmlformats.org/officeDocument/2006/relationships/image" Target="../media/image183.wmf"/><Relationship Id="rId7" Type="http://schemas.openxmlformats.org/officeDocument/2006/relationships/image" Target="../media/image187.wmf"/><Relationship Id="rId12" Type="http://schemas.openxmlformats.org/officeDocument/2006/relationships/image" Target="../media/image192.wmf"/><Relationship Id="rId2" Type="http://schemas.openxmlformats.org/officeDocument/2006/relationships/image" Target="../media/image182.wmf"/><Relationship Id="rId16" Type="http://schemas.openxmlformats.org/officeDocument/2006/relationships/image" Target="../media/image196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11" Type="http://schemas.openxmlformats.org/officeDocument/2006/relationships/image" Target="../media/image191.wmf"/><Relationship Id="rId5" Type="http://schemas.openxmlformats.org/officeDocument/2006/relationships/image" Target="../media/image185.wmf"/><Relationship Id="rId15" Type="http://schemas.openxmlformats.org/officeDocument/2006/relationships/image" Target="../media/image195.wmf"/><Relationship Id="rId10" Type="http://schemas.openxmlformats.org/officeDocument/2006/relationships/image" Target="../media/image190.wmf"/><Relationship Id="rId4" Type="http://schemas.openxmlformats.org/officeDocument/2006/relationships/image" Target="../media/image184.wmf"/><Relationship Id="rId9" Type="http://schemas.openxmlformats.org/officeDocument/2006/relationships/image" Target="../media/image189.wmf"/><Relationship Id="rId14" Type="http://schemas.openxmlformats.org/officeDocument/2006/relationships/image" Target="../media/image19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8.wmf"/><Relationship Id="rId3" Type="http://schemas.openxmlformats.org/officeDocument/2006/relationships/image" Target="../media/image184.wmf"/><Relationship Id="rId7" Type="http://schemas.openxmlformats.org/officeDocument/2006/relationships/image" Target="../media/image202.wmf"/><Relationship Id="rId12" Type="http://schemas.openxmlformats.org/officeDocument/2006/relationships/image" Target="../media/image207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1.wmf"/><Relationship Id="rId11" Type="http://schemas.openxmlformats.org/officeDocument/2006/relationships/image" Target="../media/image206.wmf"/><Relationship Id="rId5" Type="http://schemas.openxmlformats.org/officeDocument/2006/relationships/image" Target="../media/image200.wmf"/><Relationship Id="rId10" Type="http://schemas.openxmlformats.org/officeDocument/2006/relationships/image" Target="../media/image205.wmf"/><Relationship Id="rId4" Type="http://schemas.openxmlformats.org/officeDocument/2006/relationships/image" Target="../media/image199.wmf"/><Relationship Id="rId9" Type="http://schemas.openxmlformats.org/officeDocument/2006/relationships/image" Target="../media/image20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10" Type="http://schemas.openxmlformats.org/officeDocument/2006/relationships/image" Target="../media/image223.wmf"/><Relationship Id="rId4" Type="http://schemas.openxmlformats.org/officeDocument/2006/relationships/image" Target="../media/image217.wmf"/><Relationship Id="rId9" Type="http://schemas.openxmlformats.org/officeDocument/2006/relationships/image" Target="../media/image2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558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00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slide" Target="slide3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21" Type="http://schemas.openxmlformats.org/officeDocument/2006/relationships/oleObject" Target="../embeddings/oleObject16.bin"/><Relationship Id="rId34" Type="http://schemas.openxmlformats.org/officeDocument/2006/relationships/oleObject" Target="../embeddings/oleObject22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33" Type="http://schemas.openxmlformats.org/officeDocument/2006/relationships/image" Target="../media/image2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29" Type="http://schemas.openxmlformats.org/officeDocument/2006/relationships/slide" Target="slide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17.wmf"/><Relationship Id="rId32" Type="http://schemas.openxmlformats.org/officeDocument/2006/relationships/oleObject" Target="../embeddings/oleObject21.bin"/><Relationship Id="rId37" Type="http://schemas.openxmlformats.org/officeDocument/2006/relationships/image" Target="../media/image6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19.wmf"/><Relationship Id="rId36" Type="http://schemas.openxmlformats.org/officeDocument/2006/relationships/oleObject" Target="../embeddings/oleObject23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5.bin"/><Relationship Id="rId31" Type="http://schemas.openxmlformats.org/officeDocument/2006/relationships/image" Target="../media/image4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19.bin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5.wmf"/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31.bin"/><Relationship Id="rId26" Type="http://schemas.openxmlformats.org/officeDocument/2006/relationships/oleObject" Target="../embeddings/oleObject35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39.bin"/><Relationship Id="rId42" Type="http://schemas.openxmlformats.org/officeDocument/2006/relationships/oleObject" Target="../embeddings/oleObject43.bin"/><Relationship Id="rId47" Type="http://schemas.openxmlformats.org/officeDocument/2006/relationships/image" Target="../media/image42.wmf"/><Relationship Id="rId50" Type="http://schemas.openxmlformats.org/officeDocument/2006/relationships/oleObject" Target="../embeddings/oleObject47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0.bin"/><Relationship Id="rId29" Type="http://schemas.openxmlformats.org/officeDocument/2006/relationships/image" Target="../media/image33.wmf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34.bin"/><Relationship Id="rId32" Type="http://schemas.openxmlformats.org/officeDocument/2006/relationships/oleObject" Target="../embeddings/oleObject38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42.bin"/><Relationship Id="rId45" Type="http://schemas.openxmlformats.org/officeDocument/2006/relationships/image" Target="../media/image41.wmf"/><Relationship Id="rId53" Type="http://schemas.openxmlformats.org/officeDocument/2006/relationships/image" Target="../media/image45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4" Type="http://schemas.openxmlformats.org/officeDocument/2006/relationships/oleObject" Target="../embeddings/oleObject44.bin"/><Relationship Id="rId52" Type="http://schemas.openxmlformats.org/officeDocument/2006/relationships/oleObject" Target="../embeddings/oleObject48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37.bin"/><Relationship Id="rId35" Type="http://schemas.openxmlformats.org/officeDocument/2006/relationships/image" Target="../media/image36.wmf"/><Relationship Id="rId43" Type="http://schemas.openxmlformats.org/officeDocument/2006/relationships/image" Target="../media/image40.wmf"/><Relationship Id="rId48" Type="http://schemas.openxmlformats.org/officeDocument/2006/relationships/oleObject" Target="../embeddings/oleObject46.bin"/><Relationship Id="rId8" Type="http://schemas.openxmlformats.org/officeDocument/2006/relationships/oleObject" Target="../embeddings/oleObject26.bin"/><Relationship Id="rId51" Type="http://schemas.openxmlformats.org/officeDocument/2006/relationships/image" Target="../media/image44.wmf"/><Relationship Id="rId3" Type="http://schemas.openxmlformats.org/officeDocument/2006/relationships/slide" Target="slide3.xml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41.bin"/><Relationship Id="rId46" Type="http://schemas.openxmlformats.org/officeDocument/2006/relationships/oleObject" Target="../embeddings/oleObject45.bin"/><Relationship Id="rId20" Type="http://schemas.openxmlformats.org/officeDocument/2006/relationships/oleObject" Target="../embeddings/oleObject32.bin"/><Relationship Id="rId41" Type="http://schemas.openxmlformats.org/officeDocument/2006/relationships/image" Target="../media/image39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5.bin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6.bin"/><Relationship Id="rId36" Type="http://schemas.openxmlformats.org/officeDocument/2006/relationships/oleObject" Target="../embeddings/oleObject40.bin"/><Relationship Id="rId49" Type="http://schemas.openxmlformats.org/officeDocument/2006/relationships/image" Target="../media/image4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slide" Target="slide3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60.bin"/><Relationship Id="rId26" Type="http://schemas.openxmlformats.org/officeDocument/2006/relationships/oleObject" Target="../embeddings/oleObject64.bin"/><Relationship Id="rId3" Type="http://schemas.openxmlformats.org/officeDocument/2006/relationships/slide" Target="slide3.xml"/><Relationship Id="rId21" Type="http://schemas.openxmlformats.org/officeDocument/2006/relationships/image" Target="../media/image58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56.wmf"/><Relationship Id="rId25" Type="http://schemas.openxmlformats.org/officeDocument/2006/relationships/image" Target="../media/image6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29" Type="http://schemas.openxmlformats.org/officeDocument/2006/relationships/image" Target="../media/image62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63.bin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28" Type="http://schemas.openxmlformats.org/officeDocument/2006/relationships/oleObject" Target="../embeddings/oleObject65.bin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62.bin"/><Relationship Id="rId27" Type="http://schemas.openxmlformats.org/officeDocument/2006/relationships/image" Target="../media/image6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72.bin"/><Relationship Id="rId26" Type="http://schemas.openxmlformats.org/officeDocument/2006/relationships/oleObject" Target="../embeddings/oleObject74.bin"/><Relationship Id="rId3" Type="http://schemas.openxmlformats.org/officeDocument/2006/relationships/slide" Target="slide3.xml"/><Relationship Id="rId21" Type="http://schemas.openxmlformats.org/officeDocument/2006/relationships/image" Target="../media/image70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68.wmf"/><Relationship Id="rId25" Type="http://schemas.openxmlformats.org/officeDocument/2006/relationships/image" Target="../media/image6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29" Type="http://schemas.openxmlformats.org/officeDocument/2006/relationships/image" Target="../media/image72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63.bin"/><Relationship Id="rId5" Type="http://schemas.openxmlformats.org/officeDocument/2006/relationships/image" Target="../media/image63.wmf"/><Relationship Id="rId15" Type="http://schemas.openxmlformats.org/officeDocument/2006/relationships/image" Target="../media/image67.wmf"/><Relationship Id="rId23" Type="http://schemas.openxmlformats.org/officeDocument/2006/relationships/image" Target="../media/image58.wmf"/><Relationship Id="rId28" Type="http://schemas.openxmlformats.org/officeDocument/2006/relationships/oleObject" Target="../embeddings/oleObject75.bin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7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77.w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1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79.emf"/><Relationship Id="rId25" Type="http://schemas.openxmlformats.org/officeDocument/2006/relationships/image" Target="../media/image8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29" Type="http://schemas.openxmlformats.org/officeDocument/2006/relationships/image" Target="../media/image85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6.wmf"/><Relationship Id="rId24" Type="http://schemas.openxmlformats.org/officeDocument/2006/relationships/oleObject" Target="../embeddings/oleObject86.bin"/><Relationship Id="rId5" Type="http://schemas.openxmlformats.org/officeDocument/2006/relationships/image" Target="../media/image73.wmf"/><Relationship Id="rId15" Type="http://schemas.openxmlformats.org/officeDocument/2006/relationships/image" Target="../media/image78.wmf"/><Relationship Id="rId23" Type="http://schemas.openxmlformats.org/officeDocument/2006/relationships/image" Target="../media/image82.wmf"/><Relationship Id="rId28" Type="http://schemas.openxmlformats.org/officeDocument/2006/relationships/oleObject" Target="../embeddings/oleObject88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0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8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97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0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101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9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4.wmf"/><Relationship Id="rId22" Type="http://schemas.openxmlformats.org/officeDocument/2006/relationships/image" Target="../media/image10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6.wmf"/><Relationship Id="rId26" Type="http://schemas.openxmlformats.org/officeDocument/2006/relationships/image" Target="../media/image120.w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29" Type="http://schemas.openxmlformats.org/officeDocument/2006/relationships/oleObject" Target="../embeddings/oleObject125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119.w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121.wmf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4.wmf"/><Relationship Id="rId22" Type="http://schemas.openxmlformats.org/officeDocument/2006/relationships/image" Target="../media/image118.wmf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122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33.bin"/><Relationship Id="rId26" Type="http://schemas.openxmlformats.org/officeDocument/2006/relationships/oleObject" Target="../embeddings/oleObject13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31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29.wmf"/><Relationship Id="rId25" Type="http://schemas.openxmlformats.org/officeDocument/2006/relationships/image" Target="../media/image133.wmf"/><Relationship Id="rId33" Type="http://schemas.openxmlformats.org/officeDocument/2006/relationships/image" Target="../media/image13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29" Type="http://schemas.openxmlformats.org/officeDocument/2006/relationships/image" Target="../media/image13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6.wmf"/><Relationship Id="rId24" Type="http://schemas.openxmlformats.org/officeDocument/2006/relationships/oleObject" Target="../embeddings/oleObject136.bin"/><Relationship Id="rId32" Type="http://schemas.openxmlformats.org/officeDocument/2006/relationships/oleObject" Target="../embeddings/oleObject140.bin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23" Type="http://schemas.openxmlformats.org/officeDocument/2006/relationships/image" Target="../media/image132.wmf"/><Relationship Id="rId28" Type="http://schemas.openxmlformats.org/officeDocument/2006/relationships/oleObject" Target="../embeddings/oleObject138.bin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0.wmf"/><Relationship Id="rId31" Type="http://schemas.openxmlformats.org/officeDocument/2006/relationships/image" Target="../media/image136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31.bin"/><Relationship Id="rId22" Type="http://schemas.openxmlformats.org/officeDocument/2006/relationships/oleObject" Target="../embeddings/oleObject135.bin"/><Relationship Id="rId27" Type="http://schemas.openxmlformats.org/officeDocument/2006/relationships/image" Target="../media/image134.wmf"/><Relationship Id="rId30" Type="http://schemas.openxmlformats.org/officeDocument/2006/relationships/oleObject" Target="../embeddings/oleObject139.bin"/><Relationship Id="rId8" Type="http://schemas.openxmlformats.org/officeDocument/2006/relationships/oleObject" Target="../embeddings/oleObject128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44.wmf"/><Relationship Id="rId26" Type="http://schemas.openxmlformats.org/officeDocument/2006/relationships/image" Target="../media/image148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149.bin"/><Relationship Id="rId34" Type="http://schemas.openxmlformats.org/officeDocument/2006/relationships/image" Target="../media/image152.wmf"/><Relationship Id="rId7" Type="http://schemas.openxmlformats.org/officeDocument/2006/relationships/image" Target="../media/image139.wmf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33" Type="http://schemas.openxmlformats.org/officeDocument/2006/relationships/oleObject" Target="../embeddings/oleObject155.bin"/><Relationship Id="rId2" Type="http://schemas.openxmlformats.org/officeDocument/2006/relationships/video" Target="file:///E:\1_&#39640;&#25968;&#30005;&#23376;&#25945;&#26696;&#31532;&#20845;&#29256;\&#39640;&#31561;&#25968;&#23398;&#30005;&#23376;&#25945;&#26696;\&#19978;&#20876;\&#31532;&#20108;&#31456;\&#38463;&#22522;&#31859;&#24503;&#34746;&#32447;.avi" TargetMode="Externa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5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42.bin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47.wmf"/><Relationship Id="rId32" Type="http://schemas.openxmlformats.org/officeDocument/2006/relationships/image" Target="../media/image151.wmf"/><Relationship Id="rId5" Type="http://schemas.openxmlformats.org/officeDocument/2006/relationships/image" Target="../media/image138.wmf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49.wmf"/><Relationship Id="rId36" Type="http://schemas.openxmlformats.org/officeDocument/2006/relationships/image" Target="../media/image153.wmf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8.bin"/><Relationship Id="rId31" Type="http://schemas.openxmlformats.org/officeDocument/2006/relationships/oleObject" Target="../embeddings/oleObject154.bin"/><Relationship Id="rId4" Type="http://schemas.openxmlformats.org/officeDocument/2006/relationships/oleObject" Target="../embeddings/oleObject141.bin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Relationship Id="rId27" Type="http://schemas.openxmlformats.org/officeDocument/2006/relationships/oleObject" Target="../embeddings/oleObject152.bin"/><Relationship Id="rId30" Type="http://schemas.openxmlformats.org/officeDocument/2006/relationships/image" Target="../media/image150.wmf"/><Relationship Id="rId35" Type="http://schemas.openxmlformats.org/officeDocument/2006/relationships/oleObject" Target="../embeddings/oleObject156.bin"/><Relationship Id="rId8" Type="http://schemas.openxmlformats.org/officeDocument/2006/relationships/image" Target="../media/image1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5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65.wmf"/><Relationship Id="rId26" Type="http://schemas.openxmlformats.org/officeDocument/2006/relationships/image" Target="../media/image169.w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67.bin"/><Relationship Id="rId25" Type="http://schemas.openxmlformats.org/officeDocument/2006/relationships/oleObject" Target="../embeddings/oleObject17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68.wmf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3.wmf"/><Relationship Id="rId22" Type="http://schemas.openxmlformats.org/officeDocument/2006/relationships/image" Target="../media/image16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79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29" Type="http://schemas.openxmlformats.org/officeDocument/2006/relationships/oleObject" Target="../embeddings/oleObject18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77.wmf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79.wmf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182.bin"/><Relationship Id="rId30" Type="http://schemas.openxmlformats.org/officeDocument/2006/relationships/image" Target="../media/image180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88.wmf"/><Relationship Id="rId26" Type="http://schemas.openxmlformats.org/officeDocument/2006/relationships/image" Target="../media/image192.w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34" Type="http://schemas.openxmlformats.org/officeDocument/2006/relationships/image" Target="../media/image196.wmf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85.w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33" Type="http://schemas.openxmlformats.org/officeDocument/2006/relationships/oleObject" Target="../embeddings/oleObject19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7.wmf"/><Relationship Id="rId20" Type="http://schemas.openxmlformats.org/officeDocument/2006/relationships/image" Target="../media/image189.wmf"/><Relationship Id="rId29" Type="http://schemas.openxmlformats.org/officeDocument/2006/relationships/oleObject" Target="../embeddings/oleObject197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2.wmf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91.wmf"/><Relationship Id="rId32" Type="http://schemas.openxmlformats.org/officeDocument/2006/relationships/image" Target="../media/image195.wmf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28" Type="http://schemas.openxmlformats.org/officeDocument/2006/relationships/image" Target="../media/image193.wmf"/><Relationship Id="rId10" Type="http://schemas.openxmlformats.org/officeDocument/2006/relationships/image" Target="../media/image184.wmf"/><Relationship Id="rId19" Type="http://schemas.openxmlformats.org/officeDocument/2006/relationships/oleObject" Target="../embeddings/oleObject192.bin"/><Relationship Id="rId31" Type="http://schemas.openxmlformats.org/officeDocument/2006/relationships/oleObject" Target="../embeddings/oleObject198.bin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86.wmf"/><Relationship Id="rId22" Type="http://schemas.openxmlformats.org/officeDocument/2006/relationships/image" Target="../media/image190.wmf"/><Relationship Id="rId27" Type="http://schemas.openxmlformats.org/officeDocument/2006/relationships/oleObject" Target="../embeddings/oleObject196.bin"/><Relationship Id="rId30" Type="http://schemas.openxmlformats.org/officeDocument/2006/relationships/image" Target="../media/image194.wmf"/><Relationship Id="rId8" Type="http://schemas.openxmlformats.org/officeDocument/2006/relationships/image" Target="../media/image18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3.wmf"/><Relationship Id="rId26" Type="http://schemas.openxmlformats.org/officeDocument/2006/relationships/image" Target="../media/image207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2.wmf"/><Relationship Id="rId20" Type="http://schemas.openxmlformats.org/officeDocument/2006/relationships/image" Target="../media/image204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06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08.wmf"/><Relationship Id="rId10" Type="http://schemas.openxmlformats.org/officeDocument/2006/relationships/image" Target="../media/image199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1.wmf"/><Relationship Id="rId22" Type="http://schemas.openxmlformats.org/officeDocument/2006/relationships/image" Target="../media/image205.wmf"/><Relationship Id="rId27" Type="http://schemas.openxmlformats.org/officeDocument/2006/relationships/oleObject" Target="../embeddings/oleObject21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1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0" Type="http://schemas.openxmlformats.org/officeDocument/2006/relationships/image" Target="../media/image212.wmf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1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21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2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0.wmf"/><Relationship Id="rId20" Type="http://schemas.openxmlformats.org/officeDocument/2006/relationships/image" Target="../media/image22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19.wmf"/><Relationship Id="rId22" Type="http://schemas.openxmlformats.org/officeDocument/2006/relationships/image" Target="../media/image22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F76AE-021B-45AE-83CD-C51C68C9166B}"/>
              </a:ext>
            </a:extLst>
          </p:cNvPr>
          <p:cNvSpPr txBox="1">
            <a:spLocks/>
          </p:cNvSpPr>
          <p:nvPr/>
        </p:nvSpPr>
        <p:spPr>
          <a:xfrm>
            <a:off x="685800" y="713652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导数与微分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B80A1-0BF8-4311-A10A-82FFC6BAD760}"/>
              </a:ext>
            </a:extLst>
          </p:cNvPr>
          <p:cNvSpPr txBox="1">
            <a:spLocks/>
          </p:cNvSpPr>
          <p:nvPr/>
        </p:nvSpPr>
        <p:spPr>
          <a:xfrm>
            <a:off x="685800" y="2319722"/>
            <a:ext cx="7996980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第五节   由参数方程所确定的函数的导数与相关变化率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8434209B-A17A-41A7-A5B9-A043CAEE3116}"/>
              </a:ext>
            </a:extLst>
          </p:cNvPr>
          <p:cNvSpPr txBox="1">
            <a:spLocks/>
          </p:cNvSpPr>
          <p:nvPr/>
        </p:nvSpPr>
        <p:spPr>
          <a:xfrm>
            <a:off x="1441376" y="3429678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311123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0">
            <a:hlinkClick r:id="rId2" action="ppaction://hlinksldjump"/>
            <a:extLst>
              <a:ext uri="{FF2B5EF4-FFF2-40B4-BE49-F238E27FC236}">
                <a16:creationId xmlns:a16="http://schemas.microsoft.com/office/drawing/2014/main" id="{E3C4D902-7319-4D0F-B6A5-1DCED73FE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1746175"/>
            <a:ext cx="58400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一、由参数方程确定的函数的导数   </a:t>
            </a:r>
          </a:p>
        </p:txBody>
      </p:sp>
      <p:sp>
        <p:nvSpPr>
          <p:cNvPr id="4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14E2B3C-C6EA-4331-BBF3-1E6F430F1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2508175"/>
            <a:ext cx="30203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二、相关变化率   </a:t>
            </a:r>
          </a:p>
        </p:txBody>
      </p:sp>
    </p:spTree>
    <p:extLst>
      <p:ext uri="{BB962C8B-B14F-4D97-AF65-F5344CB8AC3E}">
        <p14:creationId xmlns:p14="http://schemas.microsoft.com/office/powerpoint/2010/main" val="344462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FDBE707-E76E-45D0-AB85-58C2EE4095EA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4160"/>
            <a:ext cx="6553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一、由参数方程确定的函数的导数</a:t>
            </a:r>
          </a:p>
        </p:txBody>
      </p:sp>
      <p:sp>
        <p:nvSpPr>
          <p:cNvPr id="3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C6F21C11-B379-4436-93E3-4E41DFFC5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384" y="1131590"/>
            <a:ext cx="5470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、由参数方程所确定的函数的概念</a:t>
            </a:r>
          </a:p>
        </p:txBody>
      </p:sp>
      <p:sp>
        <p:nvSpPr>
          <p:cNvPr id="4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A0F39A3-69EA-48CF-8D4A-2DD6606AA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08" y="2036762"/>
            <a:ext cx="717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            </a:t>
            </a:r>
            <a:endParaRPr lang="zh-CN" altLang="en-US" sz="2400" b="1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96A6059-50CA-4A03-825A-CF575C45EE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49715"/>
              </p:ext>
            </p:extLst>
          </p:nvPr>
        </p:nvGraphicFramePr>
        <p:xfrm>
          <a:off x="1425575" y="2064395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0" name="Equation" r:id="rId4" imgW="1612800" imgH="406080" progId="Equation.DSMT4">
                  <p:embed/>
                </p:oleObj>
              </mc:Choice>
              <mc:Fallback>
                <p:oleObj name="Equation" r:id="rId4" imgW="1612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25575" y="2064395"/>
                        <a:ext cx="1612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8F42222C-7C8A-45E4-B396-508593B8B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2009130"/>
            <a:ext cx="2160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其参数方程为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00E1966-4AE2-4B9B-A3B8-8750F5AFC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835560"/>
              </p:ext>
            </p:extLst>
          </p:nvPr>
        </p:nvGraphicFramePr>
        <p:xfrm>
          <a:off x="5411460" y="1851670"/>
          <a:ext cx="1498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1" name="Equation" r:id="rId6" imgW="1498320" imgH="863280" progId="Equation.DSMT4">
                  <p:embed/>
                </p:oleObj>
              </mc:Choice>
              <mc:Fallback>
                <p:oleObj name="Equation" r:id="rId6" imgW="14983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11460" y="1851670"/>
                        <a:ext cx="1498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F66839B-904C-43FC-A67B-848D2940A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127771"/>
              </p:ext>
            </p:extLst>
          </p:nvPr>
        </p:nvGraphicFramePr>
        <p:xfrm>
          <a:off x="7200900" y="2127895"/>
          <a:ext cx="1257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2" name="Equation" r:id="rId8" imgW="1257120" imgH="279360" progId="Equation.DSMT4">
                  <p:embed/>
                </p:oleObj>
              </mc:Choice>
              <mc:Fallback>
                <p:oleObj name="Equation" r:id="rId8" imgW="12571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00900" y="2127895"/>
                        <a:ext cx="1257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3F373E-1831-445F-89A3-F84964E31E97}"/>
              </a:ext>
            </a:extLst>
          </p:cNvPr>
          <p:cNvCxnSpPr/>
          <p:nvPr/>
        </p:nvCxnSpPr>
        <p:spPr>
          <a:xfrm flipH="1">
            <a:off x="2627784" y="2643262"/>
            <a:ext cx="27836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4077D14B-37B6-492C-BEDA-82CCE33F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894" y="2628255"/>
            <a:ext cx="11510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消去参数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DB928621-79BB-4ED8-848F-C94244AA6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76" y="3387129"/>
            <a:ext cx="717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           </a:t>
            </a:r>
            <a:endParaRPr lang="zh-CN" altLang="en-US" sz="2400" b="1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13DD20C-BDF2-42CF-BCD7-D105A9AA00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69104"/>
              </p:ext>
            </p:extLst>
          </p:nvPr>
        </p:nvGraphicFramePr>
        <p:xfrm>
          <a:off x="1421349" y="3262387"/>
          <a:ext cx="1473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3" name="Equation" r:id="rId10" imgW="1473120" imgH="774360" progId="Equation.DSMT4">
                  <p:embed/>
                </p:oleObj>
              </mc:Choice>
              <mc:Fallback>
                <p:oleObj name="Equation" r:id="rId10" imgW="14731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21349" y="3262387"/>
                        <a:ext cx="1473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A3EC0D54-4BC8-421F-AEAE-C1DD0ADDB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3387128"/>
            <a:ext cx="2160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其参数方程为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59E2048-A329-4343-996F-3347320DA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234776"/>
              </p:ext>
            </p:extLst>
          </p:nvPr>
        </p:nvGraphicFramePr>
        <p:xfrm>
          <a:off x="5372824" y="3148310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4" name="Equation" r:id="rId12" imgW="1460160" imgH="863280" progId="Equation.DSMT4">
                  <p:embed/>
                </p:oleObj>
              </mc:Choice>
              <mc:Fallback>
                <p:oleObj name="Equation" r:id="rId12" imgW="1460160" imgH="8632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00E1966-4AE2-4B9B-A3B8-8750F5AFC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72824" y="3148310"/>
                        <a:ext cx="1460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81FFBB5-E81F-4E3F-A719-FE84D2286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850521"/>
              </p:ext>
            </p:extLst>
          </p:nvPr>
        </p:nvGraphicFramePr>
        <p:xfrm>
          <a:off x="7212330" y="3403514"/>
          <a:ext cx="1257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835" name="Equation" r:id="rId14" imgW="1257120" imgH="279360" progId="Equation.DSMT4">
                  <p:embed/>
                </p:oleObj>
              </mc:Choice>
              <mc:Fallback>
                <p:oleObj name="Equation" r:id="rId14" imgW="125712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F66839B-904C-43FC-A67B-848D2940A0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12330" y="3403514"/>
                        <a:ext cx="1257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F89BC09-89D4-4218-9B65-241A4967E974}"/>
              </a:ext>
            </a:extLst>
          </p:cNvPr>
          <p:cNvCxnSpPr/>
          <p:nvPr/>
        </p:nvCxnSpPr>
        <p:spPr>
          <a:xfrm flipH="1">
            <a:off x="2570562" y="3995792"/>
            <a:ext cx="27836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ADD46E37-9F42-40E9-AF44-D4E3137D9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0988" y="4151035"/>
            <a:ext cx="11510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消去参数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351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  <p:bldP spid="14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8E30652-25F4-4D8D-8811-F23FC99AE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36928"/>
              </p:ext>
            </p:extLst>
          </p:nvPr>
        </p:nvGraphicFramePr>
        <p:xfrm>
          <a:off x="4644008" y="590173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56" name="Equation" r:id="rId3" imgW="1981080" imgH="736560" progId="Equation.DSMT4">
                  <p:embed/>
                </p:oleObj>
              </mc:Choice>
              <mc:Fallback>
                <p:oleObj name="Equation" r:id="rId3" imgW="1981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008" y="590173"/>
                        <a:ext cx="1981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A6075BC1-0015-49D1-9099-7DBDFF685228}"/>
              </a:ext>
            </a:extLst>
          </p:cNvPr>
          <p:cNvGrpSpPr/>
          <p:nvPr/>
        </p:nvGrpSpPr>
        <p:grpSpPr>
          <a:xfrm>
            <a:off x="696392" y="673114"/>
            <a:ext cx="2736304" cy="2406622"/>
            <a:chOff x="755576" y="1203598"/>
            <a:chExt cx="2736304" cy="2406622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8BBCF73-CE1B-4DA8-B38B-E3A21B5731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5576" y="1203598"/>
              <a:ext cx="2736304" cy="2406622"/>
              <a:chOff x="2987824" y="1035104"/>
              <a:chExt cx="2736304" cy="2406622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4B5F22F9-01AC-47B9-A46D-AF138342C8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7824" y="2066925"/>
                <a:ext cx="273630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4469A142-82E3-47B6-95A8-A80E6E5474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4663" y="1057848"/>
                <a:ext cx="0" cy="238387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ACB67078-488B-4BE6-9CF9-8F76D5A97F7E}"/>
                  </a:ext>
                </a:extLst>
              </p:cNvPr>
              <p:cNvSpPr/>
              <p:nvPr/>
            </p:nvSpPr>
            <p:spPr>
              <a:xfrm>
                <a:off x="3528583" y="1771287"/>
                <a:ext cx="1512159" cy="576001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6BF52CF6-3678-4273-AE3B-B0275EC60BDE}"/>
                  </a:ext>
                </a:extLst>
              </p:cNvPr>
              <p:cNvSpPr/>
              <p:nvPr/>
            </p:nvSpPr>
            <p:spPr>
              <a:xfrm>
                <a:off x="3528580" y="1347623"/>
                <a:ext cx="1512159" cy="1512157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08E3BE30-8C22-48EF-804F-13371ACD56F1}"/>
                  </a:ext>
                </a:extLst>
              </p:cNvPr>
              <p:cNvSpPr/>
              <p:nvPr/>
            </p:nvSpPr>
            <p:spPr>
              <a:xfrm>
                <a:off x="3995935" y="1771288"/>
                <a:ext cx="576065" cy="5760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06DD8593-5F69-4FCA-AF2E-68CE71B7C7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5795480"/>
                  </p:ext>
                </p:extLst>
              </p:nvPr>
            </p:nvGraphicFramePr>
            <p:xfrm>
              <a:off x="5531303" y="2140799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57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531303" y="2140799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63511525-9E0F-4C39-B3C1-04207AD903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0209605"/>
                  </p:ext>
                </p:extLst>
              </p:nvPr>
            </p:nvGraphicFramePr>
            <p:xfrm>
              <a:off x="4026764" y="1035104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58" name="Equation" r:id="rId7" imgW="190440" imgH="241200" progId="Equation.DSMT4">
                      <p:embed/>
                    </p:oleObj>
                  </mc:Choice>
                  <mc:Fallback>
                    <p:oleObj name="Equation" r:id="rId7" imgW="19044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026764" y="1035104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4C028AD7-E64E-4A3B-AA5F-482C9BABFE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3403886"/>
                  </p:ext>
                </p:extLst>
              </p:nvPr>
            </p:nvGraphicFramePr>
            <p:xfrm>
              <a:off x="4056063" y="2070443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59" name="Equation" r:id="rId9" imgW="228600" imgH="241200" progId="Equation.DSMT4">
                      <p:embed/>
                    </p:oleObj>
                  </mc:Choice>
                  <mc:Fallback>
                    <p:oleObj name="Equation" r:id="rId9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056063" y="2070443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extLst>
                  <a:ext uri="{FF2B5EF4-FFF2-40B4-BE49-F238E27FC236}">
                    <a16:creationId xmlns:a16="http://schemas.microsoft.com/office/drawing/2014/main" id="{2DC92749-4B2C-4B55-820D-D3B4FC6E69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6250446"/>
                  </p:ext>
                </p:extLst>
              </p:nvPr>
            </p:nvGraphicFramePr>
            <p:xfrm>
              <a:off x="5039352" y="205928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0" name="Equation" r:id="rId11" imgW="177480" imgH="190440" progId="Equation.DSMT4">
                      <p:embed/>
                    </p:oleObj>
                  </mc:Choice>
                  <mc:Fallback>
                    <p:oleObj name="Equation" r:id="rId11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039352" y="2059287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5AC271C5-308A-43AF-BA4C-9D12CD4DCB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9571148"/>
                  </p:ext>
                </p:extLst>
              </p:nvPr>
            </p:nvGraphicFramePr>
            <p:xfrm>
              <a:off x="4144048" y="1517286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1" name="Equation" r:id="rId13" imgW="164880" imgH="253800" progId="Equation.DSMT4">
                      <p:embed/>
                    </p:oleObj>
                  </mc:Choice>
                  <mc:Fallback>
                    <p:oleObj name="Equation" r:id="rId13" imgW="1648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144048" y="1517286"/>
                            <a:ext cx="165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C462E41-0B41-44BF-A023-47A31B2B2F60}"/>
                  </a:ext>
                </a:extLst>
              </p:cNvPr>
              <p:cNvCxnSpPr>
                <a:endCxn id="13" idx="7"/>
              </p:cNvCxnSpPr>
              <p:nvPr/>
            </p:nvCxnSpPr>
            <p:spPr>
              <a:xfrm flipV="1">
                <a:off x="4284663" y="1569073"/>
                <a:ext cx="534625" cy="490214"/>
              </a:xfrm>
              <a:prstGeom prst="line">
                <a:avLst/>
              </a:prstGeom>
              <a:ln w="1270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36EC984-9273-42F0-B401-4205EB87A96F}"/>
                  </a:ext>
                </a:extLst>
              </p:cNvPr>
              <p:cNvCxnSpPr>
                <a:cxnSpLocks/>
                <a:stCxn id="31" idx="0"/>
              </p:cNvCxnSpPr>
              <p:nvPr/>
            </p:nvCxnSpPr>
            <p:spPr>
              <a:xfrm flipV="1">
                <a:off x="4805676" y="1569074"/>
                <a:ext cx="13612" cy="500094"/>
              </a:xfrm>
              <a:prstGeom prst="line">
                <a:avLst/>
              </a:prstGeom>
              <a:ln w="1270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FD83189-B040-4818-BE11-8100ED714B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99992" y="1875037"/>
                <a:ext cx="0" cy="191888"/>
              </a:xfrm>
              <a:prstGeom prst="line">
                <a:avLst/>
              </a:prstGeom>
              <a:ln w="1270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713E0CFE-05A5-4681-9909-899D69442C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4515183"/>
                  </p:ext>
                </p:extLst>
              </p:nvPr>
            </p:nvGraphicFramePr>
            <p:xfrm>
              <a:off x="4820512" y="1367169"/>
              <a:ext cx="1905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2" name="Equation" r:id="rId15" imgW="190440" imgH="215640" progId="Equation.DSMT4">
                      <p:embed/>
                    </p:oleObj>
                  </mc:Choice>
                  <mc:Fallback>
                    <p:oleObj name="Equation" r:id="rId15" imgW="190440" imgH="21564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7E0AD46A-D80F-4ECE-907F-31868869CE8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820512" y="1367169"/>
                            <a:ext cx="1905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1E9BE565-6272-4E72-BF66-0B8FF9F3A0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9183153"/>
                  </p:ext>
                </p:extLst>
              </p:nvPr>
            </p:nvGraphicFramePr>
            <p:xfrm>
              <a:off x="4368800" y="1593850"/>
              <a:ext cx="1905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3" name="Equation" r:id="rId17" imgW="190440" imgH="215640" progId="Equation.DSMT4">
                      <p:embed/>
                    </p:oleObj>
                  </mc:Choice>
                  <mc:Fallback>
                    <p:oleObj name="Equation" r:id="rId17" imgW="190440" imgH="21564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7E0AD46A-D80F-4ECE-907F-31868869CE8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368800" y="1593850"/>
                            <a:ext cx="1905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2F6CDF5C-156E-4AC9-BB55-82D5ED7E4A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7170916"/>
                  </p:ext>
                </p:extLst>
              </p:nvPr>
            </p:nvGraphicFramePr>
            <p:xfrm>
              <a:off x="4710426" y="2069168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4" name="Equation" r:id="rId19" imgW="190440" imgH="241200" progId="Equation.DSMT4">
                      <p:embed/>
                    </p:oleObj>
                  </mc:Choice>
                  <mc:Fallback>
                    <p:oleObj name="Equation" r:id="rId19" imgW="19044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10426" y="2069168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2D4573C9-F6A6-45DE-809C-3B88C474B8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0009731"/>
                  </p:ext>
                </p:extLst>
              </p:nvPr>
            </p:nvGraphicFramePr>
            <p:xfrm>
              <a:off x="4339132" y="2062826"/>
              <a:ext cx="2286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5" name="Equation" r:id="rId21" imgW="228600" imgH="253800" progId="Equation.DSMT4">
                      <p:embed/>
                    </p:oleObj>
                  </mc:Choice>
                  <mc:Fallback>
                    <p:oleObj name="Equation" r:id="rId21" imgW="22860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339132" y="2062826"/>
                            <a:ext cx="2286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3C2EB1F2-A0D8-4C03-A027-606F16A49F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6840263"/>
                  </p:ext>
                </p:extLst>
              </p:nvPr>
            </p:nvGraphicFramePr>
            <p:xfrm>
              <a:off x="4895695" y="1691480"/>
              <a:ext cx="6858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6" name="Equation" r:id="rId23" imgW="685800" imgH="266400" progId="Equation.DSMT4">
                      <p:embed/>
                    </p:oleObj>
                  </mc:Choice>
                  <mc:Fallback>
                    <p:oleObj name="Equation" r:id="rId23" imgW="685800" imgH="266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895695" y="1691480"/>
                            <a:ext cx="6858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238A8D5E-91FF-47C2-A040-618A0DF18A10}"/>
                  </a:ext>
                </a:extLst>
              </p:cNvPr>
              <p:cNvSpPr/>
              <p:nvPr/>
            </p:nvSpPr>
            <p:spPr>
              <a:xfrm>
                <a:off x="4343400" y="2019300"/>
                <a:ext cx="7711" cy="38633"/>
              </a:xfrm>
              <a:custGeom>
                <a:avLst/>
                <a:gdLst>
                  <a:gd name="connsiteX0" fmla="*/ 0 w 7711"/>
                  <a:gd name="connsiteY0" fmla="*/ 0 h 38633"/>
                  <a:gd name="connsiteX1" fmla="*/ 7620 w 7711"/>
                  <a:gd name="connsiteY1" fmla="*/ 15240 h 38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11" h="38633">
                    <a:moveTo>
                      <a:pt x="0" y="0"/>
                    </a:moveTo>
                    <a:cubicBezTo>
                      <a:pt x="9114" y="45572"/>
                      <a:pt x="7620" y="51052"/>
                      <a:pt x="7620" y="15240"/>
                    </a:cubicBezTo>
                  </a:path>
                </a:pathLst>
              </a:custGeom>
              <a:noFill/>
              <a:ln w="19050"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5" name="对象 34">
                <a:extLst>
                  <a:ext uri="{FF2B5EF4-FFF2-40B4-BE49-F238E27FC236}">
                    <a16:creationId xmlns:a16="http://schemas.microsoft.com/office/drawing/2014/main" id="{7CFC9E19-6BED-4E63-B433-647FED2DB0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9453638"/>
                  </p:ext>
                </p:extLst>
              </p:nvPr>
            </p:nvGraphicFramePr>
            <p:xfrm>
              <a:off x="4398106" y="1885586"/>
              <a:ext cx="1143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1067" name="Equation" r:id="rId25" imgW="114120" imgH="215640" progId="Equation.DSMT4">
                      <p:embed/>
                    </p:oleObj>
                  </mc:Choice>
                  <mc:Fallback>
                    <p:oleObj name="Equation" r:id="rId25" imgW="114120" imgH="2156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398106" y="1885586"/>
                            <a:ext cx="114300" cy="215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424F04F-2711-43FF-B750-03577D7AFBB3}"/>
                </a:ext>
              </a:extLst>
            </p:cNvPr>
            <p:cNvSpPr/>
            <p:nvPr/>
          </p:nvSpPr>
          <p:spPr>
            <a:xfrm>
              <a:off x="2583664" y="2008031"/>
              <a:ext cx="46800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157C1AB5-8171-442D-B930-B1B4EA47C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994177"/>
              </p:ext>
            </p:extLst>
          </p:nvPr>
        </p:nvGraphicFramePr>
        <p:xfrm>
          <a:off x="7174830" y="837823"/>
          <a:ext cx="1231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68" name="Equation" r:id="rId27" imgW="1231560" imgH="241200" progId="Equation.DSMT4">
                  <p:embed/>
                </p:oleObj>
              </mc:Choice>
              <mc:Fallback>
                <p:oleObj name="Equation" r:id="rId27" imgW="1231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74830" y="837823"/>
                        <a:ext cx="1231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51">
            <a:hlinkClick r:id="rId29" action="ppaction://hlinksldjump"/>
            <a:extLst>
              <a:ext uri="{FF2B5EF4-FFF2-40B4-BE49-F238E27FC236}">
                <a16:creationId xmlns:a16="http://schemas.microsoft.com/office/drawing/2014/main" id="{C6683D6B-994C-48F5-BF02-19140F0B1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216" y="1788562"/>
            <a:ext cx="25923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代入椭圆方程得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A43357D-58FA-4ECE-BD21-B9F57EBFA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240386"/>
              </p:ext>
            </p:extLst>
          </p:nvPr>
        </p:nvGraphicFramePr>
        <p:xfrm>
          <a:off x="1340768" y="3145023"/>
          <a:ext cx="1473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69" name="Equation" r:id="rId30" imgW="1473120" imgH="774360" progId="Equation.DSMT4">
                  <p:embed/>
                </p:oleObj>
              </mc:Choice>
              <mc:Fallback>
                <p:oleObj name="Equation" r:id="rId30" imgW="147312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13DD20C-BDF2-42CF-BCD7-D105A9AA0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340768" y="3145023"/>
                        <a:ext cx="1473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27A8611B-B708-4962-B073-9ACF24431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537716"/>
              </p:ext>
            </p:extLst>
          </p:nvPr>
        </p:nvGraphicFramePr>
        <p:xfrm>
          <a:off x="7169150" y="1876425"/>
          <a:ext cx="1244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70" name="Equation" r:id="rId32" imgW="1244520" imgH="342720" progId="Equation.DSMT4">
                  <p:embed/>
                </p:oleObj>
              </mc:Choice>
              <mc:Fallback>
                <p:oleObj name="Equation" r:id="rId32" imgW="1244520" imgH="3427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157C1AB5-8171-442D-B930-B1B4EA47C9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169150" y="1876425"/>
                        <a:ext cx="1244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111C52CA-7F7E-4D48-85BA-A3C1EB041AF1}"/>
              </a:ext>
            </a:extLst>
          </p:cNvPr>
          <p:cNvGrpSpPr/>
          <p:nvPr/>
        </p:nvGrpSpPr>
        <p:grpSpPr>
          <a:xfrm>
            <a:off x="5076056" y="2971714"/>
            <a:ext cx="3129508" cy="863600"/>
            <a:chOff x="5076056" y="2971714"/>
            <a:chExt cx="3129508" cy="863600"/>
          </a:xfrm>
        </p:grpSpPr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0EFD472A-C6D2-4A5F-9452-F51033AF3A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4424158"/>
                </p:ext>
              </p:extLst>
            </p:nvPr>
          </p:nvGraphicFramePr>
          <p:xfrm>
            <a:off x="5076056" y="2971714"/>
            <a:ext cx="14605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71" name="Equation" r:id="rId34" imgW="1460160" imgH="863280" progId="Equation.DSMT4">
                    <p:embed/>
                  </p:oleObj>
                </mc:Choice>
                <mc:Fallback>
                  <p:oleObj name="Equation" r:id="rId34" imgW="1460160" imgH="8632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C59E2048-A329-4343-996F-3347320DAD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5076056" y="2971714"/>
                          <a:ext cx="1460500" cy="86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AF087AD4-D5EC-4737-BA24-BA46A391DA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1039421"/>
                </p:ext>
              </p:extLst>
            </p:nvPr>
          </p:nvGraphicFramePr>
          <p:xfrm>
            <a:off x="6948264" y="3263814"/>
            <a:ext cx="1257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72" name="Equation" r:id="rId36" imgW="1257120" imgH="279360" progId="Equation.DSMT4">
                    <p:embed/>
                  </p:oleObj>
                </mc:Choice>
                <mc:Fallback>
                  <p:oleObj name="Equation" r:id="rId36" imgW="1257120" imgH="2793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B81FFBB5-E81F-4E3F-A719-FE84D22866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6948264" y="3263814"/>
                          <a:ext cx="1257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AA5909F-7CBA-4DE7-97B8-968FE5EE39E0}"/>
              </a:ext>
            </a:extLst>
          </p:cNvPr>
          <p:cNvGrpSpPr/>
          <p:nvPr/>
        </p:nvGrpSpPr>
        <p:grpSpPr>
          <a:xfrm>
            <a:off x="2532335" y="1635569"/>
            <a:ext cx="72000" cy="72000"/>
            <a:chOff x="3942144" y="1025966"/>
            <a:chExt cx="277416" cy="330184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B611107-C71F-4F06-B7BA-0C2DF5A6B125}"/>
                </a:ext>
              </a:extLst>
            </p:cNvPr>
            <p:cNvCxnSpPr/>
            <p:nvPr/>
          </p:nvCxnSpPr>
          <p:spPr>
            <a:xfrm>
              <a:off x="3942144" y="1030463"/>
              <a:ext cx="277416" cy="0"/>
            </a:xfrm>
            <a:prstGeom prst="line">
              <a:avLst/>
            </a:prstGeom>
            <a:ln w="1270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063BBC3-1C61-4E1D-B8D7-71ABB07DCD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9560" y="1025966"/>
              <a:ext cx="0" cy="330184"/>
            </a:xfrm>
            <a:prstGeom prst="line">
              <a:avLst/>
            </a:prstGeom>
            <a:ln w="1270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087CCAD-508B-4338-9FC3-025FE30FAF50}"/>
              </a:ext>
            </a:extLst>
          </p:cNvPr>
          <p:cNvGrpSpPr/>
          <p:nvPr/>
        </p:nvGrpSpPr>
        <p:grpSpPr>
          <a:xfrm>
            <a:off x="2204580" y="1643484"/>
            <a:ext cx="72000" cy="72000"/>
            <a:chOff x="3942144" y="1025966"/>
            <a:chExt cx="277416" cy="330184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EAE7E3A7-BDD1-416E-B43D-C8776A2F5C6B}"/>
                </a:ext>
              </a:extLst>
            </p:cNvPr>
            <p:cNvCxnSpPr/>
            <p:nvPr/>
          </p:nvCxnSpPr>
          <p:spPr>
            <a:xfrm>
              <a:off x="3942144" y="1030463"/>
              <a:ext cx="277416" cy="0"/>
            </a:xfrm>
            <a:prstGeom prst="line">
              <a:avLst/>
            </a:prstGeom>
            <a:ln w="1270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5263BEFA-F82D-4FE8-B61C-EC779B298B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9560" y="1025966"/>
              <a:ext cx="0" cy="330184"/>
            </a:xfrm>
            <a:prstGeom prst="line">
              <a:avLst/>
            </a:prstGeom>
            <a:ln w="1270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029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5396279A-66BE-4DD4-A99F-1E88C0A7D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67494"/>
            <a:ext cx="717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            </a:t>
            </a:r>
            <a:endParaRPr lang="zh-CN" altLang="en-US" sz="2400" b="1" dirty="0">
              <a:solidFill>
                <a:srgbClr val="33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04CC4582-94E6-4566-AA1F-B88118572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267494"/>
            <a:ext cx="7632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一个半径为  的圆在  轴正半轴上无滑动地滚动，该圆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525A0E7-1712-48E0-B556-9BCD27AE7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70838"/>
              </p:ext>
            </p:extLst>
          </p:nvPr>
        </p:nvGraphicFramePr>
        <p:xfrm>
          <a:off x="2915816" y="470500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74" name="Equation" r:id="rId4" imgW="203040" imgH="203040" progId="Equation.DSMT4">
                  <p:embed/>
                </p:oleObj>
              </mc:Choice>
              <mc:Fallback>
                <p:oleObj name="Equation" r:id="rId4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5816" y="470500"/>
                        <a:ext cx="20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EC2E719-4EDA-4E74-B1C0-ABD0402F8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404385"/>
              </p:ext>
            </p:extLst>
          </p:nvPr>
        </p:nvGraphicFramePr>
        <p:xfrm>
          <a:off x="4149076" y="470500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75" name="Equation" r:id="rId6" imgW="190440" imgH="203040" progId="Equation.DSMT4">
                  <p:embed/>
                </p:oleObj>
              </mc:Choice>
              <mc:Fallback>
                <p:oleObj name="Equation" r:id="rId6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49076" y="470500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4B1D945C-2D67-4EEE-BC9E-81A5C7007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52" y="757861"/>
            <a:ext cx="7632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上的一个固定点   所描出的曲线叫做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摆线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旋轮线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AF69F44-C58E-4E15-87DD-F56360EF2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55483"/>
              </p:ext>
            </p:extLst>
          </p:nvPr>
        </p:nvGraphicFramePr>
        <p:xfrm>
          <a:off x="2653968" y="876706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76" name="Equation" r:id="rId8" imgW="342720" imgH="266400" progId="Equation.DSMT4">
                  <p:embed/>
                </p:oleObj>
              </mc:Choice>
              <mc:Fallback>
                <p:oleObj name="Equation" r:id="rId8" imgW="342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53968" y="876706"/>
                        <a:ext cx="342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5A07D259-3F83-43E3-A7F5-273538C0BB08}"/>
              </a:ext>
            </a:extLst>
          </p:cNvPr>
          <p:cNvGrpSpPr/>
          <p:nvPr/>
        </p:nvGrpSpPr>
        <p:grpSpPr>
          <a:xfrm>
            <a:off x="577072" y="1500256"/>
            <a:ext cx="4512529" cy="490135"/>
            <a:chOff x="637185" y="1599184"/>
            <a:chExt cx="4512529" cy="490135"/>
          </a:xfrm>
        </p:grpSpPr>
        <p:sp>
          <p:nvSpPr>
            <p:cNvPr id="42" name="Text Box 51">
              <a:hlinkClick r:id="rId3" action="ppaction://hlinksldjump"/>
              <a:extLst>
                <a:ext uri="{FF2B5EF4-FFF2-40B4-BE49-F238E27FC236}">
                  <a16:creationId xmlns:a16="http://schemas.microsoft.com/office/drawing/2014/main" id="{3810E729-D82F-4165-9AA8-66D3FDC05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185" y="1599184"/>
              <a:ext cx="8384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3366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</a:t>
              </a: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EC710AE6-3C7D-483B-A5BC-B1411CF22F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7303588"/>
                </p:ext>
              </p:extLst>
            </p:nvPr>
          </p:nvGraphicFramePr>
          <p:xfrm>
            <a:off x="1466832" y="1717949"/>
            <a:ext cx="1003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77" name="Equation" r:id="rId10" imgW="1002960" imgH="342720" progId="Equation.DSMT4">
                    <p:embed/>
                  </p:oleObj>
                </mc:Choice>
                <mc:Fallback>
                  <p:oleObj name="Equation" r:id="rId10" imgW="10029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466832" y="1717949"/>
                          <a:ext cx="1003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4E86D63-E341-4C89-B8E4-3488984E31EB}"/>
                </a:ext>
              </a:extLst>
            </p:cNvPr>
            <p:cNvGrpSpPr/>
            <p:nvPr/>
          </p:nvGrpSpPr>
          <p:grpSpPr>
            <a:xfrm>
              <a:off x="2318544" y="1627654"/>
              <a:ext cx="2831170" cy="461665"/>
              <a:chOff x="844476" y="2327921"/>
              <a:chExt cx="2831170" cy="461665"/>
            </a:xfrm>
          </p:grpSpPr>
          <p:sp>
            <p:nvSpPr>
              <p:cNvPr id="51" name="Text Box 5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D8D4EA4-5AF7-490A-869D-B0CBADA15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476" y="2327921"/>
                <a:ext cx="283117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点初始位置在  点，</a:t>
                </a:r>
              </a:p>
            </p:txBody>
          </p:sp>
          <p:graphicFrame>
            <p:nvGraphicFramePr>
              <p:cNvPr id="52" name="对象 51">
                <a:extLst>
                  <a:ext uri="{FF2B5EF4-FFF2-40B4-BE49-F238E27FC236}">
                    <a16:creationId xmlns:a16="http://schemas.microsoft.com/office/drawing/2014/main" id="{72D12C4D-684F-478D-9019-09525372C1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3716390"/>
                  </p:ext>
                </p:extLst>
              </p:nvPr>
            </p:nvGraphicFramePr>
            <p:xfrm>
              <a:off x="2763416" y="2462900"/>
              <a:ext cx="2540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0678" name="Equation" r:id="rId12" imgW="253800" imgH="279360" progId="Equation.DSMT4">
                      <p:embed/>
                    </p:oleObj>
                  </mc:Choice>
                  <mc:Fallback>
                    <p:oleObj name="Equation" r:id="rId12" imgW="253800" imgH="2793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2763416" y="2462900"/>
                            <a:ext cx="2540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1A230A93-EA01-4519-9C46-E59CBE6BE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727376"/>
              </p:ext>
            </p:extLst>
          </p:nvPr>
        </p:nvGraphicFramePr>
        <p:xfrm>
          <a:off x="1239838" y="2127250"/>
          <a:ext cx="1143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79" name="Equation" r:id="rId14" imgW="1143000" imgH="368280" progId="Equation.DSMT4">
                  <p:embed/>
                </p:oleObj>
              </mc:Choice>
              <mc:Fallback>
                <p:oleObj name="Equation" r:id="rId14" imgW="1143000" imgH="368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77AC6C0-823E-41E5-BE82-443D46E6EC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39838" y="2127250"/>
                        <a:ext cx="1143000" cy="368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9BA0BC44-EC45-49F2-81ED-728CF20EDD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053548"/>
              </p:ext>
            </p:extLst>
          </p:nvPr>
        </p:nvGraphicFramePr>
        <p:xfrm>
          <a:off x="334749" y="2848037"/>
          <a:ext cx="4965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0" name="Equation" r:id="rId16" imgW="4965480" imgH="965160" progId="Equation.DSMT4">
                  <p:embed/>
                </p:oleObj>
              </mc:Choice>
              <mc:Fallback>
                <p:oleObj name="Equation" r:id="rId16" imgW="496548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4749" y="2848037"/>
                        <a:ext cx="49657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8CAC479B-48BB-4383-B709-292D417A4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819194"/>
              </p:ext>
            </p:extLst>
          </p:nvPr>
        </p:nvGraphicFramePr>
        <p:xfrm>
          <a:off x="2787927" y="2223677"/>
          <a:ext cx="1358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1" name="Equation" r:id="rId18" imgW="1358640" imgH="279360" progId="Equation.DSMT4">
                  <p:embed/>
                </p:oleObj>
              </mc:Choice>
              <mc:Fallback>
                <p:oleObj name="Equation" r:id="rId18" imgW="1358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87927" y="2223677"/>
                        <a:ext cx="1358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E966EE6B-DF68-47CC-9310-57B1B961AB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770723"/>
              </p:ext>
            </p:extLst>
          </p:nvPr>
        </p:nvGraphicFramePr>
        <p:xfrm>
          <a:off x="4621093" y="3474672"/>
          <a:ext cx="1257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2" name="Equation" r:id="rId20" imgW="1257120" imgH="279360" progId="Equation.DSMT4">
                  <p:embed/>
                </p:oleObj>
              </mc:Choice>
              <mc:Fallback>
                <p:oleObj name="Equation" r:id="rId20" imgW="12571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21093" y="3474672"/>
                        <a:ext cx="1257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94A7949A-A579-4B78-ADD2-6C64A2668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3031" y="3672883"/>
            <a:ext cx="8384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一拱</a:t>
            </a:r>
          </a:p>
        </p:txBody>
      </p: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000512F1-4AFF-478F-99D8-A166D9303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633460"/>
              </p:ext>
            </p:extLst>
          </p:nvPr>
        </p:nvGraphicFramePr>
        <p:xfrm>
          <a:off x="1448077" y="3953168"/>
          <a:ext cx="2019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3" name="Equation" r:id="rId22" imgW="2019240" imgH="863280" progId="Equation.DSMT4">
                  <p:embed/>
                </p:oleObj>
              </mc:Choice>
              <mc:Fallback>
                <p:oleObj name="Equation" r:id="rId22" imgW="20192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48077" y="3953168"/>
                        <a:ext cx="2019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extLst>
              <a:ext uri="{FF2B5EF4-FFF2-40B4-BE49-F238E27FC236}">
                <a16:creationId xmlns:a16="http://schemas.microsoft.com/office/drawing/2014/main" id="{546C7FB0-696A-4C1D-AEFA-3745262DB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203872"/>
              </p:ext>
            </p:extLst>
          </p:nvPr>
        </p:nvGraphicFramePr>
        <p:xfrm>
          <a:off x="3663894" y="4266582"/>
          <a:ext cx="1257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4" name="Equation" r:id="rId24" imgW="1257120" imgH="279360" progId="Equation.DSMT4">
                  <p:embed/>
                </p:oleObj>
              </mc:Choice>
              <mc:Fallback>
                <p:oleObj name="Equation" r:id="rId24" imgW="1257120" imgH="27936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E966EE6B-DF68-47CC-9310-57B1B961AB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63894" y="4266582"/>
                        <a:ext cx="1257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>
            <a:extLst>
              <a:ext uri="{FF2B5EF4-FFF2-40B4-BE49-F238E27FC236}">
                <a16:creationId xmlns:a16="http://schemas.microsoft.com/office/drawing/2014/main" id="{D30A52C4-C47F-458F-8444-81DECD12C686}"/>
              </a:ext>
            </a:extLst>
          </p:cNvPr>
          <p:cNvSpPr/>
          <p:nvPr/>
        </p:nvSpPr>
        <p:spPr>
          <a:xfrm>
            <a:off x="1259632" y="3813237"/>
            <a:ext cx="4176464" cy="1003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636CCEE-3850-4456-B118-BCDA7F47BC61}"/>
              </a:ext>
            </a:extLst>
          </p:cNvPr>
          <p:cNvGrpSpPr/>
          <p:nvPr/>
        </p:nvGrpSpPr>
        <p:grpSpPr>
          <a:xfrm>
            <a:off x="4806798" y="1346399"/>
            <a:ext cx="4100310" cy="1656184"/>
            <a:chOff x="3851920" y="1795596"/>
            <a:chExt cx="4100310" cy="1656184"/>
          </a:xfrm>
        </p:grpSpPr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1579DED5-299F-4552-A246-B05EE146C6E8}"/>
                </a:ext>
              </a:extLst>
            </p:cNvPr>
            <p:cNvCxnSpPr>
              <a:cxnSpLocks/>
              <a:stCxn id="112" idx="4"/>
              <a:endCxn id="113" idx="0"/>
            </p:cNvCxnSpPr>
            <p:nvPr/>
          </p:nvCxnSpPr>
          <p:spPr>
            <a:xfrm flipV="1">
              <a:off x="4727806" y="2337873"/>
              <a:ext cx="501550" cy="791488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504939A-FB52-43DD-96A2-CF43400872B9}"/>
                </a:ext>
              </a:extLst>
            </p:cNvPr>
            <p:cNvCxnSpPr>
              <a:cxnSpLocks/>
            </p:cNvCxnSpPr>
            <p:nvPr/>
          </p:nvCxnSpPr>
          <p:spPr>
            <a:xfrm>
              <a:off x="4712310" y="2860177"/>
              <a:ext cx="511182" cy="1718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D4F066D8-8970-47C7-97A7-5A383D512B33}"/>
                </a:ext>
              </a:extLst>
            </p:cNvPr>
            <p:cNvCxnSpPr>
              <a:cxnSpLocks/>
            </p:cNvCxnSpPr>
            <p:nvPr/>
          </p:nvCxnSpPr>
          <p:spPr>
            <a:xfrm>
              <a:off x="3851920" y="3130740"/>
              <a:ext cx="3888432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8804932D-F8B8-43DB-B748-7CD8EF939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016" y="1795596"/>
              <a:ext cx="0" cy="165618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Freeform 34">
              <a:extLst>
                <a:ext uri="{FF2B5EF4-FFF2-40B4-BE49-F238E27FC236}">
                  <a16:creationId xmlns:a16="http://schemas.microsoft.com/office/drawing/2014/main" id="{00080D5D-8C4B-46FF-B723-A42D1CE6C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406" y="2379082"/>
              <a:ext cx="2606186" cy="775651"/>
            </a:xfrm>
            <a:custGeom>
              <a:avLst/>
              <a:gdLst>
                <a:gd name="T0" fmla="*/ 0 w 2004"/>
                <a:gd name="T1" fmla="*/ 685800 h 630"/>
                <a:gd name="T2" fmla="*/ 0 w 2004"/>
                <a:gd name="T3" fmla="*/ 685800 h 630"/>
                <a:gd name="T4" fmla="*/ 0 w 2004"/>
                <a:gd name="T5" fmla="*/ 679269 h 630"/>
                <a:gd name="T6" fmla="*/ 0 w 2004"/>
                <a:gd name="T7" fmla="*/ 672737 h 630"/>
                <a:gd name="T8" fmla="*/ 6388 w 2004"/>
                <a:gd name="T9" fmla="*/ 659674 h 630"/>
                <a:gd name="T10" fmla="*/ 6388 w 2004"/>
                <a:gd name="T11" fmla="*/ 640080 h 630"/>
                <a:gd name="T12" fmla="*/ 12776 w 2004"/>
                <a:gd name="T13" fmla="*/ 627017 h 630"/>
                <a:gd name="T14" fmla="*/ 19164 w 2004"/>
                <a:gd name="T15" fmla="*/ 607423 h 630"/>
                <a:gd name="T16" fmla="*/ 25552 w 2004"/>
                <a:gd name="T17" fmla="*/ 581297 h 630"/>
                <a:gd name="T18" fmla="*/ 38328 w 2004"/>
                <a:gd name="T19" fmla="*/ 555171 h 630"/>
                <a:gd name="T20" fmla="*/ 51104 w 2004"/>
                <a:gd name="T21" fmla="*/ 529046 h 630"/>
                <a:gd name="T22" fmla="*/ 70268 w 2004"/>
                <a:gd name="T23" fmla="*/ 496389 h 630"/>
                <a:gd name="T24" fmla="*/ 89432 w 2004"/>
                <a:gd name="T25" fmla="*/ 470263 h 630"/>
                <a:gd name="T26" fmla="*/ 114984 w 2004"/>
                <a:gd name="T27" fmla="*/ 437606 h 630"/>
                <a:gd name="T28" fmla="*/ 140537 w 2004"/>
                <a:gd name="T29" fmla="*/ 398417 h 630"/>
                <a:gd name="T30" fmla="*/ 172477 w 2004"/>
                <a:gd name="T31" fmla="*/ 365760 h 630"/>
                <a:gd name="T32" fmla="*/ 204417 w 2004"/>
                <a:gd name="T33" fmla="*/ 333103 h 630"/>
                <a:gd name="T34" fmla="*/ 242745 w 2004"/>
                <a:gd name="T35" fmla="*/ 300446 h 630"/>
                <a:gd name="T36" fmla="*/ 281073 w 2004"/>
                <a:gd name="T37" fmla="*/ 267789 h 630"/>
                <a:gd name="T38" fmla="*/ 325789 w 2004"/>
                <a:gd name="T39" fmla="*/ 235131 h 630"/>
                <a:gd name="T40" fmla="*/ 370505 w 2004"/>
                <a:gd name="T41" fmla="*/ 202474 h 630"/>
                <a:gd name="T42" fmla="*/ 421610 w 2004"/>
                <a:gd name="T43" fmla="*/ 169817 h 630"/>
                <a:gd name="T44" fmla="*/ 472714 w 2004"/>
                <a:gd name="T45" fmla="*/ 143691 h 630"/>
                <a:gd name="T46" fmla="*/ 530206 w 2004"/>
                <a:gd name="T47" fmla="*/ 117566 h 630"/>
                <a:gd name="T48" fmla="*/ 587698 w 2004"/>
                <a:gd name="T49" fmla="*/ 91440 h 630"/>
                <a:gd name="T50" fmla="*/ 645190 w 2004"/>
                <a:gd name="T51" fmla="*/ 71846 h 630"/>
                <a:gd name="T52" fmla="*/ 709071 w 2004"/>
                <a:gd name="T53" fmla="*/ 52251 h 630"/>
                <a:gd name="T54" fmla="*/ 772951 w 2004"/>
                <a:gd name="T55" fmla="*/ 32657 h 630"/>
                <a:gd name="T56" fmla="*/ 836831 w 2004"/>
                <a:gd name="T57" fmla="*/ 19594 h 630"/>
                <a:gd name="T58" fmla="*/ 907099 w 2004"/>
                <a:gd name="T59" fmla="*/ 13063 h 630"/>
                <a:gd name="T60" fmla="*/ 970980 w 2004"/>
                <a:gd name="T61" fmla="*/ 6531 h 630"/>
                <a:gd name="T62" fmla="*/ 1041248 w 2004"/>
                <a:gd name="T63" fmla="*/ 0 h 630"/>
                <a:gd name="T64" fmla="*/ 1105128 w 2004"/>
                <a:gd name="T65" fmla="*/ 0 h 630"/>
                <a:gd name="T66" fmla="*/ 1175396 w 2004"/>
                <a:gd name="T67" fmla="*/ 6531 h 630"/>
                <a:gd name="T68" fmla="*/ 1239277 w 2004"/>
                <a:gd name="T69" fmla="*/ 13063 h 630"/>
                <a:gd name="T70" fmla="*/ 1309545 w 2004"/>
                <a:gd name="T71" fmla="*/ 26126 h 630"/>
                <a:gd name="T72" fmla="*/ 1373425 w 2004"/>
                <a:gd name="T73" fmla="*/ 39189 h 630"/>
                <a:gd name="T74" fmla="*/ 1437305 w 2004"/>
                <a:gd name="T75" fmla="*/ 52251 h 630"/>
                <a:gd name="T76" fmla="*/ 1501186 w 2004"/>
                <a:gd name="T77" fmla="*/ 71846 h 630"/>
                <a:gd name="T78" fmla="*/ 1558678 w 2004"/>
                <a:gd name="T79" fmla="*/ 97971 h 630"/>
                <a:gd name="T80" fmla="*/ 1616170 w 2004"/>
                <a:gd name="T81" fmla="*/ 117566 h 630"/>
                <a:gd name="T82" fmla="*/ 1673662 w 2004"/>
                <a:gd name="T83" fmla="*/ 143691 h 630"/>
                <a:gd name="T84" fmla="*/ 1724766 w 2004"/>
                <a:gd name="T85" fmla="*/ 176349 h 630"/>
                <a:gd name="T86" fmla="*/ 1775871 w 2004"/>
                <a:gd name="T87" fmla="*/ 209006 h 630"/>
                <a:gd name="T88" fmla="*/ 1820587 w 2004"/>
                <a:gd name="T89" fmla="*/ 235131 h 630"/>
                <a:gd name="T90" fmla="*/ 1858915 w 2004"/>
                <a:gd name="T91" fmla="*/ 267789 h 630"/>
                <a:gd name="T92" fmla="*/ 1903631 w 2004"/>
                <a:gd name="T93" fmla="*/ 306977 h 630"/>
                <a:gd name="T94" fmla="*/ 1935571 w 2004"/>
                <a:gd name="T95" fmla="*/ 339634 h 630"/>
                <a:gd name="T96" fmla="*/ 1967511 w 2004"/>
                <a:gd name="T97" fmla="*/ 372291 h 630"/>
                <a:gd name="T98" fmla="*/ 1999451 w 2004"/>
                <a:gd name="T99" fmla="*/ 404949 h 630"/>
                <a:gd name="T100" fmla="*/ 2025004 w 2004"/>
                <a:gd name="T101" fmla="*/ 437606 h 630"/>
                <a:gd name="T102" fmla="*/ 2050556 w 2004"/>
                <a:gd name="T103" fmla="*/ 470263 h 630"/>
                <a:gd name="T104" fmla="*/ 2069720 w 2004"/>
                <a:gd name="T105" fmla="*/ 502920 h 630"/>
                <a:gd name="T106" fmla="*/ 2082496 w 2004"/>
                <a:gd name="T107" fmla="*/ 535577 h 630"/>
                <a:gd name="T108" fmla="*/ 2095272 w 2004"/>
                <a:gd name="T109" fmla="*/ 561703 h 630"/>
                <a:gd name="T110" fmla="*/ 2108048 w 2004"/>
                <a:gd name="T111" fmla="*/ 587829 h 630"/>
                <a:gd name="T112" fmla="*/ 2120824 w 2004"/>
                <a:gd name="T113" fmla="*/ 607423 h 630"/>
                <a:gd name="T114" fmla="*/ 2127212 w 2004"/>
                <a:gd name="T115" fmla="*/ 627017 h 630"/>
                <a:gd name="T116" fmla="*/ 2127212 w 2004"/>
                <a:gd name="T117" fmla="*/ 646611 h 630"/>
                <a:gd name="T118" fmla="*/ 2133600 w 2004"/>
                <a:gd name="T119" fmla="*/ 659674 h 630"/>
                <a:gd name="T120" fmla="*/ 2133600 w 2004"/>
                <a:gd name="T121" fmla="*/ 672737 h 630"/>
                <a:gd name="T122" fmla="*/ 2133600 w 2004"/>
                <a:gd name="T123" fmla="*/ 679269 h 630"/>
                <a:gd name="T124" fmla="*/ 2133600 w 2004"/>
                <a:gd name="T125" fmla="*/ 685800 h 6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04" h="630">
                  <a:moveTo>
                    <a:pt x="0" y="630"/>
                  </a:moveTo>
                  <a:lnTo>
                    <a:pt x="0" y="630"/>
                  </a:lnTo>
                  <a:lnTo>
                    <a:pt x="0" y="624"/>
                  </a:lnTo>
                  <a:lnTo>
                    <a:pt x="0" y="618"/>
                  </a:lnTo>
                  <a:lnTo>
                    <a:pt x="6" y="606"/>
                  </a:lnTo>
                  <a:lnTo>
                    <a:pt x="6" y="588"/>
                  </a:lnTo>
                  <a:lnTo>
                    <a:pt x="12" y="576"/>
                  </a:lnTo>
                  <a:lnTo>
                    <a:pt x="18" y="558"/>
                  </a:lnTo>
                  <a:lnTo>
                    <a:pt x="24" y="534"/>
                  </a:lnTo>
                  <a:lnTo>
                    <a:pt x="36" y="510"/>
                  </a:lnTo>
                  <a:lnTo>
                    <a:pt x="48" y="486"/>
                  </a:lnTo>
                  <a:lnTo>
                    <a:pt x="66" y="456"/>
                  </a:lnTo>
                  <a:lnTo>
                    <a:pt x="84" y="432"/>
                  </a:lnTo>
                  <a:lnTo>
                    <a:pt x="108" y="402"/>
                  </a:lnTo>
                  <a:lnTo>
                    <a:pt x="132" y="366"/>
                  </a:lnTo>
                  <a:lnTo>
                    <a:pt x="162" y="336"/>
                  </a:lnTo>
                  <a:lnTo>
                    <a:pt x="192" y="306"/>
                  </a:lnTo>
                  <a:lnTo>
                    <a:pt x="228" y="276"/>
                  </a:lnTo>
                  <a:lnTo>
                    <a:pt x="264" y="246"/>
                  </a:lnTo>
                  <a:lnTo>
                    <a:pt x="306" y="216"/>
                  </a:lnTo>
                  <a:lnTo>
                    <a:pt x="348" y="186"/>
                  </a:lnTo>
                  <a:lnTo>
                    <a:pt x="396" y="156"/>
                  </a:lnTo>
                  <a:lnTo>
                    <a:pt x="444" y="132"/>
                  </a:lnTo>
                  <a:lnTo>
                    <a:pt x="498" y="108"/>
                  </a:lnTo>
                  <a:lnTo>
                    <a:pt x="552" y="84"/>
                  </a:lnTo>
                  <a:lnTo>
                    <a:pt x="606" y="66"/>
                  </a:lnTo>
                  <a:lnTo>
                    <a:pt x="666" y="48"/>
                  </a:lnTo>
                  <a:lnTo>
                    <a:pt x="726" y="30"/>
                  </a:lnTo>
                  <a:lnTo>
                    <a:pt x="786" y="18"/>
                  </a:lnTo>
                  <a:lnTo>
                    <a:pt x="852" y="12"/>
                  </a:lnTo>
                  <a:lnTo>
                    <a:pt x="912" y="6"/>
                  </a:lnTo>
                  <a:lnTo>
                    <a:pt x="978" y="0"/>
                  </a:lnTo>
                  <a:lnTo>
                    <a:pt x="1038" y="0"/>
                  </a:lnTo>
                  <a:lnTo>
                    <a:pt x="1104" y="6"/>
                  </a:lnTo>
                  <a:lnTo>
                    <a:pt x="1164" y="12"/>
                  </a:lnTo>
                  <a:lnTo>
                    <a:pt x="1230" y="24"/>
                  </a:lnTo>
                  <a:lnTo>
                    <a:pt x="1290" y="36"/>
                  </a:lnTo>
                  <a:lnTo>
                    <a:pt x="1350" y="48"/>
                  </a:lnTo>
                  <a:lnTo>
                    <a:pt x="1410" y="66"/>
                  </a:lnTo>
                  <a:lnTo>
                    <a:pt x="1464" y="90"/>
                  </a:lnTo>
                  <a:lnTo>
                    <a:pt x="1518" y="108"/>
                  </a:lnTo>
                  <a:lnTo>
                    <a:pt x="1572" y="132"/>
                  </a:lnTo>
                  <a:lnTo>
                    <a:pt x="1620" y="162"/>
                  </a:lnTo>
                  <a:lnTo>
                    <a:pt x="1668" y="192"/>
                  </a:lnTo>
                  <a:lnTo>
                    <a:pt x="1710" y="216"/>
                  </a:lnTo>
                  <a:lnTo>
                    <a:pt x="1746" y="246"/>
                  </a:lnTo>
                  <a:lnTo>
                    <a:pt x="1788" y="282"/>
                  </a:lnTo>
                  <a:lnTo>
                    <a:pt x="1818" y="312"/>
                  </a:lnTo>
                  <a:lnTo>
                    <a:pt x="1848" y="342"/>
                  </a:lnTo>
                  <a:lnTo>
                    <a:pt x="1878" y="372"/>
                  </a:lnTo>
                  <a:lnTo>
                    <a:pt x="1902" y="402"/>
                  </a:lnTo>
                  <a:lnTo>
                    <a:pt x="1926" y="432"/>
                  </a:lnTo>
                  <a:lnTo>
                    <a:pt x="1944" y="462"/>
                  </a:lnTo>
                  <a:lnTo>
                    <a:pt x="1956" y="492"/>
                  </a:lnTo>
                  <a:lnTo>
                    <a:pt x="1968" y="516"/>
                  </a:lnTo>
                  <a:lnTo>
                    <a:pt x="1980" y="540"/>
                  </a:lnTo>
                  <a:lnTo>
                    <a:pt x="1992" y="558"/>
                  </a:lnTo>
                  <a:lnTo>
                    <a:pt x="1998" y="576"/>
                  </a:lnTo>
                  <a:lnTo>
                    <a:pt x="1998" y="594"/>
                  </a:lnTo>
                  <a:lnTo>
                    <a:pt x="2004" y="606"/>
                  </a:lnTo>
                  <a:lnTo>
                    <a:pt x="2004" y="618"/>
                  </a:lnTo>
                  <a:lnTo>
                    <a:pt x="2004" y="624"/>
                  </a:lnTo>
                  <a:lnTo>
                    <a:pt x="2004" y="630"/>
                  </a:lnTo>
                </a:path>
              </a:pathLst>
            </a:custGeom>
            <a:noFill/>
            <a:ln w="15875" cmpd="sng">
              <a:solidFill>
                <a:srgbClr val="33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F55C438A-C78B-42CC-B12A-83B9643A7656}"/>
                </a:ext>
              </a:extLst>
            </p:cNvPr>
            <p:cNvSpPr>
              <a:spLocks/>
            </p:cNvSpPr>
            <p:nvPr/>
          </p:nvSpPr>
          <p:spPr bwMode="auto">
            <a:xfrm rot="18918026">
              <a:off x="7249566" y="2818624"/>
              <a:ext cx="702664" cy="95939"/>
            </a:xfrm>
            <a:custGeom>
              <a:avLst/>
              <a:gdLst>
                <a:gd name="T0" fmla="*/ 0 w 2004"/>
                <a:gd name="T1" fmla="*/ 685800 h 630"/>
                <a:gd name="T2" fmla="*/ 0 w 2004"/>
                <a:gd name="T3" fmla="*/ 685800 h 630"/>
                <a:gd name="T4" fmla="*/ 0 w 2004"/>
                <a:gd name="T5" fmla="*/ 679269 h 630"/>
                <a:gd name="T6" fmla="*/ 0 w 2004"/>
                <a:gd name="T7" fmla="*/ 672737 h 630"/>
                <a:gd name="T8" fmla="*/ 6388 w 2004"/>
                <a:gd name="T9" fmla="*/ 659674 h 630"/>
                <a:gd name="T10" fmla="*/ 6388 w 2004"/>
                <a:gd name="T11" fmla="*/ 640080 h 630"/>
                <a:gd name="T12" fmla="*/ 12776 w 2004"/>
                <a:gd name="T13" fmla="*/ 627017 h 630"/>
                <a:gd name="T14" fmla="*/ 19164 w 2004"/>
                <a:gd name="T15" fmla="*/ 607423 h 630"/>
                <a:gd name="T16" fmla="*/ 25552 w 2004"/>
                <a:gd name="T17" fmla="*/ 581297 h 630"/>
                <a:gd name="T18" fmla="*/ 38328 w 2004"/>
                <a:gd name="T19" fmla="*/ 555171 h 630"/>
                <a:gd name="T20" fmla="*/ 51104 w 2004"/>
                <a:gd name="T21" fmla="*/ 529046 h 630"/>
                <a:gd name="T22" fmla="*/ 70268 w 2004"/>
                <a:gd name="T23" fmla="*/ 496389 h 630"/>
                <a:gd name="T24" fmla="*/ 89432 w 2004"/>
                <a:gd name="T25" fmla="*/ 470263 h 630"/>
                <a:gd name="T26" fmla="*/ 114984 w 2004"/>
                <a:gd name="T27" fmla="*/ 437606 h 630"/>
                <a:gd name="T28" fmla="*/ 140537 w 2004"/>
                <a:gd name="T29" fmla="*/ 398417 h 630"/>
                <a:gd name="T30" fmla="*/ 172477 w 2004"/>
                <a:gd name="T31" fmla="*/ 365760 h 630"/>
                <a:gd name="T32" fmla="*/ 204417 w 2004"/>
                <a:gd name="T33" fmla="*/ 333103 h 630"/>
                <a:gd name="T34" fmla="*/ 242745 w 2004"/>
                <a:gd name="T35" fmla="*/ 300446 h 630"/>
                <a:gd name="T36" fmla="*/ 281073 w 2004"/>
                <a:gd name="T37" fmla="*/ 267789 h 630"/>
                <a:gd name="T38" fmla="*/ 325789 w 2004"/>
                <a:gd name="T39" fmla="*/ 235131 h 630"/>
                <a:gd name="T40" fmla="*/ 370505 w 2004"/>
                <a:gd name="T41" fmla="*/ 202474 h 630"/>
                <a:gd name="T42" fmla="*/ 421610 w 2004"/>
                <a:gd name="T43" fmla="*/ 169817 h 630"/>
                <a:gd name="T44" fmla="*/ 472714 w 2004"/>
                <a:gd name="T45" fmla="*/ 143691 h 630"/>
                <a:gd name="T46" fmla="*/ 530206 w 2004"/>
                <a:gd name="T47" fmla="*/ 117566 h 630"/>
                <a:gd name="T48" fmla="*/ 587698 w 2004"/>
                <a:gd name="T49" fmla="*/ 91440 h 630"/>
                <a:gd name="T50" fmla="*/ 645190 w 2004"/>
                <a:gd name="T51" fmla="*/ 71846 h 630"/>
                <a:gd name="T52" fmla="*/ 709071 w 2004"/>
                <a:gd name="T53" fmla="*/ 52251 h 630"/>
                <a:gd name="T54" fmla="*/ 772951 w 2004"/>
                <a:gd name="T55" fmla="*/ 32657 h 630"/>
                <a:gd name="T56" fmla="*/ 836831 w 2004"/>
                <a:gd name="T57" fmla="*/ 19594 h 630"/>
                <a:gd name="T58" fmla="*/ 907099 w 2004"/>
                <a:gd name="T59" fmla="*/ 13063 h 630"/>
                <a:gd name="T60" fmla="*/ 970980 w 2004"/>
                <a:gd name="T61" fmla="*/ 6531 h 630"/>
                <a:gd name="T62" fmla="*/ 1041248 w 2004"/>
                <a:gd name="T63" fmla="*/ 0 h 630"/>
                <a:gd name="T64" fmla="*/ 1105128 w 2004"/>
                <a:gd name="T65" fmla="*/ 0 h 630"/>
                <a:gd name="T66" fmla="*/ 1175396 w 2004"/>
                <a:gd name="T67" fmla="*/ 6531 h 630"/>
                <a:gd name="T68" fmla="*/ 1239277 w 2004"/>
                <a:gd name="T69" fmla="*/ 13063 h 630"/>
                <a:gd name="T70" fmla="*/ 1309545 w 2004"/>
                <a:gd name="T71" fmla="*/ 26126 h 630"/>
                <a:gd name="T72" fmla="*/ 1373425 w 2004"/>
                <a:gd name="T73" fmla="*/ 39189 h 630"/>
                <a:gd name="T74" fmla="*/ 1437305 w 2004"/>
                <a:gd name="T75" fmla="*/ 52251 h 630"/>
                <a:gd name="T76" fmla="*/ 1501186 w 2004"/>
                <a:gd name="T77" fmla="*/ 71846 h 630"/>
                <a:gd name="T78" fmla="*/ 1558678 w 2004"/>
                <a:gd name="T79" fmla="*/ 97971 h 630"/>
                <a:gd name="T80" fmla="*/ 1616170 w 2004"/>
                <a:gd name="T81" fmla="*/ 117566 h 630"/>
                <a:gd name="T82" fmla="*/ 1673662 w 2004"/>
                <a:gd name="T83" fmla="*/ 143691 h 630"/>
                <a:gd name="T84" fmla="*/ 1724766 w 2004"/>
                <a:gd name="T85" fmla="*/ 176349 h 630"/>
                <a:gd name="T86" fmla="*/ 1775871 w 2004"/>
                <a:gd name="T87" fmla="*/ 209006 h 630"/>
                <a:gd name="T88" fmla="*/ 1820587 w 2004"/>
                <a:gd name="T89" fmla="*/ 235131 h 630"/>
                <a:gd name="T90" fmla="*/ 1858915 w 2004"/>
                <a:gd name="T91" fmla="*/ 267789 h 630"/>
                <a:gd name="T92" fmla="*/ 1903631 w 2004"/>
                <a:gd name="T93" fmla="*/ 306977 h 630"/>
                <a:gd name="T94" fmla="*/ 1935571 w 2004"/>
                <a:gd name="T95" fmla="*/ 339634 h 630"/>
                <a:gd name="T96" fmla="*/ 1967511 w 2004"/>
                <a:gd name="T97" fmla="*/ 372291 h 630"/>
                <a:gd name="T98" fmla="*/ 1999451 w 2004"/>
                <a:gd name="T99" fmla="*/ 404949 h 630"/>
                <a:gd name="T100" fmla="*/ 2025004 w 2004"/>
                <a:gd name="T101" fmla="*/ 437606 h 630"/>
                <a:gd name="T102" fmla="*/ 2050556 w 2004"/>
                <a:gd name="T103" fmla="*/ 470263 h 630"/>
                <a:gd name="T104" fmla="*/ 2069720 w 2004"/>
                <a:gd name="T105" fmla="*/ 502920 h 630"/>
                <a:gd name="T106" fmla="*/ 2082496 w 2004"/>
                <a:gd name="T107" fmla="*/ 535577 h 630"/>
                <a:gd name="T108" fmla="*/ 2095272 w 2004"/>
                <a:gd name="T109" fmla="*/ 561703 h 630"/>
                <a:gd name="T110" fmla="*/ 2108048 w 2004"/>
                <a:gd name="T111" fmla="*/ 587829 h 630"/>
                <a:gd name="T112" fmla="*/ 2120824 w 2004"/>
                <a:gd name="T113" fmla="*/ 607423 h 630"/>
                <a:gd name="T114" fmla="*/ 2127212 w 2004"/>
                <a:gd name="T115" fmla="*/ 627017 h 630"/>
                <a:gd name="T116" fmla="*/ 2127212 w 2004"/>
                <a:gd name="T117" fmla="*/ 646611 h 630"/>
                <a:gd name="T118" fmla="*/ 2133600 w 2004"/>
                <a:gd name="T119" fmla="*/ 659674 h 630"/>
                <a:gd name="T120" fmla="*/ 2133600 w 2004"/>
                <a:gd name="T121" fmla="*/ 672737 h 630"/>
                <a:gd name="T122" fmla="*/ 2133600 w 2004"/>
                <a:gd name="T123" fmla="*/ 679269 h 630"/>
                <a:gd name="T124" fmla="*/ 2133600 w 2004"/>
                <a:gd name="T125" fmla="*/ 685800 h 6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04" h="630">
                  <a:moveTo>
                    <a:pt x="0" y="630"/>
                  </a:moveTo>
                  <a:lnTo>
                    <a:pt x="0" y="630"/>
                  </a:lnTo>
                  <a:lnTo>
                    <a:pt x="0" y="624"/>
                  </a:lnTo>
                  <a:lnTo>
                    <a:pt x="0" y="618"/>
                  </a:lnTo>
                  <a:lnTo>
                    <a:pt x="6" y="606"/>
                  </a:lnTo>
                  <a:lnTo>
                    <a:pt x="6" y="588"/>
                  </a:lnTo>
                  <a:lnTo>
                    <a:pt x="12" y="576"/>
                  </a:lnTo>
                  <a:lnTo>
                    <a:pt x="18" y="558"/>
                  </a:lnTo>
                  <a:lnTo>
                    <a:pt x="24" y="534"/>
                  </a:lnTo>
                  <a:lnTo>
                    <a:pt x="36" y="510"/>
                  </a:lnTo>
                  <a:lnTo>
                    <a:pt x="48" y="486"/>
                  </a:lnTo>
                  <a:lnTo>
                    <a:pt x="66" y="456"/>
                  </a:lnTo>
                  <a:lnTo>
                    <a:pt x="84" y="432"/>
                  </a:lnTo>
                  <a:lnTo>
                    <a:pt x="108" y="402"/>
                  </a:lnTo>
                  <a:lnTo>
                    <a:pt x="132" y="366"/>
                  </a:lnTo>
                  <a:lnTo>
                    <a:pt x="162" y="336"/>
                  </a:lnTo>
                  <a:lnTo>
                    <a:pt x="192" y="306"/>
                  </a:lnTo>
                  <a:lnTo>
                    <a:pt x="228" y="276"/>
                  </a:lnTo>
                  <a:lnTo>
                    <a:pt x="264" y="246"/>
                  </a:lnTo>
                  <a:lnTo>
                    <a:pt x="306" y="216"/>
                  </a:lnTo>
                  <a:lnTo>
                    <a:pt x="348" y="186"/>
                  </a:lnTo>
                  <a:lnTo>
                    <a:pt x="396" y="156"/>
                  </a:lnTo>
                  <a:lnTo>
                    <a:pt x="444" y="132"/>
                  </a:lnTo>
                  <a:lnTo>
                    <a:pt x="498" y="108"/>
                  </a:lnTo>
                  <a:lnTo>
                    <a:pt x="552" y="84"/>
                  </a:lnTo>
                  <a:lnTo>
                    <a:pt x="606" y="66"/>
                  </a:lnTo>
                  <a:lnTo>
                    <a:pt x="666" y="48"/>
                  </a:lnTo>
                  <a:lnTo>
                    <a:pt x="726" y="30"/>
                  </a:lnTo>
                  <a:lnTo>
                    <a:pt x="786" y="18"/>
                  </a:lnTo>
                  <a:lnTo>
                    <a:pt x="852" y="12"/>
                  </a:lnTo>
                  <a:lnTo>
                    <a:pt x="912" y="6"/>
                  </a:lnTo>
                  <a:lnTo>
                    <a:pt x="978" y="0"/>
                  </a:lnTo>
                  <a:lnTo>
                    <a:pt x="1038" y="0"/>
                  </a:lnTo>
                  <a:lnTo>
                    <a:pt x="1104" y="6"/>
                  </a:lnTo>
                  <a:lnTo>
                    <a:pt x="1164" y="12"/>
                  </a:lnTo>
                  <a:lnTo>
                    <a:pt x="1230" y="24"/>
                  </a:lnTo>
                  <a:lnTo>
                    <a:pt x="1290" y="36"/>
                  </a:lnTo>
                  <a:lnTo>
                    <a:pt x="1350" y="48"/>
                  </a:lnTo>
                  <a:lnTo>
                    <a:pt x="1410" y="66"/>
                  </a:lnTo>
                  <a:lnTo>
                    <a:pt x="1464" y="90"/>
                  </a:lnTo>
                  <a:lnTo>
                    <a:pt x="1518" y="108"/>
                  </a:lnTo>
                  <a:lnTo>
                    <a:pt x="1572" y="132"/>
                  </a:lnTo>
                  <a:lnTo>
                    <a:pt x="1620" y="162"/>
                  </a:lnTo>
                  <a:lnTo>
                    <a:pt x="1668" y="192"/>
                  </a:lnTo>
                  <a:lnTo>
                    <a:pt x="1710" y="216"/>
                  </a:lnTo>
                  <a:lnTo>
                    <a:pt x="1746" y="246"/>
                  </a:lnTo>
                  <a:lnTo>
                    <a:pt x="1788" y="282"/>
                  </a:lnTo>
                  <a:lnTo>
                    <a:pt x="1818" y="312"/>
                  </a:lnTo>
                  <a:lnTo>
                    <a:pt x="1848" y="342"/>
                  </a:lnTo>
                  <a:lnTo>
                    <a:pt x="1878" y="372"/>
                  </a:lnTo>
                  <a:lnTo>
                    <a:pt x="1902" y="402"/>
                  </a:lnTo>
                  <a:lnTo>
                    <a:pt x="1926" y="432"/>
                  </a:lnTo>
                  <a:lnTo>
                    <a:pt x="1944" y="462"/>
                  </a:lnTo>
                  <a:lnTo>
                    <a:pt x="1956" y="492"/>
                  </a:lnTo>
                  <a:lnTo>
                    <a:pt x="1968" y="516"/>
                  </a:lnTo>
                  <a:lnTo>
                    <a:pt x="1980" y="540"/>
                  </a:lnTo>
                  <a:lnTo>
                    <a:pt x="1992" y="558"/>
                  </a:lnTo>
                  <a:lnTo>
                    <a:pt x="1998" y="576"/>
                  </a:lnTo>
                  <a:lnTo>
                    <a:pt x="1998" y="594"/>
                  </a:lnTo>
                  <a:lnTo>
                    <a:pt x="2004" y="606"/>
                  </a:lnTo>
                  <a:lnTo>
                    <a:pt x="2004" y="618"/>
                  </a:lnTo>
                  <a:lnTo>
                    <a:pt x="2004" y="624"/>
                  </a:lnTo>
                  <a:lnTo>
                    <a:pt x="2004" y="630"/>
                  </a:lnTo>
                </a:path>
              </a:pathLst>
            </a:custGeom>
            <a:noFill/>
            <a:ln w="19050" cmpd="sng">
              <a:solidFill>
                <a:srgbClr val="33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9" name="对象 108">
              <a:extLst>
                <a:ext uri="{FF2B5EF4-FFF2-40B4-BE49-F238E27FC236}">
                  <a16:creationId xmlns:a16="http://schemas.microsoft.com/office/drawing/2014/main" id="{C2E66A60-8125-4D13-911D-85ADC02F64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6223522"/>
                </p:ext>
              </p:extLst>
            </p:nvPr>
          </p:nvGraphicFramePr>
          <p:xfrm>
            <a:off x="7591425" y="3227388"/>
            <a:ext cx="1524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85" name="Equation" r:id="rId26" imgW="152280" imgH="164880" progId="Equation.DSMT4">
                    <p:embed/>
                  </p:oleObj>
                </mc:Choice>
                <mc:Fallback>
                  <p:oleObj name="Equation" r:id="rId26" imgW="152280" imgH="16488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6A850D78-444B-4831-9E30-A434EBED8D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7591425" y="3227388"/>
                          <a:ext cx="1524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对象 109">
              <a:extLst>
                <a:ext uri="{FF2B5EF4-FFF2-40B4-BE49-F238E27FC236}">
                  <a16:creationId xmlns:a16="http://schemas.microsoft.com/office/drawing/2014/main" id="{D4537B80-1911-425D-97DF-12CE8305C8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0451646"/>
                </p:ext>
              </p:extLst>
            </p:nvPr>
          </p:nvGraphicFramePr>
          <p:xfrm>
            <a:off x="4418966" y="315300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86" name="Equation" r:id="rId28" imgW="190440" imgH="203040" progId="Equation.DSMT4">
                    <p:embed/>
                  </p:oleObj>
                </mc:Choice>
                <mc:Fallback>
                  <p:oleObj name="Equation" r:id="rId28" imgW="190440" imgH="20304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BE3068F0-76B0-40FF-893E-25716D953B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418966" y="315300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对象 110">
              <a:extLst>
                <a:ext uri="{FF2B5EF4-FFF2-40B4-BE49-F238E27FC236}">
                  <a16:creationId xmlns:a16="http://schemas.microsoft.com/office/drawing/2014/main" id="{13CD666E-8786-40B1-8722-CEF9DC0272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5264597"/>
                </p:ext>
              </p:extLst>
            </p:nvPr>
          </p:nvGraphicFramePr>
          <p:xfrm>
            <a:off x="4502150" y="1924050"/>
            <a:ext cx="165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87" name="Equation" r:id="rId30" imgW="164880" imgH="203040" progId="Equation.DSMT4">
                    <p:embed/>
                  </p:oleObj>
                </mc:Choice>
                <mc:Fallback>
                  <p:oleObj name="Equation" r:id="rId30" imgW="164880" imgH="20304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644CCE2-771A-4239-B8A4-2E58FE5E78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502150" y="1924050"/>
                          <a:ext cx="165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81EAFBFE-FECE-4132-8D98-F6562E3EB336}"/>
                </a:ext>
              </a:extLst>
            </p:cNvPr>
            <p:cNvSpPr/>
            <p:nvPr/>
          </p:nvSpPr>
          <p:spPr>
            <a:xfrm>
              <a:off x="4331806" y="2337361"/>
              <a:ext cx="792000" cy="792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CB8FBB7-133B-43DE-89CA-9417DB00A36B}"/>
                </a:ext>
              </a:extLst>
            </p:cNvPr>
            <p:cNvSpPr/>
            <p:nvPr/>
          </p:nvSpPr>
          <p:spPr>
            <a:xfrm>
              <a:off x="4833356" y="2337873"/>
              <a:ext cx="792000" cy="792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4" name="对象 113">
              <a:extLst>
                <a:ext uri="{FF2B5EF4-FFF2-40B4-BE49-F238E27FC236}">
                  <a16:creationId xmlns:a16="http://schemas.microsoft.com/office/drawing/2014/main" id="{6E596FBF-8FBB-4DEE-885D-0E795FA06E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5449400"/>
                </p:ext>
              </p:extLst>
            </p:nvPr>
          </p:nvGraphicFramePr>
          <p:xfrm>
            <a:off x="4737479" y="2671657"/>
            <a:ext cx="2413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76" name="Equation" r:id="rId32" imgW="241200" imgH="190440" progId="Equation.DSMT4">
                    <p:embed/>
                  </p:oleObj>
                </mc:Choice>
                <mc:Fallback>
                  <p:oleObj name="Equation" r:id="rId32" imgW="241200" imgH="19044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707FF3ED-89D9-490B-831A-AD71B791BC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4737479" y="2671657"/>
                          <a:ext cx="2413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1171F582-7960-4DE0-A104-E479FC887263}"/>
                </a:ext>
              </a:extLst>
            </p:cNvPr>
            <p:cNvSpPr/>
            <p:nvPr/>
          </p:nvSpPr>
          <p:spPr>
            <a:xfrm>
              <a:off x="4863919" y="2850873"/>
              <a:ext cx="28800" cy="28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DE2F7462-8C59-4786-8A34-61039142F561}"/>
                </a:ext>
              </a:extLst>
            </p:cNvPr>
            <p:cNvSpPr/>
            <p:nvPr/>
          </p:nvSpPr>
          <p:spPr>
            <a:xfrm>
              <a:off x="5194692" y="2727075"/>
              <a:ext cx="28800" cy="28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7" name="对象 116">
              <a:extLst>
                <a:ext uri="{FF2B5EF4-FFF2-40B4-BE49-F238E27FC236}">
                  <a16:creationId xmlns:a16="http://schemas.microsoft.com/office/drawing/2014/main" id="{2EACABD0-87B3-41AA-87DE-4318BC7DA0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0825126"/>
                </p:ext>
              </p:extLst>
            </p:nvPr>
          </p:nvGraphicFramePr>
          <p:xfrm>
            <a:off x="5265849" y="264944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77" name="Equation" r:id="rId34" imgW="177480" imgH="190440" progId="Equation.DSMT4">
                    <p:embed/>
                  </p:oleObj>
                </mc:Choice>
                <mc:Fallback>
                  <p:oleObj name="Equation" r:id="rId34" imgW="177480" imgH="19044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47A7C0EB-0D8D-483D-9E35-F521D0FBFF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5265849" y="264944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DE5DBBD-3EA0-44DF-B164-C2FC089D928C}"/>
                </a:ext>
              </a:extLst>
            </p:cNvPr>
            <p:cNvSpPr/>
            <p:nvPr/>
          </p:nvSpPr>
          <p:spPr>
            <a:xfrm>
              <a:off x="5194692" y="3117633"/>
              <a:ext cx="28800" cy="28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9" name="对象 118">
              <a:extLst>
                <a:ext uri="{FF2B5EF4-FFF2-40B4-BE49-F238E27FC236}">
                  <a16:creationId xmlns:a16="http://schemas.microsoft.com/office/drawing/2014/main" id="{2A3DB798-9CA8-4F12-8DCF-4018DE5CEA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919029"/>
                </p:ext>
              </p:extLst>
            </p:nvPr>
          </p:nvGraphicFramePr>
          <p:xfrm>
            <a:off x="5119277" y="3172079"/>
            <a:ext cx="1651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78" name="Equation" r:id="rId36" imgW="164880" imgH="190440" progId="Equation.DSMT4">
                    <p:embed/>
                  </p:oleObj>
                </mc:Choice>
                <mc:Fallback>
                  <p:oleObj name="Equation" r:id="rId36" imgW="164880" imgH="19044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95997BDE-D520-443E-9D35-91081CABF2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5119277" y="3172079"/>
                          <a:ext cx="1651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4204DB0-CC38-4CC1-943B-A03FAFDB2297}"/>
                </a:ext>
              </a:extLst>
            </p:cNvPr>
            <p:cNvCxnSpPr>
              <a:cxnSpLocks/>
              <a:stCxn id="115" idx="6"/>
              <a:endCxn id="116" idx="2"/>
            </p:cNvCxnSpPr>
            <p:nvPr/>
          </p:nvCxnSpPr>
          <p:spPr>
            <a:xfrm flipV="1">
              <a:off x="4892719" y="2741475"/>
              <a:ext cx="301973" cy="12379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DF56709-2A73-4E70-A080-59DF553173EA}"/>
                </a:ext>
              </a:extLst>
            </p:cNvPr>
            <p:cNvCxnSpPr>
              <a:cxnSpLocks/>
              <a:endCxn id="113" idx="0"/>
            </p:cNvCxnSpPr>
            <p:nvPr/>
          </p:nvCxnSpPr>
          <p:spPr>
            <a:xfrm flipV="1">
              <a:off x="5201827" y="2337873"/>
              <a:ext cx="27529" cy="769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D9B8DCC-9891-49F2-8A8A-3C76465B2FE5}"/>
                </a:ext>
              </a:extLst>
            </p:cNvPr>
            <p:cNvCxnSpPr>
              <a:cxnSpLocks/>
              <a:stCxn id="118" idx="1"/>
              <a:endCxn id="115" idx="4"/>
            </p:cNvCxnSpPr>
            <p:nvPr/>
          </p:nvCxnSpPr>
          <p:spPr>
            <a:xfrm flipH="1" flipV="1">
              <a:off x="4878319" y="2879673"/>
              <a:ext cx="320591" cy="24217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3" name="对象 122">
              <a:extLst>
                <a:ext uri="{FF2B5EF4-FFF2-40B4-BE49-F238E27FC236}">
                  <a16:creationId xmlns:a16="http://schemas.microsoft.com/office/drawing/2014/main" id="{99AD0890-BE94-4776-B558-B27959E06D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4705707"/>
                </p:ext>
              </p:extLst>
            </p:nvPr>
          </p:nvGraphicFramePr>
          <p:xfrm>
            <a:off x="4563280" y="2804774"/>
            <a:ext cx="152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79" name="Equation" r:id="rId38" imgW="152280" imgH="190440" progId="Equation.DSMT4">
                    <p:embed/>
                  </p:oleObj>
                </mc:Choice>
                <mc:Fallback>
                  <p:oleObj name="Equation" r:id="rId38" imgW="152280" imgH="19044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CA5880BD-CACD-4C70-AB46-358A3D5383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4563280" y="2804774"/>
                          <a:ext cx="1524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93FC8A44-610C-40AF-89ED-F9D5FCBC46F0}"/>
                </a:ext>
              </a:extLst>
            </p:cNvPr>
            <p:cNvSpPr/>
            <p:nvPr/>
          </p:nvSpPr>
          <p:spPr>
            <a:xfrm>
              <a:off x="5200294" y="2878523"/>
              <a:ext cx="28800" cy="28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83410CA8-B50C-4646-A451-3E919D1F5B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9499" y="2907323"/>
              <a:ext cx="0" cy="22471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6" name="对象 125">
              <a:extLst>
                <a:ext uri="{FF2B5EF4-FFF2-40B4-BE49-F238E27FC236}">
                  <a16:creationId xmlns:a16="http://schemas.microsoft.com/office/drawing/2014/main" id="{105F003F-EDF7-4113-BE78-8F9062ABC7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1047116"/>
                </p:ext>
              </p:extLst>
            </p:nvPr>
          </p:nvGraphicFramePr>
          <p:xfrm>
            <a:off x="4770438" y="3176588"/>
            <a:ext cx="1397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0" name="Equation" r:id="rId40" imgW="139680" imgH="152280" progId="Equation.DSMT4">
                    <p:embed/>
                  </p:oleObj>
                </mc:Choice>
                <mc:Fallback>
                  <p:oleObj name="Equation" r:id="rId40" imgW="139680" imgH="15228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6C381A02-92D5-4B5E-AFD8-D9CDE17442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4770438" y="3176588"/>
                          <a:ext cx="139700" cy="152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7" name="对象 126">
              <a:extLst>
                <a:ext uri="{FF2B5EF4-FFF2-40B4-BE49-F238E27FC236}">
                  <a16:creationId xmlns:a16="http://schemas.microsoft.com/office/drawing/2014/main" id="{FB87C499-BE0E-4E9C-B35B-EFD9BACAF4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2368564"/>
                </p:ext>
              </p:extLst>
            </p:nvPr>
          </p:nvGraphicFramePr>
          <p:xfrm>
            <a:off x="5093641" y="2789122"/>
            <a:ext cx="101600" cy="168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1" name="Equation" r:id="rId42" imgW="101520" imgH="177480" progId="Equation.DSMT4">
                    <p:embed/>
                  </p:oleObj>
                </mc:Choice>
                <mc:Fallback>
                  <p:oleObj name="Equation" r:id="rId42" imgW="101520" imgH="1774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5AF62C1B-A3D7-4996-B988-C8247346B38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5093641" y="2789122"/>
                          <a:ext cx="101600" cy="168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" name="弧形 127">
              <a:extLst>
                <a:ext uri="{FF2B5EF4-FFF2-40B4-BE49-F238E27FC236}">
                  <a16:creationId xmlns:a16="http://schemas.microsoft.com/office/drawing/2014/main" id="{35B48146-33E6-4AC5-9697-73CD932F545A}"/>
                </a:ext>
              </a:extLst>
            </p:cNvPr>
            <p:cNvSpPr/>
            <p:nvPr/>
          </p:nvSpPr>
          <p:spPr>
            <a:xfrm>
              <a:off x="4752520" y="3045625"/>
              <a:ext cx="72008" cy="159109"/>
            </a:xfrm>
            <a:prstGeom prst="arc">
              <a:avLst/>
            </a:prstGeom>
            <a:ln w="1587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9" name="对象 128">
              <a:extLst>
                <a:ext uri="{FF2B5EF4-FFF2-40B4-BE49-F238E27FC236}">
                  <a16:creationId xmlns:a16="http://schemas.microsoft.com/office/drawing/2014/main" id="{498DF3BF-922F-4775-9BBC-6E6018238F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7014135"/>
                </p:ext>
              </p:extLst>
            </p:nvPr>
          </p:nvGraphicFramePr>
          <p:xfrm>
            <a:off x="4797533" y="3008223"/>
            <a:ext cx="1778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2" name="Equation" r:id="rId44" imgW="177480" imgH="164880" progId="Equation.DSMT4">
                    <p:embed/>
                  </p:oleObj>
                </mc:Choice>
                <mc:Fallback>
                  <p:oleObj name="Equation" r:id="rId44" imgW="177480" imgH="164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00E51490-ADEA-49AA-88C0-1BC4D9AA0A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4797533" y="3008223"/>
                          <a:ext cx="1778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对象 129">
              <a:extLst>
                <a:ext uri="{FF2B5EF4-FFF2-40B4-BE49-F238E27FC236}">
                  <a16:creationId xmlns:a16="http://schemas.microsoft.com/office/drawing/2014/main" id="{1F1E3301-435E-4450-BAFD-64E2361619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222450"/>
                </p:ext>
              </p:extLst>
            </p:nvPr>
          </p:nvGraphicFramePr>
          <p:xfrm>
            <a:off x="5171053" y="2091303"/>
            <a:ext cx="177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3" name="Equation" r:id="rId46" imgW="177480" imgH="241200" progId="Equation.DSMT4">
                    <p:embed/>
                  </p:oleObj>
                </mc:Choice>
                <mc:Fallback>
                  <p:oleObj name="Equation" r:id="rId46" imgW="177480" imgH="24120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E3FCB78A-769C-4126-8000-12041095C2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5171053" y="2091303"/>
                          <a:ext cx="177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" name="对象 130">
              <a:extLst>
                <a:ext uri="{FF2B5EF4-FFF2-40B4-BE49-F238E27FC236}">
                  <a16:creationId xmlns:a16="http://schemas.microsoft.com/office/drawing/2014/main" id="{ADB3ED20-51C0-4C3E-8C56-431E463DB0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494631"/>
                </p:ext>
              </p:extLst>
            </p:nvPr>
          </p:nvGraphicFramePr>
          <p:xfrm>
            <a:off x="5219274" y="2824134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4" name="Equation" r:id="rId48" imgW="203040" imgH="203040" progId="Equation.DSMT4">
                    <p:embed/>
                  </p:oleObj>
                </mc:Choice>
                <mc:Fallback>
                  <p:oleObj name="Equation" r:id="rId48" imgW="203040" imgH="20304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7907162-E2F7-4957-B1EE-289E70449F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5219274" y="2824134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" name="弧形 131">
              <a:extLst>
                <a:ext uri="{FF2B5EF4-FFF2-40B4-BE49-F238E27FC236}">
                  <a16:creationId xmlns:a16="http://schemas.microsoft.com/office/drawing/2014/main" id="{BDF4D796-91B6-4FFD-A74F-535434719E98}"/>
                </a:ext>
              </a:extLst>
            </p:cNvPr>
            <p:cNvSpPr/>
            <p:nvPr/>
          </p:nvSpPr>
          <p:spPr>
            <a:xfrm rot="8510815">
              <a:off x="5121186" y="2659051"/>
              <a:ext cx="63007" cy="180000"/>
            </a:xfrm>
            <a:prstGeom prst="arc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3" name="对象 132">
              <a:extLst>
                <a:ext uri="{FF2B5EF4-FFF2-40B4-BE49-F238E27FC236}">
                  <a16:creationId xmlns:a16="http://schemas.microsoft.com/office/drawing/2014/main" id="{AFEB5049-CEB7-44B8-BF06-099F9E9E15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229530"/>
                </p:ext>
              </p:extLst>
            </p:nvPr>
          </p:nvGraphicFramePr>
          <p:xfrm>
            <a:off x="6000750" y="3203575"/>
            <a:ext cx="2540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5" name="Equation" r:id="rId50" imgW="253800" imgH="164880" progId="Equation.DSMT4">
                    <p:embed/>
                  </p:oleObj>
                </mc:Choice>
                <mc:Fallback>
                  <p:oleObj name="Equation" r:id="rId50" imgW="253800" imgH="164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F26AB539-5403-4A6F-AFCF-2059DA77DF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1"/>
                        <a:stretch>
                          <a:fillRect/>
                        </a:stretch>
                      </p:blipFill>
                      <p:spPr>
                        <a:xfrm>
                          <a:off x="6000750" y="3203575"/>
                          <a:ext cx="2540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A5BF6248-9EAA-45F1-8F18-510B4DEF9626}"/>
                </a:ext>
              </a:extLst>
            </p:cNvPr>
            <p:cNvSpPr/>
            <p:nvPr/>
          </p:nvSpPr>
          <p:spPr>
            <a:xfrm>
              <a:off x="6065670" y="3107093"/>
              <a:ext cx="28800" cy="28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5" name="对象 134">
              <a:extLst>
                <a:ext uri="{FF2B5EF4-FFF2-40B4-BE49-F238E27FC236}">
                  <a16:creationId xmlns:a16="http://schemas.microsoft.com/office/drawing/2014/main" id="{A019AF62-04B9-4FCE-A297-D4B99615C0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4353719"/>
                </p:ext>
              </p:extLst>
            </p:nvPr>
          </p:nvGraphicFramePr>
          <p:xfrm>
            <a:off x="7029450" y="3175000"/>
            <a:ext cx="3556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86" name="Equation" r:id="rId52" imgW="355320" imgH="203040" progId="Equation.DSMT4">
                    <p:embed/>
                  </p:oleObj>
                </mc:Choice>
                <mc:Fallback>
                  <p:oleObj name="Equation" r:id="rId52" imgW="355320" imgH="20304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9A770946-913C-4F3D-B307-3CEE80E4CA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7029450" y="3175000"/>
                          <a:ext cx="3556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82D82996-F529-41BE-A1B2-98C960D5198F}"/>
                </a:ext>
              </a:extLst>
            </p:cNvPr>
            <p:cNvSpPr/>
            <p:nvPr/>
          </p:nvSpPr>
          <p:spPr>
            <a:xfrm>
              <a:off x="7353935" y="3117633"/>
              <a:ext cx="28800" cy="28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336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0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BD6BEAB4-5055-49A9-AAF1-BA5D14219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11510"/>
            <a:ext cx="10801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b="1" dirty="0">
              <a:solidFill>
                <a:srgbClr val="33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A066D84-17C7-4507-89A0-A97CC429B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411509"/>
            <a:ext cx="720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如果因变量  和自变量  的函数关系是通过参变量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7E89410-4B42-46C5-BA90-A41D5BE48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556512"/>
              </p:ext>
            </p:extLst>
          </p:nvPr>
        </p:nvGraphicFramePr>
        <p:xfrm>
          <a:off x="3131840" y="508991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46" name="Equation" r:id="rId4" imgW="215640" imgH="266400" progId="Equation.DSMT4">
                  <p:embed/>
                </p:oleObj>
              </mc:Choice>
              <mc:Fallback>
                <p:oleObj name="Equation" r:id="rId4" imgW="2156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1840" y="508991"/>
                        <a:ext cx="215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8CC97F4-8FE6-43A9-9F99-CD7059BF62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61829"/>
              </p:ext>
            </p:extLst>
          </p:nvPr>
        </p:nvGraphicFramePr>
        <p:xfrm>
          <a:off x="4692650" y="589697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47" name="Equation" r:id="rId6" imgW="190440" imgH="203040" progId="Equation.DSMT4">
                  <p:embed/>
                </p:oleObj>
              </mc:Choice>
              <mc:Fallback>
                <p:oleObj name="Equation" r:id="rId6" imgW="190440" imgH="203040" progId="Equation.DSMT4">
                  <p:embed/>
                  <p:pic>
                    <p:nvPicPr>
                      <p:cNvPr id="101" name="对象 100">
                        <a:extLst>
                          <a:ext uri="{FF2B5EF4-FFF2-40B4-BE49-F238E27FC236}">
                            <a16:creationId xmlns:a16="http://schemas.microsoft.com/office/drawing/2014/main" id="{097D705A-3641-4F0F-8071-4480943DFE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92650" y="589697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83FB341-D49A-4E3E-AC9D-03259F72F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300564"/>
              </p:ext>
            </p:extLst>
          </p:nvPr>
        </p:nvGraphicFramePr>
        <p:xfrm>
          <a:off x="8405440" y="546631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48" name="Equation" r:id="rId8" imgW="126720" imgH="241200" progId="Equation.DSMT4">
                  <p:embed/>
                </p:oleObj>
              </mc:Choice>
              <mc:Fallback>
                <p:oleObj name="Equation" r:id="rId8" imgW="126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05440" y="546631"/>
                        <a:ext cx="12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A2B82D41-FB1D-43C6-A63D-D236D70DE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098217"/>
            <a:ext cx="1656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表示，即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414B0D17-D631-431A-80D2-0494876AC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553312"/>
              </p:ext>
            </p:extLst>
          </p:nvPr>
        </p:nvGraphicFramePr>
        <p:xfrm>
          <a:off x="2279650" y="970656"/>
          <a:ext cx="2603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49" name="Equation" r:id="rId10" imgW="2603160" imgH="863280" progId="Equation.DSMT4">
                  <p:embed/>
                </p:oleObj>
              </mc:Choice>
              <mc:Fallback>
                <p:oleObj name="Equation" r:id="rId10" imgW="2603160" imgH="8632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6E04797-4AE1-4145-B7A1-10AA8B32FC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970656"/>
                        <a:ext cx="2603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2F09CFEC-69A1-4520-9909-90B653328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931738"/>
            <a:ext cx="79208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则称此关系式所表示的函数为由参数方程所确定的函数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1CD72205-636C-46BE-916B-677152603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32975"/>
            <a:ext cx="576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</a:p>
        </p:txBody>
      </p:sp>
      <p:sp>
        <p:nvSpPr>
          <p:cNvPr id="11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D01E2F92-7969-4CA6-8436-578DDD940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2632975"/>
            <a:ext cx="7488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参数方程确定的函数的求导可以通过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消去参数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的方法，</a:t>
            </a:r>
          </a:p>
        </p:txBody>
      </p:sp>
      <p:sp>
        <p:nvSpPr>
          <p:cNvPr id="1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B63D1547-DBF2-4778-956E-D2FF7EA3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21134"/>
            <a:ext cx="8712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将函数化为显函数或者隐函数，然后再求导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缺点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是计算麻烦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608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98215C1-912A-4121-85F7-512855EE3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95486"/>
            <a:ext cx="68407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、由参数方程所确定的函数的求导方法</a:t>
            </a:r>
          </a:p>
        </p:txBody>
      </p:sp>
      <p:sp>
        <p:nvSpPr>
          <p:cNvPr id="3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3E5ECF9C-D697-4B93-9445-44E0CDE7D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16" y="758843"/>
            <a:ext cx="10801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EB136E1-C0E2-4C59-B423-37B1526AFBAD}"/>
              </a:ext>
            </a:extLst>
          </p:cNvPr>
          <p:cNvGrpSpPr/>
          <p:nvPr/>
        </p:nvGrpSpPr>
        <p:grpSpPr>
          <a:xfrm>
            <a:off x="839954" y="611063"/>
            <a:ext cx="3993382" cy="863600"/>
            <a:chOff x="449847" y="882820"/>
            <a:chExt cx="3993382" cy="863600"/>
          </a:xfrm>
        </p:grpSpPr>
        <p:sp>
          <p:nvSpPr>
            <p:cNvPr id="14" name="Text Box 3">
              <a:extLst>
                <a:ext uri="{FF2B5EF4-FFF2-40B4-BE49-F238E27FC236}">
                  <a16:creationId xmlns:a16="http://schemas.microsoft.com/office/drawing/2014/main" id="{C6B0B090-FC5F-4CBB-9CA1-07A624406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47" y="1012714"/>
              <a:ext cx="2133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若参数方程</a:t>
              </a:r>
            </a:p>
          </p:txBody>
        </p:sp>
        <p:graphicFrame>
          <p:nvGraphicFramePr>
            <p:cNvPr id="15" name="Object 4">
              <a:extLst>
                <a:ext uri="{FF2B5EF4-FFF2-40B4-BE49-F238E27FC236}">
                  <a16:creationId xmlns:a16="http://schemas.microsoft.com/office/drawing/2014/main" id="{B0CB5EEA-B37F-40F7-ADB2-744985D3B9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512483"/>
                </p:ext>
              </p:extLst>
            </p:nvPr>
          </p:nvGraphicFramePr>
          <p:xfrm>
            <a:off x="2017529" y="882820"/>
            <a:ext cx="24257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37" name="Equation" r:id="rId4" imgW="2425680" imgH="863280" progId="Equation.DSMT4">
                    <p:embed/>
                  </p:oleObj>
                </mc:Choice>
                <mc:Fallback>
                  <p:oleObj name="Equation" r:id="rId4" imgW="2425680" imgH="863280" progId="Equation.DSMT4">
                    <p:embed/>
                    <p:pic>
                      <p:nvPicPr>
                        <p:cNvPr id="4" name="Object 4">
                          <a:extLst>
                            <a:ext uri="{FF2B5EF4-FFF2-40B4-BE49-F238E27FC236}">
                              <a16:creationId xmlns:a16="http://schemas.microsoft.com/office/drawing/2014/main" id="{06E04797-4AE1-4145-B7A1-10AA8B32FC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7529" y="882820"/>
                          <a:ext cx="2425700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5">
            <a:extLst>
              <a:ext uri="{FF2B5EF4-FFF2-40B4-BE49-F238E27FC236}">
                <a16:creationId xmlns:a16="http://schemas.microsoft.com/office/drawing/2014/main" id="{FEB2EAC0-1326-4D8F-B56C-E9EF80C5E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784" y="768637"/>
            <a:ext cx="44867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可确定一个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与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之间的函数，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E51C7B2-936D-49AE-9493-95FCAB4F1B81}"/>
              </a:ext>
            </a:extLst>
          </p:cNvPr>
          <p:cNvGrpSpPr/>
          <p:nvPr/>
        </p:nvGrpSpPr>
        <p:grpSpPr>
          <a:xfrm>
            <a:off x="305374" y="1529921"/>
            <a:ext cx="2871996" cy="461665"/>
            <a:chOff x="381000" y="1793436"/>
            <a:chExt cx="2871996" cy="461665"/>
          </a:xfrm>
        </p:grpSpPr>
        <p:graphicFrame>
          <p:nvGraphicFramePr>
            <p:cNvPr id="18" name="Object 6">
              <a:extLst>
                <a:ext uri="{FF2B5EF4-FFF2-40B4-BE49-F238E27FC236}">
                  <a16:creationId xmlns:a16="http://schemas.microsoft.com/office/drawing/2014/main" id="{D092ED8B-8B62-4FB0-85C2-440DD2DCF4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3308133"/>
                </p:ext>
              </p:extLst>
            </p:nvPr>
          </p:nvGraphicFramePr>
          <p:xfrm>
            <a:off x="381000" y="1892300"/>
            <a:ext cx="1231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38" name="Equation" r:id="rId6" imgW="1231560" imgH="342720" progId="Equation.DSMT4">
                    <p:embed/>
                  </p:oleObj>
                </mc:Choice>
                <mc:Fallback>
                  <p:oleObj name="Equation" r:id="rId6" imgW="1231560" imgH="342720" progId="Equation.DSMT4">
                    <p:embed/>
                    <p:pic>
                      <p:nvPicPr>
                        <p:cNvPr id="6" name="Object 6">
                          <a:extLst>
                            <a:ext uri="{FF2B5EF4-FFF2-40B4-BE49-F238E27FC236}">
                              <a16:creationId xmlns:a16="http://schemas.microsoft.com/office/drawing/2014/main" id="{5395AA6F-7DB5-49AE-80F5-6B8B4FDF27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1892300"/>
                          <a:ext cx="1231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5CCA917E-12A8-4790-AA56-4CB7D32F9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396" y="1793436"/>
              <a:ext cx="175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可导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且</a:t>
              </a:r>
            </a:p>
          </p:txBody>
        </p:sp>
      </p:grpSp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04D5965E-68E5-4E9F-B8EE-0919CB58A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375305"/>
              </p:ext>
            </p:extLst>
          </p:nvPr>
        </p:nvGraphicFramePr>
        <p:xfrm>
          <a:off x="3004195" y="1586682"/>
          <a:ext cx="274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39" name="Equation" r:id="rId8" imgW="2743200" imgH="406080" progId="Equation.DSMT4">
                  <p:embed/>
                </p:oleObj>
              </mc:Choice>
              <mc:Fallback>
                <p:oleObj name="Equation" r:id="rId8" imgW="2743200" imgH="4060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E91A3B8C-B74A-4937-ADF9-D9D781A0E9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195" y="1586682"/>
                        <a:ext cx="2743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9">
            <a:extLst>
              <a:ext uri="{FF2B5EF4-FFF2-40B4-BE49-F238E27FC236}">
                <a16:creationId xmlns:a16="http://schemas.microsoft.com/office/drawing/2014/main" id="{9F1A8BAE-4CB2-4574-96A4-E26F844C7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500" y="1568008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7BE9D28-A0A7-4E7A-8B08-D16A78B01951}"/>
              </a:ext>
            </a:extLst>
          </p:cNvPr>
          <p:cNvGrpSpPr/>
          <p:nvPr/>
        </p:nvGrpSpPr>
        <p:grpSpPr>
          <a:xfrm>
            <a:off x="687272" y="2258059"/>
            <a:ext cx="2302318" cy="465998"/>
            <a:chOff x="492952" y="2500177"/>
            <a:chExt cx="2302318" cy="465998"/>
          </a:xfrm>
        </p:grpSpPr>
        <p:graphicFrame>
          <p:nvGraphicFramePr>
            <p:cNvPr id="23" name="Object 10">
              <a:extLst>
                <a:ext uri="{FF2B5EF4-FFF2-40B4-BE49-F238E27FC236}">
                  <a16:creationId xmlns:a16="http://schemas.microsoft.com/office/drawing/2014/main" id="{D5AC4A94-A04A-4D7A-9C07-A1B04294B9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0969793"/>
                </p:ext>
              </p:extLst>
            </p:nvPr>
          </p:nvGraphicFramePr>
          <p:xfrm>
            <a:off x="492952" y="2610575"/>
            <a:ext cx="1054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40" name="Equation" r:id="rId10" imgW="1054080" imgH="355320" progId="Equation.DSMT4">
                    <p:embed/>
                  </p:oleObj>
                </mc:Choice>
                <mc:Fallback>
                  <p:oleObj name="Equation" r:id="rId10" imgW="1054080" imgH="35532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4AAA344A-A1E3-418F-8304-29B9C0A0F5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952" y="2610575"/>
                          <a:ext cx="10541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99B2FE19-C920-4D39-8882-D5BC8FCC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070" y="2500177"/>
              <a:ext cx="1219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有</a:t>
              </a:r>
            </a:p>
          </p:txBody>
        </p:sp>
      </p:grpSp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269822D9-AB99-4FC9-9015-B597F1943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88884"/>
              </p:ext>
            </p:extLst>
          </p:nvPr>
        </p:nvGraphicFramePr>
        <p:xfrm>
          <a:off x="2975655" y="2146207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1" name="Equation" r:id="rId12" imgW="634680" imgH="799920" progId="Equation.DSMT4">
                  <p:embed/>
                </p:oleObj>
              </mc:Choice>
              <mc:Fallback>
                <p:oleObj name="Equation" r:id="rId12" imgW="634680" imgH="79992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C33A9014-FA2B-4CC1-A74D-CCB9B4778C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655" y="2146207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>
            <a:extLst>
              <a:ext uri="{FF2B5EF4-FFF2-40B4-BE49-F238E27FC236}">
                <a16:creationId xmlns:a16="http://schemas.microsoft.com/office/drawing/2014/main" id="{DF50C45E-2DDB-44BE-818C-4E0A65FEE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689118"/>
              </p:ext>
            </p:extLst>
          </p:nvPr>
        </p:nvGraphicFramePr>
        <p:xfrm>
          <a:off x="3674507" y="2139857"/>
          <a:ext cx="889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2" name="Equation" r:id="rId14" imgW="888840" imgH="799920" progId="Equation.DSMT4">
                  <p:embed/>
                </p:oleObj>
              </mc:Choice>
              <mc:Fallback>
                <p:oleObj name="Equation" r:id="rId14" imgW="888840" imgH="79992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5ACF71E6-BC5F-440B-AD5A-16524D95D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4507" y="2139857"/>
                        <a:ext cx="889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>
            <a:extLst>
              <a:ext uri="{FF2B5EF4-FFF2-40B4-BE49-F238E27FC236}">
                <a16:creationId xmlns:a16="http://schemas.microsoft.com/office/drawing/2014/main" id="{E49EB0DF-10B5-47EC-8DC8-30DCB0EF50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677339"/>
              </p:ext>
            </p:extLst>
          </p:nvPr>
        </p:nvGraphicFramePr>
        <p:xfrm>
          <a:off x="4611876" y="2160830"/>
          <a:ext cx="11811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3" name="Equation" r:id="rId16" imgW="1180800" imgH="1180800" progId="Equation.DSMT4">
                  <p:embed/>
                </p:oleObj>
              </mc:Choice>
              <mc:Fallback>
                <p:oleObj name="Equation" r:id="rId16" imgW="1180800" imgH="11808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1F24A1B-CC8D-479D-9E45-EB4D42F72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876" y="2160830"/>
                        <a:ext cx="11811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>
            <a:extLst>
              <a:ext uri="{FF2B5EF4-FFF2-40B4-BE49-F238E27FC236}">
                <a16:creationId xmlns:a16="http://schemas.microsoft.com/office/drawing/2014/main" id="{2D55DEAE-57F6-47BD-92E6-91A6BD524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13543"/>
              </p:ext>
            </p:extLst>
          </p:nvPr>
        </p:nvGraphicFramePr>
        <p:xfrm>
          <a:off x="5834558" y="2160830"/>
          <a:ext cx="101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4" name="Equation" r:id="rId18" imgW="1015920" imgH="787320" progId="Equation.DSMT4">
                  <p:embed/>
                </p:oleObj>
              </mc:Choice>
              <mc:Fallback>
                <p:oleObj name="Equation" r:id="rId18" imgW="1015920" imgH="787320" progId="Equation.DSMT4">
                  <p:embed/>
                  <p:pic>
                    <p:nvPicPr>
                      <p:cNvPr id="16" name="Object 21">
                        <a:extLst>
                          <a:ext uri="{FF2B5EF4-FFF2-40B4-BE49-F238E27FC236}">
                            <a16:creationId xmlns:a16="http://schemas.microsoft.com/office/drawing/2014/main" id="{82821897-FA8A-4C09-A61B-685347C57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558" y="2160830"/>
                        <a:ext cx="1016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C2C58D2E-9BAA-4EBE-AAB6-92D375AA40FA}"/>
              </a:ext>
            </a:extLst>
          </p:cNvPr>
          <p:cNvSpPr/>
          <p:nvPr/>
        </p:nvSpPr>
        <p:spPr>
          <a:xfrm>
            <a:off x="5550421" y="1558938"/>
            <a:ext cx="2600275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（不同时为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</a:t>
            </a:r>
            <a:endParaRPr lang="zh-CN" altLang="en-US" sz="2400" u="sng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E1F68D47-80FE-4214-B35C-35F5B0FE6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81337"/>
              </p:ext>
            </p:extLst>
          </p:nvPr>
        </p:nvGraphicFramePr>
        <p:xfrm>
          <a:off x="5877683" y="3444905"/>
          <a:ext cx="100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5" name="Equation" r:id="rId20" imgW="1002960" imgH="787320" progId="Equation.DSMT4">
                  <p:embed/>
                </p:oleObj>
              </mc:Choice>
              <mc:Fallback>
                <p:oleObj name="Equation" r:id="rId20" imgW="1002960" imgH="787320" progId="Equation.DSMT4">
                  <p:embed/>
                  <p:pic>
                    <p:nvPicPr>
                      <p:cNvPr id="20" name="Object 15">
                        <a:extLst>
                          <a:ext uri="{FF2B5EF4-FFF2-40B4-BE49-F238E27FC236}">
                            <a16:creationId xmlns:a16="http://schemas.microsoft.com/office/drawing/2014/main" id="{EA6B89E7-67B7-49E1-BC85-6BFC88B492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7683" y="3444905"/>
                        <a:ext cx="1003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D1B1E11D-8F2F-4494-AE71-5886016F6D48}"/>
              </a:ext>
            </a:extLst>
          </p:cNvPr>
          <p:cNvGrpSpPr/>
          <p:nvPr/>
        </p:nvGrpSpPr>
        <p:grpSpPr>
          <a:xfrm>
            <a:off x="668222" y="3566592"/>
            <a:ext cx="2314982" cy="461665"/>
            <a:chOff x="473902" y="3808710"/>
            <a:chExt cx="2314982" cy="461665"/>
          </a:xfrm>
        </p:grpSpPr>
        <p:graphicFrame>
          <p:nvGraphicFramePr>
            <p:cNvPr id="32" name="Object 16">
              <a:extLst>
                <a:ext uri="{FF2B5EF4-FFF2-40B4-BE49-F238E27FC236}">
                  <a16:creationId xmlns:a16="http://schemas.microsoft.com/office/drawing/2014/main" id="{B57F575E-53FD-49CA-8DD9-AD4EBA4D77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8429092"/>
                </p:ext>
              </p:extLst>
            </p:nvPr>
          </p:nvGraphicFramePr>
          <p:xfrm>
            <a:off x="473902" y="3914775"/>
            <a:ext cx="1092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246" name="Equation" r:id="rId22" imgW="1091880" imgH="355320" progId="Equation.DSMT4">
                    <p:embed/>
                  </p:oleObj>
                </mc:Choice>
                <mc:Fallback>
                  <p:oleObj name="Equation" r:id="rId22" imgW="1091880" imgH="355320" progId="Equation.DSMT4">
                    <p:embed/>
                    <p:pic>
                      <p:nvPicPr>
                        <p:cNvPr id="21" name="Object 16">
                          <a:extLst>
                            <a:ext uri="{FF2B5EF4-FFF2-40B4-BE49-F238E27FC236}">
                              <a16:creationId xmlns:a16="http://schemas.microsoft.com/office/drawing/2014/main" id="{E8E27B1E-6B66-4A62-95BA-D17DEFE1A5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902" y="3914775"/>
                          <a:ext cx="10922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DA9130D0-41B6-4BA9-A117-FEF114279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9684" y="3808710"/>
              <a:ext cx="1219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有</a:t>
              </a:r>
            </a:p>
          </p:txBody>
        </p:sp>
      </p:grpSp>
      <p:graphicFrame>
        <p:nvGraphicFramePr>
          <p:cNvPr id="34" name="Object 18">
            <a:extLst>
              <a:ext uri="{FF2B5EF4-FFF2-40B4-BE49-F238E27FC236}">
                <a16:creationId xmlns:a16="http://schemas.microsoft.com/office/drawing/2014/main" id="{655ED507-34CB-4F20-81DE-2502BFF35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24907"/>
              </p:ext>
            </p:extLst>
          </p:nvPr>
        </p:nvGraphicFramePr>
        <p:xfrm>
          <a:off x="2937520" y="3450407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7" name="Equation" r:id="rId24" imgW="634680" imgH="799920" progId="Equation.DSMT4">
                  <p:embed/>
                </p:oleObj>
              </mc:Choice>
              <mc:Fallback>
                <p:oleObj name="Equation" r:id="rId24" imgW="634680" imgH="799920" progId="Equation.DSMT4">
                  <p:embed/>
                  <p:pic>
                    <p:nvPicPr>
                      <p:cNvPr id="23" name="Object 18">
                        <a:extLst>
                          <a:ext uri="{FF2B5EF4-FFF2-40B4-BE49-F238E27FC236}">
                            <a16:creationId xmlns:a16="http://schemas.microsoft.com/office/drawing/2014/main" id="{26451AF2-44D3-41A6-BF66-565CF1D991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520" y="3450407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9">
            <a:extLst>
              <a:ext uri="{FF2B5EF4-FFF2-40B4-BE49-F238E27FC236}">
                <a16:creationId xmlns:a16="http://schemas.microsoft.com/office/drawing/2014/main" id="{4478D482-AE2C-4A23-96A9-8565932D11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421321"/>
              </p:ext>
            </p:extLst>
          </p:nvPr>
        </p:nvGraphicFramePr>
        <p:xfrm>
          <a:off x="3592379" y="3469670"/>
          <a:ext cx="889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8" name="Equation" r:id="rId26" imgW="888840" imgH="799920" progId="Equation.DSMT4">
                  <p:embed/>
                </p:oleObj>
              </mc:Choice>
              <mc:Fallback>
                <p:oleObj name="Equation" r:id="rId26" imgW="888840" imgH="799920" progId="Equation.DSMT4">
                  <p:embed/>
                  <p:pic>
                    <p:nvPicPr>
                      <p:cNvPr id="24" name="Object 19">
                        <a:extLst>
                          <a:ext uri="{FF2B5EF4-FFF2-40B4-BE49-F238E27FC236}">
                            <a16:creationId xmlns:a16="http://schemas.microsoft.com/office/drawing/2014/main" id="{C6CE8BF6-2F84-4C6A-95D5-3B492CC71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379" y="3469670"/>
                        <a:ext cx="889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">
            <a:extLst>
              <a:ext uri="{FF2B5EF4-FFF2-40B4-BE49-F238E27FC236}">
                <a16:creationId xmlns:a16="http://schemas.microsoft.com/office/drawing/2014/main" id="{151D3BA8-B9B4-41EF-9F3D-F4F4040F2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588217"/>
              </p:ext>
            </p:extLst>
          </p:nvPr>
        </p:nvGraphicFramePr>
        <p:xfrm>
          <a:off x="4576832" y="3463195"/>
          <a:ext cx="12446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49" name="Equation" r:id="rId28" imgW="1244520" imgH="1180800" progId="Equation.DSMT4">
                  <p:embed/>
                </p:oleObj>
              </mc:Choice>
              <mc:Fallback>
                <p:oleObj name="Equation" r:id="rId28" imgW="1244520" imgH="1180800" progId="Equation.DSMT4">
                  <p:embed/>
                  <p:pic>
                    <p:nvPicPr>
                      <p:cNvPr id="25" name="Object 20">
                        <a:extLst>
                          <a:ext uri="{FF2B5EF4-FFF2-40B4-BE49-F238E27FC236}">
                            <a16:creationId xmlns:a16="http://schemas.microsoft.com/office/drawing/2014/main" id="{719F5844-E406-453F-BFF1-AD5D79C2F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832" y="3463195"/>
                        <a:ext cx="12446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2">
            <a:extLst>
              <a:ext uri="{FF2B5EF4-FFF2-40B4-BE49-F238E27FC236}">
                <a16:creationId xmlns:a16="http://schemas.microsoft.com/office/drawing/2014/main" id="{C11E458A-B806-47D9-9CFE-AB183EAB0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872" y="4322543"/>
            <a:ext cx="4191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此时看成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33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的函数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E75EBF1-B2EE-4918-A96A-00007810C408}"/>
              </a:ext>
            </a:extLst>
          </p:cNvPr>
          <p:cNvSpPr/>
          <p:nvPr/>
        </p:nvSpPr>
        <p:spPr>
          <a:xfrm>
            <a:off x="4841152" y="785093"/>
            <a:ext cx="1072952" cy="43582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15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21" grpId="0"/>
      <p:bldP spid="29" grpId="0"/>
      <p:bldP spid="37" grpId="0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7FBD5415-E3DD-4C73-BF1D-AD4B61B5A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56" y="402510"/>
            <a:ext cx="576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3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1E87D13-31EF-4AEC-849F-64D04A642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520" y="374878"/>
            <a:ext cx="1152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不妨设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9B50F4B9-BDBD-43C6-8BC5-71515DFAB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000520"/>
              </p:ext>
            </p:extLst>
          </p:nvPr>
        </p:nvGraphicFramePr>
        <p:xfrm>
          <a:off x="2268632" y="427910"/>
          <a:ext cx="120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76" name="Equation" r:id="rId4" imgW="1206360" imgH="355320" progId="Equation.DSMT4">
                  <p:embed/>
                </p:oleObj>
              </mc:Choice>
              <mc:Fallback>
                <p:oleObj name="Equation" r:id="rId4" imgW="1206360" imgH="355320" progId="Equation.DSMT4">
                  <p:embed/>
                  <p:pic>
                    <p:nvPicPr>
                      <p:cNvPr id="20" name="Object 8">
                        <a:extLst>
                          <a:ext uri="{FF2B5EF4-FFF2-40B4-BE49-F238E27FC236}">
                            <a16:creationId xmlns:a16="http://schemas.microsoft.com/office/drawing/2014/main" id="{04D5965E-68E5-4E9F-B8EE-0919CB58A5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632" y="427910"/>
                        <a:ext cx="1206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999540-F437-420C-8F3C-4BE679A4683F}"/>
              </a:ext>
            </a:extLst>
          </p:cNvPr>
          <p:cNvGrpSpPr/>
          <p:nvPr/>
        </p:nvGrpSpPr>
        <p:grpSpPr>
          <a:xfrm>
            <a:off x="3420760" y="374878"/>
            <a:ext cx="5472608" cy="461665"/>
            <a:chOff x="3419872" y="555525"/>
            <a:chExt cx="5472608" cy="461665"/>
          </a:xfrm>
        </p:grpSpPr>
        <p:sp>
          <p:nvSpPr>
            <p:cNvPr id="5" name="Text Box 51">
              <a:hlinkClick r:id="rId3" action="ppaction://hlinksldjump"/>
              <a:extLst>
                <a:ext uri="{FF2B5EF4-FFF2-40B4-BE49-F238E27FC236}">
                  <a16:creationId xmlns:a16="http://schemas.microsoft.com/office/drawing/2014/main" id="{8B13BC92-E3D0-4B4F-A7A6-EB75ED6F0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72" y="555525"/>
              <a:ext cx="54726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从而        存在反函数         则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604BE44-2560-4887-9848-82CFC5FC80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5017997"/>
                </p:ext>
              </p:extLst>
            </p:nvPr>
          </p:nvGraphicFramePr>
          <p:xfrm>
            <a:off x="4211960" y="661704"/>
            <a:ext cx="990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177" name="Equation" r:id="rId6" imgW="990360" imgH="342720" progId="Equation.DSMT4">
                    <p:embed/>
                  </p:oleObj>
                </mc:Choice>
                <mc:Fallback>
                  <p:oleObj name="Equation" r:id="rId6" imgW="9903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211960" y="661704"/>
                          <a:ext cx="990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97059D3-346D-4E7E-B344-623BAED196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1710176"/>
                </p:ext>
              </p:extLst>
            </p:nvPr>
          </p:nvGraphicFramePr>
          <p:xfrm>
            <a:off x="6948264" y="583157"/>
            <a:ext cx="1206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178" name="Equation" r:id="rId8" imgW="1206360" imgH="406080" progId="Equation.DSMT4">
                    <p:embed/>
                  </p:oleObj>
                </mc:Choice>
                <mc:Fallback>
                  <p:oleObj name="Equation" r:id="rId8" imgW="12063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948264" y="583157"/>
                          <a:ext cx="1206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1956B2-5269-49E0-9667-14991C2AD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73918"/>
              </p:ext>
            </p:extLst>
          </p:nvPr>
        </p:nvGraphicFramePr>
        <p:xfrm>
          <a:off x="2678028" y="883552"/>
          <a:ext cx="347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79" name="Equation" r:id="rId10" imgW="3479760" imgH="406080" progId="Equation.DSMT4">
                  <p:embed/>
                </p:oleObj>
              </mc:Choice>
              <mc:Fallback>
                <p:oleObj name="Equation" r:id="rId10" imgW="3479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78028" y="883552"/>
                        <a:ext cx="3479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744864BA-2743-4D85-B502-AA1BBDA49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399698"/>
            <a:ext cx="4640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由复合函数和反函数求导公式得</a:t>
            </a: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109EF5F3-6258-4004-8042-78273ECE1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433122"/>
              </p:ext>
            </p:extLst>
          </p:nvPr>
        </p:nvGraphicFramePr>
        <p:xfrm>
          <a:off x="2076023" y="2233262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0" name="Equation" r:id="rId12" imgW="634680" imgH="799920" progId="Equation.DSMT4">
                  <p:embed/>
                </p:oleObj>
              </mc:Choice>
              <mc:Fallback>
                <p:oleObj name="Equation" r:id="rId12" imgW="634680" imgH="799920" progId="Equation.DSMT4">
                  <p:embed/>
                  <p:pic>
                    <p:nvPicPr>
                      <p:cNvPr id="25" name="Object 12">
                        <a:extLst>
                          <a:ext uri="{FF2B5EF4-FFF2-40B4-BE49-F238E27FC236}">
                            <a16:creationId xmlns:a16="http://schemas.microsoft.com/office/drawing/2014/main" id="{269822D9-AB99-4FC9-9015-B597F1943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023" y="2233262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C3B2CA21-FEE7-489C-A11B-B6214B8B0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734653"/>
              </p:ext>
            </p:extLst>
          </p:nvPr>
        </p:nvGraphicFramePr>
        <p:xfrm>
          <a:off x="2828770" y="2233262"/>
          <a:ext cx="889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1" name="Equation" r:id="rId14" imgW="888840" imgH="799920" progId="Equation.DSMT4">
                  <p:embed/>
                </p:oleObj>
              </mc:Choice>
              <mc:Fallback>
                <p:oleObj name="Equation" r:id="rId14" imgW="888840" imgH="799920" progId="Equation.DSMT4">
                  <p:embed/>
                  <p:pic>
                    <p:nvPicPr>
                      <p:cNvPr id="26" name="Object 13">
                        <a:extLst>
                          <a:ext uri="{FF2B5EF4-FFF2-40B4-BE49-F238E27FC236}">
                            <a16:creationId xmlns:a16="http://schemas.microsoft.com/office/drawing/2014/main" id="{DF50C45E-2DDB-44BE-818C-4E0A65FEE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770" y="2233262"/>
                        <a:ext cx="889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1484B447-CCB8-4986-A77A-F8D088FA7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274933"/>
              </p:ext>
            </p:extLst>
          </p:nvPr>
        </p:nvGraphicFramePr>
        <p:xfrm>
          <a:off x="3854708" y="1834048"/>
          <a:ext cx="6858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2" name="Equation" r:id="rId16" imgW="685800" imgH="1600200" progId="Equation.DSMT4">
                  <p:embed/>
                </p:oleObj>
              </mc:Choice>
              <mc:Fallback>
                <p:oleObj name="Equation" r:id="rId16" imgW="685800" imgH="1600200" progId="Equation.DSMT4">
                  <p:embed/>
                  <p:pic>
                    <p:nvPicPr>
                      <p:cNvPr id="27" name="Object 14">
                        <a:extLst>
                          <a:ext uri="{FF2B5EF4-FFF2-40B4-BE49-F238E27FC236}">
                            <a16:creationId xmlns:a16="http://schemas.microsoft.com/office/drawing/2014/main" id="{E49EB0DF-10B5-47EC-8DC8-30DCB0EF50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708" y="1834048"/>
                        <a:ext cx="6858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1">
            <a:extLst>
              <a:ext uri="{FF2B5EF4-FFF2-40B4-BE49-F238E27FC236}">
                <a16:creationId xmlns:a16="http://schemas.microsoft.com/office/drawing/2014/main" id="{64865A30-2E5C-40CE-88C5-8A934F2C6B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340618"/>
              </p:ext>
            </p:extLst>
          </p:nvPr>
        </p:nvGraphicFramePr>
        <p:xfrm>
          <a:off x="4603494" y="2272763"/>
          <a:ext cx="100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3" name="Equation" r:id="rId18" imgW="1002960" imgH="787320" progId="Equation.DSMT4">
                  <p:embed/>
                </p:oleObj>
              </mc:Choice>
              <mc:Fallback>
                <p:oleObj name="Equation" r:id="rId18" imgW="1002960" imgH="787320" progId="Equation.DSMT4">
                  <p:embed/>
                  <p:pic>
                    <p:nvPicPr>
                      <p:cNvPr id="28" name="Object 21">
                        <a:extLst>
                          <a:ext uri="{FF2B5EF4-FFF2-40B4-BE49-F238E27FC236}">
                            <a16:creationId xmlns:a16="http://schemas.microsoft.com/office/drawing/2014/main" id="{2D55DEAE-57F6-47BD-92E6-91A6BD524C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494" y="2272763"/>
                        <a:ext cx="1003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D29D4A97-CE87-4480-B41A-A8514E778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72163"/>
              </p:ext>
            </p:extLst>
          </p:nvPr>
        </p:nvGraphicFramePr>
        <p:xfrm>
          <a:off x="719168" y="3651870"/>
          <a:ext cx="149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4" name="Equation" r:id="rId20" imgW="1498320" imgH="380880" progId="Equation.DSMT4">
                  <p:embed/>
                </p:oleObj>
              </mc:Choice>
              <mc:Fallback>
                <p:oleObj name="Equation" r:id="rId20" imgW="1498320" imgH="38088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9B50F4B9-BDBD-43C6-8BC5-71515DFAB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68" y="3651870"/>
                        <a:ext cx="1498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1">
            <a:hlinkClick r:id="rId3" action="ppaction://hlinksldjump"/>
            <a:extLst>
              <a:ext uri="{FF2B5EF4-FFF2-40B4-BE49-F238E27FC236}">
                <a16:creationId xmlns:a16="http://schemas.microsoft.com/office/drawing/2014/main" id="{66EEB4B7-9205-4C76-9AAF-6D254223D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628" y="3613035"/>
            <a:ext cx="1595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1F007E19-2C83-49BF-8F13-B727070A3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018571"/>
              </p:ext>
            </p:extLst>
          </p:nvPr>
        </p:nvGraphicFramePr>
        <p:xfrm>
          <a:off x="6593192" y="3484388"/>
          <a:ext cx="100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5" name="Equation" r:id="rId22" imgW="1002960" imgH="787320" progId="Equation.DSMT4">
                  <p:embed/>
                </p:oleObj>
              </mc:Choice>
              <mc:Fallback>
                <p:oleObj name="Equation" r:id="rId22" imgW="1002960" imgH="787320" progId="Equation.DSMT4">
                  <p:embed/>
                  <p:pic>
                    <p:nvPicPr>
                      <p:cNvPr id="30" name="Object 15">
                        <a:extLst>
                          <a:ext uri="{FF2B5EF4-FFF2-40B4-BE49-F238E27FC236}">
                            <a16:creationId xmlns:a16="http://schemas.microsoft.com/office/drawing/2014/main" id="{E1F68D47-80FE-4214-B35C-35F5B0FE6F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192" y="3484388"/>
                        <a:ext cx="1003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C04F2ACF-402A-45E6-96E6-00B99A3BE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395661"/>
              </p:ext>
            </p:extLst>
          </p:nvPr>
        </p:nvGraphicFramePr>
        <p:xfrm>
          <a:off x="4168884" y="3458775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6" name="Equation" r:id="rId24" imgW="634680" imgH="799920" progId="Equation.DSMT4">
                  <p:embed/>
                </p:oleObj>
              </mc:Choice>
              <mc:Fallback>
                <p:oleObj name="Equation" r:id="rId24" imgW="634680" imgH="799920" progId="Equation.DSMT4">
                  <p:embed/>
                  <p:pic>
                    <p:nvPicPr>
                      <p:cNvPr id="34" name="Object 18">
                        <a:extLst>
                          <a:ext uri="{FF2B5EF4-FFF2-40B4-BE49-F238E27FC236}">
                            <a16:creationId xmlns:a16="http://schemas.microsoft.com/office/drawing/2014/main" id="{655ED507-34CB-4F20-81DE-2502BFF3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884" y="3458775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209416BC-E7B7-485F-85ED-61D242EE6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560611"/>
              </p:ext>
            </p:extLst>
          </p:nvPr>
        </p:nvGraphicFramePr>
        <p:xfrm>
          <a:off x="4823743" y="3478038"/>
          <a:ext cx="889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7" name="Equation" r:id="rId26" imgW="888840" imgH="799920" progId="Equation.DSMT4">
                  <p:embed/>
                </p:oleObj>
              </mc:Choice>
              <mc:Fallback>
                <p:oleObj name="Equation" r:id="rId26" imgW="888840" imgH="799920" progId="Equation.DSMT4">
                  <p:embed/>
                  <p:pic>
                    <p:nvPicPr>
                      <p:cNvPr id="35" name="Object 19">
                        <a:extLst>
                          <a:ext uri="{FF2B5EF4-FFF2-40B4-BE49-F238E27FC236}">
                            <a16:creationId xmlns:a16="http://schemas.microsoft.com/office/drawing/2014/main" id="{4478D482-AE2C-4A23-96A9-8565932D11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743" y="3478038"/>
                        <a:ext cx="889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A092E1AF-FC04-4B7B-BE57-FFC5E153D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96493"/>
              </p:ext>
            </p:extLst>
          </p:nvPr>
        </p:nvGraphicFramePr>
        <p:xfrm>
          <a:off x="5825538" y="3077988"/>
          <a:ext cx="7493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188" name="Equation" r:id="rId28" imgW="749160" imgH="1600200" progId="Equation.DSMT4">
                  <p:embed/>
                </p:oleObj>
              </mc:Choice>
              <mc:Fallback>
                <p:oleObj name="Equation" r:id="rId28" imgW="749160" imgH="1600200" progId="Equation.DSMT4">
                  <p:embed/>
                  <p:pic>
                    <p:nvPicPr>
                      <p:cNvPr id="36" name="Object 20">
                        <a:extLst>
                          <a:ext uri="{FF2B5EF4-FFF2-40B4-BE49-F238E27FC236}">
                            <a16:creationId xmlns:a16="http://schemas.microsoft.com/office/drawing/2014/main" id="{151D3BA8-B9B4-41EF-9F3D-F4F4040F26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5538" y="3077988"/>
                        <a:ext cx="7493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277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9CCC23-40D4-43A5-BFF2-19C1C2AC353E}"/>
              </a:ext>
            </a:extLst>
          </p:cNvPr>
          <p:cNvGrpSpPr/>
          <p:nvPr/>
        </p:nvGrpSpPr>
        <p:grpSpPr>
          <a:xfrm>
            <a:off x="604140" y="311623"/>
            <a:ext cx="8388279" cy="698217"/>
            <a:chOff x="697505" y="426780"/>
            <a:chExt cx="8388279" cy="698217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EF364AF9-38DD-4FC7-974C-D86CD049E4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97505" y="439197"/>
              <a:ext cx="3124200" cy="6858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j-ea"/>
                </a:rPr>
                <a:t>若上述参数方程中</a:t>
              </a:r>
            </a:p>
          </p:txBody>
        </p:sp>
        <p:graphicFrame>
          <p:nvGraphicFramePr>
            <p:cNvPr id="3" name="Object 5">
              <a:extLst>
                <a:ext uri="{FF2B5EF4-FFF2-40B4-BE49-F238E27FC236}">
                  <a16:creationId xmlns:a16="http://schemas.microsoft.com/office/drawing/2014/main" id="{3E4FF13F-226A-4DEA-BC0E-14D559A0F7E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81972" y="525770"/>
            <a:ext cx="12319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192" name="Equation" r:id="rId4" imgW="1231560" imgH="342720" progId="Equation.DSMT4">
                    <p:embed/>
                  </p:oleObj>
                </mc:Choice>
                <mc:Fallback>
                  <p:oleObj name="Equation" r:id="rId4" imgW="1231560" imgH="342720" progId="Equation.DSMT4">
                    <p:embed/>
                    <p:pic>
                      <p:nvPicPr>
                        <p:cNvPr id="3" name="Object 5">
                          <a:extLst>
                            <a:ext uri="{FF2B5EF4-FFF2-40B4-BE49-F238E27FC236}">
                              <a16:creationId xmlns:a16="http://schemas.microsoft.com/office/drawing/2014/main" id="{3E4FF13F-226A-4DEA-BC0E-14D559A0F7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1972" y="525770"/>
                          <a:ext cx="1231900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A3E819B0-3F91-40C5-B2FF-97728B3F6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1834" y="451822"/>
              <a:ext cx="1828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二阶可导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sp>
          <p:nvSpPr>
            <p:cNvPr id="5" name="Text Box 35">
              <a:extLst>
                <a:ext uri="{FF2B5EF4-FFF2-40B4-BE49-F238E27FC236}">
                  <a16:creationId xmlns:a16="http://schemas.microsoft.com/office/drawing/2014/main" id="{7DF5CCCD-7A77-4430-9B86-A48B37AA3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6460" y="445175"/>
              <a:ext cx="4940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latin typeface="+mj-ea"/>
                  <a:ea typeface="+mj-ea"/>
                </a:rPr>
                <a:t>且</a:t>
              </a:r>
            </a:p>
          </p:txBody>
        </p:sp>
        <p:graphicFrame>
          <p:nvGraphicFramePr>
            <p:cNvPr id="6" name="Object 36">
              <a:extLst>
                <a:ext uri="{FF2B5EF4-FFF2-40B4-BE49-F238E27FC236}">
                  <a16:creationId xmlns:a16="http://schemas.microsoft.com/office/drawing/2014/main" id="{B035E3E7-6FD1-4C48-821F-1FB4639A8DE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225140" y="518625"/>
            <a:ext cx="11557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193" name="Equation" r:id="rId6" imgW="1155600" imgH="355320" progId="Equation.DSMT4">
                    <p:embed/>
                  </p:oleObj>
                </mc:Choice>
                <mc:Fallback>
                  <p:oleObj name="Equation" r:id="rId6" imgW="1155600" imgH="355320" progId="Equation.DSMT4">
                    <p:embed/>
                    <p:pic>
                      <p:nvPicPr>
                        <p:cNvPr id="6" name="Object 36">
                          <a:extLst>
                            <a:ext uri="{FF2B5EF4-FFF2-40B4-BE49-F238E27FC236}">
                              <a16:creationId xmlns:a16="http://schemas.microsoft.com/office/drawing/2014/main" id="{B035E3E7-6FD1-4C48-821F-1FB4639A8D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5140" y="518625"/>
                          <a:ext cx="1155700" cy="3540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37">
              <a:extLst>
                <a:ext uri="{FF2B5EF4-FFF2-40B4-BE49-F238E27FC236}">
                  <a16:creationId xmlns:a16="http://schemas.microsoft.com/office/drawing/2014/main" id="{70271379-ACE8-4DF2-8B57-B603ACE9B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4220" y="426780"/>
              <a:ext cx="17315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则由它确定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A5C8512-475D-40FF-AE3F-F966B4B7F27C}"/>
              </a:ext>
            </a:extLst>
          </p:cNvPr>
          <p:cNvGrpSpPr/>
          <p:nvPr/>
        </p:nvGrpSpPr>
        <p:grpSpPr>
          <a:xfrm>
            <a:off x="122998" y="818047"/>
            <a:ext cx="4467290" cy="494864"/>
            <a:chOff x="25956" y="880288"/>
            <a:chExt cx="4467290" cy="494864"/>
          </a:xfrm>
        </p:grpSpPr>
        <p:graphicFrame>
          <p:nvGraphicFramePr>
            <p:cNvPr id="8" name="Object 38">
              <a:extLst>
                <a:ext uri="{FF2B5EF4-FFF2-40B4-BE49-F238E27FC236}">
                  <a16:creationId xmlns:a16="http://schemas.microsoft.com/office/drawing/2014/main" id="{A7A8E0B8-CC06-4633-9814-6182A62069D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17406" y="959197"/>
            <a:ext cx="11049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194" name="Equation" r:id="rId8" imgW="1104840" imgH="342720" progId="Equation.DSMT4">
                    <p:embed/>
                  </p:oleObj>
                </mc:Choice>
                <mc:Fallback>
                  <p:oleObj name="Equation" r:id="rId8" imgW="1104840" imgH="342720" progId="Equation.DSMT4">
                    <p:embed/>
                    <p:pic>
                      <p:nvPicPr>
                        <p:cNvPr id="8" name="Object 38">
                          <a:extLst>
                            <a:ext uri="{FF2B5EF4-FFF2-40B4-BE49-F238E27FC236}">
                              <a16:creationId xmlns:a16="http://schemas.microsoft.com/office/drawing/2014/main" id="{A7A8E0B8-CC06-4633-9814-6182A62069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406" y="959197"/>
                          <a:ext cx="1104900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39">
              <a:extLst>
                <a:ext uri="{FF2B5EF4-FFF2-40B4-BE49-F238E27FC236}">
                  <a16:creationId xmlns:a16="http://schemas.microsoft.com/office/drawing/2014/main" id="{62C386C8-C796-446E-9095-E70411359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320" y="880288"/>
              <a:ext cx="23519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可求二阶导数 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5FD1A3-5756-441A-9D23-D1BE307A549B}"/>
                </a:ext>
              </a:extLst>
            </p:cNvPr>
            <p:cNvSpPr/>
            <p:nvPr/>
          </p:nvSpPr>
          <p:spPr>
            <a:xfrm>
              <a:off x="25956" y="913487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的函数</a:t>
              </a:r>
              <a:endParaRPr lang="zh-CN" altLang="en-US" sz="2400" dirty="0"/>
            </a:p>
          </p:txBody>
        </p:sp>
      </p:grpSp>
      <p:sp>
        <p:nvSpPr>
          <p:cNvPr id="16" name="Text Box 40">
            <a:extLst>
              <a:ext uri="{FF2B5EF4-FFF2-40B4-BE49-F238E27FC236}">
                <a16:creationId xmlns:a16="http://schemas.microsoft.com/office/drawing/2014/main" id="{4170CCC1-E491-4F33-98E8-D5057816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917" y="1516863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利用新的参数方程</a:t>
            </a: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DD53B79A-C700-4EB9-9D45-8C71735A2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178" y="1390948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可得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953D4F4-81EA-447B-B468-F30C00E35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028019"/>
              </p:ext>
            </p:extLst>
          </p:nvPr>
        </p:nvGraphicFramePr>
        <p:xfrm>
          <a:off x="3106641" y="1204913"/>
          <a:ext cx="1511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95" name="Equation" r:id="rId10" imgW="1511280" imgH="1295280" progId="Equation.DSMT4">
                  <p:embed/>
                </p:oleObj>
              </mc:Choice>
              <mc:Fallback>
                <p:oleObj name="Equation" r:id="rId10" imgW="1511280" imgH="12952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953D4F4-81EA-447B-B468-F30C00E35A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06641" y="1204913"/>
                        <a:ext cx="15113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BD621513-A148-4966-AF4D-8068917A1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240770"/>
              </p:ext>
            </p:extLst>
          </p:nvPr>
        </p:nvGraphicFramePr>
        <p:xfrm>
          <a:off x="734563" y="2643758"/>
          <a:ext cx="8016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96" name="Equation" r:id="rId12" imgW="825480" imgH="838080" progId="Equation.DSMT4">
                  <p:embed/>
                </p:oleObj>
              </mc:Choice>
              <mc:Fallback>
                <p:oleObj name="Equation" r:id="rId12" imgW="825480" imgH="838080" progId="Equation.DSMT4">
                  <p:embed/>
                  <p:pic>
                    <p:nvPicPr>
                      <p:cNvPr id="19" name="Object 10">
                        <a:extLst>
                          <a:ext uri="{FF2B5EF4-FFF2-40B4-BE49-F238E27FC236}">
                            <a16:creationId xmlns:a16="http://schemas.microsoft.com/office/drawing/2014/main" id="{BD621513-A148-4966-AF4D-8068917A18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563" y="2643758"/>
                        <a:ext cx="8016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F28438B1-D185-40CE-B708-29A3C1EFC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107661"/>
              </p:ext>
            </p:extLst>
          </p:nvPr>
        </p:nvGraphicFramePr>
        <p:xfrm>
          <a:off x="1604948" y="2631191"/>
          <a:ext cx="10445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97" name="Equation" r:id="rId14" imgW="1079280" imgH="888840" progId="Equation.DSMT4">
                  <p:embed/>
                </p:oleObj>
              </mc:Choice>
              <mc:Fallback>
                <p:oleObj name="Equation" r:id="rId14" imgW="1079280" imgH="88884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F28438B1-D185-40CE-B708-29A3C1EFCB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48" y="2631191"/>
                        <a:ext cx="10445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>
            <a:extLst>
              <a:ext uri="{FF2B5EF4-FFF2-40B4-BE49-F238E27FC236}">
                <a16:creationId xmlns:a16="http://schemas.microsoft.com/office/drawing/2014/main" id="{5C42C922-610B-480B-9521-9974A87213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2338" y="4613275"/>
          <a:ext cx="328612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98" name="公式" r:id="rId16" imgW="126720" imgH="101520" progId="Equation.3">
                  <p:embed/>
                </p:oleObj>
              </mc:Choice>
              <mc:Fallback>
                <p:oleObj name="公式" r:id="rId16" imgW="126720" imgH="101520" progId="Equation.3">
                  <p:embed/>
                  <p:pic>
                    <p:nvPicPr>
                      <p:cNvPr id="21" name="Object 12">
                        <a:extLst>
                          <a:ext uri="{FF2B5EF4-FFF2-40B4-BE49-F238E27FC236}">
                            <a16:creationId xmlns:a16="http://schemas.microsoft.com/office/drawing/2014/main" id="{5C42C922-610B-480B-9521-9974A87213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4613275"/>
                        <a:ext cx="328612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60B63FD0-D69C-4636-BCFD-2C4744317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80144"/>
              </p:ext>
            </p:extLst>
          </p:nvPr>
        </p:nvGraphicFramePr>
        <p:xfrm>
          <a:off x="2704315" y="2629228"/>
          <a:ext cx="17970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199" name="Equation" r:id="rId18" imgW="1854000" imgH="888840" progId="Equation.DSMT4">
                  <p:embed/>
                </p:oleObj>
              </mc:Choice>
              <mc:Fallback>
                <p:oleObj name="Equation" r:id="rId18" imgW="1854000" imgH="88884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60B63FD0-D69C-4636-BCFD-2C4744317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315" y="2629228"/>
                        <a:ext cx="17970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315013F-1BE9-4317-940C-8E29160AC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902313"/>
              </p:ext>
            </p:extLst>
          </p:nvPr>
        </p:nvGraphicFramePr>
        <p:xfrm>
          <a:off x="4577161" y="2649166"/>
          <a:ext cx="213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00" name="Equation" r:id="rId20" imgW="2133360" imgH="863280" progId="Equation.DSMT4">
                  <p:embed/>
                </p:oleObj>
              </mc:Choice>
              <mc:Fallback>
                <p:oleObj name="Equation" r:id="rId20" imgW="2133360" imgH="8632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E315013F-1BE9-4317-940C-8E29160AC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77161" y="2649166"/>
                        <a:ext cx="2133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C2C6DFE2-EFFA-4646-900A-DE510D0915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130483"/>
              </p:ext>
            </p:extLst>
          </p:nvPr>
        </p:nvGraphicFramePr>
        <p:xfrm>
          <a:off x="1331269" y="3796607"/>
          <a:ext cx="2997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01" name="Equation" r:id="rId22" imgW="2997000" imgH="787320" progId="Equation.DSMT4">
                  <p:embed/>
                </p:oleObj>
              </mc:Choice>
              <mc:Fallback>
                <p:oleObj name="Equation" r:id="rId22" imgW="2997000" imgH="7873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C2C6DFE2-EFFA-4646-900A-DE510D0915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31269" y="3796607"/>
                        <a:ext cx="2997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45D2A84E-3A34-43B4-ABCF-BA2033A31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308795"/>
              </p:ext>
            </p:extLst>
          </p:nvPr>
        </p:nvGraphicFramePr>
        <p:xfrm>
          <a:off x="4345878" y="3796607"/>
          <a:ext cx="73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02" name="Equation" r:id="rId24" imgW="736560" imgH="787320" progId="Equation.DSMT4">
                  <p:embed/>
                </p:oleObj>
              </mc:Choice>
              <mc:Fallback>
                <p:oleObj name="Equation" r:id="rId24" imgW="736560" imgH="7873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45D2A84E-3A34-43B4-ABCF-BA2033A314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345878" y="3796607"/>
                        <a:ext cx="736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1B799A2C-8C3B-4902-9152-A9C260DBD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967128"/>
              </p:ext>
            </p:extLst>
          </p:nvPr>
        </p:nvGraphicFramePr>
        <p:xfrm>
          <a:off x="5132765" y="3776478"/>
          <a:ext cx="1739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03" name="Equation" r:id="rId26" imgW="1739880" imgH="787320" progId="Equation.DSMT4">
                  <p:embed/>
                </p:oleObj>
              </mc:Choice>
              <mc:Fallback>
                <p:oleObj name="Equation" r:id="rId26" imgW="1739880" imgH="7873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1B799A2C-8C3B-4902-9152-A9C260DBD8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132765" y="3776478"/>
                        <a:ext cx="1739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1">
            <a:extLst>
              <a:ext uri="{FF2B5EF4-FFF2-40B4-BE49-F238E27FC236}">
                <a16:creationId xmlns:a16="http://schemas.microsoft.com/office/drawing/2014/main" id="{013A3031-4E28-49CB-949E-FD1218A3A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068855"/>
              </p:ext>
            </p:extLst>
          </p:nvPr>
        </p:nvGraphicFramePr>
        <p:xfrm>
          <a:off x="6926906" y="3738443"/>
          <a:ext cx="17716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04" name="Equation" r:id="rId28" imgW="1612800" imgH="736560" progId="Equation.DSMT4">
                  <p:embed/>
                </p:oleObj>
              </mc:Choice>
              <mc:Fallback>
                <p:oleObj name="Equation" r:id="rId28" imgW="1612800" imgH="736560" progId="Equation.DSMT4">
                  <p:embed/>
                  <p:pic>
                    <p:nvPicPr>
                      <p:cNvPr id="34" name="Object 21">
                        <a:extLst>
                          <a:ext uri="{FF2B5EF4-FFF2-40B4-BE49-F238E27FC236}">
                            <a16:creationId xmlns:a16="http://schemas.microsoft.com/office/drawing/2014/main" id="{013A3031-4E28-49CB-949E-FD1218A3A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906" y="3738443"/>
                        <a:ext cx="17716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56">
            <a:extLst>
              <a:ext uri="{FF2B5EF4-FFF2-40B4-BE49-F238E27FC236}">
                <a16:creationId xmlns:a16="http://schemas.microsoft.com/office/drawing/2014/main" id="{02DC3928-9788-4518-AD36-5B235CA06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873" y="3776009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3366FF"/>
                </a:solidFill>
              </a:rPr>
              <a:t>记</a:t>
            </a:r>
          </a:p>
        </p:txBody>
      </p:sp>
    </p:spTree>
    <p:extLst>
      <p:ext uri="{BB962C8B-B14F-4D97-AF65-F5344CB8AC3E}">
        <p14:creationId xmlns:p14="http://schemas.microsoft.com/office/powerpoint/2010/main" val="363978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17" grpId="0"/>
      <p:bldP spid="3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13C6DC1A-B71D-4CFA-9969-574B86F1B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120870"/>
              </p:ext>
            </p:extLst>
          </p:nvPr>
        </p:nvGraphicFramePr>
        <p:xfrm>
          <a:off x="2185047" y="2015278"/>
          <a:ext cx="1993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18" name="Equation" r:id="rId3" imgW="1993680" imgH="1002960" progId="Equation.DSMT4">
                  <p:embed/>
                </p:oleObj>
              </mc:Choice>
              <mc:Fallback>
                <p:oleObj name="Equation" r:id="rId3" imgW="1993680" imgH="1002960" progId="Equation.DSMT4">
                  <p:embed/>
                  <p:pic>
                    <p:nvPicPr>
                      <p:cNvPr id="26630" name="Object 6">
                        <a:extLst>
                          <a:ext uri="{FF2B5EF4-FFF2-40B4-BE49-F238E27FC236}">
                            <a16:creationId xmlns:a16="http://schemas.microsoft.com/office/drawing/2014/main" id="{DD7CD2A3-6B18-4680-9B1A-EA592FB8D7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047" y="2015278"/>
                        <a:ext cx="19939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675D3AFA-8A5B-41F5-A9F5-2BBDE66F1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659089"/>
              </p:ext>
            </p:extLst>
          </p:nvPr>
        </p:nvGraphicFramePr>
        <p:xfrm>
          <a:off x="3371850" y="598488"/>
          <a:ext cx="81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19" name="Equation" r:id="rId5" imgW="812520" imgH="787320" progId="Equation.DSMT4">
                  <p:embed/>
                </p:oleObj>
              </mc:Choice>
              <mc:Fallback>
                <p:oleObj name="Equation" r:id="rId5" imgW="812520" imgH="787320" progId="Equation.DSMT4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id="{1334DA1A-F92D-4766-947E-1FB91B19C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598488"/>
                        <a:ext cx="812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BA746379-8F67-45F7-A64E-D7D59679C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552367"/>
              </p:ext>
            </p:extLst>
          </p:nvPr>
        </p:nvGraphicFramePr>
        <p:xfrm>
          <a:off x="2559050" y="596900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20" name="Equation" r:id="rId7" imgW="634680" imgH="799920" progId="Equation.DSMT4">
                  <p:embed/>
                </p:oleObj>
              </mc:Choice>
              <mc:Fallback>
                <p:oleObj name="Equation" r:id="rId7" imgW="634680" imgH="799920" progId="Equation.DSMT4">
                  <p:embed/>
                  <p:pic>
                    <p:nvPicPr>
                      <p:cNvPr id="26632" name="Object 8">
                        <a:extLst>
                          <a:ext uri="{FF2B5EF4-FFF2-40B4-BE49-F238E27FC236}">
                            <a16:creationId xmlns:a16="http://schemas.microsoft.com/office/drawing/2014/main" id="{6CB3732E-F459-440B-8B1A-27AB5A4A4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596900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3">
            <a:extLst>
              <a:ext uri="{FF2B5EF4-FFF2-40B4-BE49-F238E27FC236}">
                <a16:creationId xmlns:a16="http://schemas.microsoft.com/office/drawing/2014/main" id="{C9D4A8D2-FC25-4806-97BF-C86515CA5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700088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+mj-ea"/>
                <a:ea typeface="+mj-ea"/>
              </a:rPr>
              <a:t>已知</a:t>
            </a:r>
          </a:p>
        </p:txBody>
      </p:sp>
      <p:sp>
        <p:nvSpPr>
          <p:cNvPr id="8" name="Text Box 48">
            <a:extLst>
              <a:ext uri="{FF2B5EF4-FFF2-40B4-BE49-F238E27FC236}">
                <a16:creationId xmlns:a16="http://schemas.microsoft.com/office/drawing/2014/main" id="{F184ED5B-8385-483D-8378-EFB015648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08025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注意 </a:t>
            </a:r>
            <a:endParaRPr lang="en-US" altLang="zh-CN" sz="2400" b="1" dirty="0">
              <a:solidFill>
                <a:srgbClr val="3366FF"/>
              </a:solidFill>
              <a:latin typeface="+mj-ea"/>
              <a:ea typeface="+mj-ea"/>
            </a:endParaRPr>
          </a:p>
        </p:txBody>
      </p:sp>
      <p:grpSp>
        <p:nvGrpSpPr>
          <p:cNvPr id="14" name="Group 69">
            <a:extLst>
              <a:ext uri="{FF2B5EF4-FFF2-40B4-BE49-F238E27FC236}">
                <a16:creationId xmlns:a16="http://schemas.microsoft.com/office/drawing/2014/main" id="{3CCE0BC2-88F7-41B3-87BD-4BBABD63FE7D}"/>
              </a:ext>
            </a:extLst>
          </p:cNvPr>
          <p:cNvGrpSpPr>
            <a:grpSpLocks/>
          </p:cNvGrpSpPr>
          <p:nvPr/>
        </p:nvGrpSpPr>
        <p:grpSpPr bwMode="auto">
          <a:xfrm>
            <a:off x="2815403" y="2174187"/>
            <a:ext cx="228600" cy="685800"/>
            <a:chOff x="3216" y="384"/>
            <a:chExt cx="144" cy="432"/>
          </a:xfrm>
        </p:grpSpPr>
        <p:sp>
          <p:nvSpPr>
            <p:cNvPr id="15" name="Line 67">
              <a:extLst>
                <a:ext uri="{FF2B5EF4-FFF2-40B4-BE49-F238E27FC236}">
                  <a16:creationId xmlns:a16="http://schemas.microsoft.com/office/drawing/2014/main" id="{E6BF1E71-3E4F-4054-A564-42B0DAF8A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384"/>
              <a:ext cx="144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16" name="Line 68">
              <a:extLst>
                <a:ext uri="{FF2B5EF4-FFF2-40B4-BE49-F238E27FC236}">
                  <a16:creationId xmlns:a16="http://schemas.microsoft.com/office/drawing/2014/main" id="{BFD69DDB-3A83-4C2F-9792-5F1DD56B3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84"/>
              <a:ext cx="144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40C6961-6F5D-45A2-A4CD-B1330AF09E06}"/>
              </a:ext>
            </a:extLst>
          </p:cNvPr>
          <p:cNvGrpSpPr/>
          <p:nvPr/>
        </p:nvGrpSpPr>
        <p:grpSpPr>
          <a:xfrm>
            <a:off x="3851920" y="1923678"/>
            <a:ext cx="2270127" cy="706438"/>
            <a:chOff x="6207549" y="305593"/>
            <a:chExt cx="2270127" cy="706438"/>
          </a:xfrm>
        </p:grpSpPr>
        <p:grpSp>
          <p:nvGrpSpPr>
            <p:cNvPr id="9" name="Group 65">
              <a:extLst>
                <a:ext uri="{FF2B5EF4-FFF2-40B4-BE49-F238E27FC236}">
                  <a16:creationId xmlns:a16="http://schemas.microsoft.com/office/drawing/2014/main" id="{7EB24514-91C0-4667-AD9E-C92EC8873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07549" y="305593"/>
              <a:ext cx="2270127" cy="706438"/>
              <a:chOff x="4019" y="82"/>
              <a:chExt cx="1430" cy="445"/>
            </a:xfrm>
          </p:grpSpPr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9F6670C9-545D-4303-AE5C-F9EDE6B5F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2" y="236"/>
                <a:ext cx="897" cy="29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  求导</a:t>
                </a:r>
                <a:endPara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1" name="Oval 63">
                <a:extLst>
                  <a:ext uri="{FF2B5EF4-FFF2-40B4-BE49-F238E27FC236}">
                    <a16:creationId xmlns:a16="http://schemas.microsoft.com/office/drawing/2014/main" id="{8456743A-F4EC-456A-832C-D197E29C8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9" y="82"/>
                <a:ext cx="192" cy="192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12" name="Line 64">
                <a:extLst>
                  <a:ext uri="{FF2B5EF4-FFF2-40B4-BE49-F238E27FC236}">
                    <a16:creationId xmlns:a16="http://schemas.microsoft.com/office/drawing/2014/main" id="{0D597391-69F6-47CD-998E-48116E963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24" y="240"/>
                <a:ext cx="323" cy="18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</p:grp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A56CB857-82A2-4DFE-BA73-DFC81121D4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4557835"/>
                </p:ext>
              </p:extLst>
            </p:nvPr>
          </p:nvGraphicFramePr>
          <p:xfrm>
            <a:off x="7543800" y="673343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221" name="Equation" r:id="rId9" imgW="126720" imgH="241200" progId="Equation.DSMT4">
                    <p:embed/>
                  </p:oleObj>
                </mc:Choice>
                <mc:Fallback>
                  <p:oleObj name="Equation" r:id="rId9" imgW="1267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543800" y="673343"/>
                          <a:ext cx="127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4692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50EC3F7-F7DF-4174-9DAB-F94EF3420ACC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555526"/>
            <a:ext cx="3934714" cy="620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3D92F45-A381-4D74-8E84-DBCE9865E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89358"/>
              </p:ext>
            </p:extLst>
          </p:nvPr>
        </p:nvGraphicFramePr>
        <p:xfrm>
          <a:off x="2263980" y="336869"/>
          <a:ext cx="201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6" name="Equation" r:id="rId3" imgW="2019240" imgH="914400" progId="Equation.DSMT4">
                  <p:embed/>
                </p:oleObj>
              </mc:Choice>
              <mc:Fallback>
                <p:oleObj name="Equation" r:id="rId3" imgW="20192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3980" y="336869"/>
                        <a:ext cx="2019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2556BE-6F2E-4BE6-BAF2-D51D34A17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70174"/>
              </p:ext>
            </p:extLst>
          </p:nvPr>
        </p:nvGraphicFramePr>
        <p:xfrm>
          <a:off x="4690290" y="425769"/>
          <a:ext cx="48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7" name="Equation" r:id="rId5" imgW="482400" imgH="736560" progId="Equation.DSMT4">
                  <p:embed/>
                </p:oleObj>
              </mc:Choice>
              <mc:Fallback>
                <p:oleObj name="Equation" r:id="rId5" imgW="482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0290" y="425769"/>
                        <a:ext cx="48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81E7BE9-67D0-433C-B69E-332162AE9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482007"/>
              </p:ext>
            </p:extLst>
          </p:nvPr>
        </p:nvGraphicFramePr>
        <p:xfrm>
          <a:off x="5289596" y="392202"/>
          <a:ext cx="60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8" name="Equation" r:id="rId7" imgW="609480" imgH="774360" progId="Equation.DSMT4">
                  <p:embed/>
                </p:oleObj>
              </mc:Choice>
              <mc:Fallback>
                <p:oleObj name="Equation" r:id="rId7" imgW="609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89596" y="392202"/>
                        <a:ext cx="60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6978EF7-89DB-4ACF-9060-E565E0451EA8}"/>
              </a:ext>
            </a:extLst>
          </p:cNvPr>
          <p:cNvSpPr/>
          <p:nvPr/>
        </p:nvSpPr>
        <p:spPr>
          <a:xfrm>
            <a:off x="1085410" y="202551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FD4AFBD-7618-42DF-95F6-A65C9E47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736411"/>
              </p:ext>
            </p:extLst>
          </p:nvPr>
        </p:nvGraphicFramePr>
        <p:xfrm>
          <a:off x="1641114" y="1518123"/>
          <a:ext cx="10795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9" name="Equation" r:id="rId9" imgW="1079280" imgH="1447560" progId="Equation.DSMT4">
                  <p:embed/>
                </p:oleObj>
              </mc:Choice>
              <mc:Fallback>
                <p:oleObj name="Equation" r:id="rId9" imgW="107928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1114" y="1518123"/>
                        <a:ext cx="10795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9220ABE-2377-4CDC-AA8C-D8F0EA2C9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948437"/>
              </p:ext>
            </p:extLst>
          </p:nvPr>
        </p:nvGraphicFramePr>
        <p:xfrm>
          <a:off x="2771722" y="1518123"/>
          <a:ext cx="1320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0" name="Equation" r:id="rId11" imgW="1320480" imgH="1447560" progId="Equation.DSMT4">
                  <p:embed/>
                </p:oleObj>
              </mc:Choice>
              <mc:Fallback>
                <p:oleObj name="Equation" r:id="rId11" imgW="132048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71722" y="1518123"/>
                        <a:ext cx="13208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F36247D-C4E8-4206-9881-F7D955E726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273584"/>
              </p:ext>
            </p:extLst>
          </p:nvPr>
        </p:nvGraphicFramePr>
        <p:xfrm>
          <a:off x="4089858" y="1880073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1" name="Equation" r:id="rId13" imgW="571320" imgH="723600" progId="Equation.DSMT4">
                  <p:embed/>
                </p:oleObj>
              </mc:Choice>
              <mc:Fallback>
                <p:oleObj name="Equation" r:id="rId13" imgW="571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89858" y="1880073"/>
                        <a:ext cx="571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EB0F2BD-2439-478C-A571-2015C3FD3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740977"/>
              </p:ext>
            </p:extLst>
          </p:nvPr>
        </p:nvGraphicFramePr>
        <p:xfrm>
          <a:off x="1277165" y="3233321"/>
          <a:ext cx="229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2" name="Equation" r:id="rId15" imgW="2298600" imgH="825480" progId="Equation.DSMT4">
                  <p:embed/>
                </p:oleObj>
              </mc:Choice>
              <mc:Fallback>
                <p:oleObj name="Equation" r:id="rId15" imgW="2298600" imgH="825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FD4AFBD-7618-42DF-95F6-A65C9E47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77165" y="3233321"/>
                        <a:ext cx="2298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759DFB3-C5F5-4D0C-ABE7-047945312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395984"/>
              </p:ext>
            </p:extLst>
          </p:nvPr>
        </p:nvGraphicFramePr>
        <p:xfrm>
          <a:off x="3682664" y="3233866"/>
          <a:ext cx="1930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3" name="Equation" r:id="rId17" imgW="1930320" imgH="825480" progId="Equation.DSMT4">
                  <p:embed/>
                </p:oleObj>
              </mc:Choice>
              <mc:Fallback>
                <p:oleObj name="Equation" r:id="rId17" imgW="1930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82664" y="3233866"/>
                        <a:ext cx="1930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7D2B605-7C9B-462A-9546-A8AE6FD66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250668"/>
              </p:ext>
            </p:extLst>
          </p:nvPr>
        </p:nvGraphicFramePr>
        <p:xfrm>
          <a:off x="5671512" y="3233866"/>
          <a:ext cx="99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4" name="Equation" r:id="rId19" imgW="990360" imgH="774360" progId="Equation.DSMT4">
                  <p:embed/>
                </p:oleObj>
              </mc:Choice>
              <mc:Fallback>
                <p:oleObj name="Equation" r:id="rId19" imgW="9903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71512" y="3233866"/>
                        <a:ext cx="990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187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90F570E-F9A4-4584-B9EB-80DDEF16C0F3}"/>
              </a:ext>
            </a:extLst>
          </p:cNvPr>
          <p:cNvSpPr txBox="1">
            <a:spLocks noChangeArrowheads="1"/>
          </p:cNvSpPr>
          <p:nvPr/>
        </p:nvSpPr>
        <p:spPr>
          <a:xfrm>
            <a:off x="715144" y="828130"/>
            <a:ext cx="1447800" cy="620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sp>
        <p:nvSpPr>
          <p:cNvPr id="3" name="Text Box 22">
            <a:extLst>
              <a:ext uri="{FF2B5EF4-FFF2-40B4-BE49-F238E27FC236}">
                <a16:creationId xmlns:a16="http://schemas.microsoft.com/office/drawing/2014/main" id="{9BF529A7-91D1-423F-8140-742FEF62C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544" y="877342"/>
            <a:ext cx="1111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，且</a:t>
            </a:r>
          </a:p>
        </p:txBody>
      </p:sp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DD15A830-CAA6-4871-B86F-F280FD3D36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001291"/>
              </p:ext>
            </p:extLst>
          </p:nvPr>
        </p:nvGraphicFramePr>
        <p:xfrm>
          <a:off x="5171343" y="938957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2" name="Equation" r:id="rId3" imgW="1218960" imgH="355320" progId="Equation.DSMT4">
                  <p:embed/>
                </p:oleObj>
              </mc:Choice>
              <mc:Fallback>
                <p:oleObj name="Equation" r:id="rId3" imgW="1218960" imgH="35532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84C4F9CC-8682-4CB4-A92D-E507A8657B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343" y="938957"/>
                        <a:ext cx="1219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4">
            <a:extLst>
              <a:ext uri="{FF2B5EF4-FFF2-40B4-BE49-F238E27FC236}">
                <a16:creationId xmlns:a16="http://schemas.microsoft.com/office/drawing/2014/main" id="{2F21B4B6-020C-419F-9A6F-859F66AB8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943" y="832892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A74C0DEC-1719-45EE-8169-9410A3D74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816661"/>
              </p:ext>
            </p:extLst>
          </p:nvPr>
        </p:nvGraphicFramePr>
        <p:xfrm>
          <a:off x="6897454" y="674142"/>
          <a:ext cx="660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3" name="Equation" r:id="rId5" imgW="660240" imgH="774360" progId="Equation.DSMT4">
                  <p:embed/>
                </p:oleObj>
              </mc:Choice>
              <mc:Fallback>
                <p:oleObj name="Equation" r:id="rId5" imgW="660240" imgH="774360" progId="Equation.DSMT4">
                  <p:embed/>
                  <p:pic>
                    <p:nvPicPr>
                      <p:cNvPr id="24" name="Object 25">
                        <a:extLst>
                          <a:ext uri="{FF2B5EF4-FFF2-40B4-BE49-F238E27FC236}">
                            <a16:creationId xmlns:a16="http://schemas.microsoft.com/office/drawing/2014/main" id="{0AB6C63C-D86C-4DBF-961A-F486817CF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454" y="674142"/>
                        <a:ext cx="6604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36">
            <a:extLst>
              <a:ext uri="{FF2B5EF4-FFF2-40B4-BE49-F238E27FC236}">
                <a16:creationId xmlns:a16="http://schemas.microsoft.com/office/drawing/2014/main" id="{2CC5FA08-3950-4921-88FC-BFAEDCB73C2B}"/>
              </a:ext>
            </a:extLst>
          </p:cNvPr>
          <p:cNvSpPr>
            <a:spLocks/>
          </p:cNvSpPr>
          <p:nvPr/>
        </p:nvSpPr>
        <p:spPr bwMode="auto">
          <a:xfrm>
            <a:off x="2004194" y="763042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graphicFrame>
        <p:nvGraphicFramePr>
          <p:cNvPr id="8" name="Object 37">
            <a:extLst>
              <a:ext uri="{FF2B5EF4-FFF2-40B4-BE49-F238E27FC236}">
                <a16:creationId xmlns:a16="http://schemas.microsoft.com/office/drawing/2014/main" id="{AC1A53C3-172E-41DF-96E7-90616D9D3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458601"/>
              </p:ext>
            </p:extLst>
          </p:nvPr>
        </p:nvGraphicFramePr>
        <p:xfrm>
          <a:off x="2267134" y="1161207"/>
          <a:ext cx="1917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4" name="Equation" r:id="rId7" imgW="1917360" imgH="355320" progId="Equation.DSMT4">
                  <p:embed/>
                </p:oleObj>
              </mc:Choice>
              <mc:Fallback>
                <p:oleObj name="Equation" r:id="rId7" imgW="1917360" imgH="355320" progId="Equation.DSMT4">
                  <p:embed/>
                  <p:pic>
                    <p:nvPicPr>
                      <p:cNvPr id="26" name="Object 37">
                        <a:extLst>
                          <a:ext uri="{FF2B5EF4-FFF2-40B4-BE49-F238E27FC236}">
                            <a16:creationId xmlns:a16="http://schemas.microsoft.com/office/drawing/2014/main" id="{8399CECC-E6F4-4894-8BD8-6662A9D426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134" y="1161207"/>
                        <a:ext cx="1917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DE1D70AC-C09E-413A-9D12-A7ECD3D8F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04044"/>
              </p:ext>
            </p:extLst>
          </p:nvPr>
        </p:nvGraphicFramePr>
        <p:xfrm>
          <a:off x="2267744" y="699542"/>
          <a:ext cx="116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5" name="Equation" r:id="rId9" imgW="1168200" imgH="355320" progId="Equation.DSMT4">
                  <p:embed/>
                </p:oleObj>
              </mc:Choice>
              <mc:Fallback>
                <p:oleObj name="Equation" r:id="rId9" imgW="1168200" imgH="355320" progId="Equation.DSMT4">
                  <p:embed/>
                  <p:pic>
                    <p:nvPicPr>
                      <p:cNvPr id="30" name="Object 21">
                        <a:extLst>
                          <a:ext uri="{FF2B5EF4-FFF2-40B4-BE49-F238E27FC236}">
                            <a16:creationId xmlns:a16="http://schemas.microsoft.com/office/drawing/2014/main" id="{8FA27C82-C87C-406E-BE37-B1604EBFD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699542"/>
                        <a:ext cx="1168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6">
            <a:extLst>
              <a:ext uri="{FF2B5EF4-FFF2-40B4-BE49-F238E27FC236}">
                <a16:creationId xmlns:a16="http://schemas.microsoft.com/office/drawing/2014/main" id="{6C4C5A22-1F17-4F51-8C00-98A7611A0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419"/>
              </p:ext>
            </p:extLst>
          </p:nvPr>
        </p:nvGraphicFramePr>
        <p:xfrm>
          <a:off x="1693044" y="1956843"/>
          <a:ext cx="1358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6" name="Equation" r:id="rId11" imgW="1358640" imgH="799920" progId="Equation.DSMT4">
                  <p:embed/>
                </p:oleObj>
              </mc:Choice>
              <mc:Fallback>
                <p:oleObj name="Equation" r:id="rId11" imgW="1358640" imgH="799920" progId="Equation.DSMT4">
                  <p:embed/>
                  <p:pic>
                    <p:nvPicPr>
                      <p:cNvPr id="31" name="Object 26">
                        <a:extLst>
                          <a:ext uri="{FF2B5EF4-FFF2-40B4-BE49-F238E27FC236}">
                            <a16:creationId xmlns:a16="http://schemas.microsoft.com/office/drawing/2014/main" id="{9A74F0E2-1F1F-43B3-9240-478E7C304B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044" y="1956843"/>
                        <a:ext cx="1358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B1D00199-91D7-4830-A7A1-E66FD22DF2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549538"/>
              </p:ext>
            </p:extLst>
          </p:nvPr>
        </p:nvGraphicFramePr>
        <p:xfrm>
          <a:off x="5845872" y="2204493"/>
          <a:ext cx="46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7" name="Equation" r:id="rId13" imgW="469800" imgH="304560" progId="Equation.DSMT4">
                  <p:embed/>
                </p:oleObj>
              </mc:Choice>
              <mc:Fallback>
                <p:oleObj name="Equation" r:id="rId13" imgW="469800" imgH="304560" progId="Equation.DSMT4">
                  <p:embed/>
                  <p:pic>
                    <p:nvPicPr>
                      <p:cNvPr id="34" name="Object 29">
                        <a:extLst>
                          <a:ext uri="{FF2B5EF4-FFF2-40B4-BE49-F238E27FC236}">
                            <a16:creationId xmlns:a16="http://schemas.microsoft.com/office/drawing/2014/main" id="{2BB42B92-D5BD-4F98-83AE-2240E352F8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872" y="2204493"/>
                        <a:ext cx="469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>
            <a:extLst>
              <a:ext uri="{FF2B5EF4-FFF2-40B4-BE49-F238E27FC236}">
                <a16:creationId xmlns:a16="http://schemas.microsoft.com/office/drawing/2014/main" id="{1C40508F-141B-4631-B535-0A4793AD6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948552"/>
              </p:ext>
            </p:extLst>
          </p:nvPr>
        </p:nvGraphicFramePr>
        <p:xfrm>
          <a:off x="1718665" y="3268296"/>
          <a:ext cx="210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8" name="Equation" r:id="rId15" imgW="2108160" imgH="838080" progId="Equation.DSMT4">
                  <p:embed/>
                </p:oleObj>
              </mc:Choice>
              <mc:Fallback>
                <p:oleObj name="Equation" r:id="rId15" imgW="2108160" imgH="838080" progId="Equation.DSMT4">
                  <p:embed/>
                  <p:pic>
                    <p:nvPicPr>
                      <p:cNvPr id="35" name="Object 30">
                        <a:extLst>
                          <a:ext uri="{FF2B5EF4-FFF2-40B4-BE49-F238E27FC236}">
                            <a16:creationId xmlns:a16="http://schemas.microsoft.com/office/drawing/2014/main" id="{B4EB83DA-28AF-4C9D-BDC8-55BE7DB076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665" y="3268296"/>
                        <a:ext cx="210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4">
            <a:extLst>
              <a:ext uri="{FF2B5EF4-FFF2-40B4-BE49-F238E27FC236}">
                <a16:creationId xmlns:a16="http://schemas.microsoft.com/office/drawing/2014/main" id="{1C871ADA-6921-4C58-A9FC-9118CAB90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44" y="2071142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2536420-9091-4709-BDEF-8439BE28A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953223"/>
              </p:ext>
            </p:extLst>
          </p:nvPr>
        </p:nvGraphicFramePr>
        <p:xfrm>
          <a:off x="3102708" y="1987093"/>
          <a:ext cx="269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9" name="Equation" r:id="rId17" imgW="2692080" imgH="787320" progId="Equation.DSMT4">
                  <p:embed/>
                </p:oleObj>
              </mc:Choice>
              <mc:Fallback>
                <p:oleObj name="Equation" r:id="rId17" imgW="2692080" imgH="78732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14983835-5B82-4033-86B2-DC9E7EB995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02708" y="1987093"/>
                        <a:ext cx="2692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E2B6F75-203C-4CE4-89C0-E82B95CE2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238281"/>
              </p:ext>
            </p:extLst>
          </p:nvPr>
        </p:nvGraphicFramePr>
        <p:xfrm>
          <a:off x="3864744" y="3302658"/>
          <a:ext cx="86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50" name="Equation" r:id="rId19" imgW="863280" imgH="787320" progId="Equation.DSMT4">
                  <p:embed/>
                </p:oleObj>
              </mc:Choice>
              <mc:Fallback>
                <p:oleObj name="Equation" r:id="rId19" imgW="863280" imgH="7873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EEC878D3-9E0A-40E0-8E71-A9B5A3F0A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64744" y="3302658"/>
                        <a:ext cx="863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6C14662-B281-4CAB-9DC9-D297C7E08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230418"/>
              </p:ext>
            </p:extLst>
          </p:nvPr>
        </p:nvGraphicFramePr>
        <p:xfrm>
          <a:off x="4783256" y="3302658"/>
          <a:ext cx="102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51" name="Equation" r:id="rId21" imgW="1028520" imgH="787320" progId="Equation.DSMT4">
                  <p:embed/>
                </p:oleObj>
              </mc:Choice>
              <mc:Fallback>
                <p:oleObj name="Equation" r:id="rId21" imgW="1028520" imgH="78732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4A15385-BE72-4BD4-972C-FDEE6A769F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83256" y="3302658"/>
                        <a:ext cx="1028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144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1923FAF-5093-4C1E-8D2F-FA9F49DA5BD2}"/>
              </a:ext>
            </a:extLst>
          </p:cNvPr>
          <p:cNvSpPr txBox="1">
            <a:spLocks noChangeArrowheads="1"/>
          </p:cNvSpPr>
          <p:nvPr/>
        </p:nvSpPr>
        <p:spPr>
          <a:xfrm>
            <a:off x="741100" y="507894"/>
            <a:ext cx="4000872" cy="620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设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321C283-9F79-46AB-B707-A15F75C73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295453"/>
              </p:ext>
            </p:extLst>
          </p:nvPr>
        </p:nvGraphicFramePr>
        <p:xfrm>
          <a:off x="1861652" y="307298"/>
          <a:ext cx="2362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49" name="Equation" r:id="rId3" imgW="2361960" imgH="939600" progId="Equation.DSMT4">
                  <p:embed/>
                </p:oleObj>
              </mc:Choice>
              <mc:Fallback>
                <p:oleObj name="Equation" r:id="rId3" imgW="23619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1652" y="307298"/>
                        <a:ext cx="23622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0D136AB-F0D8-4792-AC11-F2D065F9B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572557"/>
              </p:ext>
            </p:extLst>
          </p:nvPr>
        </p:nvGraphicFramePr>
        <p:xfrm>
          <a:off x="4741972" y="364448"/>
          <a:ext cx="80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50" name="Equation" r:id="rId5" imgW="799920" imgH="825480" progId="Equation.DSMT4">
                  <p:embed/>
                </p:oleObj>
              </mc:Choice>
              <mc:Fallback>
                <p:oleObj name="Equation" r:id="rId5" imgW="7999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1972" y="364448"/>
                        <a:ext cx="8001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2B4539F7-6BF5-4F9F-B4C5-F9281F3A1FA6}"/>
              </a:ext>
            </a:extLst>
          </p:cNvPr>
          <p:cNvGrpSpPr/>
          <p:nvPr/>
        </p:nvGrpSpPr>
        <p:grpSpPr>
          <a:xfrm>
            <a:off x="2034640" y="1227448"/>
            <a:ext cx="2016224" cy="369332"/>
            <a:chOff x="2008684" y="1547684"/>
            <a:chExt cx="2016224" cy="369332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189195E5-9932-4A4C-AF6B-0A6C28F91DE0}"/>
                </a:ext>
              </a:extLst>
            </p:cNvPr>
            <p:cNvCxnSpPr/>
            <p:nvPr/>
          </p:nvCxnSpPr>
          <p:spPr>
            <a:xfrm>
              <a:off x="2008684" y="1557328"/>
              <a:ext cx="2016224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6C6C1FE-46CB-49D3-ADB3-0A5499AF6826}"/>
                </a:ext>
              </a:extLst>
            </p:cNvPr>
            <p:cNvSpPr/>
            <p:nvPr/>
          </p:nvSpPr>
          <p:spPr>
            <a:xfrm>
              <a:off x="2552480" y="1547684"/>
              <a:ext cx="928631" cy="3693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隐函数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D507A0BF-0917-449F-A9D9-64E7CFA836AE}"/>
              </a:ext>
            </a:extLst>
          </p:cNvPr>
          <p:cNvSpPr/>
          <p:nvPr/>
        </p:nvSpPr>
        <p:spPr>
          <a:xfrm>
            <a:off x="867284" y="19799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E5970EE-C56A-4F94-AEC1-1833049CE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278908"/>
              </p:ext>
            </p:extLst>
          </p:nvPr>
        </p:nvGraphicFramePr>
        <p:xfrm>
          <a:off x="4162425" y="1749963"/>
          <a:ext cx="2692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51" name="Equation" r:id="rId7" imgW="2692080" imgH="825480" progId="Equation.DSMT4">
                  <p:embed/>
                </p:oleObj>
              </mc:Choice>
              <mc:Fallback>
                <p:oleObj name="Equation" r:id="rId7" imgW="26920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62425" y="1749963"/>
                        <a:ext cx="2692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E251B2C6-A6A9-4908-898C-89A67A472340}"/>
              </a:ext>
            </a:extLst>
          </p:cNvPr>
          <p:cNvGrpSpPr/>
          <p:nvPr/>
        </p:nvGrpSpPr>
        <p:grpSpPr>
          <a:xfrm>
            <a:off x="1481568" y="2045686"/>
            <a:ext cx="2398175" cy="347980"/>
            <a:chOff x="1369860" y="2144325"/>
            <a:chExt cx="2398175" cy="347980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BD5B4BA-F3D9-4B97-92CC-F582AE041B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9975356"/>
                </p:ext>
              </p:extLst>
            </p:nvPr>
          </p:nvGraphicFramePr>
          <p:xfrm>
            <a:off x="1369860" y="2144325"/>
            <a:ext cx="660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2" name="Equation" r:id="rId9" imgW="660240" imgH="330120" progId="Equation.DSMT4">
                    <p:embed/>
                  </p:oleObj>
                </mc:Choice>
                <mc:Fallback>
                  <p:oleObj name="Equation" r:id="rId9" imgW="6602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69860" y="2144325"/>
                          <a:ext cx="660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6CCA396-C806-4EF4-BF4E-359E1F4D23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915536"/>
                </p:ext>
              </p:extLst>
            </p:nvPr>
          </p:nvGraphicFramePr>
          <p:xfrm>
            <a:off x="2272942" y="2155755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3" name="Equation" r:id="rId11" imgW="723600" imgH="330120" progId="Equation.DSMT4">
                    <p:embed/>
                  </p:oleObj>
                </mc:Choice>
                <mc:Fallback>
                  <p:oleObj name="Equation" r:id="rId11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72942" y="2155755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6D393052-9B19-4968-B1AF-394DBB268A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223249"/>
                </p:ext>
              </p:extLst>
            </p:nvPr>
          </p:nvGraphicFramePr>
          <p:xfrm>
            <a:off x="3082235" y="2149405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4" name="Equation" r:id="rId13" imgW="685800" imgH="342720" progId="Equation.DSMT4">
                    <p:embed/>
                  </p:oleObj>
                </mc:Choice>
                <mc:Fallback>
                  <p:oleObj name="Equation" r:id="rId13" imgW="685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082235" y="2149405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C80EE76-274C-4CCB-9913-FEC1D563362E}"/>
              </a:ext>
            </a:extLst>
          </p:cNvPr>
          <p:cNvGrpSpPr/>
          <p:nvPr/>
        </p:nvGrpSpPr>
        <p:grpSpPr>
          <a:xfrm>
            <a:off x="755989" y="2687582"/>
            <a:ext cx="5400188" cy="464851"/>
            <a:chOff x="687947" y="2993508"/>
            <a:chExt cx="5400188" cy="46485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34CFB8-0DA2-43A4-AD4E-5CEEFD95BD9C}"/>
                </a:ext>
              </a:extLst>
            </p:cNvPr>
            <p:cNvSpPr/>
            <p:nvPr/>
          </p:nvSpPr>
          <p:spPr>
            <a:xfrm>
              <a:off x="687947" y="2996694"/>
              <a:ext cx="54001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对方程               两边对  求导，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B51EA95-E9B4-4A15-BBEA-A5FED49C2C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7400908"/>
                </p:ext>
              </p:extLst>
            </p:nvPr>
          </p:nvGraphicFramePr>
          <p:xfrm>
            <a:off x="1835696" y="2993508"/>
            <a:ext cx="2095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5" name="Equation" r:id="rId15" imgW="2095200" imgH="406080" progId="Equation.DSMT4">
                    <p:embed/>
                  </p:oleObj>
                </mc:Choice>
                <mc:Fallback>
                  <p:oleObj name="Equation" r:id="rId15" imgW="20952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35696" y="2993508"/>
                          <a:ext cx="2095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3297515-C71F-4658-8BE3-024BCB428A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453778"/>
                </p:ext>
              </p:extLst>
            </p:nvPr>
          </p:nvGraphicFramePr>
          <p:xfrm>
            <a:off x="5015446" y="3115324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6" name="Equation" r:id="rId17" imgW="126720" imgH="241200" progId="Equation.DSMT4">
                    <p:embed/>
                  </p:oleObj>
                </mc:Choice>
                <mc:Fallback>
                  <p:oleObj name="Equation" r:id="rId17" imgW="1267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015446" y="3115324"/>
                          <a:ext cx="1270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0C9A67C-F30C-4AA6-B503-C49D286C1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175210"/>
              </p:ext>
            </p:extLst>
          </p:nvPr>
        </p:nvGraphicFramePr>
        <p:xfrm>
          <a:off x="2265688" y="3104967"/>
          <a:ext cx="346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57" name="Equation" r:id="rId19" imgW="3466800" imgH="736560" progId="Equation.DSMT4">
                  <p:embed/>
                </p:oleObj>
              </mc:Choice>
              <mc:Fallback>
                <p:oleObj name="Equation" r:id="rId19" imgW="3466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65688" y="3104967"/>
                        <a:ext cx="3467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01B7FA24-AA62-46CC-9A63-245B776570F0}"/>
              </a:ext>
            </a:extLst>
          </p:cNvPr>
          <p:cNvGrpSpPr/>
          <p:nvPr/>
        </p:nvGrpSpPr>
        <p:grpSpPr>
          <a:xfrm>
            <a:off x="665144" y="3895836"/>
            <a:ext cx="7268429" cy="825500"/>
            <a:chOff x="687946" y="2847511"/>
            <a:chExt cx="7268429" cy="8255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FB34932-8772-4E4A-9CC0-25B6A8567B4D}"/>
                </a:ext>
              </a:extLst>
            </p:cNvPr>
            <p:cNvSpPr/>
            <p:nvPr/>
          </p:nvSpPr>
          <p:spPr>
            <a:xfrm>
              <a:off x="687946" y="2996694"/>
              <a:ext cx="726842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将         代入上式得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E504FA54-7881-47E3-8EE3-64D596AF74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6856589"/>
                </p:ext>
              </p:extLst>
            </p:nvPr>
          </p:nvGraphicFramePr>
          <p:xfrm>
            <a:off x="1212913" y="3088811"/>
            <a:ext cx="1270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8" name="Equation" r:id="rId21" imgW="1269720" imgH="342720" progId="Equation.DSMT4">
                    <p:embed/>
                  </p:oleObj>
                </mc:Choice>
                <mc:Fallback>
                  <p:oleObj name="Equation" r:id="rId21" imgW="126972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1B51EA95-E9B4-4A15-BBEA-A5FED49C2C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12913" y="3088811"/>
                          <a:ext cx="1270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6C5BDEB-688A-4590-A82C-5D9A24483A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878370"/>
                </p:ext>
              </p:extLst>
            </p:nvPr>
          </p:nvGraphicFramePr>
          <p:xfrm>
            <a:off x="4149500" y="2847511"/>
            <a:ext cx="1231900" cy="825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59" name="Equation" r:id="rId23" imgW="1231560" imgH="825480" progId="Equation.DSMT4">
                    <p:embed/>
                  </p:oleObj>
                </mc:Choice>
                <mc:Fallback>
                  <p:oleObj name="Equation" r:id="rId23" imgW="1231560" imgH="8254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D3297515-C71F-4658-8BE3-024BCB428A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49500" y="2847511"/>
                          <a:ext cx="1231900" cy="825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957358C-DBB1-4687-B181-822045374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019920"/>
              </p:ext>
            </p:extLst>
          </p:nvPr>
        </p:nvGraphicFramePr>
        <p:xfrm>
          <a:off x="6096000" y="3302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60" name="Equation" r:id="rId25" imgW="914400" imgH="306720" progId="Equation.DSMT4">
                  <p:embed/>
                </p:oleObj>
              </mc:Choice>
              <mc:Fallback>
                <p:oleObj name="Equation" r:id="rId25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96000" y="3302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4E1E9641-1DB4-48AF-A887-A9EC8AFAAC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61651"/>
              </p:ext>
            </p:extLst>
          </p:nvPr>
        </p:nvGraphicFramePr>
        <p:xfrm>
          <a:off x="5715860" y="3513851"/>
          <a:ext cx="23368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61" name="Equation" r:id="rId27" imgW="2336760" imgH="1523880" progId="Equation.DSMT4">
                  <p:embed/>
                </p:oleObj>
              </mc:Choice>
              <mc:Fallback>
                <p:oleObj name="Equation" r:id="rId27" imgW="2336760" imgH="1523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715860" y="3513851"/>
                        <a:ext cx="23368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7EE45987-7123-4F76-AD9B-242D23AA4A42}"/>
              </a:ext>
            </a:extLst>
          </p:cNvPr>
          <p:cNvGrpSpPr/>
          <p:nvPr/>
        </p:nvGrpSpPr>
        <p:grpSpPr>
          <a:xfrm>
            <a:off x="4052028" y="1159034"/>
            <a:ext cx="1292376" cy="369332"/>
            <a:chOff x="4026072" y="1479270"/>
            <a:chExt cx="1292376" cy="36933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271D066-912E-4193-9856-6DBED815F954}"/>
                </a:ext>
              </a:extLst>
            </p:cNvPr>
            <p:cNvSpPr/>
            <p:nvPr/>
          </p:nvSpPr>
          <p:spPr>
            <a:xfrm>
              <a:off x="4026072" y="1479270"/>
              <a:ext cx="1292376" cy="369332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371A130-7DC0-4A17-9CDC-D69610A3F2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4378308"/>
                </p:ext>
              </p:extLst>
            </p:nvPr>
          </p:nvGraphicFramePr>
          <p:xfrm>
            <a:off x="4207188" y="1484936"/>
            <a:ext cx="1003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62" name="Equation" r:id="rId29" imgW="1002960" imgH="342720" progId="Equation.DSMT4">
                    <p:embed/>
                  </p:oleObj>
                </mc:Choice>
                <mc:Fallback>
                  <p:oleObj name="Equation" r:id="rId29" imgW="10029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207188" y="1484936"/>
                          <a:ext cx="1003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873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8B032DE-E6E6-4929-8355-3F15734941D8}"/>
              </a:ext>
            </a:extLst>
          </p:cNvPr>
          <p:cNvSpPr txBox="1">
            <a:spLocks noChangeArrowheads="1"/>
          </p:cNvSpPr>
          <p:nvPr/>
        </p:nvSpPr>
        <p:spPr>
          <a:xfrm>
            <a:off x="826913" y="248798"/>
            <a:ext cx="6727825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抛射体运动轨迹的参数方程为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E6A3846-A42F-40E5-94FF-277463741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086118"/>
              </p:ext>
            </p:extLst>
          </p:nvPr>
        </p:nvGraphicFramePr>
        <p:xfrm>
          <a:off x="6183934" y="140971"/>
          <a:ext cx="99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96" name="Equation" r:id="rId4" imgW="990360" imgH="380880" progId="Equation.DSMT4">
                  <p:embed/>
                </p:oleObj>
              </mc:Choice>
              <mc:Fallback>
                <p:oleObj name="Equation" r:id="rId4" imgW="990360" imgH="380880" progId="Equation.DSMT4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2ACE7A55-8901-4E79-A9DD-F04F38D46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934" y="140971"/>
                        <a:ext cx="990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D95694C-803F-4A51-BB69-A3652D7F4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71" y="824123"/>
            <a:ext cx="6077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求抛射体在时刻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的运动速度的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大小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方向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8">
            <a:extLst>
              <a:ext uri="{FF2B5EF4-FFF2-40B4-BE49-F238E27FC236}">
                <a16:creationId xmlns:a16="http://schemas.microsoft.com/office/drawing/2014/main" id="{AE44E78A-3524-48F6-A594-06B734FEA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039918"/>
              </p:ext>
            </p:extLst>
          </p:nvPr>
        </p:nvGraphicFramePr>
        <p:xfrm>
          <a:off x="6208416" y="503018"/>
          <a:ext cx="186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097" name="Equation" r:id="rId6" imgW="1866600" imgH="419040" progId="Equation.DSMT4">
                  <p:embed/>
                </p:oleObj>
              </mc:Choice>
              <mc:Fallback>
                <p:oleObj name="Equation" r:id="rId6" imgW="1866600" imgH="419040" progId="Equation.DSMT4">
                  <p:embed/>
                  <p:pic>
                    <p:nvPicPr>
                      <p:cNvPr id="40988" name="Object 28">
                        <a:extLst>
                          <a:ext uri="{FF2B5EF4-FFF2-40B4-BE49-F238E27FC236}">
                            <a16:creationId xmlns:a16="http://schemas.microsoft.com/office/drawing/2014/main" id="{D1366EFF-53C7-4F57-9980-1424FBA289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416" y="503018"/>
                        <a:ext cx="1866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29">
            <a:extLst>
              <a:ext uri="{FF2B5EF4-FFF2-40B4-BE49-F238E27FC236}">
                <a16:creationId xmlns:a16="http://schemas.microsoft.com/office/drawing/2014/main" id="{257D98C9-2743-4A72-AB6A-9F0F5D13C6C0}"/>
              </a:ext>
            </a:extLst>
          </p:cNvPr>
          <p:cNvSpPr>
            <a:spLocks/>
          </p:cNvSpPr>
          <p:nvPr/>
        </p:nvSpPr>
        <p:spPr bwMode="auto">
          <a:xfrm>
            <a:off x="6004546" y="229042"/>
            <a:ext cx="179388" cy="611187"/>
          </a:xfrm>
          <a:prstGeom prst="leftBrace">
            <a:avLst>
              <a:gd name="adj1" fmla="val 283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258C6A1-B131-40A0-9444-792A9F2A6E18}"/>
              </a:ext>
            </a:extLst>
          </p:cNvPr>
          <p:cNvGrpSpPr/>
          <p:nvPr/>
        </p:nvGrpSpPr>
        <p:grpSpPr>
          <a:xfrm>
            <a:off x="6804248" y="2653894"/>
            <a:ext cx="2259013" cy="1651000"/>
            <a:chOff x="6473030" y="3024381"/>
            <a:chExt cx="2259013" cy="1651000"/>
          </a:xfrm>
        </p:grpSpPr>
        <p:sp>
          <p:nvSpPr>
            <p:cNvPr id="7" name="Freeform 23">
              <a:extLst>
                <a:ext uri="{FF2B5EF4-FFF2-40B4-BE49-F238E27FC236}">
                  <a16:creationId xmlns:a16="http://schemas.microsoft.com/office/drawing/2014/main" id="{173B0F82-7FCA-4803-B10B-BBFDB0D9D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2580" y="3300606"/>
              <a:ext cx="1730375" cy="1082675"/>
            </a:xfrm>
            <a:custGeom>
              <a:avLst/>
              <a:gdLst>
                <a:gd name="T0" fmla="*/ 0 w 1344"/>
                <a:gd name="T1" fmla="*/ 840 h 840"/>
                <a:gd name="T2" fmla="*/ 480 w 1344"/>
                <a:gd name="T3" fmla="*/ 120 h 840"/>
                <a:gd name="T4" fmla="*/ 912 w 1344"/>
                <a:gd name="T5" fmla="*/ 120 h 840"/>
                <a:gd name="T6" fmla="*/ 1344 w 1344"/>
                <a:gd name="T7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840">
                  <a:moveTo>
                    <a:pt x="0" y="840"/>
                  </a:moveTo>
                  <a:cubicBezTo>
                    <a:pt x="164" y="540"/>
                    <a:pt x="328" y="240"/>
                    <a:pt x="480" y="120"/>
                  </a:cubicBezTo>
                  <a:cubicBezTo>
                    <a:pt x="632" y="0"/>
                    <a:pt x="768" y="0"/>
                    <a:pt x="912" y="120"/>
                  </a:cubicBezTo>
                  <a:cubicBezTo>
                    <a:pt x="1056" y="240"/>
                    <a:pt x="1272" y="720"/>
                    <a:pt x="1344" y="840"/>
                  </a:cubicBezTo>
                </a:path>
              </a:pathLst>
            </a:custGeom>
            <a:noFill/>
            <a:ln w="15875" cmpd="sng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24">
              <a:extLst>
                <a:ext uri="{FF2B5EF4-FFF2-40B4-BE49-F238E27FC236}">
                  <a16:creationId xmlns:a16="http://schemas.microsoft.com/office/drawing/2014/main" id="{845493A7-0547-4682-A6B5-1758D147A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82605" y="3024381"/>
              <a:ext cx="1047750" cy="6794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19D93701-FABC-451C-A84E-18C88BF34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2818" y="3426019"/>
              <a:ext cx="11112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rc 26">
              <a:extLst>
                <a:ext uri="{FF2B5EF4-FFF2-40B4-BE49-F238E27FC236}">
                  <a16:creationId xmlns:a16="http://schemas.microsoft.com/office/drawing/2014/main" id="{53D906B8-07E1-40A9-B364-BE7405733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818" y="3270444"/>
              <a:ext cx="260350" cy="157162"/>
            </a:xfrm>
            <a:custGeom>
              <a:avLst/>
              <a:gdLst>
                <a:gd name="G0" fmla="+- 0 0 0"/>
                <a:gd name="G1" fmla="+- 13145 0 0"/>
                <a:gd name="G2" fmla="+- 21600 0 0"/>
                <a:gd name="T0" fmla="*/ 17140 w 21600"/>
                <a:gd name="T1" fmla="*/ 0 h 13145"/>
                <a:gd name="T2" fmla="*/ 21600 w 21600"/>
                <a:gd name="T3" fmla="*/ 13145 h 13145"/>
                <a:gd name="T4" fmla="*/ 0 w 21600"/>
                <a:gd name="T5" fmla="*/ 13145 h 13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3145" fill="none" extrusionOk="0">
                  <a:moveTo>
                    <a:pt x="17139" y="0"/>
                  </a:moveTo>
                  <a:cubicBezTo>
                    <a:pt x="20032" y="3771"/>
                    <a:pt x="21600" y="8391"/>
                    <a:pt x="21600" y="13145"/>
                  </a:cubicBezTo>
                </a:path>
                <a:path w="21600" h="13145" stroke="0" extrusionOk="0">
                  <a:moveTo>
                    <a:pt x="17139" y="0"/>
                  </a:moveTo>
                  <a:cubicBezTo>
                    <a:pt x="20032" y="3771"/>
                    <a:pt x="21600" y="8391"/>
                    <a:pt x="21600" y="13145"/>
                  </a:cubicBezTo>
                  <a:lnTo>
                    <a:pt x="0" y="13145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" name="Object 27">
              <a:extLst>
                <a:ext uri="{FF2B5EF4-FFF2-40B4-BE49-F238E27FC236}">
                  <a16:creationId xmlns:a16="http://schemas.microsoft.com/office/drawing/2014/main" id="{19110863-9FFF-4D17-A034-5CD245C7D9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0554371"/>
                </p:ext>
              </p:extLst>
            </p:nvPr>
          </p:nvGraphicFramePr>
          <p:xfrm>
            <a:off x="7702550" y="3189288"/>
            <a:ext cx="214313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098" name="Equation" r:id="rId8" imgW="215640" imgH="190440" progId="Equation.DSMT4">
                    <p:embed/>
                  </p:oleObj>
                </mc:Choice>
                <mc:Fallback>
                  <p:oleObj name="Equation" r:id="rId8" imgW="215640" imgH="190440" progId="Equation.DSMT4">
                    <p:embed/>
                    <p:pic>
                      <p:nvPicPr>
                        <p:cNvPr id="40987" name="Object 27">
                          <a:extLst>
                            <a:ext uri="{FF2B5EF4-FFF2-40B4-BE49-F238E27FC236}">
                              <a16:creationId xmlns:a16="http://schemas.microsoft.com/office/drawing/2014/main" id="{7B9082EA-C4E8-48AC-886B-AB7FC44BB0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2550" y="3189288"/>
                          <a:ext cx="214313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21807076-AD59-4F86-9ED1-217DCB313B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3030" y="3267269"/>
              <a:ext cx="2259013" cy="1408112"/>
              <a:chOff x="4058" y="2969"/>
              <a:chExt cx="1423" cy="887"/>
            </a:xfrm>
          </p:grpSpPr>
          <p:graphicFrame>
            <p:nvGraphicFramePr>
              <p:cNvPr id="13" name="Object 31">
                <a:extLst>
                  <a:ext uri="{FF2B5EF4-FFF2-40B4-BE49-F238E27FC236}">
                    <a16:creationId xmlns:a16="http://schemas.microsoft.com/office/drawing/2014/main" id="{24CA7670-6CE0-4D13-862C-E0D2D184B9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5741634"/>
                  </p:ext>
                </p:extLst>
              </p:nvPr>
            </p:nvGraphicFramePr>
            <p:xfrm>
              <a:off x="4280" y="2973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099" name="Equation" r:id="rId10" imgW="190440" imgH="241200" progId="Equation.DSMT4">
                      <p:embed/>
                    </p:oleObj>
                  </mc:Choice>
                  <mc:Fallback>
                    <p:oleObj name="Equation" r:id="rId10" imgW="190440" imgH="241200" progId="Equation.DSMT4">
                      <p:embed/>
                      <p:pic>
                        <p:nvPicPr>
                          <p:cNvPr id="40991" name="Object 31">
                            <a:extLst>
                              <a:ext uri="{FF2B5EF4-FFF2-40B4-BE49-F238E27FC236}">
                                <a16:creationId xmlns:a16="http://schemas.microsoft.com/office/drawing/2014/main" id="{7322C312-9549-4DA2-9A73-91B26E163D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2973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Line 32">
                <a:extLst>
                  <a:ext uri="{FF2B5EF4-FFF2-40B4-BE49-F238E27FC236}">
                    <a16:creationId xmlns:a16="http://schemas.microsoft.com/office/drawing/2014/main" id="{5979709A-1F0A-41C8-AFAE-3B138A33A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9" y="3669"/>
                <a:ext cx="128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33">
                <a:extLst>
                  <a:ext uri="{FF2B5EF4-FFF2-40B4-BE49-F238E27FC236}">
                    <a16:creationId xmlns:a16="http://schemas.microsoft.com/office/drawing/2014/main" id="{FE7BEAD5-D13D-4E2A-80B5-451D69C48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99" y="2969"/>
                <a:ext cx="0" cy="7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" name="Object 34">
                <a:extLst>
                  <a:ext uri="{FF2B5EF4-FFF2-40B4-BE49-F238E27FC236}">
                    <a16:creationId xmlns:a16="http://schemas.microsoft.com/office/drawing/2014/main" id="{6676D1F8-C956-4495-A0C8-1F6C62AB6F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8654249"/>
                  </p:ext>
                </p:extLst>
              </p:nvPr>
            </p:nvGraphicFramePr>
            <p:xfrm>
              <a:off x="5344" y="3736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100" name="Equation" r:id="rId12" imgW="177480" imgH="190440" progId="Equation.DSMT4">
                      <p:embed/>
                    </p:oleObj>
                  </mc:Choice>
                  <mc:Fallback>
                    <p:oleObj name="Equation" r:id="rId12" imgW="177480" imgH="190440" progId="Equation.DSMT4">
                      <p:embed/>
                      <p:pic>
                        <p:nvPicPr>
                          <p:cNvPr id="40994" name="Object 34">
                            <a:extLst>
                              <a:ext uri="{FF2B5EF4-FFF2-40B4-BE49-F238E27FC236}">
                                <a16:creationId xmlns:a16="http://schemas.microsoft.com/office/drawing/2014/main" id="{299BC69A-7B15-48BD-A0B0-25F91332E0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4" y="3736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35">
                <a:extLst>
                  <a:ext uri="{FF2B5EF4-FFF2-40B4-BE49-F238E27FC236}">
                    <a16:creationId xmlns:a16="http://schemas.microsoft.com/office/drawing/2014/main" id="{9E44C9B4-1AD7-4F03-A8B9-2B11291761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9424419"/>
                  </p:ext>
                </p:extLst>
              </p:nvPr>
            </p:nvGraphicFramePr>
            <p:xfrm>
              <a:off x="4058" y="3672"/>
              <a:ext cx="142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101" name="Equation" r:id="rId14" imgW="228600" imgH="241200" progId="Equation.DSMT4">
                      <p:embed/>
                    </p:oleObj>
                  </mc:Choice>
                  <mc:Fallback>
                    <p:oleObj name="Equation" r:id="rId14" imgW="228600" imgH="241200" progId="Equation.DSMT4">
                      <p:embed/>
                      <p:pic>
                        <p:nvPicPr>
                          <p:cNvPr id="40995" name="Object 35">
                            <a:extLst>
                              <a:ext uri="{FF2B5EF4-FFF2-40B4-BE49-F238E27FC236}">
                                <a16:creationId xmlns:a16="http://schemas.microsoft.com/office/drawing/2014/main" id="{D97D84D1-8D80-4907-9021-C6BFEA5EFAC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8" y="3672"/>
                            <a:ext cx="142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9" name="Text Box 8">
            <a:extLst>
              <a:ext uri="{FF2B5EF4-FFF2-40B4-BE49-F238E27FC236}">
                <a16:creationId xmlns:a16="http://schemas.microsoft.com/office/drawing/2014/main" id="{4332DF65-03CD-4F56-A4DB-989E6E1E5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13" y="1494747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85E9B3E2-9DE7-482F-A395-A945A5215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113" y="1512475"/>
            <a:ext cx="3657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先求速度大小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17F61B10-4ACA-4271-94D2-3D020D878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082" y="2000337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速度的水平分量为</a:t>
            </a:r>
          </a:p>
        </p:txBody>
      </p:sp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109F8F6D-CE83-49E6-94AE-938263175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386392"/>
              </p:ext>
            </p:extLst>
          </p:nvPr>
        </p:nvGraphicFramePr>
        <p:xfrm>
          <a:off x="3543300" y="1931988"/>
          <a:ext cx="876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2" name="Equation" r:id="rId16" imgW="876240" imgH="672840" progId="Equation.DSMT4">
                  <p:embed/>
                </p:oleObj>
              </mc:Choice>
              <mc:Fallback>
                <p:oleObj name="Equation" r:id="rId16" imgW="876240" imgH="672840" progId="Equation.DSMT4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97B73951-6F66-4AF7-B428-A489CDECCA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1931988"/>
                        <a:ext cx="876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8">
            <a:extLst>
              <a:ext uri="{FF2B5EF4-FFF2-40B4-BE49-F238E27FC236}">
                <a16:creationId xmlns:a16="http://schemas.microsoft.com/office/drawing/2014/main" id="{141F1E32-A2EF-4DFD-AE55-FAE1CD736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789" y="2014545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垂直分量为</a:t>
            </a:r>
          </a:p>
        </p:txBody>
      </p:sp>
      <p:graphicFrame>
        <p:nvGraphicFramePr>
          <p:cNvPr id="24" name="Object 9">
            <a:extLst>
              <a:ext uri="{FF2B5EF4-FFF2-40B4-BE49-F238E27FC236}">
                <a16:creationId xmlns:a16="http://schemas.microsoft.com/office/drawing/2014/main" id="{3C74DEFC-D4AC-4989-9717-929C420E5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006490"/>
              </p:ext>
            </p:extLst>
          </p:nvPr>
        </p:nvGraphicFramePr>
        <p:xfrm>
          <a:off x="6188075" y="1911350"/>
          <a:ext cx="1384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3" name="Equation" r:id="rId18" imgW="1384200" imgH="672840" progId="Equation.DSMT4">
                  <p:embed/>
                </p:oleObj>
              </mc:Choice>
              <mc:Fallback>
                <p:oleObj name="Equation" r:id="rId18" imgW="1384200" imgH="672840" progId="Equation.DSMT4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0DFC9A81-A936-47A9-99FA-8C3188CCC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075" y="1911350"/>
                        <a:ext cx="1384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0">
            <a:extLst>
              <a:ext uri="{FF2B5EF4-FFF2-40B4-BE49-F238E27FC236}">
                <a16:creationId xmlns:a16="http://schemas.microsoft.com/office/drawing/2014/main" id="{54FE31FF-B39C-4B19-AC43-E6198A075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13" y="2572257"/>
            <a:ext cx="3214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故抛射体</a:t>
            </a:r>
            <a:r>
              <a:rPr lang="zh-CN" altLang="en-US" sz="2400" b="1" dirty="0">
                <a:solidFill>
                  <a:srgbClr val="FF0000"/>
                </a:solidFill>
              </a:rPr>
              <a:t>速度大小</a:t>
            </a:r>
          </a:p>
        </p:txBody>
      </p: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DC71A42B-6A62-4E27-81C8-0054EF83A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862945"/>
              </p:ext>
            </p:extLst>
          </p:nvPr>
        </p:nvGraphicFramePr>
        <p:xfrm>
          <a:off x="1328937" y="3072516"/>
          <a:ext cx="1993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4" name="Equation" r:id="rId20" imgW="1993680" imgH="749160" progId="Equation.DSMT4">
                  <p:embed/>
                </p:oleObj>
              </mc:Choice>
              <mc:Fallback>
                <p:oleObj name="Equation" r:id="rId20" imgW="1993680" imgH="749160" progId="Equation.DSMT4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9106E34A-DABB-46A7-9B68-C060F5583F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937" y="3072516"/>
                        <a:ext cx="1993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>
            <a:extLst>
              <a:ext uri="{FF2B5EF4-FFF2-40B4-BE49-F238E27FC236}">
                <a16:creationId xmlns:a16="http://schemas.microsoft.com/office/drawing/2014/main" id="{1BBC91B1-8BF8-4945-964A-E978E732D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22320"/>
              </p:ext>
            </p:extLst>
          </p:nvPr>
        </p:nvGraphicFramePr>
        <p:xfrm>
          <a:off x="3330457" y="3196335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5" name="Equation" r:id="rId22" imgW="1917360" imgH="431640" progId="Equation.DSMT4">
                  <p:embed/>
                </p:oleObj>
              </mc:Choice>
              <mc:Fallback>
                <p:oleObj name="Equation" r:id="rId22" imgW="1917360" imgH="431640" progId="Equation.DSMT4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C80C543A-F0DB-4369-AD63-AE5E0CCE9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457" y="3196335"/>
                        <a:ext cx="191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3">
            <a:extLst>
              <a:ext uri="{FF2B5EF4-FFF2-40B4-BE49-F238E27FC236}">
                <a16:creationId xmlns:a16="http://schemas.microsoft.com/office/drawing/2014/main" id="{D7056722-8869-416F-877F-3B0A148B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57" y="3805073"/>
            <a:ext cx="23796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再求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速度方向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2D484506-91BB-4004-83DC-920DB25A0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496" y="3832754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即轨迹的切线方向</a:t>
            </a:r>
            <a:r>
              <a:rPr lang="en-US" altLang="zh-CN" sz="2400" b="1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graphicFrame>
        <p:nvGraphicFramePr>
          <p:cNvPr id="31" name="Object 16">
            <a:extLst>
              <a:ext uri="{FF2B5EF4-FFF2-40B4-BE49-F238E27FC236}">
                <a16:creationId xmlns:a16="http://schemas.microsoft.com/office/drawing/2014/main" id="{5CD72217-2433-477A-B99A-FFAF1575F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059018"/>
              </p:ext>
            </p:extLst>
          </p:nvPr>
        </p:nvGraphicFramePr>
        <p:xfrm>
          <a:off x="1475461" y="4569626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6" name="Equation" r:id="rId24" imgW="761760" imgH="228600" progId="Equation.DSMT4">
                  <p:embed/>
                </p:oleObj>
              </mc:Choice>
              <mc:Fallback>
                <p:oleObj name="Equation" r:id="rId24" imgW="761760" imgH="228600" progId="Equation.DSMT4">
                  <p:embed/>
                  <p:pic>
                    <p:nvPicPr>
                      <p:cNvPr id="40976" name="Object 16">
                        <a:extLst>
                          <a:ext uri="{FF2B5EF4-FFF2-40B4-BE49-F238E27FC236}">
                            <a16:creationId xmlns:a16="http://schemas.microsoft.com/office/drawing/2014/main" id="{56C40B40-D902-4000-A9DC-AAC56C90D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461" y="4569626"/>
                        <a:ext cx="762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7">
            <a:extLst>
              <a:ext uri="{FF2B5EF4-FFF2-40B4-BE49-F238E27FC236}">
                <a16:creationId xmlns:a16="http://schemas.microsoft.com/office/drawing/2014/main" id="{D96C3D55-A394-45C2-AD1E-DA4A7EB98C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091853"/>
              </p:ext>
            </p:extLst>
          </p:nvPr>
        </p:nvGraphicFramePr>
        <p:xfrm>
          <a:off x="2324659" y="4375091"/>
          <a:ext cx="546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07" name="Equation" r:id="rId26" imgW="545760" imgH="672840" progId="Equation.DSMT4">
                  <p:embed/>
                </p:oleObj>
              </mc:Choice>
              <mc:Fallback>
                <p:oleObj name="Equation" r:id="rId26" imgW="545760" imgH="672840" progId="Equation.DSMT4">
                  <p:embed/>
                  <p:pic>
                    <p:nvPicPr>
                      <p:cNvPr id="40977" name="Object 17">
                        <a:extLst>
                          <a:ext uri="{FF2B5EF4-FFF2-40B4-BE49-F238E27FC236}">
                            <a16:creationId xmlns:a16="http://schemas.microsoft.com/office/drawing/2014/main" id="{5A042807-C708-4A1F-BB36-520D0C1DD8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659" y="4375091"/>
                        <a:ext cx="546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E5D39DB6-96E1-4334-9A08-992F159C24F8}"/>
              </a:ext>
            </a:extLst>
          </p:cNvPr>
          <p:cNvGrpSpPr/>
          <p:nvPr/>
        </p:nvGrpSpPr>
        <p:grpSpPr>
          <a:xfrm>
            <a:off x="2956523" y="4375091"/>
            <a:ext cx="827671" cy="642763"/>
            <a:chOff x="2952885" y="4413063"/>
            <a:chExt cx="827671" cy="642763"/>
          </a:xfrm>
        </p:grpSpPr>
        <p:graphicFrame>
          <p:nvGraphicFramePr>
            <p:cNvPr id="33" name="Object 18">
              <a:extLst>
                <a:ext uri="{FF2B5EF4-FFF2-40B4-BE49-F238E27FC236}">
                  <a16:creationId xmlns:a16="http://schemas.microsoft.com/office/drawing/2014/main" id="{9763D62B-CAB7-4201-8500-236823BA19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5141574"/>
                </p:ext>
              </p:extLst>
            </p:nvPr>
          </p:nvGraphicFramePr>
          <p:xfrm>
            <a:off x="2952885" y="4418012"/>
            <a:ext cx="307975" cy="60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108" name="Equation" r:id="rId28" imgW="342720" imgH="672840" progId="Equation.DSMT4">
                    <p:embed/>
                  </p:oleObj>
                </mc:Choice>
                <mc:Fallback>
                  <p:oleObj name="Equation" r:id="rId28" imgW="342720" imgH="672840" progId="Equation.DSMT4">
                    <p:embed/>
                    <p:pic>
                      <p:nvPicPr>
                        <p:cNvPr id="40978" name="Object 18">
                          <a:extLst>
                            <a:ext uri="{FF2B5EF4-FFF2-40B4-BE49-F238E27FC236}">
                              <a16:creationId xmlns:a16="http://schemas.microsoft.com/office/drawing/2014/main" id="{022C73CC-7F63-4403-8E19-FAC7C0B25A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2885" y="4418012"/>
                          <a:ext cx="307975" cy="606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19">
              <a:extLst>
                <a:ext uri="{FF2B5EF4-FFF2-40B4-BE49-F238E27FC236}">
                  <a16:creationId xmlns:a16="http://schemas.microsoft.com/office/drawing/2014/main" id="{F39C51FC-3E7C-4BCA-9D25-A293273EC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0222" y="4413063"/>
              <a:ext cx="243909" cy="642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" name="Object 20">
              <a:extLst>
                <a:ext uri="{FF2B5EF4-FFF2-40B4-BE49-F238E27FC236}">
                  <a16:creationId xmlns:a16="http://schemas.microsoft.com/office/drawing/2014/main" id="{3F3C0563-29B5-4549-BBD8-25DC5CBC6C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8247720"/>
                </p:ext>
              </p:extLst>
            </p:nvPr>
          </p:nvGraphicFramePr>
          <p:xfrm>
            <a:off x="3485281" y="4420436"/>
            <a:ext cx="295275" cy="60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109" name="Equation" r:id="rId30" imgW="330120" imgH="672840" progId="Equation.DSMT4">
                    <p:embed/>
                  </p:oleObj>
                </mc:Choice>
                <mc:Fallback>
                  <p:oleObj name="Equation" r:id="rId30" imgW="330120" imgH="672840" progId="Equation.DSMT4">
                    <p:embed/>
                    <p:pic>
                      <p:nvPicPr>
                        <p:cNvPr id="40980" name="Object 20">
                          <a:extLst>
                            <a:ext uri="{FF2B5EF4-FFF2-40B4-BE49-F238E27FC236}">
                              <a16:creationId xmlns:a16="http://schemas.microsoft.com/office/drawing/2014/main" id="{63863A4D-5CD5-4578-92E0-0DE441AB30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5281" y="4420436"/>
                          <a:ext cx="295275" cy="606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1">
            <a:extLst>
              <a:ext uri="{FF2B5EF4-FFF2-40B4-BE49-F238E27FC236}">
                <a16:creationId xmlns:a16="http://schemas.microsoft.com/office/drawing/2014/main" id="{4117E74A-F9E4-4596-86B4-7C403F36F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301230"/>
              </p:ext>
            </p:extLst>
          </p:nvPr>
        </p:nvGraphicFramePr>
        <p:xfrm>
          <a:off x="3877282" y="4413063"/>
          <a:ext cx="1016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10" name="Equation" r:id="rId32" imgW="1015920" imgH="672840" progId="Equation.DSMT4">
                  <p:embed/>
                </p:oleObj>
              </mc:Choice>
              <mc:Fallback>
                <p:oleObj name="Equation" r:id="rId32" imgW="1015920" imgH="672840" progId="Equation.DSMT4">
                  <p:embed/>
                  <p:pic>
                    <p:nvPicPr>
                      <p:cNvPr id="40981" name="Object 21">
                        <a:extLst>
                          <a:ext uri="{FF2B5EF4-FFF2-40B4-BE49-F238E27FC236}">
                            <a16:creationId xmlns:a16="http://schemas.microsoft.com/office/drawing/2014/main" id="{366CA36E-A3C5-4A23-9682-7600D695D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282" y="4413063"/>
                        <a:ext cx="1016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81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/>
      <p:bldP spid="25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E9EAD85-C094-461D-AF74-77D7C7BC4DBE}"/>
              </a:ext>
            </a:extLst>
          </p:cNvPr>
          <p:cNvGrpSpPr/>
          <p:nvPr/>
        </p:nvGrpSpPr>
        <p:grpSpPr>
          <a:xfrm>
            <a:off x="683568" y="411510"/>
            <a:ext cx="7601592" cy="723900"/>
            <a:chOff x="609600" y="919806"/>
            <a:chExt cx="7601592" cy="723900"/>
          </a:xfrm>
        </p:grpSpPr>
        <p:sp>
          <p:nvSpPr>
            <p:cNvPr id="2" name="Text Box 5">
              <a:extLst>
                <a:ext uri="{FF2B5EF4-FFF2-40B4-BE49-F238E27FC236}">
                  <a16:creationId xmlns:a16="http://schemas.microsoft.com/office/drawing/2014/main" id="{5C39010E-C47C-4106-8DC1-7C14FE61F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1050925"/>
              <a:ext cx="2162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5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求螺线</a:t>
              </a:r>
            </a:p>
          </p:txBody>
        </p:sp>
        <p:graphicFrame>
          <p:nvGraphicFramePr>
            <p:cNvPr id="3" name="Object 6">
              <a:extLst>
                <a:ext uri="{FF2B5EF4-FFF2-40B4-BE49-F238E27FC236}">
                  <a16:creationId xmlns:a16="http://schemas.microsoft.com/office/drawing/2014/main" id="{3EED1E17-963C-4F14-A98F-D018E147D2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9990138"/>
                </p:ext>
              </p:extLst>
            </p:nvPr>
          </p:nvGraphicFramePr>
          <p:xfrm>
            <a:off x="2300932" y="1116309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18" name="Equation" r:id="rId4" imgW="723600" imgH="330120" progId="Equation.DSMT4">
                    <p:embed/>
                  </p:oleObj>
                </mc:Choice>
                <mc:Fallback>
                  <p:oleObj name="Equation" r:id="rId4" imgW="723600" imgH="330120" progId="Equation.DSMT4">
                    <p:embed/>
                    <p:pic>
                      <p:nvPicPr>
                        <p:cNvPr id="3" name="Object 6">
                          <a:extLst>
                            <a:ext uri="{FF2B5EF4-FFF2-40B4-BE49-F238E27FC236}">
                              <a16:creationId xmlns:a16="http://schemas.microsoft.com/office/drawing/2014/main" id="{3EED1E17-963C-4F14-A98F-D018E147D2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0932" y="1116309"/>
                          <a:ext cx="7239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62E868FB-F7DB-450A-9095-04126D5E4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442" y="1050924"/>
              <a:ext cx="1676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在对应于</a:t>
              </a:r>
            </a:p>
          </p:txBody>
        </p:sp>
        <p:sp>
          <p:nvSpPr>
            <p:cNvPr id="5" name="Text Box 10">
              <a:extLst>
                <a:ext uri="{FF2B5EF4-FFF2-40B4-BE49-F238E27FC236}">
                  <a16:creationId xmlns:a16="http://schemas.microsoft.com/office/drawing/2014/main" id="{D3D09856-CB81-427E-8834-95FE37A3A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0792" y="1038158"/>
              <a:ext cx="3200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的点处的切线方程</a:t>
              </a:r>
              <a:r>
                <a:rPr lang="en-US" altLang="zh-CN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6" name="Object 8">
              <a:extLst>
                <a:ext uri="{FF2B5EF4-FFF2-40B4-BE49-F238E27FC236}">
                  <a16:creationId xmlns:a16="http://schemas.microsoft.com/office/drawing/2014/main" id="{3912F826-9626-4D2D-8B39-210A116B14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6306618"/>
                </p:ext>
              </p:extLst>
            </p:nvPr>
          </p:nvGraphicFramePr>
          <p:xfrm>
            <a:off x="4286892" y="919806"/>
            <a:ext cx="723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19" name="Equation" r:id="rId6" imgW="723600" imgH="723600" progId="Equation.DSMT4">
                    <p:embed/>
                  </p:oleObj>
                </mc:Choice>
                <mc:Fallback>
                  <p:oleObj name="Equation" r:id="rId6" imgW="723600" imgH="723600" progId="Equation.DSMT4">
                    <p:embed/>
                    <p:pic>
                      <p:nvPicPr>
                        <p:cNvPr id="6" name="Object 8">
                          <a:extLst>
                            <a:ext uri="{FF2B5EF4-FFF2-40B4-BE49-F238E27FC236}">
                              <a16:creationId xmlns:a16="http://schemas.microsoft.com/office/drawing/2014/main" id="{3912F826-9626-4D2D-8B39-210A116B14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892" y="919806"/>
                          <a:ext cx="7239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阿基米德螺线.avi">
            <a:hlinkClick r:id="" action="ppaction://media"/>
            <a:extLst>
              <a:ext uri="{FF2B5EF4-FFF2-40B4-BE49-F238E27FC236}">
                <a16:creationId xmlns:a16="http://schemas.microsoft.com/office/drawing/2014/main" id="{7142CFC9-2975-4E24-946B-837E2D34262E}"/>
              </a:ext>
            </a:extLst>
          </p:cNvPr>
          <p:cNvPicPr>
            <a:picLocks noChangeAspect="1" noChangeArrowheads="1"/>
          </p:cNvPicPr>
          <p:nvPr>
            <a:videoFile r:link="rId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672" y="1735485"/>
            <a:ext cx="1971675" cy="1695450"/>
          </a:xfrm>
          <a:prstGeom prst="rect">
            <a:avLst/>
          </a:prstGeom>
          <a:noFill/>
          <a:ln w="9525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11">
            <a:extLst>
              <a:ext uri="{FF2B5EF4-FFF2-40B4-BE49-F238E27FC236}">
                <a16:creationId xmlns:a16="http://schemas.microsoft.com/office/drawing/2014/main" id="{D9DF95CE-A35D-41FC-B313-5A6E20AFB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85" y="1454934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化为参数方程</a:t>
            </a: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B171E956-040B-485A-8343-853D1E178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436497"/>
              </p:ext>
            </p:extLst>
          </p:nvPr>
        </p:nvGraphicFramePr>
        <p:xfrm>
          <a:off x="3565525" y="1311275"/>
          <a:ext cx="134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0" name="Equation" r:id="rId9" imgW="1346040" imgH="812520" progId="Equation.DSMT4">
                  <p:embed/>
                </p:oleObj>
              </mc:Choice>
              <mc:Fallback>
                <p:oleObj name="Equation" r:id="rId9" imgW="1346040" imgH="812520" progId="Equation.DSMT4">
                  <p:embed/>
                  <p:pic>
                    <p:nvPicPr>
                      <p:cNvPr id="18444" name="Object 12">
                        <a:extLst>
                          <a:ext uri="{FF2B5EF4-FFF2-40B4-BE49-F238E27FC236}">
                            <a16:creationId xmlns:a16="http://schemas.microsoft.com/office/drawing/2014/main" id="{AA6D188E-0EEA-403C-BB18-9EE26DBB8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525" y="1311275"/>
                        <a:ext cx="1346200" cy="8128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77910CF2-D6B0-4B29-86AC-D025DA5C4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276510"/>
              </p:ext>
            </p:extLst>
          </p:nvPr>
        </p:nvGraphicFramePr>
        <p:xfrm>
          <a:off x="4951413" y="1157706"/>
          <a:ext cx="1295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1" name="Equation" r:id="rId11" imgW="1295280" imgH="533160" progId="Equation.DSMT4">
                  <p:embed/>
                </p:oleObj>
              </mc:Choice>
              <mc:Fallback>
                <p:oleObj name="Equation" r:id="rId11" imgW="1295280" imgH="533160" progId="Equation.DSMT4">
                  <p:embed/>
                  <p:pic>
                    <p:nvPicPr>
                      <p:cNvPr id="18445" name="Object 13">
                        <a:extLst>
                          <a:ext uri="{FF2B5EF4-FFF2-40B4-BE49-F238E27FC236}">
                            <a16:creationId xmlns:a16="http://schemas.microsoft.com/office/drawing/2014/main" id="{33826A91-B520-4EDA-B242-81FD99EC3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1157706"/>
                        <a:ext cx="1295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6C6B7C26-7CAF-431C-84E2-3F77B2008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808533"/>
              </p:ext>
            </p:extLst>
          </p:nvPr>
        </p:nvGraphicFramePr>
        <p:xfrm>
          <a:off x="4951413" y="1675673"/>
          <a:ext cx="124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2" name="Equation" r:id="rId13" imgW="1244520" imgH="533160" progId="Equation.DSMT4">
                  <p:embed/>
                </p:oleObj>
              </mc:Choice>
              <mc:Fallback>
                <p:oleObj name="Equation" r:id="rId13" imgW="1244520" imgH="533160" progId="Equation.DSMT4">
                  <p:embed/>
                  <p:pic>
                    <p:nvPicPr>
                      <p:cNvPr id="18446" name="Object 14">
                        <a:extLst>
                          <a:ext uri="{FF2B5EF4-FFF2-40B4-BE49-F238E27FC236}">
                            <a16:creationId xmlns:a16="http://schemas.microsoft.com/office/drawing/2014/main" id="{AF367B60-C5C6-4626-8176-AE76BBFDB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1675673"/>
                        <a:ext cx="124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C1A8BFF3-0FC2-4652-881A-C77268F8C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335511"/>
              </p:ext>
            </p:extLst>
          </p:nvPr>
        </p:nvGraphicFramePr>
        <p:xfrm>
          <a:off x="1447168" y="2334338"/>
          <a:ext cx="635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3" name="Equation" r:id="rId15" imgW="634680" imgH="799920" progId="Equation.DSMT4">
                  <p:embed/>
                </p:oleObj>
              </mc:Choice>
              <mc:Fallback>
                <p:oleObj name="Equation" r:id="rId15" imgW="634680" imgH="799920" progId="Equation.DSMT4">
                  <p:embed/>
                  <p:pic>
                    <p:nvPicPr>
                      <p:cNvPr id="18447" name="Object 15">
                        <a:extLst>
                          <a:ext uri="{FF2B5EF4-FFF2-40B4-BE49-F238E27FC236}">
                            <a16:creationId xmlns:a16="http://schemas.microsoft.com/office/drawing/2014/main" id="{56E42E05-1898-4EC2-ABAB-6E138757D2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168" y="2334338"/>
                        <a:ext cx="635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6">
            <a:extLst>
              <a:ext uri="{FF2B5EF4-FFF2-40B4-BE49-F238E27FC236}">
                <a16:creationId xmlns:a16="http://schemas.microsoft.com/office/drawing/2014/main" id="{C53D71F8-3E18-4701-A9B3-19B5EAF6EE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9175" y="2145903"/>
            <a:ext cx="5334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5CA92864-673B-4E19-B901-C55EF8F21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753896"/>
              </p:ext>
            </p:extLst>
          </p:nvPr>
        </p:nvGraphicFramePr>
        <p:xfrm>
          <a:off x="2180058" y="1985088"/>
          <a:ext cx="422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4" name="Equation" r:id="rId17" imgW="444240" imgH="736560" progId="Equation.DSMT4">
                  <p:embed/>
                </p:oleObj>
              </mc:Choice>
              <mc:Fallback>
                <p:oleObj name="Equation" r:id="rId17" imgW="444240" imgH="736560" progId="Equation.DSMT4">
                  <p:embed/>
                  <p:pic>
                    <p:nvPicPr>
                      <p:cNvPr id="18449" name="Object 17">
                        <a:extLst>
                          <a:ext uri="{FF2B5EF4-FFF2-40B4-BE49-F238E27FC236}">
                            <a16:creationId xmlns:a16="http://schemas.microsoft.com/office/drawing/2014/main" id="{EE3D52C8-FA1A-4EA1-A0FD-DF41FEA834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058" y="1985088"/>
                        <a:ext cx="4222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D8D44462-5A05-4DA6-B1CC-BBBBA3E5FA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301005"/>
              </p:ext>
            </p:extLst>
          </p:nvPr>
        </p:nvGraphicFramePr>
        <p:xfrm>
          <a:off x="2759295" y="2457678"/>
          <a:ext cx="37465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5" name="Equation" r:id="rId19" imgW="393480" imgH="799920" progId="Equation.DSMT4">
                  <p:embed/>
                </p:oleObj>
              </mc:Choice>
              <mc:Fallback>
                <p:oleObj name="Equation" r:id="rId19" imgW="393480" imgH="799920" progId="Equation.DSMT4">
                  <p:embed/>
                  <p:pic>
                    <p:nvPicPr>
                      <p:cNvPr id="18450" name="Object 18">
                        <a:extLst>
                          <a:ext uri="{FF2B5EF4-FFF2-40B4-BE49-F238E27FC236}">
                            <a16:creationId xmlns:a16="http://schemas.microsoft.com/office/drawing/2014/main" id="{6143DACF-04E6-4EB6-9642-7F6893D035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295" y="2457678"/>
                        <a:ext cx="37465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>
            <a:extLst>
              <a:ext uri="{FF2B5EF4-FFF2-40B4-BE49-F238E27FC236}">
                <a16:creationId xmlns:a16="http://schemas.microsoft.com/office/drawing/2014/main" id="{C76F6E2D-4F40-4D85-81E3-66122FE7D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438455"/>
              </p:ext>
            </p:extLst>
          </p:nvPr>
        </p:nvGraphicFramePr>
        <p:xfrm>
          <a:off x="3319463" y="2343150"/>
          <a:ext cx="2082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6" name="Equation" r:id="rId21" imgW="2082600" imgH="723600" progId="Equation.DSMT4">
                  <p:embed/>
                </p:oleObj>
              </mc:Choice>
              <mc:Fallback>
                <p:oleObj name="Equation" r:id="rId21" imgW="2082600" imgH="723600" progId="Equation.DSMT4">
                  <p:embed/>
                  <p:pic>
                    <p:nvPicPr>
                      <p:cNvPr id="18451" name="Object 19">
                        <a:extLst>
                          <a:ext uri="{FF2B5EF4-FFF2-40B4-BE49-F238E27FC236}">
                            <a16:creationId xmlns:a16="http://schemas.microsoft.com/office/drawing/2014/main" id="{1B64B1F4-C4D4-41ED-8CEB-47BFD3C2EC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2343150"/>
                        <a:ext cx="2082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0">
            <a:extLst>
              <a:ext uri="{FF2B5EF4-FFF2-40B4-BE49-F238E27FC236}">
                <a16:creationId xmlns:a16="http://schemas.microsoft.com/office/drawing/2014/main" id="{1B63257B-BB06-4B4D-B97C-5FE390B8B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957428"/>
              </p:ext>
            </p:extLst>
          </p:nvPr>
        </p:nvGraphicFramePr>
        <p:xfrm>
          <a:off x="3597539" y="2818575"/>
          <a:ext cx="168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7" name="Equation" r:id="rId23" imgW="1688760" imgH="279360" progId="Equation.DSMT4">
                  <p:embed/>
                </p:oleObj>
              </mc:Choice>
              <mc:Fallback>
                <p:oleObj name="Equation" r:id="rId23" imgW="1688760" imgH="279360" progId="Equation.DSMT4">
                  <p:embed/>
                  <p:pic>
                    <p:nvPicPr>
                      <p:cNvPr id="18452" name="Object 20">
                        <a:extLst>
                          <a:ext uri="{FF2B5EF4-FFF2-40B4-BE49-F238E27FC236}">
                            <a16:creationId xmlns:a16="http://schemas.microsoft.com/office/drawing/2014/main" id="{3FD1A048-F95A-4321-A344-A36928201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539" y="2818575"/>
                        <a:ext cx="168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72">
            <a:extLst>
              <a:ext uri="{FF2B5EF4-FFF2-40B4-BE49-F238E27FC236}">
                <a16:creationId xmlns:a16="http://schemas.microsoft.com/office/drawing/2014/main" id="{CEEFE9DB-F91A-4EF3-BAC4-D69368651803}"/>
              </a:ext>
            </a:extLst>
          </p:cNvPr>
          <p:cNvSpPr>
            <a:spLocks/>
          </p:cNvSpPr>
          <p:nvPr/>
        </p:nvSpPr>
        <p:spPr bwMode="auto">
          <a:xfrm>
            <a:off x="3331406" y="135448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8CEB086-4CFD-48EE-9509-64A327F10E4E}"/>
              </a:ext>
            </a:extLst>
          </p:cNvPr>
          <p:cNvCxnSpPr/>
          <p:nvPr/>
        </p:nvCxnSpPr>
        <p:spPr>
          <a:xfrm>
            <a:off x="2602333" y="451596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21">
            <a:extLst>
              <a:ext uri="{FF2B5EF4-FFF2-40B4-BE49-F238E27FC236}">
                <a16:creationId xmlns:a16="http://schemas.microsoft.com/office/drawing/2014/main" id="{C17E8AEE-9FF4-48C3-AA79-679AFA3BE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91" y="3256479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</a:p>
        </p:txBody>
      </p:sp>
      <p:sp>
        <p:nvSpPr>
          <p:cNvPr id="43" name="Text Box 23">
            <a:extLst>
              <a:ext uri="{FF2B5EF4-FFF2-40B4-BE49-F238E27FC236}">
                <a16:creationId xmlns:a16="http://schemas.microsoft.com/office/drawing/2014/main" id="{EE0CB1D9-C105-4225-B797-5188D7C17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118" y="3224667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时对应点</a:t>
            </a: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id="{881EFC2F-7DF1-4FC1-BC9F-7640BF49C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38" y="4097487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斜率</a:t>
            </a:r>
          </a:p>
        </p:txBody>
      </p:sp>
      <p:graphicFrame>
        <p:nvGraphicFramePr>
          <p:cNvPr id="45" name="Object 26">
            <a:extLst>
              <a:ext uri="{FF2B5EF4-FFF2-40B4-BE49-F238E27FC236}">
                <a16:creationId xmlns:a16="http://schemas.microsoft.com/office/drawing/2014/main" id="{F8AEAE01-50D4-41AB-90A6-700AC3FC6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545003"/>
              </p:ext>
            </p:extLst>
          </p:nvPr>
        </p:nvGraphicFramePr>
        <p:xfrm>
          <a:off x="1534591" y="3975781"/>
          <a:ext cx="91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8" name="Equation" r:id="rId25" imgW="914400" imgH="736560" progId="Equation.DSMT4">
                  <p:embed/>
                </p:oleObj>
              </mc:Choice>
              <mc:Fallback>
                <p:oleObj name="Equation" r:id="rId25" imgW="914400" imgH="736560" progId="Equation.DSMT4">
                  <p:embed/>
                  <p:pic>
                    <p:nvPicPr>
                      <p:cNvPr id="18458" name="Object 26">
                        <a:extLst>
                          <a:ext uri="{FF2B5EF4-FFF2-40B4-BE49-F238E27FC236}">
                            <a16:creationId xmlns:a16="http://schemas.microsoft.com/office/drawing/2014/main" id="{4EDC8DB4-9B27-4E4A-A2D0-E18686F3D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591" y="3975781"/>
                        <a:ext cx="914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Line 28">
            <a:extLst>
              <a:ext uri="{FF2B5EF4-FFF2-40B4-BE49-F238E27FC236}">
                <a16:creationId xmlns:a16="http://schemas.microsoft.com/office/drawing/2014/main" id="{E39C5525-2D3A-446E-B7E2-C44805465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9774" y="4041331"/>
            <a:ext cx="12700" cy="60549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" name="Object 29">
            <a:extLst>
              <a:ext uri="{FF2B5EF4-FFF2-40B4-BE49-F238E27FC236}">
                <a16:creationId xmlns:a16="http://schemas.microsoft.com/office/drawing/2014/main" id="{E62281D2-2DF0-4785-8756-1ABA60AF3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855463"/>
              </p:ext>
            </p:extLst>
          </p:nvPr>
        </p:nvGraphicFramePr>
        <p:xfrm>
          <a:off x="2623692" y="4384527"/>
          <a:ext cx="3603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29" name="Equation" r:id="rId27" imgW="380880" imgH="368280" progId="Equation.DSMT4">
                  <p:embed/>
                </p:oleObj>
              </mc:Choice>
              <mc:Fallback>
                <p:oleObj name="Equation" r:id="rId27" imgW="380880" imgH="368280" progId="Equation.DSMT4">
                  <p:embed/>
                  <p:pic>
                    <p:nvPicPr>
                      <p:cNvPr id="18461" name="Object 29">
                        <a:extLst>
                          <a:ext uri="{FF2B5EF4-FFF2-40B4-BE49-F238E27FC236}">
                            <a16:creationId xmlns:a16="http://schemas.microsoft.com/office/drawing/2014/main" id="{C9F3711B-EC68-425B-855D-75427D7BA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692" y="4384527"/>
                        <a:ext cx="3603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1">
            <a:extLst>
              <a:ext uri="{FF2B5EF4-FFF2-40B4-BE49-F238E27FC236}">
                <a16:creationId xmlns:a16="http://schemas.microsoft.com/office/drawing/2014/main" id="{493D839D-EDAF-4C42-AFA2-18FEE903C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298296"/>
              </p:ext>
            </p:extLst>
          </p:nvPr>
        </p:nvGraphicFramePr>
        <p:xfrm>
          <a:off x="2905294" y="3975781"/>
          <a:ext cx="77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0" name="Equation" r:id="rId29" imgW="774360" imgH="736560" progId="Equation.DSMT4">
                  <p:embed/>
                </p:oleObj>
              </mc:Choice>
              <mc:Fallback>
                <p:oleObj name="Equation" r:id="rId29" imgW="774360" imgH="736560" progId="Equation.DSMT4">
                  <p:embed/>
                  <p:pic>
                    <p:nvPicPr>
                      <p:cNvPr id="18463" name="Object 31">
                        <a:extLst>
                          <a:ext uri="{FF2B5EF4-FFF2-40B4-BE49-F238E27FC236}">
                            <a16:creationId xmlns:a16="http://schemas.microsoft.com/office/drawing/2014/main" id="{38A72547-A6CA-4DEB-956A-B8BFBCDA3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294" y="3975781"/>
                        <a:ext cx="774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2">
            <a:extLst>
              <a:ext uri="{FF2B5EF4-FFF2-40B4-BE49-F238E27FC236}">
                <a16:creationId xmlns:a16="http://schemas.microsoft.com/office/drawing/2014/main" id="{03EC518B-6422-492B-91BE-5723C7698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165129"/>
              </p:ext>
            </p:extLst>
          </p:nvPr>
        </p:nvGraphicFramePr>
        <p:xfrm>
          <a:off x="1169518" y="3126242"/>
          <a:ext cx="723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1" name="Equation" r:id="rId31" imgW="723600" imgH="723600" progId="Equation.DSMT4">
                  <p:embed/>
                </p:oleObj>
              </mc:Choice>
              <mc:Fallback>
                <p:oleObj name="Equation" r:id="rId31" imgW="723600" imgH="723600" progId="Equation.DSMT4">
                  <p:embed/>
                  <p:pic>
                    <p:nvPicPr>
                      <p:cNvPr id="18464" name="Object 32">
                        <a:extLst>
                          <a:ext uri="{FF2B5EF4-FFF2-40B4-BE49-F238E27FC236}">
                            <a16:creationId xmlns:a16="http://schemas.microsoft.com/office/drawing/2014/main" id="{447B1B85-BCEC-4F71-ACEB-4E6501F23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518" y="3126242"/>
                        <a:ext cx="723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4">
            <a:extLst>
              <a:ext uri="{FF2B5EF4-FFF2-40B4-BE49-F238E27FC236}">
                <a16:creationId xmlns:a16="http://schemas.microsoft.com/office/drawing/2014/main" id="{C6D388D7-069F-4405-9E9A-0915AF4C9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182436"/>
              </p:ext>
            </p:extLst>
          </p:nvPr>
        </p:nvGraphicFramePr>
        <p:xfrm>
          <a:off x="3143874" y="3090636"/>
          <a:ext cx="121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2" name="Equation" r:id="rId33" imgW="1218960" imgH="723600" progId="Equation.DSMT4">
                  <p:embed/>
                </p:oleObj>
              </mc:Choice>
              <mc:Fallback>
                <p:oleObj name="Equation" r:id="rId33" imgW="1218960" imgH="723600" progId="Equation.DSMT4">
                  <p:embed/>
                  <p:pic>
                    <p:nvPicPr>
                      <p:cNvPr id="18456" name="Object 24">
                        <a:extLst>
                          <a:ext uri="{FF2B5EF4-FFF2-40B4-BE49-F238E27FC236}">
                            <a16:creationId xmlns:a16="http://schemas.microsoft.com/office/drawing/2014/main" id="{B8483B6F-7B6B-4000-BCD0-90EC09FFE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874" y="3090636"/>
                        <a:ext cx="121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7">
            <a:extLst>
              <a:ext uri="{FF2B5EF4-FFF2-40B4-BE49-F238E27FC236}">
                <a16:creationId xmlns:a16="http://schemas.microsoft.com/office/drawing/2014/main" id="{EFF3D0F1-5616-4791-A0F8-E0B1EC2EA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597" y="4126198"/>
            <a:ext cx="259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切线方程</a:t>
            </a:r>
            <a:r>
              <a:rPr lang="zh-CN" altLang="en-US" sz="2400" b="1" dirty="0"/>
              <a:t>为</a:t>
            </a:r>
          </a:p>
        </p:txBody>
      </p:sp>
      <p:graphicFrame>
        <p:nvGraphicFramePr>
          <p:cNvPr id="52" name="Object 38">
            <a:extLst>
              <a:ext uri="{FF2B5EF4-FFF2-40B4-BE49-F238E27FC236}">
                <a16:creationId xmlns:a16="http://schemas.microsoft.com/office/drawing/2014/main" id="{BA66B9E1-668E-4600-806E-42DCB0F61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984664"/>
              </p:ext>
            </p:extLst>
          </p:nvPr>
        </p:nvGraphicFramePr>
        <p:xfrm>
          <a:off x="5402263" y="3960019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33" name="Equation" r:id="rId35" imgW="1688760" imgH="736560" progId="Equation.DSMT4">
                  <p:embed/>
                </p:oleObj>
              </mc:Choice>
              <mc:Fallback>
                <p:oleObj name="Equation" r:id="rId35" imgW="1688760" imgH="736560" progId="Equation.DSMT4">
                  <p:embed/>
                  <p:pic>
                    <p:nvPicPr>
                      <p:cNvPr id="18470" name="Object 38">
                        <a:extLst>
                          <a:ext uri="{FF2B5EF4-FFF2-40B4-BE49-F238E27FC236}">
                            <a16:creationId xmlns:a16="http://schemas.microsoft.com/office/drawing/2014/main" id="{B50B3098-5D0F-41F7-BC2A-027A5E177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3" y="3960019"/>
                        <a:ext cx="1689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876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42" grpId="0" autoUpdateAnimBg="0"/>
      <p:bldP spid="43" grpId="0" autoUpdateAnimBg="0"/>
      <p:bldP spid="44" grpId="0" autoUpdateAnimBg="0"/>
      <p:bldP spid="5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F9DD25-795B-4D6D-9F9C-566681EC642A}"/>
              </a:ext>
            </a:extLst>
          </p:cNvPr>
          <p:cNvSpPr txBox="1">
            <a:spLocks noChangeArrowheads="1"/>
          </p:cNvSpPr>
          <p:nvPr/>
        </p:nvSpPr>
        <p:spPr>
          <a:xfrm>
            <a:off x="723900" y="387866"/>
            <a:ext cx="35814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二、相关变化率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AE52D10-C968-4693-9FB7-1C7A00CDB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36260"/>
              </p:ext>
            </p:extLst>
          </p:nvPr>
        </p:nvGraphicFramePr>
        <p:xfrm>
          <a:off x="838200" y="1110179"/>
          <a:ext cx="213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73" name="Equation" r:id="rId3" imgW="2133360" imgH="342720" progId="Equation.DSMT4">
                  <p:embed/>
                </p:oleObj>
              </mc:Choice>
              <mc:Fallback>
                <p:oleObj name="Equation" r:id="rId3" imgW="2133360" imgH="342720" progId="Equation.DSMT4">
                  <p:embed/>
                  <p:pic>
                    <p:nvPicPr>
                      <p:cNvPr id="10243" name="Object 3">
                        <a:extLst>
                          <a:ext uri="{FF2B5EF4-FFF2-40B4-BE49-F238E27FC236}">
                            <a16:creationId xmlns:a16="http://schemas.microsoft.com/office/drawing/2014/main" id="{450BAA71-19D7-4EFD-99BD-E05D5607FC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10179"/>
                        <a:ext cx="2133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1D7C4E02-04DF-4EB2-9EA7-501D225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023621"/>
            <a:ext cx="2555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为两可导函数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7325686-DB52-4E8C-8549-C0D938D94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015613"/>
              </p:ext>
            </p:extLst>
          </p:nvPr>
        </p:nvGraphicFramePr>
        <p:xfrm>
          <a:off x="800100" y="1801258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74" name="Equation" r:id="rId5" imgW="571320" imgH="266400" progId="Equation.DSMT4">
                  <p:embed/>
                </p:oleObj>
              </mc:Choice>
              <mc:Fallback>
                <p:oleObj name="Equation" r:id="rId5" imgW="571320" imgH="266400" progId="Equation.DSMT4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D69FCA9C-8970-4AE8-829D-2FA3A2B88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1801258"/>
                        <a:ext cx="5715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5E6657D-73E8-4E74-A5CB-3BF04560D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920" y="1675163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之间有联系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97FF6583-B794-4AB3-A366-E3CE5F5B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852096"/>
            <a:ext cx="1079500" cy="179388"/>
          </a:xfrm>
          <a:prstGeom prst="rightArrow">
            <a:avLst>
              <a:gd name="adj1" fmla="val 50000"/>
              <a:gd name="adj2" fmla="val 150442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FD7DB0C9-4167-4B8F-9D3C-2B573BC07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659566"/>
              </p:ext>
            </p:extLst>
          </p:nvPr>
        </p:nvGraphicFramePr>
        <p:xfrm>
          <a:off x="4152902" y="1485286"/>
          <a:ext cx="939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275" name="Equation" r:id="rId7" imgW="939600" imgH="799920" progId="Equation.DSMT4">
                  <p:embed/>
                </p:oleObj>
              </mc:Choice>
              <mc:Fallback>
                <p:oleObj name="Equation" r:id="rId7" imgW="939600" imgH="799920" progId="Equation.DSMT4">
                  <p:embed/>
                  <p:pic>
                    <p:nvPicPr>
                      <p:cNvPr id="10249" name="Object 9">
                        <a:extLst>
                          <a:ext uri="{FF2B5EF4-FFF2-40B4-BE49-F238E27FC236}">
                            <a16:creationId xmlns:a16="http://schemas.microsoft.com/office/drawing/2014/main" id="{E65A59A5-3709-4911-97E0-DF23691292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2" y="1485286"/>
                        <a:ext cx="939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CA61BAD8-C744-47BF-9EE5-B7E6B4C2E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331" y="1651974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之间也有联系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F9E59D34-6A54-42B5-A130-6FD37F13C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73641"/>
            <a:ext cx="3000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相关变化率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70FF9E9C-82AD-4FB7-8E9D-66824A7D3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40353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相关变化率问题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解法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8E3254BF-C498-4AB2-991F-FD5AFD30B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216" y="3501361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找出相关变量的关系式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CBB27A08-3D63-42BD-A150-CBFA6705F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7744" y="3963025"/>
            <a:ext cx="0" cy="47848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BC7C4CEB-B231-40FF-819C-50966EEF2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897" y="3873385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95305C87-EAA2-4AF1-8C7B-96DE56F43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63896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得相关变化率之间的关系式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94456CC5-4CFE-4613-AD5C-1BF7B5307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3900" y="4629081"/>
            <a:ext cx="651480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D36EACCB-831C-4948-8480-30F9E80EA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340" y="4356479"/>
            <a:ext cx="38480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求出未知的相关变化率</a:t>
            </a:r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2463B2D2-EC13-4E0D-86AA-3D222FE5D617}"/>
              </a:ext>
            </a:extLst>
          </p:cNvPr>
          <p:cNvSpPr>
            <a:spLocks/>
          </p:cNvSpPr>
          <p:nvPr/>
        </p:nvSpPr>
        <p:spPr bwMode="auto">
          <a:xfrm rot="5400000">
            <a:off x="4533902" y="1904386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12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4" grpId="0" autoUpdateAnimBg="0"/>
      <p:bldP spid="15" grpId="0" autoUpdateAnimBg="0"/>
      <p:bldP spid="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709747-A187-4D53-B1F1-CCF9EF1068B0}"/>
              </a:ext>
            </a:extLst>
          </p:cNvPr>
          <p:cNvSpPr txBox="1">
            <a:spLocks noChangeArrowheads="1"/>
          </p:cNvSpPr>
          <p:nvPr/>
        </p:nvSpPr>
        <p:spPr>
          <a:xfrm>
            <a:off x="398796" y="104992"/>
            <a:ext cx="8077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有一底半径为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高为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的圆锥容器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4C6B3D63-C6E1-44ED-9659-6E8733D69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559" y="134844"/>
            <a:ext cx="2195736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今以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852C3E1F-1613-41C5-A902-0B1B17B47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679506"/>
              </p:ext>
            </p:extLst>
          </p:nvPr>
        </p:nvGraphicFramePr>
        <p:xfrm>
          <a:off x="7551019" y="161510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88" name="Equation" r:id="rId3" imgW="1091880" imgH="406080" progId="Equation.DSMT4">
                  <p:embed/>
                </p:oleObj>
              </mc:Choice>
              <mc:Fallback>
                <p:oleObj name="Equation" r:id="rId3" imgW="1091880" imgH="40608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C7C86C5D-71E5-4286-82D5-3B2B97B1A9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019" y="161510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5CC74EE5-F5E5-4241-BB6E-8736ED281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" y="1112321"/>
            <a:ext cx="2465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水面上升的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速度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F92585-B198-44E9-8DB4-8C3EEBB03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746596"/>
              </p:ext>
            </p:extLst>
          </p:nvPr>
        </p:nvGraphicFramePr>
        <p:xfrm>
          <a:off x="2888478" y="210957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89" name="Equation" r:id="rId5" imgW="711000" imgH="279360" progId="Equation.DSMT4">
                  <p:embed/>
                </p:oleObj>
              </mc:Choice>
              <mc:Fallback>
                <p:oleObj name="Equation" r:id="rId5" imgW="71100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D441B68-F4FC-45B2-947D-F121AFB366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8478" y="210957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5476C3E-6065-4869-A417-997D44C20B9D}"/>
              </a:ext>
            </a:extLst>
          </p:cNvPr>
          <p:cNvSpPr/>
          <p:nvPr/>
        </p:nvSpPr>
        <p:spPr>
          <a:xfrm>
            <a:off x="45740" y="596321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的速度自顶部向容器内注水，试求当容器内水位等于锥高一半时</a:t>
            </a:r>
            <a:endParaRPr lang="zh-CN" altLang="en-US" sz="2400" dirty="0">
              <a:latin typeface="+mj-ea"/>
              <a:ea typeface="+mj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270DEA-98E0-4968-AE54-F4D2386A5C5D}"/>
              </a:ext>
            </a:extLst>
          </p:cNvPr>
          <p:cNvGrpSpPr/>
          <p:nvPr/>
        </p:nvGrpSpPr>
        <p:grpSpPr>
          <a:xfrm>
            <a:off x="6896433" y="2682276"/>
            <a:ext cx="1697038" cy="1681162"/>
            <a:chOff x="7195176" y="1868682"/>
            <a:chExt cx="1697038" cy="1681162"/>
          </a:xfrm>
        </p:grpSpPr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460C2DC7-8450-4F1E-A9D7-645E2E193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4451" y="1868682"/>
              <a:ext cx="276225" cy="171450"/>
              <a:chOff x="3072" y="2544"/>
              <a:chExt cx="480" cy="240"/>
            </a:xfrm>
          </p:grpSpPr>
          <p:sp>
            <p:nvSpPr>
              <p:cNvPr id="34" name="Line 15">
                <a:extLst>
                  <a:ext uri="{FF2B5EF4-FFF2-40B4-BE49-F238E27FC236}">
                    <a16:creationId xmlns:a16="http://schemas.microsoft.com/office/drawing/2014/main" id="{6CFFCB76-0193-4134-A42D-DAD5DD887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544"/>
                <a:ext cx="24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B8234C2C-703B-40CA-BDDD-B2C8F8384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312" y="2544"/>
                <a:ext cx="24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17">
              <a:extLst>
                <a:ext uri="{FF2B5EF4-FFF2-40B4-BE49-F238E27FC236}">
                  <a16:creationId xmlns:a16="http://schemas.microsoft.com/office/drawing/2014/main" id="{56E90B35-5E0A-444C-ACDE-F510D189B0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5176" y="2040132"/>
              <a:ext cx="1697038" cy="1509712"/>
              <a:chOff x="4476" y="876"/>
              <a:chExt cx="1069" cy="951"/>
            </a:xfrm>
          </p:grpSpPr>
          <p:sp>
            <p:nvSpPr>
              <p:cNvPr id="22" name="Line 18">
                <a:extLst>
                  <a:ext uri="{FF2B5EF4-FFF2-40B4-BE49-F238E27FC236}">
                    <a16:creationId xmlns:a16="http://schemas.microsoft.com/office/drawing/2014/main" id="{B2C22C01-5B2A-4398-9A01-447259C55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1" y="876"/>
                <a:ext cx="0" cy="30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8BCA5902-1588-429B-8A4C-BFE0DB1DD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1" y="1394"/>
                <a:ext cx="0" cy="30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4" name="Group 21">
                <a:extLst>
                  <a:ext uri="{FF2B5EF4-FFF2-40B4-BE49-F238E27FC236}">
                    <a16:creationId xmlns:a16="http://schemas.microsoft.com/office/drawing/2014/main" id="{8168F291-227A-4A1B-AA5D-2F0F6C8C69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6" y="876"/>
                <a:ext cx="1069" cy="951"/>
                <a:chOff x="4476" y="876"/>
                <a:chExt cx="1069" cy="951"/>
              </a:xfrm>
            </p:grpSpPr>
            <p:sp>
              <p:nvSpPr>
                <p:cNvPr id="25" name="Line 22">
                  <a:extLst>
                    <a:ext uri="{FF2B5EF4-FFF2-40B4-BE49-F238E27FC236}">
                      <a16:creationId xmlns:a16="http://schemas.microsoft.com/office/drawing/2014/main" id="{DE01873F-77CB-47B9-8DA2-D2B26C16F9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8" y="1697"/>
                  <a:ext cx="6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23">
                  <a:extLst>
                    <a:ext uri="{FF2B5EF4-FFF2-40B4-BE49-F238E27FC236}">
                      <a16:creationId xmlns:a16="http://schemas.microsoft.com/office/drawing/2014/main" id="{37382BEC-FEDA-48A6-96B9-A33C684423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8" y="876"/>
                  <a:ext cx="0" cy="8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24">
                  <a:extLst>
                    <a:ext uri="{FF2B5EF4-FFF2-40B4-BE49-F238E27FC236}">
                      <a16:creationId xmlns:a16="http://schemas.microsoft.com/office/drawing/2014/main" id="{8B98E8AF-4D3D-493A-8F88-4858167011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8" y="876"/>
                  <a:ext cx="6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8" name="Group 25">
                  <a:extLst>
                    <a:ext uri="{FF2B5EF4-FFF2-40B4-BE49-F238E27FC236}">
                      <a16:creationId xmlns:a16="http://schemas.microsoft.com/office/drawing/2014/main" id="{BE525D00-FC31-49C9-AC65-B4A0A023FE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76" y="876"/>
                  <a:ext cx="877" cy="951"/>
                  <a:chOff x="4512" y="768"/>
                  <a:chExt cx="973" cy="1057"/>
                </a:xfrm>
              </p:grpSpPr>
              <p:grpSp>
                <p:nvGrpSpPr>
                  <p:cNvPr id="29" name="Group 26">
                    <a:extLst>
                      <a:ext uri="{FF2B5EF4-FFF2-40B4-BE49-F238E27FC236}">
                        <a16:creationId xmlns:a16="http://schemas.microsoft.com/office/drawing/2014/main" id="{A8EE57C8-249A-461E-A779-B2A507E91D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12" y="1536"/>
                    <a:ext cx="973" cy="289"/>
                    <a:chOff x="3936" y="2016"/>
                    <a:chExt cx="973" cy="289"/>
                  </a:xfrm>
                </p:grpSpPr>
                <p:sp>
                  <p:nvSpPr>
                    <p:cNvPr id="32" name="Arc 27">
                      <a:extLst>
                        <a:ext uri="{FF2B5EF4-FFF2-40B4-BE49-F238E27FC236}">
                          <a16:creationId xmlns:a16="http://schemas.microsoft.com/office/drawing/2014/main" id="{CB521D47-32AB-40F0-9AAE-49C341A7CB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36" y="2016"/>
                      <a:ext cx="973" cy="145"/>
                    </a:xfrm>
                    <a:custGeom>
                      <a:avLst/>
                      <a:gdLst>
                        <a:gd name="G0" fmla="+- 21591 0 0"/>
                        <a:gd name="G1" fmla="+- 21600 0 0"/>
                        <a:gd name="G2" fmla="+- 21600 0 0"/>
                        <a:gd name="T0" fmla="*/ 0 w 43191"/>
                        <a:gd name="T1" fmla="*/ 20974 h 21600"/>
                        <a:gd name="T2" fmla="*/ 43191 w 43191"/>
                        <a:gd name="T3" fmla="*/ 21600 h 21600"/>
                        <a:gd name="T4" fmla="*/ 21591 w 43191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3191" h="21600" fill="none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</a:path>
                        <a:path w="43191" h="21600" stroke="0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  <a:lnTo>
                            <a:pt x="21591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tx1"/>
                      </a:solidFill>
                      <a:prstDash val="dash"/>
                      <a:round/>
                      <a:headEnd type="none" w="sm" len="med"/>
                      <a:tailEnd type="non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" name="Arc 28">
                      <a:extLst>
                        <a:ext uri="{FF2B5EF4-FFF2-40B4-BE49-F238E27FC236}">
                          <a16:creationId xmlns:a16="http://schemas.microsoft.com/office/drawing/2014/main" id="{68C5F8D0-07AE-4A1C-866A-BDBA6B2C1A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800000">
                      <a:off x="3936" y="2160"/>
                      <a:ext cx="973" cy="145"/>
                    </a:xfrm>
                    <a:custGeom>
                      <a:avLst/>
                      <a:gdLst>
                        <a:gd name="G0" fmla="+- 21591 0 0"/>
                        <a:gd name="G1" fmla="+- 21600 0 0"/>
                        <a:gd name="G2" fmla="+- 21600 0 0"/>
                        <a:gd name="T0" fmla="*/ 0 w 43191"/>
                        <a:gd name="T1" fmla="*/ 20974 h 21600"/>
                        <a:gd name="T2" fmla="*/ 43191 w 43191"/>
                        <a:gd name="T3" fmla="*/ 21600 h 21600"/>
                        <a:gd name="T4" fmla="*/ 21591 w 43191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3191" h="21600" fill="none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</a:path>
                        <a:path w="43191" h="21600" stroke="0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  <a:lnTo>
                            <a:pt x="21591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tx1"/>
                      </a:solidFill>
                      <a:round/>
                      <a:headEnd type="none" w="sm" len="med"/>
                      <a:tailEnd type="non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" name="Line 29">
                    <a:extLst>
                      <a:ext uri="{FF2B5EF4-FFF2-40B4-BE49-F238E27FC236}">
                        <a16:creationId xmlns:a16="http://schemas.microsoft.com/office/drawing/2014/main" id="{E01CA085-802E-475C-8AD2-D5C7D516A1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768"/>
                    <a:ext cx="480" cy="91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med"/>
                    <a:tailEnd type="none" w="sm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Line 30">
                    <a:extLst>
                      <a:ext uri="{FF2B5EF4-FFF2-40B4-BE49-F238E27FC236}">
                        <a16:creationId xmlns:a16="http://schemas.microsoft.com/office/drawing/2014/main" id="{6EC3B684-66B9-48A1-BD5B-09A520E690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992" y="768"/>
                    <a:ext cx="492" cy="91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med"/>
                    <a:tailEnd type="none" w="sm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1" name="Group 52">
              <a:extLst>
                <a:ext uri="{FF2B5EF4-FFF2-40B4-BE49-F238E27FC236}">
                  <a16:creationId xmlns:a16="http://schemas.microsoft.com/office/drawing/2014/main" id="{AAAD3D93-AC56-4CC6-983B-474621692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57130" y="2495746"/>
              <a:ext cx="1050926" cy="849313"/>
              <a:chOff x="4704" y="1163"/>
              <a:chExt cx="662" cy="535"/>
            </a:xfrm>
          </p:grpSpPr>
          <p:graphicFrame>
            <p:nvGraphicFramePr>
              <p:cNvPr id="14" name="Object 53">
                <a:extLst>
                  <a:ext uri="{FF2B5EF4-FFF2-40B4-BE49-F238E27FC236}">
                    <a16:creationId xmlns:a16="http://schemas.microsoft.com/office/drawing/2014/main" id="{EDFE9923-E4AC-4BDD-B639-810E1B7059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8277833"/>
                  </p:ext>
                </p:extLst>
              </p:nvPr>
            </p:nvGraphicFramePr>
            <p:xfrm>
              <a:off x="5254" y="1393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090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31" name="Object 53">
                            <a:extLst>
                              <a:ext uri="{FF2B5EF4-FFF2-40B4-BE49-F238E27FC236}">
                                <a16:creationId xmlns:a16="http://schemas.microsoft.com/office/drawing/2014/main" id="{8D952173-B504-457C-A534-25FD34906A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4" y="1393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Line 54">
                <a:extLst>
                  <a:ext uri="{FF2B5EF4-FFF2-40B4-BE49-F238E27FC236}">
                    <a16:creationId xmlns:a16="http://schemas.microsoft.com/office/drawing/2014/main" id="{58101849-261F-4B61-8B1C-1E05C5CFB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53" y="1568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med"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55">
                <a:extLst>
                  <a:ext uri="{FF2B5EF4-FFF2-40B4-BE49-F238E27FC236}">
                    <a16:creationId xmlns:a16="http://schemas.microsoft.com/office/drawing/2014/main" id="{19387A24-C5E6-4185-8BD6-C1DF266A37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53" y="1303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" name="Group 56">
                <a:extLst>
                  <a:ext uri="{FF2B5EF4-FFF2-40B4-BE49-F238E27FC236}">
                    <a16:creationId xmlns:a16="http://schemas.microsoft.com/office/drawing/2014/main" id="{FC41FE08-F91D-4CC7-9EAD-4AB33135CB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1242"/>
                <a:ext cx="439" cy="131"/>
                <a:chOff x="3936" y="2016"/>
                <a:chExt cx="973" cy="289"/>
              </a:xfrm>
            </p:grpSpPr>
            <p:sp>
              <p:nvSpPr>
                <p:cNvPr id="20" name="Arc 57">
                  <a:extLst>
                    <a:ext uri="{FF2B5EF4-FFF2-40B4-BE49-F238E27FC236}">
                      <a16:creationId xmlns:a16="http://schemas.microsoft.com/office/drawing/2014/main" id="{3C762F86-630F-4C14-B857-3EF6C4AB82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6" y="2016"/>
                  <a:ext cx="973" cy="145"/>
                </a:xfrm>
                <a:custGeom>
                  <a:avLst/>
                  <a:gdLst>
                    <a:gd name="G0" fmla="+- 21591 0 0"/>
                    <a:gd name="G1" fmla="+- 21600 0 0"/>
                    <a:gd name="G2" fmla="+- 21600 0 0"/>
                    <a:gd name="T0" fmla="*/ 0 w 43191"/>
                    <a:gd name="T1" fmla="*/ 20974 h 21600"/>
                    <a:gd name="T2" fmla="*/ 43191 w 43191"/>
                    <a:gd name="T3" fmla="*/ 21600 h 21600"/>
                    <a:gd name="T4" fmla="*/ 21591 w 4319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1" h="21600" fill="none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</a:path>
                    <a:path w="43191" h="21600" stroke="0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  <a:lnTo>
                        <a:pt x="2159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B0F0"/>
                  </a:solidFill>
                  <a:prstDash val="dash"/>
                  <a:round/>
                  <a:headEnd type="none" w="sm" len="med"/>
                  <a:tail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4005A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Arc 58">
                  <a:extLst>
                    <a:ext uri="{FF2B5EF4-FFF2-40B4-BE49-F238E27FC236}">
                      <a16:creationId xmlns:a16="http://schemas.microsoft.com/office/drawing/2014/main" id="{A141CDEC-4016-4939-957B-600B41B84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3936" y="2160"/>
                  <a:ext cx="973" cy="145"/>
                </a:xfrm>
                <a:custGeom>
                  <a:avLst/>
                  <a:gdLst>
                    <a:gd name="G0" fmla="+- 21591 0 0"/>
                    <a:gd name="G1" fmla="+- 21600 0 0"/>
                    <a:gd name="G2" fmla="+- 21600 0 0"/>
                    <a:gd name="T0" fmla="*/ 0 w 43191"/>
                    <a:gd name="T1" fmla="*/ 20974 h 21600"/>
                    <a:gd name="T2" fmla="*/ 43191 w 43191"/>
                    <a:gd name="T3" fmla="*/ 21600 h 21600"/>
                    <a:gd name="T4" fmla="*/ 21591 w 4319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1" h="21600" fill="none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</a:path>
                    <a:path w="43191" h="21600" stroke="0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  <a:lnTo>
                        <a:pt x="2159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B0F0"/>
                  </a:solidFill>
                  <a:round/>
                  <a:headEnd type="none" w="sm" len="med"/>
                  <a:tail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4005A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Line 59">
                <a:extLst>
                  <a:ext uri="{FF2B5EF4-FFF2-40B4-BE49-F238E27FC236}">
                    <a16:creationId xmlns:a16="http://schemas.microsoft.com/office/drawing/2014/main" id="{66819826-0E54-4AF2-9031-91552E489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0" y="1303"/>
                <a:ext cx="442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alpha val="87000"/>
                  </a:schemeClr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" name="Object 60">
                <a:extLst>
                  <a:ext uri="{FF2B5EF4-FFF2-40B4-BE49-F238E27FC236}">
                    <a16:creationId xmlns:a16="http://schemas.microsoft.com/office/drawing/2014/main" id="{526843E0-2A2F-4A71-8400-8CA63A5F9A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0724113"/>
                  </p:ext>
                </p:extLst>
              </p:nvPr>
            </p:nvGraphicFramePr>
            <p:xfrm>
              <a:off x="4980" y="1163"/>
              <a:ext cx="91" cy="1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091" name="Equation" r:id="rId9" imgW="152280" imgH="177480" progId="Equation.DSMT4">
                      <p:embed/>
                    </p:oleObj>
                  </mc:Choice>
                  <mc:Fallback>
                    <p:oleObj name="Equation" r:id="rId9" imgW="152280" imgH="177480" progId="Equation.DSMT4">
                      <p:embed/>
                      <p:pic>
                        <p:nvPicPr>
                          <p:cNvPr id="36" name="Object 60">
                            <a:extLst>
                              <a:ext uri="{FF2B5EF4-FFF2-40B4-BE49-F238E27FC236}">
                                <a16:creationId xmlns:a16="http://schemas.microsoft.com/office/drawing/2014/main" id="{D59098C4-5E8A-4408-B574-1A861DBA5B3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0" y="1163"/>
                            <a:ext cx="91" cy="1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F45C0B6-55D7-40CA-9452-3FF2B16FE9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6212555"/>
                </p:ext>
              </p:extLst>
            </p:nvPr>
          </p:nvGraphicFramePr>
          <p:xfrm>
            <a:off x="8083181" y="326811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92" name="Equation" r:id="rId11" imgW="215640" imgH="228600" progId="Equation.DSMT4">
                    <p:embed/>
                  </p:oleObj>
                </mc:Choice>
                <mc:Fallback>
                  <p:oleObj name="Equation" r:id="rId11" imgW="215640" imgH="22860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6841A86D-ACBB-4163-BD8B-335F609159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83181" y="326811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6499783-458F-4C9B-9CD4-36E7CC1E94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574261"/>
                </p:ext>
              </p:extLst>
            </p:nvPr>
          </p:nvGraphicFramePr>
          <p:xfrm>
            <a:off x="8647026" y="2596094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093" name="Equation" r:id="rId13" imgW="177480" imgH="253800" progId="Equation.DSMT4">
                    <p:embed/>
                  </p:oleObj>
                </mc:Choice>
                <mc:Fallback>
                  <p:oleObj name="Equation" r:id="rId13" imgW="177480" imgH="25380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C0816467-1F59-45BD-8F18-AF0FF71D2A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647026" y="2596094"/>
                          <a:ext cx="177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9">
            <a:extLst>
              <a:ext uri="{FF2B5EF4-FFF2-40B4-BE49-F238E27FC236}">
                <a16:creationId xmlns:a16="http://schemas.microsoft.com/office/drawing/2014/main" id="{3C739D85-1B5C-469F-98EF-FFEC61A52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164" y="2258567"/>
            <a:ext cx="556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设时刻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 </a:t>
            </a:r>
            <a:r>
              <a:rPr lang="zh-CN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容器内水面高度为</a:t>
            </a:r>
            <a:r>
              <a:rPr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0EFB67C-1670-4E37-87A3-50A6C43E179A}"/>
              </a:ext>
            </a:extLst>
          </p:cNvPr>
          <p:cNvGrpSpPr/>
          <p:nvPr/>
        </p:nvGrpSpPr>
        <p:grpSpPr>
          <a:xfrm>
            <a:off x="4884676" y="2291010"/>
            <a:ext cx="2894663" cy="467922"/>
            <a:chOff x="4971912" y="1863328"/>
            <a:chExt cx="2894663" cy="467922"/>
          </a:xfrm>
        </p:grpSpPr>
        <p:sp>
          <p:nvSpPr>
            <p:cNvPr id="39" name="Text Box 49">
              <a:extLst>
                <a:ext uri="{FF2B5EF4-FFF2-40B4-BE49-F238E27FC236}">
                  <a16:creationId xmlns:a16="http://schemas.microsoft.com/office/drawing/2014/main" id="{0E2B9B96-C2D0-4227-A062-88A63D7C0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575" y="1869585"/>
              <a:ext cx="2286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体积为 </a:t>
              </a: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</a:t>
              </a:r>
            </a:p>
          </p:txBody>
        </p:sp>
        <p:sp>
          <p:nvSpPr>
            <p:cNvPr id="38" name="Text Box 10">
              <a:extLst>
                <a:ext uri="{FF2B5EF4-FFF2-40B4-BE49-F238E27FC236}">
                  <a16:creationId xmlns:a16="http://schemas.microsoft.com/office/drawing/2014/main" id="{9C1B7006-6ADD-4768-A0B2-673C2C8A3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1912" y="1863328"/>
              <a:ext cx="990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水的</a:t>
              </a:r>
            </a:p>
          </p:txBody>
        </p:sp>
      </p:grpSp>
      <p:graphicFrame>
        <p:nvGraphicFramePr>
          <p:cNvPr id="40" name="Object 13">
            <a:extLst>
              <a:ext uri="{FF2B5EF4-FFF2-40B4-BE49-F238E27FC236}">
                <a16:creationId xmlns:a16="http://schemas.microsoft.com/office/drawing/2014/main" id="{370D561F-059C-4FEB-8A19-298CC8327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165819"/>
              </p:ext>
            </p:extLst>
          </p:nvPr>
        </p:nvGraphicFramePr>
        <p:xfrm>
          <a:off x="3342136" y="2673995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4" name="Equation" r:id="rId15" imgW="1790640" imgH="736560" progId="Equation.DSMT4">
                  <p:embed/>
                </p:oleObj>
              </mc:Choice>
              <mc:Fallback>
                <p:oleObj name="Equation" r:id="rId15" imgW="1790640" imgH="736560" progId="Equation.DSMT4">
                  <p:embed/>
                  <p:pic>
                    <p:nvPicPr>
                      <p:cNvPr id="46" name="Object 13">
                        <a:extLst>
                          <a:ext uri="{FF2B5EF4-FFF2-40B4-BE49-F238E27FC236}">
                            <a16:creationId xmlns:a16="http://schemas.microsoft.com/office/drawing/2014/main" id="{B685B406-D35B-485B-ADC2-0BB091AD6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136" y="2673995"/>
                        <a:ext cx="1790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2">
            <a:extLst>
              <a:ext uri="{FF2B5EF4-FFF2-40B4-BE49-F238E27FC236}">
                <a16:creationId xmlns:a16="http://schemas.microsoft.com/office/drawing/2014/main" id="{FF83D49F-ACE4-4E78-9003-839AAA92F9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605455"/>
              </p:ext>
            </p:extLst>
          </p:nvPr>
        </p:nvGraphicFramePr>
        <p:xfrm>
          <a:off x="2378297" y="2676001"/>
          <a:ext cx="92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5" name="Equation" r:id="rId17" imgW="927000" imgH="736560" progId="Equation.DSMT4">
                  <p:embed/>
                </p:oleObj>
              </mc:Choice>
              <mc:Fallback>
                <p:oleObj name="Equation" r:id="rId17" imgW="927000" imgH="736560" progId="Equation.DSMT4">
                  <p:embed/>
                  <p:pic>
                    <p:nvPicPr>
                      <p:cNvPr id="45" name="Object 12">
                        <a:extLst>
                          <a:ext uri="{FF2B5EF4-FFF2-40B4-BE49-F238E27FC236}">
                            <a16:creationId xmlns:a16="http://schemas.microsoft.com/office/drawing/2014/main" id="{FE2D0649-414F-4E05-AB90-F171014C8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297" y="2676001"/>
                        <a:ext cx="927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509F7140-2D38-4D0E-AF26-14A955BBC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430346"/>
              </p:ext>
            </p:extLst>
          </p:nvPr>
        </p:nvGraphicFramePr>
        <p:xfrm>
          <a:off x="1830035" y="2909141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6" name="Equation" r:id="rId19" imgW="482400" imgH="279360" progId="Equation.DSMT4">
                  <p:embed/>
                </p:oleObj>
              </mc:Choice>
              <mc:Fallback>
                <p:oleObj name="Equation" r:id="rId19" imgW="482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30035" y="2909141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5D29A251-8445-490B-A15D-594C3002707D}"/>
              </a:ext>
            </a:extLst>
          </p:cNvPr>
          <p:cNvSpPr/>
          <p:nvPr/>
        </p:nvSpPr>
        <p:spPr>
          <a:xfrm>
            <a:off x="463293" y="3488874"/>
            <a:ext cx="1200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F8E31F9F-F2D2-4ABD-805D-B797FD43E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289835"/>
              </p:ext>
            </p:extLst>
          </p:nvPr>
        </p:nvGraphicFramePr>
        <p:xfrm>
          <a:off x="1180981" y="3323075"/>
          <a:ext cx="132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7" name="Equation" r:id="rId21" imgW="1320480" imgH="736560" progId="Equation.DSMT4">
                  <p:embed/>
                </p:oleObj>
              </mc:Choice>
              <mc:Fallback>
                <p:oleObj name="Equation" r:id="rId21" imgW="13204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7EEEA31-FA20-4582-9BA1-B021F3442B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80981" y="3323075"/>
                        <a:ext cx="1320800" cy="7366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34BA258B-1365-42D5-8364-69CDE4351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506529"/>
              </p:ext>
            </p:extLst>
          </p:nvPr>
        </p:nvGraphicFramePr>
        <p:xfrm>
          <a:off x="3581069" y="3425280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8" name="Equation" r:id="rId23" imgW="1625400" imgH="736560" progId="Equation.DSMT4">
                  <p:embed/>
                </p:oleObj>
              </mc:Choice>
              <mc:Fallback>
                <p:oleObj name="Equation" r:id="rId23" imgW="1625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81069" y="3425280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>
            <a:extLst>
              <a:ext uri="{FF2B5EF4-FFF2-40B4-BE49-F238E27FC236}">
                <a16:creationId xmlns:a16="http://schemas.microsoft.com/office/drawing/2014/main" id="{0D1EADD3-75AD-4D98-B414-F615E27663E0}"/>
              </a:ext>
            </a:extLst>
          </p:cNvPr>
          <p:cNvSpPr/>
          <p:nvPr/>
        </p:nvSpPr>
        <p:spPr>
          <a:xfrm>
            <a:off x="2823464" y="3533218"/>
            <a:ext cx="696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178A564-3BC7-4C3C-AD60-259CD3B5C449}"/>
              </a:ext>
            </a:extLst>
          </p:cNvPr>
          <p:cNvSpPr/>
          <p:nvPr/>
        </p:nvSpPr>
        <p:spPr>
          <a:xfrm>
            <a:off x="5385499" y="3539590"/>
            <a:ext cx="696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 dirty="0"/>
          </a:p>
        </p:txBody>
      </p: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124AEEDE-1518-4E24-9C84-AD7182940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913485"/>
              </p:ext>
            </p:extLst>
          </p:nvPr>
        </p:nvGraphicFramePr>
        <p:xfrm>
          <a:off x="1663581" y="4282497"/>
          <a:ext cx="2908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99" name="Equation" r:id="rId25" imgW="2908080" imgH="838080" progId="Equation.DSMT4">
                  <p:embed/>
                </p:oleObj>
              </mc:Choice>
              <mc:Fallback>
                <p:oleObj name="Equation" r:id="rId25" imgW="29080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63581" y="4282497"/>
                        <a:ext cx="29083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BF0E8CEC-6A6D-479F-970E-DEC015F753A4}"/>
              </a:ext>
            </a:extLst>
          </p:cNvPr>
          <p:cNvSpPr/>
          <p:nvPr/>
        </p:nvSpPr>
        <p:spPr>
          <a:xfrm>
            <a:off x="447288" y="1714002"/>
            <a:ext cx="56347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速度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为水面高度函数的导数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594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4" grpId="0"/>
      <p:bldP spid="47" grpId="0"/>
      <p:bldP spid="48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2E61FF6-C8D8-426E-830D-65EE7866B266}"/>
              </a:ext>
            </a:extLst>
          </p:cNvPr>
          <p:cNvGrpSpPr/>
          <p:nvPr/>
        </p:nvGrpSpPr>
        <p:grpSpPr>
          <a:xfrm>
            <a:off x="6156176" y="1436744"/>
            <a:ext cx="1697038" cy="1681162"/>
            <a:chOff x="7195176" y="1868682"/>
            <a:chExt cx="1697038" cy="1681162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5E50EAD5-7DFF-4789-8342-5C1F56FF68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4451" y="1868682"/>
              <a:ext cx="276225" cy="171450"/>
              <a:chOff x="3072" y="2544"/>
              <a:chExt cx="480" cy="240"/>
            </a:xfrm>
          </p:grpSpPr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BE7A9493-AD9F-4301-80E0-A6659D7B3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2544"/>
                <a:ext cx="24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2E52C4BA-8BE0-42CB-8AA9-226A55321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312" y="2544"/>
                <a:ext cx="24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FFE913BE-6CE7-4EE6-8699-0407FEF93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5176" y="2040132"/>
              <a:ext cx="1697038" cy="1509712"/>
              <a:chOff x="4476" y="876"/>
              <a:chExt cx="1069" cy="951"/>
            </a:xfrm>
          </p:grpSpPr>
          <p:sp>
            <p:nvSpPr>
              <p:cNvPr id="16" name="Line 18">
                <a:extLst>
                  <a:ext uri="{FF2B5EF4-FFF2-40B4-BE49-F238E27FC236}">
                    <a16:creationId xmlns:a16="http://schemas.microsoft.com/office/drawing/2014/main" id="{9E94AB6C-685A-4A8B-8407-C5ADEF11E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1" y="876"/>
                <a:ext cx="0" cy="30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9F3EE6B8-AE90-43F7-98A3-C65DE3007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1" y="1394"/>
                <a:ext cx="0" cy="30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" name="Group 21">
                <a:extLst>
                  <a:ext uri="{FF2B5EF4-FFF2-40B4-BE49-F238E27FC236}">
                    <a16:creationId xmlns:a16="http://schemas.microsoft.com/office/drawing/2014/main" id="{D4F69CC6-6EB5-48D1-B0D8-35189E3D52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6" y="876"/>
                <a:ext cx="1069" cy="951"/>
                <a:chOff x="4476" y="876"/>
                <a:chExt cx="1069" cy="951"/>
              </a:xfrm>
            </p:grpSpPr>
            <p:sp>
              <p:nvSpPr>
                <p:cNvPr id="19" name="Line 22">
                  <a:extLst>
                    <a:ext uri="{FF2B5EF4-FFF2-40B4-BE49-F238E27FC236}">
                      <a16:creationId xmlns:a16="http://schemas.microsoft.com/office/drawing/2014/main" id="{3A7687EF-3794-47DE-B433-C4E85FB11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8" y="1697"/>
                  <a:ext cx="6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23">
                  <a:extLst>
                    <a:ext uri="{FF2B5EF4-FFF2-40B4-BE49-F238E27FC236}">
                      <a16:creationId xmlns:a16="http://schemas.microsoft.com/office/drawing/2014/main" id="{445752FA-CAFF-48B7-9A3E-F4A68233ED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8" y="876"/>
                  <a:ext cx="0" cy="8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24">
                  <a:extLst>
                    <a:ext uri="{FF2B5EF4-FFF2-40B4-BE49-F238E27FC236}">
                      <a16:creationId xmlns:a16="http://schemas.microsoft.com/office/drawing/2014/main" id="{8C9E3C03-B59C-4ECF-A99D-57D3B0E73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8" y="876"/>
                  <a:ext cx="63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2" name="Group 25">
                  <a:extLst>
                    <a:ext uri="{FF2B5EF4-FFF2-40B4-BE49-F238E27FC236}">
                      <a16:creationId xmlns:a16="http://schemas.microsoft.com/office/drawing/2014/main" id="{472E5031-360B-454D-B74C-EC0980E6B2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76" y="876"/>
                  <a:ext cx="877" cy="951"/>
                  <a:chOff x="4512" y="768"/>
                  <a:chExt cx="973" cy="1057"/>
                </a:xfrm>
              </p:grpSpPr>
              <p:grpSp>
                <p:nvGrpSpPr>
                  <p:cNvPr id="23" name="Group 26">
                    <a:extLst>
                      <a:ext uri="{FF2B5EF4-FFF2-40B4-BE49-F238E27FC236}">
                        <a16:creationId xmlns:a16="http://schemas.microsoft.com/office/drawing/2014/main" id="{9B58DCA3-89F2-43E8-A2A0-BFE4FD9848A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12" y="1536"/>
                    <a:ext cx="973" cy="289"/>
                    <a:chOff x="3936" y="2016"/>
                    <a:chExt cx="973" cy="289"/>
                  </a:xfrm>
                </p:grpSpPr>
                <p:sp>
                  <p:nvSpPr>
                    <p:cNvPr id="26" name="Arc 27">
                      <a:extLst>
                        <a:ext uri="{FF2B5EF4-FFF2-40B4-BE49-F238E27FC236}">
                          <a16:creationId xmlns:a16="http://schemas.microsoft.com/office/drawing/2014/main" id="{1283EFF6-4A34-44D4-845B-38EBDBA885D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36" y="2016"/>
                      <a:ext cx="973" cy="145"/>
                    </a:xfrm>
                    <a:custGeom>
                      <a:avLst/>
                      <a:gdLst>
                        <a:gd name="G0" fmla="+- 21591 0 0"/>
                        <a:gd name="G1" fmla="+- 21600 0 0"/>
                        <a:gd name="G2" fmla="+- 21600 0 0"/>
                        <a:gd name="T0" fmla="*/ 0 w 43191"/>
                        <a:gd name="T1" fmla="*/ 20974 h 21600"/>
                        <a:gd name="T2" fmla="*/ 43191 w 43191"/>
                        <a:gd name="T3" fmla="*/ 21600 h 21600"/>
                        <a:gd name="T4" fmla="*/ 21591 w 43191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3191" h="21600" fill="none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</a:path>
                        <a:path w="43191" h="21600" stroke="0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  <a:lnTo>
                            <a:pt x="21591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tx1"/>
                      </a:solidFill>
                      <a:prstDash val="dash"/>
                      <a:round/>
                      <a:headEnd type="none" w="sm" len="med"/>
                      <a:tailEnd type="non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" name="Arc 28">
                      <a:extLst>
                        <a:ext uri="{FF2B5EF4-FFF2-40B4-BE49-F238E27FC236}">
                          <a16:creationId xmlns:a16="http://schemas.microsoft.com/office/drawing/2014/main" id="{BFAAFB09-BA87-436C-ABD2-70C6355F96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800000">
                      <a:off x="3936" y="2160"/>
                      <a:ext cx="973" cy="145"/>
                    </a:xfrm>
                    <a:custGeom>
                      <a:avLst/>
                      <a:gdLst>
                        <a:gd name="G0" fmla="+- 21591 0 0"/>
                        <a:gd name="G1" fmla="+- 21600 0 0"/>
                        <a:gd name="G2" fmla="+- 21600 0 0"/>
                        <a:gd name="T0" fmla="*/ 0 w 43191"/>
                        <a:gd name="T1" fmla="*/ 20974 h 21600"/>
                        <a:gd name="T2" fmla="*/ 43191 w 43191"/>
                        <a:gd name="T3" fmla="*/ 21600 h 21600"/>
                        <a:gd name="T4" fmla="*/ 21591 w 43191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3191" h="21600" fill="none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</a:path>
                        <a:path w="43191" h="21600" stroke="0" extrusionOk="0">
                          <a:moveTo>
                            <a:pt x="0" y="20974"/>
                          </a:moveTo>
                          <a:cubicBezTo>
                            <a:pt x="338" y="9293"/>
                            <a:pt x="9905" y="0"/>
                            <a:pt x="21591" y="0"/>
                          </a:cubicBezTo>
                          <a:cubicBezTo>
                            <a:pt x="33520" y="0"/>
                            <a:pt x="43191" y="9670"/>
                            <a:pt x="43191" y="21600"/>
                          </a:cubicBezTo>
                          <a:lnTo>
                            <a:pt x="21591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tx1"/>
                      </a:solidFill>
                      <a:round/>
                      <a:headEnd type="none" w="sm" len="med"/>
                      <a:tailEnd type="non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4" name="Line 29">
                    <a:extLst>
                      <a:ext uri="{FF2B5EF4-FFF2-40B4-BE49-F238E27FC236}">
                        <a16:creationId xmlns:a16="http://schemas.microsoft.com/office/drawing/2014/main" id="{30B2D917-5D7D-4153-88D8-A69AC35E35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768"/>
                    <a:ext cx="480" cy="91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med"/>
                    <a:tailEnd type="none" w="sm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" name="Line 30">
                    <a:extLst>
                      <a:ext uri="{FF2B5EF4-FFF2-40B4-BE49-F238E27FC236}">
                        <a16:creationId xmlns:a16="http://schemas.microsoft.com/office/drawing/2014/main" id="{D47C4B91-9D3F-4690-821D-FB76B59B1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992" y="768"/>
                    <a:ext cx="492" cy="91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 type="none" w="sm" len="med"/>
                    <a:tailEnd type="none" w="sm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5" name="Group 52">
              <a:extLst>
                <a:ext uri="{FF2B5EF4-FFF2-40B4-BE49-F238E27FC236}">
                  <a16:creationId xmlns:a16="http://schemas.microsoft.com/office/drawing/2014/main" id="{4CF225AB-54B7-4BD7-84D8-14D8AFE50C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57130" y="2495746"/>
              <a:ext cx="1050926" cy="849313"/>
              <a:chOff x="4704" y="1163"/>
              <a:chExt cx="662" cy="535"/>
            </a:xfrm>
          </p:grpSpPr>
          <p:graphicFrame>
            <p:nvGraphicFramePr>
              <p:cNvPr id="8" name="Object 53">
                <a:extLst>
                  <a:ext uri="{FF2B5EF4-FFF2-40B4-BE49-F238E27FC236}">
                    <a16:creationId xmlns:a16="http://schemas.microsoft.com/office/drawing/2014/main" id="{DB7BE661-0455-4FEC-A397-F4F393841E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1101993"/>
                  </p:ext>
                </p:extLst>
              </p:nvPr>
            </p:nvGraphicFramePr>
            <p:xfrm>
              <a:off x="5254" y="1393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72" name="Equation" r:id="rId3" imgW="177480" imgH="190440" progId="Equation.DSMT4">
                      <p:embed/>
                    </p:oleObj>
                  </mc:Choice>
                  <mc:Fallback>
                    <p:oleObj name="Equation" r:id="rId3" imgW="177480" imgH="190440" progId="Equation.DSMT4">
                      <p:embed/>
                      <p:pic>
                        <p:nvPicPr>
                          <p:cNvPr id="14" name="Object 53">
                            <a:extLst>
                              <a:ext uri="{FF2B5EF4-FFF2-40B4-BE49-F238E27FC236}">
                                <a16:creationId xmlns:a16="http://schemas.microsoft.com/office/drawing/2014/main" id="{EDFE9923-E4AC-4BDD-B639-810E1B7059F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4" y="1393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Line 54">
                <a:extLst>
                  <a:ext uri="{FF2B5EF4-FFF2-40B4-BE49-F238E27FC236}">
                    <a16:creationId xmlns:a16="http://schemas.microsoft.com/office/drawing/2014/main" id="{E95398F0-D7F4-4FB3-9654-7C80CDFB3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53" y="1568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sm" len="med"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55">
                <a:extLst>
                  <a:ext uri="{FF2B5EF4-FFF2-40B4-BE49-F238E27FC236}">
                    <a16:creationId xmlns:a16="http://schemas.microsoft.com/office/drawing/2014/main" id="{9D826111-69B5-4727-886C-3974C3410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53" y="1303"/>
                <a:ext cx="0" cy="1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" name="Group 56">
                <a:extLst>
                  <a:ext uri="{FF2B5EF4-FFF2-40B4-BE49-F238E27FC236}">
                    <a16:creationId xmlns:a16="http://schemas.microsoft.com/office/drawing/2014/main" id="{58121C1F-D09B-4310-B44B-E77A00B506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4" y="1242"/>
                <a:ext cx="439" cy="131"/>
                <a:chOff x="3936" y="2016"/>
                <a:chExt cx="973" cy="289"/>
              </a:xfrm>
            </p:grpSpPr>
            <p:sp>
              <p:nvSpPr>
                <p:cNvPr id="14" name="Arc 57">
                  <a:extLst>
                    <a:ext uri="{FF2B5EF4-FFF2-40B4-BE49-F238E27FC236}">
                      <a16:creationId xmlns:a16="http://schemas.microsoft.com/office/drawing/2014/main" id="{777F18BD-3B97-4E7A-B37C-DA11885193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6" y="2016"/>
                  <a:ext cx="973" cy="145"/>
                </a:xfrm>
                <a:custGeom>
                  <a:avLst/>
                  <a:gdLst>
                    <a:gd name="G0" fmla="+- 21591 0 0"/>
                    <a:gd name="G1" fmla="+- 21600 0 0"/>
                    <a:gd name="G2" fmla="+- 21600 0 0"/>
                    <a:gd name="T0" fmla="*/ 0 w 43191"/>
                    <a:gd name="T1" fmla="*/ 20974 h 21600"/>
                    <a:gd name="T2" fmla="*/ 43191 w 43191"/>
                    <a:gd name="T3" fmla="*/ 21600 h 21600"/>
                    <a:gd name="T4" fmla="*/ 21591 w 4319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1" h="21600" fill="none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</a:path>
                    <a:path w="43191" h="21600" stroke="0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  <a:lnTo>
                        <a:pt x="2159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B0F0"/>
                  </a:solidFill>
                  <a:prstDash val="dash"/>
                  <a:round/>
                  <a:headEnd type="none" w="sm" len="med"/>
                  <a:tail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4005A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Arc 58">
                  <a:extLst>
                    <a:ext uri="{FF2B5EF4-FFF2-40B4-BE49-F238E27FC236}">
                      <a16:creationId xmlns:a16="http://schemas.microsoft.com/office/drawing/2014/main" id="{3FB1BF5B-F5BC-4CA2-94CC-AAA13F7378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3936" y="2160"/>
                  <a:ext cx="973" cy="145"/>
                </a:xfrm>
                <a:custGeom>
                  <a:avLst/>
                  <a:gdLst>
                    <a:gd name="G0" fmla="+- 21591 0 0"/>
                    <a:gd name="G1" fmla="+- 21600 0 0"/>
                    <a:gd name="G2" fmla="+- 21600 0 0"/>
                    <a:gd name="T0" fmla="*/ 0 w 43191"/>
                    <a:gd name="T1" fmla="*/ 20974 h 21600"/>
                    <a:gd name="T2" fmla="*/ 43191 w 43191"/>
                    <a:gd name="T3" fmla="*/ 21600 h 21600"/>
                    <a:gd name="T4" fmla="*/ 21591 w 4319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1" h="21600" fill="none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</a:path>
                    <a:path w="43191" h="21600" stroke="0" extrusionOk="0">
                      <a:moveTo>
                        <a:pt x="0" y="20974"/>
                      </a:moveTo>
                      <a:cubicBezTo>
                        <a:pt x="338" y="9293"/>
                        <a:pt x="9905" y="0"/>
                        <a:pt x="21591" y="0"/>
                      </a:cubicBezTo>
                      <a:cubicBezTo>
                        <a:pt x="33520" y="0"/>
                        <a:pt x="43191" y="9670"/>
                        <a:pt x="43191" y="21600"/>
                      </a:cubicBezTo>
                      <a:lnTo>
                        <a:pt x="2159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B0F0"/>
                  </a:solidFill>
                  <a:round/>
                  <a:headEnd type="none" w="sm" len="med"/>
                  <a:tail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4005A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/>
                </a:p>
              </p:txBody>
            </p:sp>
          </p:grpSp>
          <p:sp>
            <p:nvSpPr>
              <p:cNvPr id="12" name="Line 59">
                <a:extLst>
                  <a:ext uri="{FF2B5EF4-FFF2-40B4-BE49-F238E27FC236}">
                    <a16:creationId xmlns:a16="http://schemas.microsoft.com/office/drawing/2014/main" id="{499479EB-E63B-4C50-8A28-053DCAE9E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0" y="1303"/>
                <a:ext cx="442" cy="0"/>
              </a:xfrm>
              <a:prstGeom prst="line">
                <a:avLst/>
              </a:prstGeom>
              <a:noFill/>
              <a:ln w="19050">
                <a:solidFill>
                  <a:schemeClr val="tx1">
                    <a:alpha val="87000"/>
                  </a:schemeClr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" name="Object 60">
                <a:extLst>
                  <a:ext uri="{FF2B5EF4-FFF2-40B4-BE49-F238E27FC236}">
                    <a16:creationId xmlns:a16="http://schemas.microsoft.com/office/drawing/2014/main" id="{2E30F489-6CC5-4020-9CF6-21C80E880A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6063486"/>
                  </p:ext>
                </p:extLst>
              </p:nvPr>
            </p:nvGraphicFramePr>
            <p:xfrm>
              <a:off x="4980" y="1163"/>
              <a:ext cx="91" cy="1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173" name="Equation" r:id="rId5" imgW="152280" imgH="177480" progId="Equation.DSMT4">
                      <p:embed/>
                    </p:oleObj>
                  </mc:Choice>
                  <mc:Fallback>
                    <p:oleObj name="Equation" r:id="rId5" imgW="152280" imgH="177480" progId="Equation.DSMT4">
                      <p:embed/>
                      <p:pic>
                        <p:nvPicPr>
                          <p:cNvPr id="19" name="Object 60">
                            <a:extLst>
                              <a:ext uri="{FF2B5EF4-FFF2-40B4-BE49-F238E27FC236}">
                                <a16:creationId xmlns:a16="http://schemas.microsoft.com/office/drawing/2014/main" id="{526843E0-2A2F-4A71-8400-8CA63A5F9AF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0" y="1163"/>
                            <a:ext cx="91" cy="1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974C459-EB93-442C-85F0-1CACAE448A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2003175"/>
                </p:ext>
              </p:extLst>
            </p:nvPr>
          </p:nvGraphicFramePr>
          <p:xfrm>
            <a:off x="8083181" y="326811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174" name="Equation" r:id="rId7" imgW="215640" imgH="228600" progId="Equation.DSMT4">
                    <p:embed/>
                  </p:oleObj>
                </mc:Choice>
                <mc:Fallback>
                  <p:oleObj name="Equation" r:id="rId7" imgW="215640" imgH="2286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6F45C0B6-55D7-40CA-9452-3FF2B16FE93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083181" y="326811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F4AFA73-07B9-4760-8A3D-31C3AE6625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11194"/>
                </p:ext>
              </p:extLst>
            </p:nvPr>
          </p:nvGraphicFramePr>
          <p:xfrm>
            <a:off x="8647026" y="2596094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175" name="Equation" r:id="rId9" imgW="177480" imgH="253800" progId="Equation.DSMT4">
                    <p:embed/>
                  </p:oleObj>
                </mc:Choice>
                <mc:Fallback>
                  <p:oleObj name="Equation" r:id="rId9" imgW="177480" imgH="2538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6499783-458F-4C9B-9CD4-36E7CC1E94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647026" y="2596094"/>
                          <a:ext cx="177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BED86C11-62D9-4B3B-9E6F-DB267FBBE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599568"/>
              </p:ext>
            </p:extLst>
          </p:nvPr>
        </p:nvGraphicFramePr>
        <p:xfrm>
          <a:off x="1331640" y="369127"/>
          <a:ext cx="2908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76" name="Equation" r:id="rId11" imgW="2908080" imgH="838080" progId="Equation.DSMT4">
                  <p:embed/>
                </p:oleObj>
              </mc:Choice>
              <mc:Fallback>
                <p:oleObj name="Equation" r:id="rId11" imgW="2908080" imgH="83808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124AEEDE-1518-4E24-9C84-AD7182940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1640" y="369127"/>
                        <a:ext cx="29083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4">
            <a:extLst>
              <a:ext uri="{FF2B5EF4-FFF2-40B4-BE49-F238E27FC236}">
                <a16:creationId xmlns:a16="http://schemas.microsoft.com/office/drawing/2014/main" id="{10327330-BA74-4D39-96D0-07498EDAB8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420401"/>
              </p:ext>
            </p:extLst>
          </p:nvPr>
        </p:nvGraphicFramePr>
        <p:xfrm>
          <a:off x="1211430" y="1259737"/>
          <a:ext cx="42068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77" name="Equation" r:id="rId13" imgW="444240" imgH="799920" progId="Equation.DSMT4">
                  <p:embed/>
                </p:oleObj>
              </mc:Choice>
              <mc:Fallback>
                <p:oleObj name="Equation" r:id="rId13" imgW="444240" imgH="799920" progId="Equation.DSMT4">
                  <p:embed/>
                  <p:pic>
                    <p:nvPicPr>
                      <p:cNvPr id="48" name="Object 34">
                        <a:extLst>
                          <a:ext uri="{FF2B5EF4-FFF2-40B4-BE49-F238E27FC236}">
                            <a16:creationId xmlns:a16="http://schemas.microsoft.com/office/drawing/2014/main" id="{D7414CC8-9754-4C01-82DF-220BDB2C6B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430" y="1259737"/>
                        <a:ext cx="42068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5">
            <a:extLst>
              <a:ext uri="{FF2B5EF4-FFF2-40B4-BE49-F238E27FC236}">
                <a16:creationId xmlns:a16="http://schemas.microsoft.com/office/drawing/2014/main" id="{9826010A-AB3D-4A55-BADC-8EAB48CB1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971309"/>
              </p:ext>
            </p:extLst>
          </p:nvPr>
        </p:nvGraphicFramePr>
        <p:xfrm>
          <a:off x="1788267" y="1259621"/>
          <a:ext cx="7842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78" name="Equation" r:id="rId15" imgW="825480" imgH="774360" progId="Equation.DSMT4">
                  <p:embed/>
                </p:oleObj>
              </mc:Choice>
              <mc:Fallback>
                <p:oleObj name="Equation" r:id="rId15" imgW="825480" imgH="774360" progId="Equation.DSMT4">
                  <p:embed/>
                  <p:pic>
                    <p:nvPicPr>
                      <p:cNvPr id="49" name="Object 35">
                        <a:extLst>
                          <a:ext uri="{FF2B5EF4-FFF2-40B4-BE49-F238E27FC236}">
                            <a16:creationId xmlns:a16="http://schemas.microsoft.com/office/drawing/2014/main" id="{109955AB-7C84-4913-ADAE-6985C6C803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267" y="1259621"/>
                        <a:ext cx="7842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6">
            <a:extLst>
              <a:ext uri="{FF2B5EF4-FFF2-40B4-BE49-F238E27FC236}">
                <a16:creationId xmlns:a16="http://schemas.microsoft.com/office/drawing/2014/main" id="{BFB7F976-2AF7-4497-84EF-50D6D8587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216047"/>
              </p:ext>
            </p:extLst>
          </p:nvPr>
        </p:nvGraphicFramePr>
        <p:xfrm>
          <a:off x="2615886" y="1436744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79" name="Equation" r:id="rId17" imgW="990360" imgH="406080" progId="Equation.DSMT4">
                  <p:embed/>
                </p:oleObj>
              </mc:Choice>
              <mc:Fallback>
                <p:oleObj name="Equation" r:id="rId17" imgW="990360" imgH="406080" progId="Equation.DSMT4">
                  <p:embed/>
                  <p:pic>
                    <p:nvPicPr>
                      <p:cNvPr id="50" name="Object 36">
                        <a:extLst>
                          <a:ext uri="{FF2B5EF4-FFF2-40B4-BE49-F238E27FC236}">
                            <a16:creationId xmlns:a16="http://schemas.microsoft.com/office/drawing/2014/main" id="{31E15125-25DE-49F0-9408-8CD532E63A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5886" y="1436744"/>
                        <a:ext cx="99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7">
            <a:extLst>
              <a:ext uri="{FF2B5EF4-FFF2-40B4-BE49-F238E27FC236}">
                <a16:creationId xmlns:a16="http://schemas.microsoft.com/office/drawing/2014/main" id="{1396FA8B-9C84-4185-8E06-C9CBB06D6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183360"/>
              </p:ext>
            </p:extLst>
          </p:nvPr>
        </p:nvGraphicFramePr>
        <p:xfrm>
          <a:off x="3691687" y="1291810"/>
          <a:ext cx="54292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0" name="Equation" r:id="rId19" imgW="571320" imgH="799920" progId="Equation.DSMT4">
                  <p:embed/>
                </p:oleObj>
              </mc:Choice>
              <mc:Fallback>
                <p:oleObj name="Equation" r:id="rId19" imgW="571320" imgH="799920" progId="Equation.DSMT4">
                  <p:embed/>
                  <p:pic>
                    <p:nvPicPr>
                      <p:cNvPr id="51" name="Object 37">
                        <a:extLst>
                          <a:ext uri="{FF2B5EF4-FFF2-40B4-BE49-F238E27FC236}">
                            <a16:creationId xmlns:a16="http://schemas.microsoft.com/office/drawing/2014/main" id="{106C9543-D2CD-45F4-913A-90FFCC292A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1687" y="1291810"/>
                        <a:ext cx="54292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8">
            <a:extLst>
              <a:ext uri="{FF2B5EF4-FFF2-40B4-BE49-F238E27FC236}">
                <a16:creationId xmlns:a16="http://schemas.microsoft.com/office/drawing/2014/main" id="{C1FFC3B7-DEAC-4414-9E77-E714A7154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577" y="2355708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而</a:t>
            </a:r>
          </a:p>
        </p:txBody>
      </p:sp>
      <p:graphicFrame>
        <p:nvGraphicFramePr>
          <p:cNvPr id="36" name="Object 47">
            <a:extLst>
              <a:ext uri="{FF2B5EF4-FFF2-40B4-BE49-F238E27FC236}">
                <a16:creationId xmlns:a16="http://schemas.microsoft.com/office/drawing/2014/main" id="{1740303E-F84C-4057-BFD3-2D44A3D1E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33844"/>
              </p:ext>
            </p:extLst>
          </p:nvPr>
        </p:nvGraphicFramePr>
        <p:xfrm>
          <a:off x="1830775" y="2162994"/>
          <a:ext cx="21701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1" name="Equation" r:id="rId21" imgW="2171520" imgH="799920" progId="Equation.DSMT4">
                  <p:embed/>
                </p:oleObj>
              </mc:Choice>
              <mc:Fallback>
                <p:oleObj name="Equation" r:id="rId21" imgW="2171520" imgH="799920" progId="Equation.DSMT4">
                  <p:embed/>
                  <p:pic>
                    <p:nvPicPr>
                      <p:cNvPr id="53" name="Object 47">
                        <a:extLst>
                          <a:ext uri="{FF2B5EF4-FFF2-40B4-BE49-F238E27FC236}">
                            <a16:creationId xmlns:a16="http://schemas.microsoft.com/office/drawing/2014/main" id="{F7AB94A3-3E37-4D5A-A99F-CCC6C9C40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775" y="2162994"/>
                        <a:ext cx="2170113" cy="800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3366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9">
            <a:extLst>
              <a:ext uri="{FF2B5EF4-FFF2-40B4-BE49-F238E27FC236}">
                <a16:creationId xmlns:a16="http://schemas.microsoft.com/office/drawing/2014/main" id="{B5A966FE-8387-46D1-9CCF-46937B221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499671"/>
              </p:ext>
            </p:extLst>
          </p:nvPr>
        </p:nvGraphicFramePr>
        <p:xfrm>
          <a:off x="2273461" y="3208515"/>
          <a:ext cx="15557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2" name="Equation" r:id="rId23" imgW="1638000" imgH="838080" progId="Equation.DSMT4">
                  <p:embed/>
                </p:oleObj>
              </mc:Choice>
              <mc:Fallback>
                <p:oleObj name="Equation" r:id="rId23" imgW="1638000" imgH="838080" progId="Equation.DSMT4">
                  <p:embed/>
                  <p:pic>
                    <p:nvPicPr>
                      <p:cNvPr id="54" name="Object 39">
                        <a:extLst>
                          <a:ext uri="{FF2B5EF4-FFF2-40B4-BE49-F238E27FC236}">
                            <a16:creationId xmlns:a16="http://schemas.microsoft.com/office/drawing/2014/main" id="{98A287A9-8570-4FF6-B4BF-7FF9A7576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461" y="3208515"/>
                        <a:ext cx="15557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44">
            <a:extLst>
              <a:ext uri="{FF2B5EF4-FFF2-40B4-BE49-F238E27FC236}">
                <a16:creationId xmlns:a16="http://schemas.microsoft.com/office/drawing/2014/main" id="{D0596E6E-0A57-4115-A7C2-97315D514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433" y="3374566"/>
            <a:ext cx="792671" cy="46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故</a:t>
            </a:r>
          </a:p>
        </p:txBody>
      </p:sp>
      <p:graphicFrame>
        <p:nvGraphicFramePr>
          <p:cNvPr id="39" name="Object 45">
            <a:extLst>
              <a:ext uri="{FF2B5EF4-FFF2-40B4-BE49-F238E27FC236}">
                <a16:creationId xmlns:a16="http://schemas.microsoft.com/office/drawing/2014/main" id="{A64D7B9E-BFF9-46EC-9018-4DF9ACB86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96767"/>
              </p:ext>
            </p:extLst>
          </p:nvPr>
        </p:nvGraphicFramePr>
        <p:xfrm>
          <a:off x="1607691" y="3277405"/>
          <a:ext cx="59055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3" name="Equation" r:id="rId25" imgW="622080" imgH="799920" progId="Equation.DSMT4">
                  <p:embed/>
                </p:oleObj>
              </mc:Choice>
              <mc:Fallback>
                <p:oleObj name="Equation" r:id="rId25" imgW="622080" imgH="799920" progId="Equation.DSMT4">
                  <p:embed/>
                  <p:pic>
                    <p:nvPicPr>
                      <p:cNvPr id="56" name="Object 45">
                        <a:extLst>
                          <a:ext uri="{FF2B5EF4-FFF2-40B4-BE49-F238E27FC236}">
                            <a16:creationId xmlns:a16="http://schemas.microsoft.com/office/drawing/2014/main" id="{A14E296A-D871-4C07-842B-71FAC92AC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691" y="3277405"/>
                        <a:ext cx="59055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0">
            <a:extLst>
              <a:ext uri="{FF2B5EF4-FFF2-40B4-BE49-F238E27FC236}">
                <a16:creationId xmlns:a16="http://schemas.microsoft.com/office/drawing/2014/main" id="{07427741-3AB4-47E0-9F37-5247EFADA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415403"/>
              </p:ext>
            </p:extLst>
          </p:nvPr>
        </p:nvGraphicFramePr>
        <p:xfrm>
          <a:off x="1194702" y="4245866"/>
          <a:ext cx="149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4" name="Equation" r:id="rId27" imgW="1498320" imgH="723600" progId="Equation.DSMT4">
                  <p:embed/>
                </p:oleObj>
              </mc:Choice>
              <mc:Fallback>
                <p:oleObj name="Equation" r:id="rId27" imgW="1498320" imgH="723600" progId="Equation.DSMT4">
                  <p:embed/>
                  <p:pic>
                    <p:nvPicPr>
                      <p:cNvPr id="57" name="Object 40">
                        <a:extLst>
                          <a:ext uri="{FF2B5EF4-FFF2-40B4-BE49-F238E27FC236}">
                            <a16:creationId xmlns:a16="http://schemas.microsoft.com/office/drawing/2014/main" id="{C23CFB82-DB3A-454A-A60D-E4C089C5F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702" y="4245866"/>
                        <a:ext cx="1498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8">
            <a:extLst>
              <a:ext uri="{FF2B5EF4-FFF2-40B4-BE49-F238E27FC236}">
                <a16:creationId xmlns:a16="http://schemas.microsoft.com/office/drawing/2014/main" id="{9C646956-FA99-41E3-BA2A-D771617A9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756985"/>
              </p:ext>
            </p:extLst>
          </p:nvPr>
        </p:nvGraphicFramePr>
        <p:xfrm>
          <a:off x="2919438" y="4219548"/>
          <a:ext cx="2170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85" name="Equation" r:id="rId29" imgW="2171520" imgH="799920" progId="Equation.DSMT4">
                  <p:embed/>
                </p:oleObj>
              </mc:Choice>
              <mc:Fallback>
                <p:oleObj name="Equation" r:id="rId29" imgW="2171520" imgH="799920" progId="Equation.DSMT4">
                  <p:embed/>
                  <p:pic>
                    <p:nvPicPr>
                      <p:cNvPr id="58" name="Object 48">
                        <a:extLst>
                          <a:ext uri="{FF2B5EF4-FFF2-40B4-BE49-F238E27FC236}">
                            <a16:creationId xmlns:a16="http://schemas.microsoft.com/office/drawing/2014/main" id="{2BFB1445-2C36-4BD9-ACAF-3706EFB201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38" y="4219548"/>
                        <a:ext cx="2170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954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10842EC-DCE9-4FB0-9C5D-3DD3EA7A9C59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11358"/>
            <a:ext cx="8352928" cy="6270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一气球从离开观察员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m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处离地面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铅直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上升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991D997-4AA1-46B9-80DD-418D83960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182021"/>
            <a:ext cx="14766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其速率为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122E6119-5C2D-4874-B790-FB356647A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954562"/>
              </p:ext>
            </p:extLst>
          </p:nvPr>
        </p:nvGraphicFramePr>
        <p:xfrm>
          <a:off x="51048" y="821172"/>
          <a:ext cx="14811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87" name="Equation" r:id="rId3" imgW="1473120" imgH="368280" progId="Equation.DSMT4">
                  <p:embed/>
                </p:oleObj>
              </mc:Choice>
              <mc:Fallback>
                <p:oleObj name="Equation" r:id="rId3" imgW="1473120" imgH="368280" progId="Equation.DSMT4">
                  <p:embed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BF7AC995-E887-49D0-8242-8BC30FF27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8" y="821172"/>
                        <a:ext cx="14811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BC6BA0A9-87AE-4595-B408-D1A92DEA0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345" y="767210"/>
            <a:ext cx="5105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当气球高度为 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500 m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求观察员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17149D8-07CB-4562-AFBF-A7C3E8947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640" y="758726"/>
            <a:ext cx="3020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视线的仰角增加率</a:t>
            </a:r>
            <a:r>
              <a:rPr lang="en-US" altLang="zh-CN" sz="2400" b="1" dirty="0">
                <a:latin typeface="+mj-ea"/>
                <a:ea typeface="+mj-ea"/>
              </a:rPr>
              <a:t>. 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7DB8F4F-4CAE-4F85-9288-58E0E69A51B1}"/>
              </a:ext>
            </a:extLst>
          </p:cNvPr>
          <p:cNvGrpSpPr/>
          <p:nvPr/>
        </p:nvGrpSpPr>
        <p:grpSpPr>
          <a:xfrm>
            <a:off x="6967538" y="1811338"/>
            <a:ext cx="1714500" cy="1731962"/>
            <a:chOff x="6967538" y="1811338"/>
            <a:chExt cx="1714500" cy="1731962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1BB76EF-DE97-48A8-8BE2-89A7FBCFD7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0250" y="1811338"/>
              <a:ext cx="184150" cy="1447800"/>
              <a:chOff x="5260" y="1141"/>
              <a:chExt cx="116" cy="912"/>
            </a:xfrm>
          </p:grpSpPr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2B8115F4-8692-42D0-80CD-EE5DAC180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8" y="1285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94FA0BE4-82FD-4A11-9E76-CF90EE12C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0" y="1141"/>
                <a:ext cx="116" cy="1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" name="Object 10">
              <a:extLst>
                <a:ext uri="{FF2B5EF4-FFF2-40B4-BE49-F238E27FC236}">
                  <a16:creationId xmlns:a16="http://schemas.microsoft.com/office/drawing/2014/main" id="{54448E38-B269-466C-8D75-D48CAA56DA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445643"/>
                </p:ext>
              </p:extLst>
            </p:nvPr>
          </p:nvGraphicFramePr>
          <p:xfrm>
            <a:off x="7607300" y="3316288"/>
            <a:ext cx="396875" cy="227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188" name="Equation" r:id="rId5" imgW="419040" imgH="241200" progId="Equation.DSMT4">
                    <p:embed/>
                  </p:oleObj>
                </mc:Choice>
                <mc:Fallback>
                  <p:oleObj name="Equation" r:id="rId5" imgW="419040" imgH="241200" progId="Equation.DSMT4">
                    <p:embed/>
                    <p:pic>
                      <p:nvPicPr>
                        <p:cNvPr id="45066" name="Object 10">
                          <a:extLst>
                            <a:ext uri="{FF2B5EF4-FFF2-40B4-BE49-F238E27FC236}">
                              <a16:creationId xmlns:a16="http://schemas.microsoft.com/office/drawing/2014/main" id="{C0C000F0-02BD-4519-A426-390136256E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7300" y="3316288"/>
                          <a:ext cx="396875" cy="227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0DA5444D-5D39-4F90-9027-EC3CFCE84A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887628"/>
                </p:ext>
              </p:extLst>
            </p:nvPr>
          </p:nvGraphicFramePr>
          <p:xfrm>
            <a:off x="8515350" y="2495550"/>
            <a:ext cx="1666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189" name="Equation" r:id="rId7" imgW="177480" imgH="253800" progId="Equation.DSMT4">
                    <p:embed/>
                  </p:oleObj>
                </mc:Choice>
                <mc:Fallback>
                  <p:oleObj name="Equation" r:id="rId7" imgW="177480" imgH="253800" progId="Equation.DSMT4">
                    <p:embed/>
                    <p:pic>
                      <p:nvPicPr>
                        <p:cNvPr id="45067" name="Object 11">
                          <a:extLst>
                            <a:ext uri="{FF2B5EF4-FFF2-40B4-BE49-F238E27FC236}">
                              <a16:creationId xmlns:a16="http://schemas.microsoft.com/office/drawing/2014/main" id="{97E08B4E-040B-41C6-B616-CC0920FAD0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5350" y="2495550"/>
                          <a:ext cx="166688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06D2D0B-A9A2-4498-96AE-D146CDFF5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8975" y="1984376"/>
              <a:ext cx="1295400" cy="1304925"/>
              <a:chOff x="4434" y="1250"/>
              <a:chExt cx="816" cy="822"/>
            </a:xfrm>
          </p:grpSpPr>
          <p:graphicFrame>
            <p:nvGraphicFramePr>
              <p:cNvPr id="13" name="Object 13">
                <a:extLst>
                  <a:ext uri="{FF2B5EF4-FFF2-40B4-BE49-F238E27FC236}">
                    <a16:creationId xmlns:a16="http://schemas.microsoft.com/office/drawing/2014/main" id="{315D0D7B-3205-4840-BBA9-910AB9A3F1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267176"/>
                  </p:ext>
                </p:extLst>
              </p:nvPr>
            </p:nvGraphicFramePr>
            <p:xfrm>
              <a:off x="4687" y="1853"/>
              <a:ext cx="136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190" name="Equation" r:id="rId9" imgW="215640" imgH="190440" progId="Equation.DSMT4">
                      <p:embed/>
                    </p:oleObj>
                  </mc:Choice>
                  <mc:Fallback>
                    <p:oleObj name="Equation" r:id="rId9" imgW="215640" imgH="190440" progId="Equation.DSMT4">
                      <p:embed/>
                      <p:pic>
                        <p:nvPicPr>
                          <p:cNvPr id="45069" name="Object 13">
                            <a:extLst>
                              <a:ext uri="{FF2B5EF4-FFF2-40B4-BE49-F238E27FC236}">
                                <a16:creationId xmlns:a16="http://schemas.microsoft.com/office/drawing/2014/main" id="{5F704836-A6F0-4ADB-807C-A0C8B95CFD3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7" y="1853"/>
                            <a:ext cx="136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0B93D4A4-4469-4786-956B-117624DCF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34" y="1250"/>
                <a:ext cx="816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Arc 15">
                <a:extLst>
                  <a:ext uri="{FF2B5EF4-FFF2-40B4-BE49-F238E27FC236}">
                    <a16:creationId xmlns:a16="http://schemas.microsoft.com/office/drawing/2014/main" id="{D12C7219-51E3-4CC1-9909-C0119BA0A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1" y="1956"/>
                <a:ext cx="116" cy="11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16" name="Oval 34">
              <a:extLst>
                <a:ext uri="{FF2B5EF4-FFF2-40B4-BE49-F238E27FC236}">
                  <a16:creationId xmlns:a16="http://schemas.microsoft.com/office/drawing/2014/main" id="{EAB93F91-45DB-4751-9224-374E8AA75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3079750"/>
              <a:ext cx="184150" cy="1841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" name="Group 35">
              <a:extLst>
                <a:ext uri="{FF2B5EF4-FFF2-40B4-BE49-F238E27FC236}">
                  <a16:creationId xmlns:a16="http://schemas.microsoft.com/office/drawing/2014/main" id="{CE4005E2-DB71-4E98-B459-1E6109C8D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7538" y="3230563"/>
              <a:ext cx="1676400" cy="61912"/>
              <a:chOff x="4608" y="1704"/>
              <a:chExt cx="1056" cy="39"/>
            </a:xfrm>
          </p:grpSpPr>
          <p:sp>
            <p:nvSpPr>
              <p:cNvPr id="18" name="Line 36">
                <a:extLst>
                  <a:ext uri="{FF2B5EF4-FFF2-40B4-BE49-F238E27FC236}">
                    <a16:creationId xmlns:a16="http://schemas.microsoft.com/office/drawing/2014/main" id="{B40C4D79-38AD-49EC-B0B1-4E8CA69A6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37">
                <a:extLst>
                  <a:ext uri="{FF2B5EF4-FFF2-40B4-BE49-F238E27FC236}">
                    <a16:creationId xmlns:a16="http://schemas.microsoft.com/office/drawing/2014/main" id="{AD6EB70E-CCE5-4084-8473-784105A87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04"/>
                <a:ext cx="39" cy="39"/>
              </a:xfrm>
              <a:prstGeom prst="ellipse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0" name="Text Box 16">
            <a:extLst>
              <a:ext uri="{FF2B5EF4-FFF2-40B4-BE49-F238E27FC236}">
                <a16:creationId xmlns:a16="http://schemas.microsoft.com/office/drawing/2014/main" id="{4F038E88-00CA-4FB7-8D98-BB570D24E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75196"/>
            <a:ext cx="708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设气球上升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分后其高度为</a:t>
            </a:r>
            <a:r>
              <a:rPr lang="en-US" altLang="zh-CN" sz="2400" i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仰角为</a:t>
            </a:r>
            <a:r>
              <a:rPr lang="zh-CN" altLang="en-US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E30DBCC9-EAA6-4454-BAE5-293B5EF48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1798044"/>
            <a:ext cx="67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22" name="Object 18">
            <a:extLst>
              <a:ext uri="{FF2B5EF4-FFF2-40B4-BE49-F238E27FC236}">
                <a16:creationId xmlns:a16="http://schemas.microsoft.com/office/drawing/2014/main" id="{81A57EAF-8142-41E5-B9E1-29E34D62B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934841"/>
              </p:ext>
            </p:extLst>
          </p:nvPr>
        </p:nvGraphicFramePr>
        <p:xfrm>
          <a:off x="251520" y="2268347"/>
          <a:ext cx="156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1" name="Equation" r:id="rId11" imgW="1562040" imgH="736560" progId="Equation.DSMT4">
                  <p:embed/>
                </p:oleObj>
              </mc:Choice>
              <mc:Fallback>
                <p:oleObj name="Equation" r:id="rId11" imgW="1562040" imgH="736560" progId="Equation.DSMT4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3D9E7953-2180-437A-BA28-3DAFC95CAA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68347"/>
                        <a:ext cx="1562100" cy="736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0">
            <a:extLst>
              <a:ext uri="{FF2B5EF4-FFF2-40B4-BE49-F238E27FC236}">
                <a16:creationId xmlns:a16="http://schemas.microsoft.com/office/drawing/2014/main" id="{14841592-35A6-4551-AE69-D02F83BD8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891" y="2410184"/>
            <a:ext cx="2355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两边对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2">
            <a:extLst>
              <a:ext uri="{FF2B5EF4-FFF2-40B4-BE49-F238E27FC236}">
                <a16:creationId xmlns:a16="http://schemas.microsoft.com/office/drawing/2014/main" id="{D4BB4443-5B53-4311-9E43-FA5774045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828272"/>
              </p:ext>
            </p:extLst>
          </p:nvPr>
        </p:nvGraphicFramePr>
        <p:xfrm>
          <a:off x="2489472" y="3061058"/>
          <a:ext cx="78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2" name="Equation" r:id="rId13" imgW="787320" imgH="342720" progId="Equation.DSMT4">
                  <p:embed/>
                </p:oleObj>
              </mc:Choice>
              <mc:Fallback>
                <p:oleObj name="Equation" r:id="rId13" imgW="787320" imgH="342720" progId="Equation.DSMT4">
                  <p:embed/>
                  <p:pic>
                    <p:nvPicPr>
                      <p:cNvPr id="45078" name="Object 22">
                        <a:extLst>
                          <a:ext uri="{FF2B5EF4-FFF2-40B4-BE49-F238E27FC236}">
                            <a16:creationId xmlns:a16="http://schemas.microsoft.com/office/drawing/2014/main" id="{92C7E37F-2A85-42FF-BE19-5EF709890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472" y="3061058"/>
                        <a:ext cx="787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F9929F53-FD32-448E-AC99-1528BB05C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902415"/>
              </p:ext>
            </p:extLst>
          </p:nvPr>
        </p:nvGraphicFramePr>
        <p:xfrm>
          <a:off x="3353072" y="2931169"/>
          <a:ext cx="5429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3" name="Equation" r:id="rId15" imgW="571320" imgH="799920" progId="Equation.DSMT4">
                  <p:embed/>
                </p:oleObj>
              </mc:Choice>
              <mc:Fallback>
                <p:oleObj name="Equation" r:id="rId15" imgW="571320" imgH="799920" progId="Equation.DSMT4">
                  <p:embed/>
                  <p:pic>
                    <p:nvPicPr>
                      <p:cNvPr id="45079" name="Object 23">
                        <a:extLst>
                          <a:ext uri="{FF2B5EF4-FFF2-40B4-BE49-F238E27FC236}">
                            <a16:creationId xmlns:a16="http://schemas.microsoft.com/office/drawing/2014/main" id="{818B9F95-C072-4B6A-946B-2003B662B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072" y="2931169"/>
                        <a:ext cx="5429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5DCFD798-0DBB-4082-ABF1-8A691B480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106453"/>
              </p:ext>
            </p:extLst>
          </p:nvPr>
        </p:nvGraphicFramePr>
        <p:xfrm>
          <a:off x="3934098" y="2905483"/>
          <a:ext cx="11795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4" name="Equation" r:id="rId17" imgW="1244520" imgH="799920" progId="Equation.DSMT4">
                  <p:embed/>
                </p:oleObj>
              </mc:Choice>
              <mc:Fallback>
                <p:oleObj name="Equation" r:id="rId17" imgW="1244520" imgH="799920" progId="Equation.DSMT4">
                  <p:embed/>
                  <p:pic>
                    <p:nvPicPr>
                      <p:cNvPr id="45080" name="Object 24">
                        <a:extLst>
                          <a:ext uri="{FF2B5EF4-FFF2-40B4-BE49-F238E27FC236}">
                            <a16:creationId xmlns:a16="http://schemas.microsoft.com/office/drawing/2014/main" id="{82F61584-337D-42DA-8F43-99FE57CB7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098" y="2905483"/>
                        <a:ext cx="11795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5">
            <a:extLst>
              <a:ext uri="{FF2B5EF4-FFF2-40B4-BE49-F238E27FC236}">
                <a16:creationId xmlns:a16="http://schemas.microsoft.com/office/drawing/2014/main" id="{4C20B3F5-B620-4F56-BD21-A92FB369E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45" y="3605213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已知</a:t>
            </a:r>
          </a:p>
        </p:txBody>
      </p:sp>
      <p:graphicFrame>
        <p:nvGraphicFramePr>
          <p:cNvPr id="29" name="Object 26">
            <a:extLst>
              <a:ext uri="{FF2B5EF4-FFF2-40B4-BE49-F238E27FC236}">
                <a16:creationId xmlns:a16="http://schemas.microsoft.com/office/drawing/2014/main" id="{F3FD805A-EB5B-4F5F-AEFE-8FF46BE98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340205"/>
              </p:ext>
            </p:extLst>
          </p:nvPr>
        </p:nvGraphicFramePr>
        <p:xfrm>
          <a:off x="1246708" y="3499494"/>
          <a:ext cx="2120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5" name="Equation" r:id="rId19" imgW="2120760" imgH="799920" progId="Equation.DSMT4">
                  <p:embed/>
                </p:oleObj>
              </mc:Choice>
              <mc:Fallback>
                <p:oleObj name="Equation" r:id="rId19" imgW="2120760" imgH="799920" progId="Equation.DSMT4">
                  <p:embed/>
                  <p:pic>
                    <p:nvPicPr>
                      <p:cNvPr id="45082" name="Object 26">
                        <a:extLst>
                          <a:ext uri="{FF2B5EF4-FFF2-40B4-BE49-F238E27FC236}">
                            <a16:creationId xmlns:a16="http://schemas.microsoft.com/office/drawing/2014/main" id="{EBD6B5E4-83CE-43E5-ABC5-DF26F0BF11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708" y="3499494"/>
                        <a:ext cx="2120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7">
            <a:extLst>
              <a:ext uri="{FF2B5EF4-FFF2-40B4-BE49-F238E27FC236}">
                <a16:creationId xmlns:a16="http://schemas.microsoft.com/office/drawing/2014/main" id="{64D273AC-2CB0-44EF-860E-1D8A9B89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2754" y="3619501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500m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1" name="Object 28">
            <a:extLst>
              <a:ext uri="{FF2B5EF4-FFF2-40B4-BE49-F238E27FC236}">
                <a16:creationId xmlns:a16="http://schemas.microsoft.com/office/drawing/2014/main" id="{2E5D45EA-ACCC-4983-8B31-F0E75F48D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537216"/>
              </p:ext>
            </p:extLst>
          </p:nvPr>
        </p:nvGraphicFramePr>
        <p:xfrm>
          <a:off x="5176217" y="3723978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6" name="Equation" r:id="rId21" imgW="1193760" imgH="342720" progId="Equation.DSMT4">
                  <p:embed/>
                </p:oleObj>
              </mc:Choice>
              <mc:Fallback>
                <p:oleObj name="Equation" r:id="rId21" imgW="1193760" imgH="342720" progId="Equation.DSMT4">
                  <p:embed/>
                  <p:pic>
                    <p:nvPicPr>
                      <p:cNvPr id="45084" name="Object 28">
                        <a:extLst>
                          <a:ext uri="{FF2B5EF4-FFF2-40B4-BE49-F238E27FC236}">
                            <a16:creationId xmlns:a16="http://schemas.microsoft.com/office/drawing/2014/main" id="{5B2E53E0-CA3A-4C31-B51D-F132147DB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217" y="3723978"/>
                        <a:ext cx="1193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>
            <a:extLst>
              <a:ext uri="{FF2B5EF4-FFF2-40B4-BE49-F238E27FC236}">
                <a16:creationId xmlns:a16="http://schemas.microsoft.com/office/drawing/2014/main" id="{4900C220-ACF6-493A-A1D0-3A37A5DDD5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217096"/>
              </p:ext>
            </p:extLst>
          </p:nvPr>
        </p:nvGraphicFramePr>
        <p:xfrm>
          <a:off x="6420942" y="3660478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7" name="Equation" r:id="rId23" imgW="1371600" imgH="406080" progId="Equation.DSMT4">
                  <p:embed/>
                </p:oleObj>
              </mc:Choice>
              <mc:Fallback>
                <p:oleObj name="Equation" r:id="rId23" imgW="1371600" imgH="406080" progId="Equation.DSMT4">
                  <p:embed/>
                  <p:pic>
                    <p:nvPicPr>
                      <p:cNvPr id="45086" name="Object 30">
                        <a:extLst>
                          <a:ext uri="{FF2B5EF4-FFF2-40B4-BE49-F238E27FC236}">
                            <a16:creationId xmlns:a16="http://schemas.microsoft.com/office/drawing/2014/main" id="{D094C93A-1205-461D-A9EE-FB67B8CE79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0942" y="3660478"/>
                        <a:ext cx="1371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1">
            <a:extLst>
              <a:ext uri="{FF2B5EF4-FFF2-40B4-BE49-F238E27FC236}">
                <a16:creationId xmlns:a16="http://schemas.microsoft.com/office/drawing/2014/main" id="{BA566E7F-9C8A-4004-A6AB-BC5589E488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124"/>
              </p:ext>
            </p:extLst>
          </p:nvPr>
        </p:nvGraphicFramePr>
        <p:xfrm>
          <a:off x="1182688" y="4325938"/>
          <a:ext cx="48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8" name="Equation" r:id="rId25" imgW="482400" imgH="799920" progId="Equation.DSMT4">
                  <p:embed/>
                </p:oleObj>
              </mc:Choice>
              <mc:Fallback>
                <p:oleObj name="Equation" r:id="rId25" imgW="482400" imgH="799920" progId="Equation.DSMT4">
                  <p:embed/>
                  <p:pic>
                    <p:nvPicPr>
                      <p:cNvPr id="45087" name="Object 31">
                        <a:extLst>
                          <a:ext uri="{FF2B5EF4-FFF2-40B4-BE49-F238E27FC236}">
                            <a16:creationId xmlns:a16="http://schemas.microsoft.com/office/drawing/2014/main" id="{8CED045B-E8EE-4801-8230-AA0CD7C339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325938"/>
                        <a:ext cx="482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2">
            <a:extLst>
              <a:ext uri="{FF2B5EF4-FFF2-40B4-BE49-F238E27FC236}">
                <a16:creationId xmlns:a16="http://schemas.microsoft.com/office/drawing/2014/main" id="{9FA80C5C-8410-4666-9C40-8BE089CEF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444099"/>
              </p:ext>
            </p:extLst>
          </p:nvPr>
        </p:nvGraphicFramePr>
        <p:xfrm>
          <a:off x="1739379" y="4345981"/>
          <a:ext cx="160337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199" name="Equation" r:id="rId27" imgW="1688760" imgH="736560" progId="Equation.DSMT4">
                  <p:embed/>
                </p:oleObj>
              </mc:Choice>
              <mc:Fallback>
                <p:oleObj name="Equation" r:id="rId27" imgW="1688760" imgH="736560" progId="Equation.DSMT4">
                  <p:embed/>
                  <p:pic>
                    <p:nvPicPr>
                      <p:cNvPr id="45088" name="Object 32">
                        <a:extLst>
                          <a:ext uri="{FF2B5EF4-FFF2-40B4-BE49-F238E27FC236}">
                            <a16:creationId xmlns:a16="http://schemas.microsoft.com/office/drawing/2014/main" id="{EB1CF8DA-5D09-4FEF-B203-231FD9FE66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379" y="4345981"/>
                        <a:ext cx="160337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3">
            <a:extLst>
              <a:ext uri="{FF2B5EF4-FFF2-40B4-BE49-F238E27FC236}">
                <a16:creationId xmlns:a16="http://schemas.microsoft.com/office/drawing/2014/main" id="{CAAE6ED2-0D34-44FB-9D50-058F13CED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06911"/>
              </p:ext>
            </p:extLst>
          </p:nvPr>
        </p:nvGraphicFramePr>
        <p:xfrm>
          <a:off x="3416845" y="4556125"/>
          <a:ext cx="800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200" name="Equation" r:id="rId29" imgW="799920" imgH="279360" progId="Equation.DSMT4">
                  <p:embed/>
                </p:oleObj>
              </mc:Choice>
              <mc:Fallback>
                <p:oleObj name="Equation" r:id="rId29" imgW="799920" imgH="279360" progId="Equation.DSMT4">
                  <p:embed/>
                  <p:pic>
                    <p:nvPicPr>
                      <p:cNvPr id="45089" name="Object 33">
                        <a:extLst>
                          <a:ext uri="{FF2B5EF4-FFF2-40B4-BE49-F238E27FC236}">
                            <a16:creationId xmlns:a16="http://schemas.microsoft.com/office/drawing/2014/main" id="{6E63BDFA-E0AA-47BE-9C8A-10843408C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845" y="4556125"/>
                        <a:ext cx="800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8">
            <a:extLst>
              <a:ext uri="{FF2B5EF4-FFF2-40B4-BE49-F238E27FC236}">
                <a16:creationId xmlns:a16="http://schemas.microsoft.com/office/drawing/2014/main" id="{31D54176-C85E-4172-A4D6-64C290098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999723"/>
              </p:ext>
            </p:extLst>
          </p:nvPr>
        </p:nvGraphicFramePr>
        <p:xfrm>
          <a:off x="4234907" y="4554538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201" name="Equation" r:id="rId31" imgW="1384200" imgH="342720" progId="Equation.DSMT4">
                  <p:embed/>
                </p:oleObj>
              </mc:Choice>
              <mc:Fallback>
                <p:oleObj name="Equation" r:id="rId31" imgW="1384200" imgH="342720" progId="Equation.DSMT4">
                  <p:embed/>
                  <p:pic>
                    <p:nvPicPr>
                      <p:cNvPr id="45094" name="Object 38">
                        <a:extLst>
                          <a:ext uri="{FF2B5EF4-FFF2-40B4-BE49-F238E27FC236}">
                            <a16:creationId xmlns:a16="http://schemas.microsoft.com/office/drawing/2014/main" id="{CFE1E0F6-9B89-4B13-83C6-9ADC93E23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4907" y="4554538"/>
                        <a:ext cx="1384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9">
            <a:extLst>
              <a:ext uri="{FF2B5EF4-FFF2-40B4-BE49-F238E27FC236}">
                <a16:creationId xmlns:a16="http://schemas.microsoft.com/office/drawing/2014/main" id="{5152B731-8018-4657-9148-7021E5CAEA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410276"/>
              </p:ext>
            </p:extLst>
          </p:nvPr>
        </p:nvGraphicFramePr>
        <p:xfrm>
          <a:off x="5598392" y="4028481"/>
          <a:ext cx="19526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202" name="Equation" r:id="rId33" imgW="1942920" imgH="342720" progId="Equation.DSMT4">
                  <p:embed/>
                </p:oleObj>
              </mc:Choice>
              <mc:Fallback>
                <p:oleObj name="Equation" r:id="rId33" imgW="1942920" imgH="342720" progId="Equation.DSMT4">
                  <p:embed/>
                  <p:pic>
                    <p:nvPicPr>
                      <p:cNvPr id="45085" name="Object 29">
                        <a:extLst>
                          <a:ext uri="{FF2B5EF4-FFF2-40B4-BE49-F238E27FC236}">
                            <a16:creationId xmlns:a16="http://schemas.microsoft.com/office/drawing/2014/main" id="{88584251-5DC9-4E05-AAF3-D6C988A2E0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392" y="4028481"/>
                        <a:ext cx="1952625" cy="339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B30ECDE3-3C7C-4E85-904A-E4302B0CF388}"/>
              </a:ext>
            </a:extLst>
          </p:cNvPr>
          <p:cNvSpPr/>
          <p:nvPr/>
        </p:nvSpPr>
        <p:spPr>
          <a:xfrm>
            <a:off x="609599" y="1343772"/>
            <a:ext cx="5402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仰角增加率为仰角函数的导数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8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8" grpId="0"/>
      <p:bldP spid="30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A21FA4-B95B-472C-A9C1-CB0B1BACD914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189972"/>
            <a:ext cx="8305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当气球升至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m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时停住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有一观测者以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9C8F294-18AF-44FD-AC38-5BDD2D0FE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2495" y="189972"/>
            <a:ext cx="1872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100 m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／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min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4C0E3A1-C094-425A-9A6D-E10C2D42F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607" y="647290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当距离为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500 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3999CD8-E446-41FD-93A9-9C19279DD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0" y="674149"/>
            <a:ext cx="29370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求仰角的增加率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132F2-EAD9-449C-9DC3-9DD6559C82AD}"/>
              </a:ext>
            </a:extLst>
          </p:cNvPr>
          <p:cNvSpPr/>
          <p:nvPr/>
        </p:nvSpPr>
        <p:spPr>
          <a:xfrm>
            <a:off x="76141" y="674256"/>
            <a:ext cx="3664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的速率向气球出发点走来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BED3B0-3C2A-4F93-8E47-D47CF68D564A}"/>
              </a:ext>
            </a:extLst>
          </p:cNvPr>
          <p:cNvGrpSpPr/>
          <p:nvPr/>
        </p:nvGrpSpPr>
        <p:grpSpPr>
          <a:xfrm>
            <a:off x="6864563" y="1463826"/>
            <a:ext cx="1902103" cy="1707999"/>
            <a:chOff x="6967538" y="1811338"/>
            <a:chExt cx="1902103" cy="17079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F1C803-C285-46D1-B486-844737EC10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0250" y="1811338"/>
              <a:ext cx="184150" cy="1447800"/>
              <a:chOff x="5260" y="1141"/>
              <a:chExt cx="116" cy="912"/>
            </a:xfrm>
          </p:grpSpPr>
          <p:sp>
            <p:nvSpPr>
              <p:cNvPr id="19" name="Line 8">
                <a:extLst>
                  <a:ext uri="{FF2B5EF4-FFF2-40B4-BE49-F238E27FC236}">
                    <a16:creationId xmlns:a16="http://schemas.microsoft.com/office/drawing/2014/main" id="{57630287-E99C-4157-805A-73CADF83E7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8" y="1285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9">
                <a:extLst>
                  <a:ext uri="{FF2B5EF4-FFF2-40B4-BE49-F238E27FC236}">
                    <a16:creationId xmlns:a16="http://schemas.microsoft.com/office/drawing/2014/main" id="{99219A2A-F81F-455B-8B38-2FFAB5065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0" y="1141"/>
                <a:ext cx="116" cy="11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9" name="Object 10">
              <a:extLst>
                <a:ext uri="{FF2B5EF4-FFF2-40B4-BE49-F238E27FC236}">
                  <a16:creationId xmlns:a16="http://schemas.microsoft.com/office/drawing/2014/main" id="{4B571A3E-CA27-42FC-9C6C-1E9A8CEBFB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0007721"/>
                </p:ext>
              </p:extLst>
            </p:nvPr>
          </p:nvGraphicFramePr>
          <p:xfrm>
            <a:off x="7721388" y="3339950"/>
            <a:ext cx="168275" cy="179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19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10" name="Object 10">
                          <a:extLst>
                            <a:ext uri="{FF2B5EF4-FFF2-40B4-BE49-F238E27FC236}">
                              <a16:creationId xmlns:a16="http://schemas.microsoft.com/office/drawing/2014/main" id="{54448E38-B269-466C-8D75-D48CAA56DA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1388" y="3339950"/>
                          <a:ext cx="168275" cy="179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18DE63AB-A7F1-4EE2-8C8C-467D6B2252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0111408"/>
                </p:ext>
              </p:extLst>
            </p:nvPr>
          </p:nvGraphicFramePr>
          <p:xfrm>
            <a:off x="8477528" y="2516982"/>
            <a:ext cx="392113" cy="230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20" name="Equation" r:id="rId5" imgW="419040" imgH="241200" progId="Equation.DSMT4">
                    <p:embed/>
                  </p:oleObj>
                </mc:Choice>
                <mc:Fallback>
                  <p:oleObj name="Equation" r:id="rId5" imgW="419040" imgH="241200" progId="Equation.DSMT4">
                    <p:embed/>
                    <p:pic>
                      <p:nvPicPr>
                        <p:cNvPr id="11" name="Object 11">
                          <a:extLst>
                            <a:ext uri="{FF2B5EF4-FFF2-40B4-BE49-F238E27FC236}">
                              <a16:creationId xmlns:a16="http://schemas.microsoft.com/office/drawing/2014/main" id="{0DA5444D-5D39-4F90-9027-EC3CFCE84A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7528" y="2516982"/>
                          <a:ext cx="392113" cy="230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14B79CCD-F61E-406E-8006-F6399A6AA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8975" y="1984376"/>
              <a:ext cx="1295400" cy="1304925"/>
              <a:chOff x="4434" y="1250"/>
              <a:chExt cx="816" cy="822"/>
            </a:xfrm>
          </p:grpSpPr>
          <p:graphicFrame>
            <p:nvGraphicFramePr>
              <p:cNvPr id="16" name="Object 13">
                <a:extLst>
                  <a:ext uri="{FF2B5EF4-FFF2-40B4-BE49-F238E27FC236}">
                    <a16:creationId xmlns:a16="http://schemas.microsoft.com/office/drawing/2014/main" id="{1CDBF880-BF6E-4AF3-8B77-0C0C4C7CDC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2663929"/>
                  </p:ext>
                </p:extLst>
              </p:nvPr>
            </p:nvGraphicFramePr>
            <p:xfrm>
              <a:off x="4687" y="1853"/>
              <a:ext cx="136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121" name="Equation" r:id="rId7" imgW="215640" imgH="190440" progId="Equation.DSMT4">
                      <p:embed/>
                    </p:oleObj>
                  </mc:Choice>
                  <mc:Fallback>
                    <p:oleObj name="Equation" r:id="rId7" imgW="215640" imgH="190440" progId="Equation.DSMT4">
                      <p:embed/>
                      <p:pic>
                        <p:nvPicPr>
                          <p:cNvPr id="13" name="Object 13">
                            <a:extLst>
                              <a:ext uri="{FF2B5EF4-FFF2-40B4-BE49-F238E27FC236}">
                                <a16:creationId xmlns:a16="http://schemas.microsoft.com/office/drawing/2014/main" id="{315D0D7B-3205-4840-BBA9-910AB9A3F10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7" y="1853"/>
                            <a:ext cx="136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D19098F7-63AC-4AA3-A176-C0375BE28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34" y="1250"/>
                <a:ext cx="816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Arc 15">
                <a:extLst>
                  <a:ext uri="{FF2B5EF4-FFF2-40B4-BE49-F238E27FC236}">
                    <a16:creationId xmlns:a16="http://schemas.microsoft.com/office/drawing/2014/main" id="{CF497952-F7FA-497D-9113-FCBFF91AF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1" y="1956"/>
                <a:ext cx="116" cy="11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12" name="Oval 34">
              <a:extLst>
                <a:ext uri="{FF2B5EF4-FFF2-40B4-BE49-F238E27FC236}">
                  <a16:creationId xmlns:a16="http://schemas.microsoft.com/office/drawing/2014/main" id="{33AA5E87-63E6-4603-8526-FFE9916EF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3079750"/>
              <a:ext cx="184150" cy="1841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54D00D86-7CCA-4EB4-BAAC-467A9B128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7538" y="3230563"/>
              <a:ext cx="1676400" cy="61912"/>
              <a:chOff x="4608" y="1704"/>
              <a:chExt cx="1056" cy="39"/>
            </a:xfrm>
          </p:grpSpPr>
          <p:sp>
            <p:nvSpPr>
              <p:cNvPr id="14" name="Line 36">
                <a:extLst>
                  <a:ext uri="{FF2B5EF4-FFF2-40B4-BE49-F238E27FC236}">
                    <a16:creationId xmlns:a16="http://schemas.microsoft.com/office/drawing/2014/main" id="{2C8A0E0F-AEF6-4C89-B13D-D0C5B924B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37">
                <a:extLst>
                  <a:ext uri="{FF2B5EF4-FFF2-40B4-BE49-F238E27FC236}">
                    <a16:creationId xmlns:a16="http://schemas.microsoft.com/office/drawing/2014/main" id="{DDE5A55A-05A5-479C-8052-C10B06424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04"/>
                <a:ext cx="39" cy="39"/>
              </a:xfrm>
              <a:prstGeom prst="ellipse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AD3AF80-EC6B-4BBA-BB9A-1D48EC581029}"/>
              </a:ext>
            </a:extLst>
          </p:cNvPr>
          <p:cNvGrpSpPr/>
          <p:nvPr/>
        </p:nvGrpSpPr>
        <p:grpSpPr>
          <a:xfrm>
            <a:off x="544448" y="1321065"/>
            <a:ext cx="7086600" cy="461665"/>
            <a:chOff x="612969" y="1534683"/>
            <a:chExt cx="7086600" cy="461665"/>
          </a:xfrm>
        </p:grpSpPr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A350DECA-64A3-49FF-BFA8-87DF77ACD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969" y="1534683"/>
              <a:ext cx="7086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解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设观测者与气球出发点距离为       仰角为 </a:t>
              </a:r>
              <a:r>
                <a:rPr lang="zh-CN" altLang="en-US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Symbol" panose="05050102010706020507" pitchFamily="18" charset="2"/>
                </a:rPr>
                <a:t>则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86A3587-2E6A-4345-90C8-CBD408FB6B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347550"/>
                </p:ext>
              </p:extLst>
            </p:nvPr>
          </p:nvGraphicFramePr>
          <p:xfrm>
            <a:off x="5220072" y="1677209"/>
            <a:ext cx="266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22" name="Equation" r:id="rId9" imgW="266400" imgH="253800" progId="Equation.DSMT4">
                    <p:embed/>
                  </p:oleObj>
                </mc:Choice>
                <mc:Fallback>
                  <p:oleObj name="Equation" r:id="rId9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20072" y="1677209"/>
                          <a:ext cx="266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20">
            <a:extLst>
              <a:ext uri="{FF2B5EF4-FFF2-40B4-BE49-F238E27FC236}">
                <a16:creationId xmlns:a16="http://schemas.microsoft.com/office/drawing/2014/main" id="{F0051AF5-5A32-4E79-AF38-6B8F8EBB2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0425" y="2196458"/>
            <a:ext cx="2355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两边对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求导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2FBA40D3-C3E6-4909-8BF2-19FE2AB1B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635899"/>
              </p:ext>
            </p:extLst>
          </p:nvPr>
        </p:nvGraphicFramePr>
        <p:xfrm>
          <a:off x="1840896" y="2900419"/>
          <a:ext cx="78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3" name="Equation" r:id="rId11" imgW="787320" imgH="342720" progId="Equation.DSMT4">
                  <p:embed/>
                </p:oleObj>
              </mc:Choice>
              <mc:Fallback>
                <p:oleObj name="Equation" r:id="rId11" imgW="787320" imgH="342720" progId="Equation.DSMT4">
                  <p:embed/>
                  <p:pic>
                    <p:nvPicPr>
                      <p:cNvPr id="46091" name="Object 11">
                        <a:extLst>
                          <a:ext uri="{FF2B5EF4-FFF2-40B4-BE49-F238E27FC236}">
                            <a16:creationId xmlns:a16="http://schemas.microsoft.com/office/drawing/2014/main" id="{67382032-C3A4-41A5-B4E7-41A68A8E1B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896" y="2900419"/>
                        <a:ext cx="787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146D16C9-23F8-4727-9BA2-0282F7B99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140478"/>
              </p:ext>
            </p:extLst>
          </p:nvPr>
        </p:nvGraphicFramePr>
        <p:xfrm>
          <a:off x="2727434" y="2757639"/>
          <a:ext cx="571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4" name="Equation" r:id="rId13" imgW="571320" imgH="799920" progId="Equation.DSMT4">
                  <p:embed/>
                </p:oleObj>
              </mc:Choice>
              <mc:Fallback>
                <p:oleObj name="Equation" r:id="rId13" imgW="571320" imgH="799920" progId="Equation.DSMT4">
                  <p:embed/>
                  <p:pic>
                    <p:nvPicPr>
                      <p:cNvPr id="46092" name="Object 12">
                        <a:extLst>
                          <a:ext uri="{FF2B5EF4-FFF2-40B4-BE49-F238E27FC236}">
                            <a16:creationId xmlns:a16="http://schemas.microsoft.com/office/drawing/2014/main" id="{5D9AF3DF-30F2-44CA-87F9-8920D16EF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434" y="2757639"/>
                        <a:ext cx="571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>
            <a:extLst>
              <a:ext uri="{FF2B5EF4-FFF2-40B4-BE49-F238E27FC236}">
                <a16:creationId xmlns:a16="http://schemas.microsoft.com/office/drawing/2014/main" id="{A4CB790C-F7F3-412B-8451-1882B7AB1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117904"/>
              </p:ext>
            </p:extLst>
          </p:nvPr>
        </p:nvGraphicFramePr>
        <p:xfrm>
          <a:off x="3263900" y="2771775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5" name="Equation" r:id="rId15" imgW="1460160" imgH="799920" progId="Equation.DSMT4">
                  <p:embed/>
                </p:oleObj>
              </mc:Choice>
              <mc:Fallback>
                <p:oleObj name="Equation" r:id="rId15" imgW="1460160" imgH="799920" progId="Equation.DSMT4">
                  <p:embed/>
                  <p:pic>
                    <p:nvPicPr>
                      <p:cNvPr id="46093" name="Object 13">
                        <a:extLst>
                          <a:ext uri="{FF2B5EF4-FFF2-40B4-BE49-F238E27FC236}">
                            <a16:creationId xmlns:a16="http://schemas.microsoft.com/office/drawing/2014/main" id="{EE8C082A-8162-43D9-BF0E-53AF2C67AF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2771775"/>
                        <a:ext cx="1460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01153493-0CB3-4B67-98DF-D57D0F985263}"/>
              </a:ext>
            </a:extLst>
          </p:cNvPr>
          <p:cNvGrpSpPr/>
          <p:nvPr/>
        </p:nvGrpSpPr>
        <p:grpSpPr>
          <a:xfrm>
            <a:off x="251520" y="2015761"/>
            <a:ext cx="1798052" cy="976677"/>
            <a:chOff x="251520" y="2015761"/>
            <a:chExt cx="1798052" cy="976677"/>
          </a:xfrm>
        </p:grpSpPr>
        <p:graphicFrame>
          <p:nvGraphicFramePr>
            <p:cNvPr id="25" name="Object 7">
              <a:extLst>
                <a:ext uri="{FF2B5EF4-FFF2-40B4-BE49-F238E27FC236}">
                  <a16:creationId xmlns:a16="http://schemas.microsoft.com/office/drawing/2014/main" id="{C3F3C6AA-63EF-4E78-AE16-2CF4662DF6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3591305"/>
                </p:ext>
              </p:extLst>
            </p:nvPr>
          </p:nvGraphicFramePr>
          <p:xfrm>
            <a:off x="303482" y="2399658"/>
            <a:ext cx="901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26" name="Equation" r:id="rId17" imgW="901440" imgH="253800" progId="Equation.DSMT4">
                    <p:embed/>
                  </p:oleObj>
                </mc:Choice>
                <mc:Fallback>
                  <p:oleObj name="Equation" r:id="rId17" imgW="901440" imgH="253800" progId="Equation.DSMT4">
                    <p:embed/>
                    <p:pic>
                      <p:nvPicPr>
                        <p:cNvPr id="46087" name="Object 7">
                          <a:extLst>
                            <a:ext uri="{FF2B5EF4-FFF2-40B4-BE49-F238E27FC236}">
                              <a16:creationId xmlns:a16="http://schemas.microsoft.com/office/drawing/2014/main" id="{66B2ABC7-99A8-4A5B-8A85-968870163D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482" y="2399658"/>
                          <a:ext cx="901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8">
              <a:extLst>
                <a:ext uri="{FF2B5EF4-FFF2-40B4-BE49-F238E27FC236}">
                  <a16:creationId xmlns:a16="http://schemas.microsoft.com/office/drawing/2014/main" id="{1473007F-11D7-4E14-98EB-49BF1AE167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2924181"/>
                </p:ext>
              </p:extLst>
            </p:nvPr>
          </p:nvGraphicFramePr>
          <p:xfrm>
            <a:off x="1214706" y="2167386"/>
            <a:ext cx="635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27" name="Equation" r:id="rId19" imgW="634680" imgH="736560" progId="Equation.DSMT4">
                    <p:embed/>
                  </p:oleObj>
                </mc:Choice>
                <mc:Fallback>
                  <p:oleObj name="Equation" r:id="rId19" imgW="634680" imgH="736560" progId="Equation.DSMT4">
                    <p:embed/>
                    <p:pic>
                      <p:nvPicPr>
                        <p:cNvPr id="46088" name="Object 8">
                          <a:extLst>
                            <a:ext uri="{FF2B5EF4-FFF2-40B4-BE49-F238E27FC236}">
                              <a16:creationId xmlns:a16="http://schemas.microsoft.com/office/drawing/2014/main" id="{38711932-1105-400E-B73E-19B526DFF3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706" y="2167386"/>
                          <a:ext cx="6350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3FEAAFF-3126-4101-B5E3-D91DCD2F9A61}"/>
                </a:ext>
              </a:extLst>
            </p:cNvPr>
            <p:cNvSpPr/>
            <p:nvPr/>
          </p:nvSpPr>
          <p:spPr>
            <a:xfrm>
              <a:off x="251520" y="2015761"/>
              <a:ext cx="1798052" cy="976677"/>
            </a:xfrm>
            <a:prstGeom prst="rect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Text Box 14">
            <a:extLst>
              <a:ext uri="{FF2B5EF4-FFF2-40B4-BE49-F238E27FC236}">
                <a16:creationId xmlns:a16="http://schemas.microsoft.com/office/drawing/2014/main" id="{411FDCC5-98A3-4FC6-8827-827A70E67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88" y="3652020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已知</a:t>
            </a:r>
          </a:p>
        </p:txBody>
      </p:sp>
      <p:graphicFrame>
        <p:nvGraphicFramePr>
          <p:cNvPr id="35" name="Object 29">
            <a:extLst>
              <a:ext uri="{FF2B5EF4-FFF2-40B4-BE49-F238E27FC236}">
                <a16:creationId xmlns:a16="http://schemas.microsoft.com/office/drawing/2014/main" id="{6D61B7B5-BEB9-4F65-B733-2F0DAC057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762840"/>
              </p:ext>
            </p:extLst>
          </p:nvPr>
        </p:nvGraphicFramePr>
        <p:xfrm>
          <a:off x="3911600" y="3770785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8" name="Equation" r:id="rId21" imgW="1320480" imgH="342720" progId="Equation.DSMT4">
                  <p:embed/>
                </p:oleObj>
              </mc:Choice>
              <mc:Fallback>
                <p:oleObj name="Equation" r:id="rId21" imgW="1320480" imgH="342720" progId="Equation.DSMT4">
                  <p:embed/>
                  <p:pic>
                    <p:nvPicPr>
                      <p:cNvPr id="46109" name="Object 29">
                        <a:extLst>
                          <a:ext uri="{FF2B5EF4-FFF2-40B4-BE49-F238E27FC236}">
                            <a16:creationId xmlns:a16="http://schemas.microsoft.com/office/drawing/2014/main" id="{CB50F5E6-6514-455A-9A9D-D7E3956402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3770785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7F0CC121-6664-4C5F-838F-6C741099E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642954"/>
              </p:ext>
            </p:extLst>
          </p:nvPr>
        </p:nvGraphicFramePr>
        <p:xfrm>
          <a:off x="1307444" y="3523373"/>
          <a:ext cx="241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9" name="Equation" r:id="rId23" imgW="2412720" imgH="736560" progId="Equation.DSMT4">
                  <p:embed/>
                </p:oleObj>
              </mc:Choice>
              <mc:Fallback>
                <p:oleObj name="Equation" r:id="rId23" imgW="2412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07444" y="3523373"/>
                        <a:ext cx="241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9">
            <a:extLst>
              <a:ext uri="{FF2B5EF4-FFF2-40B4-BE49-F238E27FC236}">
                <a16:creationId xmlns:a16="http://schemas.microsoft.com/office/drawing/2014/main" id="{776755D8-4E99-4289-924C-502D70627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960588"/>
              </p:ext>
            </p:extLst>
          </p:nvPr>
        </p:nvGraphicFramePr>
        <p:xfrm>
          <a:off x="5595131" y="3562463"/>
          <a:ext cx="32035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30" name="Equation" r:id="rId25" imgW="3187440" imgH="736560" progId="Equation.DSMT4">
                  <p:embed/>
                </p:oleObj>
              </mc:Choice>
              <mc:Fallback>
                <p:oleObj name="Equation" r:id="rId25" imgW="3187440" imgH="736560" progId="Equation.DSMT4">
                  <p:embed/>
                  <p:pic>
                    <p:nvPicPr>
                      <p:cNvPr id="38" name="Object 29">
                        <a:extLst>
                          <a:ext uri="{FF2B5EF4-FFF2-40B4-BE49-F238E27FC236}">
                            <a16:creationId xmlns:a16="http://schemas.microsoft.com/office/drawing/2014/main" id="{5152B731-8018-4657-9148-7021E5CAE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131" y="3562463"/>
                        <a:ext cx="3203575" cy="7286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B96E0FEC-9DC2-4DCD-BB3F-C9DF61F29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353987"/>
              </p:ext>
            </p:extLst>
          </p:nvPr>
        </p:nvGraphicFramePr>
        <p:xfrm>
          <a:off x="1228827" y="4373217"/>
          <a:ext cx="2489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31" name="Equation" r:id="rId27" imgW="2489040" imgH="799920" progId="Equation.DSMT4">
                  <p:embed/>
                </p:oleObj>
              </mc:Choice>
              <mc:Fallback>
                <p:oleObj name="Equation" r:id="rId27" imgW="24890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228827" y="4373217"/>
                        <a:ext cx="2489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26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0">
            <a:extLst>
              <a:ext uri="{FF2B5EF4-FFF2-40B4-BE49-F238E27FC236}">
                <a16:creationId xmlns:a16="http://schemas.microsoft.com/office/drawing/2014/main" id="{A1E90703-D62E-4B59-B4D7-64E17DCA4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528" y="1275606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n-ea"/>
              </a:rPr>
              <a:t>极坐标</a:t>
            </a:r>
            <a:r>
              <a:rPr lang="zh-CN" altLang="en-US" sz="2400" b="1" dirty="0">
                <a:latin typeface="+mn-ea"/>
              </a:rPr>
              <a:t>方程求导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993303E-0E25-4222-888D-D9174CCA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16" y="1274906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参数方程求导法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643DDBE-4070-4B62-A18B-BB653F696231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445537"/>
            <a:ext cx="2619400" cy="685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3366FF"/>
                </a:solidFill>
                <a:latin typeface="+mn-ea"/>
                <a:ea typeface="+mn-ea"/>
              </a:rPr>
              <a:t>内容小结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E48B3C34-9C78-4D1D-B540-3DEB73C8E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3116" y="1599537"/>
            <a:ext cx="914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4F1F227-EBAF-4DD1-8391-C44D79B3E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528" y="2552766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2. </a:t>
            </a:r>
            <a:r>
              <a:rPr lang="zh-CN" altLang="en-US" sz="2400" b="1" dirty="0">
                <a:latin typeface="+mn-ea"/>
              </a:rPr>
              <a:t>相关变化率问题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B79DE65-5489-4B74-92E2-A61249455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04" y="3145198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列出依赖于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的相关变量关系式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8B722DFE-A9EA-4077-B306-07650CBA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328" y="3581962"/>
            <a:ext cx="2178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求导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0FEF75C-9825-4453-A6E2-ECD3E618E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5864" y="3557061"/>
            <a:ext cx="0" cy="46166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7547978E-5F67-42F2-A4D4-4AC07BDA4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94" y="100852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转化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B40FBD3B-B5B4-4D12-BCD2-FCA47A915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560" y="1923469"/>
            <a:ext cx="815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求高阶导数时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从低到高每次都用参数方程求导公式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B623E55A-4ABB-4ADF-B65D-6A5AFA87C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9463" y="3986436"/>
            <a:ext cx="392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相关变化率之间的关系式</a:t>
            </a:r>
          </a:p>
        </p:txBody>
      </p:sp>
    </p:spTree>
    <p:extLst>
      <p:ext uri="{BB962C8B-B14F-4D97-AF65-F5344CB8AC3E}">
        <p14:creationId xmlns:p14="http://schemas.microsoft.com/office/powerpoint/2010/main" val="14532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8" grpId="0" autoUpdateAnimBg="0"/>
      <p:bldP spid="11" grpId="0" autoUpdateAnimBg="0"/>
      <p:bldP spid="12" grpId="0" autoUpdateAnimBg="0"/>
      <p:bldP spid="13" grpId="0" autoUpdateAnimBg="0"/>
      <p:bldP spid="15" grpId="0" build="p" autoUpdateAnimBg="0" advAuto="0"/>
      <p:bldP spid="16" grpId="0" autoUpdateAnimBg="0"/>
      <p:bldP spid="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C433F10-5E2C-407A-9FFA-CD95520EB89F}"/>
              </a:ext>
            </a:extLst>
          </p:cNvPr>
          <p:cNvSpPr txBox="1">
            <a:spLocks noChangeArrowheads="1"/>
          </p:cNvSpPr>
          <p:nvPr/>
        </p:nvSpPr>
        <p:spPr>
          <a:xfrm>
            <a:off x="717516" y="987574"/>
            <a:ext cx="8102956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latin typeface="+mn-ea"/>
                <a:ea typeface="+mn-ea"/>
              </a:rPr>
              <a:t>求由参数方程            确定的函数        的一阶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E0472DE-68DF-4C2C-88C3-06A0BC31C9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357863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34" name="Equation" r:id="rId3" imgW="914400" imgH="306720" progId="Equation.DSMT4">
                  <p:embed/>
                </p:oleObj>
              </mc:Choice>
              <mc:Fallback>
                <p:oleObj name="Equation" r:id="rId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4AA1C297-0FBF-4EE9-8D9B-076A479A22B6}"/>
              </a:ext>
            </a:extLst>
          </p:cNvPr>
          <p:cNvSpPr txBox="1">
            <a:spLocks noChangeArrowheads="1"/>
          </p:cNvSpPr>
          <p:nvPr/>
        </p:nvSpPr>
        <p:spPr>
          <a:xfrm>
            <a:off x="717516" y="255228"/>
            <a:ext cx="1224136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练习题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22F9A71-92CF-431D-86C5-6C7227CC7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307697"/>
              </p:ext>
            </p:extLst>
          </p:nvPr>
        </p:nvGraphicFramePr>
        <p:xfrm>
          <a:off x="6372200" y="1068338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35" name="Equation" r:id="rId5" imgW="1117440" imgH="342720" progId="Equation.DSMT4">
                  <p:embed/>
                </p:oleObj>
              </mc:Choice>
              <mc:Fallback>
                <p:oleObj name="Equation" r:id="rId5" imgW="1117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72200" y="1068338"/>
                        <a:ext cx="1117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9C02F159-A9DF-4E24-8DF1-146BAEFC6E6A}"/>
              </a:ext>
            </a:extLst>
          </p:cNvPr>
          <p:cNvSpPr txBox="1">
            <a:spLocks noChangeArrowheads="1"/>
          </p:cNvSpPr>
          <p:nvPr/>
        </p:nvSpPr>
        <p:spPr>
          <a:xfrm>
            <a:off x="177193" y="1618384"/>
            <a:ext cx="2309440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和二阶导数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D1DB5A6-1EB6-4326-81A7-6BE5C7BF5091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481609"/>
            <a:ext cx="5760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D61AC2C-5108-4641-A075-0C6E7B5DC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239090"/>
              </p:ext>
            </p:extLst>
          </p:nvPr>
        </p:nvGraphicFramePr>
        <p:xfrm>
          <a:off x="2927494" y="754784"/>
          <a:ext cx="1841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36" name="Equation" r:id="rId7" imgW="1841400" imgH="863280" progId="Equation.DSMT4">
                  <p:embed/>
                </p:oleObj>
              </mc:Choice>
              <mc:Fallback>
                <p:oleObj name="Equation" r:id="rId7" imgW="18414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494" y="754784"/>
                        <a:ext cx="1841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25CCEFC-096D-46AA-B316-07C25E27F6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743401"/>
              </p:ext>
            </p:extLst>
          </p:nvPr>
        </p:nvGraphicFramePr>
        <p:xfrm>
          <a:off x="1187624" y="1990939"/>
          <a:ext cx="6197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37" name="Equation" r:id="rId9" imgW="6197400" imgH="1447560" progId="Equation.DSMT4">
                  <p:embed/>
                </p:oleObj>
              </mc:Choice>
              <mc:Fallback>
                <p:oleObj name="Equation" r:id="rId9" imgW="619740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624" y="1990939"/>
                        <a:ext cx="61976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BE633CD-F751-492E-90A2-85D794AD3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32224"/>
              </p:ext>
            </p:extLst>
          </p:nvPr>
        </p:nvGraphicFramePr>
        <p:xfrm>
          <a:off x="1165920" y="3438739"/>
          <a:ext cx="62738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838" name="Equation" r:id="rId11" imgW="6273720" imgH="1536480" progId="Equation.DSMT4">
                  <p:embed/>
                </p:oleObj>
              </mc:Choice>
              <mc:Fallback>
                <p:oleObj name="Equation" r:id="rId11" imgW="6273720" imgH="1536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65920" y="3438739"/>
                        <a:ext cx="6273800" cy="153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3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F08E92-650F-4907-B3F3-5D30BBC74C4C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483518"/>
            <a:ext cx="8280920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求曲线           在     的对应点处的切线和法线方程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17187BC-87EA-4D5E-9DF5-397D1EBA1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521983"/>
              </p:ext>
            </p:extLst>
          </p:nvPr>
        </p:nvGraphicFramePr>
        <p:xfrm>
          <a:off x="2051720" y="267494"/>
          <a:ext cx="1587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9" name="Equation" r:id="rId3" imgW="1587240" imgH="1015920" progId="Equation.DSMT4">
                  <p:embed/>
                </p:oleObj>
              </mc:Choice>
              <mc:Fallback>
                <p:oleObj name="Equation" r:id="rId3" imgW="158724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267494"/>
                        <a:ext cx="15875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670F7F6-7C7A-4C0F-A625-56C9E6084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859888"/>
              </p:ext>
            </p:extLst>
          </p:nvPr>
        </p:nvGraphicFramePr>
        <p:xfrm>
          <a:off x="4058394" y="320578"/>
          <a:ext cx="64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0" name="Equation" r:id="rId5" imgW="647640" imgH="723600" progId="Equation.DSMT4">
                  <p:embed/>
                </p:oleObj>
              </mc:Choice>
              <mc:Fallback>
                <p:oleObj name="Equation" r:id="rId5" imgW="647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8394" y="320578"/>
                        <a:ext cx="647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A15B2DDD-0E33-43E1-A354-96D6A8FA4B26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288098"/>
            <a:ext cx="5760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1035C75-9DEE-4AD4-8251-2BD71FF2EFBE}"/>
              </a:ext>
            </a:extLst>
          </p:cNvPr>
          <p:cNvGrpSpPr/>
          <p:nvPr/>
        </p:nvGrpSpPr>
        <p:grpSpPr>
          <a:xfrm>
            <a:off x="1244432" y="1141005"/>
            <a:ext cx="5711468" cy="723900"/>
            <a:chOff x="1256566" y="1248852"/>
            <a:chExt cx="5711468" cy="7239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915C7D7-344D-4CFB-BC6D-E335305ECF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6784924"/>
                </p:ext>
              </p:extLst>
            </p:nvPr>
          </p:nvGraphicFramePr>
          <p:xfrm>
            <a:off x="1256566" y="1248852"/>
            <a:ext cx="647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31" name="Equation" r:id="rId7" imgW="647640" imgH="723600" progId="Equation.DSMT4">
                    <p:embed/>
                  </p:oleObj>
                </mc:Choice>
                <mc:Fallback>
                  <p:oleObj name="Equation" r:id="rId7" imgW="647640" imgH="72360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670F7F6-7C7A-4C0F-A625-56C9E60840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56566" y="1248852"/>
                          <a:ext cx="647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36DCB368-B901-40CF-AD77-65E85B584F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869996" y="1368584"/>
              <a:ext cx="576064" cy="39802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5BB10E0-1661-4232-B2E1-2E750F175F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2774693"/>
                </p:ext>
              </p:extLst>
            </p:nvPr>
          </p:nvGraphicFramePr>
          <p:xfrm>
            <a:off x="2514630" y="1378099"/>
            <a:ext cx="1879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32" name="Equation" r:id="rId9" imgW="1879560" imgH="406080" progId="Equation.DSMT4">
                    <p:embed/>
                  </p:oleObj>
                </mc:Choice>
                <mc:Fallback>
                  <p:oleObj name="Equation" r:id="rId9" imgW="18795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14630" y="1378099"/>
                          <a:ext cx="1879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71B9A15B-409C-4CCC-BF15-A1F8BF69CD0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78070" y="1338372"/>
              <a:ext cx="1534090" cy="39802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对应点为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2416B89-B9DA-4F79-B539-138DF3BDE4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7413904"/>
                </p:ext>
              </p:extLst>
            </p:nvPr>
          </p:nvGraphicFramePr>
          <p:xfrm>
            <a:off x="5875834" y="1378099"/>
            <a:ext cx="109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33" name="Equation" r:id="rId11" imgW="1091880" imgH="406080" progId="Equation.DSMT4">
                    <p:embed/>
                  </p:oleObj>
                </mc:Choice>
                <mc:Fallback>
                  <p:oleObj name="Equation" r:id="rId11" imgW="109188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75834" y="1378099"/>
                          <a:ext cx="1092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82E6A43-DBF7-4B1A-A7D0-8AF17D7E0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663047"/>
              </p:ext>
            </p:extLst>
          </p:nvPr>
        </p:nvGraphicFramePr>
        <p:xfrm>
          <a:off x="1276812" y="1696278"/>
          <a:ext cx="52705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4" name="Equation" r:id="rId13" imgW="5270400" imgH="1739880" progId="Equation.DSMT4">
                  <p:embed/>
                </p:oleObj>
              </mc:Choice>
              <mc:Fallback>
                <p:oleObj name="Equation" r:id="rId13" imgW="5270400" imgH="1739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6812" y="1696278"/>
                        <a:ext cx="5270500" cy="173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765C2CC0-FD61-4B19-8CA6-4FF8B9325CA3}"/>
              </a:ext>
            </a:extLst>
          </p:cNvPr>
          <p:cNvSpPr txBox="1">
            <a:spLocks noChangeArrowheads="1"/>
          </p:cNvSpPr>
          <p:nvPr/>
        </p:nvSpPr>
        <p:spPr>
          <a:xfrm>
            <a:off x="695862" y="3397838"/>
            <a:ext cx="19114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切线方程为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9388346-921E-4C23-A25D-F382B39F1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171015"/>
              </p:ext>
            </p:extLst>
          </p:nvPr>
        </p:nvGraphicFramePr>
        <p:xfrm>
          <a:off x="2391168" y="3267551"/>
          <a:ext cx="273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5" name="Equation" r:id="rId15" imgW="2730240" imgH="723600" progId="Equation.DSMT4">
                  <p:embed/>
                </p:oleObj>
              </mc:Choice>
              <mc:Fallback>
                <p:oleObj name="Equation" r:id="rId15" imgW="27302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1168" y="3267551"/>
                        <a:ext cx="2730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EE1A6E66-EB4F-47B3-9B1B-7BE3D9E51A72}"/>
              </a:ext>
            </a:extLst>
          </p:cNvPr>
          <p:cNvSpPr txBox="1">
            <a:spLocks noChangeArrowheads="1"/>
          </p:cNvSpPr>
          <p:nvPr/>
        </p:nvSpPr>
        <p:spPr>
          <a:xfrm>
            <a:off x="5200157" y="3397552"/>
            <a:ext cx="5760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3C865CD-909F-425C-89C6-AFFE4F612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418810"/>
              </p:ext>
            </p:extLst>
          </p:nvPr>
        </p:nvGraphicFramePr>
        <p:xfrm>
          <a:off x="5805507" y="3436178"/>
          <a:ext cx="156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6" name="Equation" r:id="rId17" imgW="1562040" imgH="406080" progId="Equation.DSMT4">
                  <p:embed/>
                </p:oleObj>
              </mc:Choice>
              <mc:Fallback>
                <p:oleObj name="Equation" r:id="rId17" imgW="1562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05507" y="3436178"/>
                        <a:ext cx="1562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59994B5-A851-4C3D-9470-70B2C0DC4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207955"/>
              </p:ext>
            </p:extLst>
          </p:nvPr>
        </p:nvGraphicFramePr>
        <p:xfrm>
          <a:off x="2391168" y="4128068"/>
          <a:ext cx="271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7" name="Equation" r:id="rId19" imgW="2717640" imgH="406080" progId="Equation.DSMT4">
                  <p:embed/>
                </p:oleObj>
              </mc:Choice>
              <mc:Fallback>
                <p:oleObj name="Equation" r:id="rId19" imgW="2717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91168" y="4128068"/>
                        <a:ext cx="2717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85180BFE-B175-44F3-8465-FD94AF39E7BB}"/>
              </a:ext>
            </a:extLst>
          </p:cNvPr>
          <p:cNvSpPr txBox="1">
            <a:spLocks noChangeArrowheads="1"/>
          </p:cNvSpPr>
          <p:nvPr/>
        </p:nvSpPr>
        <p:spPr>
          <a:xfrm>
            <a:off x="698490" y="4121738"/>
            <a:ext cx="19114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法线方程为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979F2C6B-48DA-47AA-9877-831639DA12D6}"/>
              </a:ext>
            </a:extLst>
          </p:cNvPr>
          <p:cNvSpPr txBox="1">
            <a:spLocks noChangeArrowheads="1"/>
          </p:cNvSpPr>
          <p:nvPr/>
        </p:nvSpPr>
        <p:spPr>
          <a:xfrm>
            <a:off x="5200157" y="4087978"/>
            <a:ext cx="576064" cy="3980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FF84318-D56D-4EBB-8C46-350F9DE63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131829"/>
              </p:ext>
            </p:extLst>
          </p:nvPr>
        </p:nvGraphicFramePr>
        <p:xfrm>
          <a:off x="5785221" y="4093549"/>
          <a:ext cx="269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8" name="Equation" r:id="rId21" imgW="2692080" imgH="406080" progId="Equation.DSMT4">
                  <p:embed/>
                </p:oleObj>
              </mc:Choice>
              <mc:Fallback>
                <p:oleObj name="Equation" r:id="rId21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85221" y="4093549"/>
                        <a:ext cx="2692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533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7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BBBCDEF0-1977-4E03-81DB-6AF6720A4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41934"/>
            <a:ext cx="13613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D4CC132-1262-4B1D-B87B-7B5D9F35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995686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2-5.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D30ECA5F-E838-4C85-8896-E7F477619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058863"/>
            <a:ext cx="3888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第二章 第五节；</a:t>
            </a:r>
          </a:p>
        </p:txBody>
      </p:sp>
    </p:spTree>
    <p:extLst>
      <p:ext uri="{BB962C8B-B14F-4D97-AF65-F5344CB8AC3E}">
        <p14:creationId xmlns:p14="http://schemas.microsoft.com/office/powerpoint/2010/main" val="922975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9829</TotalTime>
  <Words>789</Words>
  <Application>Microsoft Office PowerPoint</Application>
  <PresentationFormat>全屏显示(16:9)</PresentationFormat>
  <Paragraphs>151</Paragraphs>
  <Slides>25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等线</vt:lpstr>
      <vt:lpstr>楷体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MathType 7.0 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1109</cp:revision>
  <dcterms:created xsi:type="dcterms:W3CDTF">2018-09-27T06:48:14Z</dcterms:created>
  <dcterms:modified xsi:type="dcterms:W3CDTF">2023-10-17T15:17:12Z</dcterms:modified>
</cp:coreProperties>
</file>