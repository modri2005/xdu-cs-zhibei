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373" r:id="rId2"/>
    <p:sldId id="489" r:id="rId3"/>
    <p:sldId id="490" r:id="rId4"/>
    <p:sldId id="491" r:id="rId5"/>
    <p:sldId id="447" r:id="rId6"/>
    <p:sldId id="448" r:id="rId7"/>
    <p:sldId id="449" r:id="rId8"/>
    <p:sldId id="484" r:id="rId9"/>
    <p:sldId id="450" r:id="rId10"/>
    <p:sldId id="451" r:id="rId11"/>
    <p:sldId id="487" r:id="rId12"/>
    <p:sldId id="485" r:id="rId13"/>
    <p:sldId id="488" r:id="rId14"/>
    <p:sldId id="452" r:id="rId15"/>
    <p:sldId id="453" r:id="rId16"/>
    <p:sldId id="460" r:id="rId17"/>
    <p:sldId id="454" r:id="rId18"/>
    <p:sldId id="455" r:id="rId19"/>
    <p:sldId id="456" r:id="rId20"/>
    <p:sldId id="457" r:id="rId21"/>
    <p:sldId id="458" r:id="rId22"/>
    <p:sldId id="472" r:id="rId23"/>
    <p:sldId id="466" r:id="rId24"/>
    <p:sldId id="461" r:id="rId25"/>
    <p:sldId id="462" r:id="rId26"/>
    <p:sldId id="463" r:id="rId27"/>
    <p:sldId id="464" r:id="rId28"/>
    <p:sldId id="465" r:id="rId29"/>
    <p:sldId id="467" r:id="rId30"/>
    <p:sldId id="468" r:id="rId31"/>
    <p:sldId id="471" r:id="rId32"/>
    <p:sldId id="473" r:id="rId33"/>
    <p:sldId id="474" r:id="rId34"/>
    <p:sldId id="475" r:id="rId35"/>
    <p:sldId id="476" r:id="rId36"/>
    <p:sldId id="477" r:id="rId37"/>
    <p:sldId id="478" r:id="rId38"/>
    <p:sldId id="479" r:id="rId39"/>
    <p:sldId id="480" r:id="rId40"/>
    <p:sldId id="481" r:id="rId41"/>
    <p:sldId id="483" r:id="rId42"/>
    <p:sldId id="482" r:id="rId43"/>
    <p:sldId id="372" r:id="rId44"/>
    <p:sldId id="446" r:id="rId4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FF"/>
    <a:srgbClr val="3366FF"/>
    <a:srgbClr val="FFFFFF"/>
    <a:srgbClr val="2D04DA"/>
    <a:srgbClr val="FF0066"/>
    <a:srgbClr val="FF0000"/>
    <a:srgbClr val="579FB5"/>
    <a:srgbClr val="19F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1" autoAdjust="0"/>
    <p:restoredTop sz="94660"/>
  </p:normalViewPr>
  <p:slideViewPr>
    <p:cSldViewPr>
      <p:cViewPr varScale="1">
        <p:scale>
          <a:sx n="146" d="100"/>
          <a:sy n="146" d="100"/>
        </p:scale>
        <p:origin x="432" y="108"/>
      </p:cViewPr>
      <p:guideLst>
        <p:guide orient="horz" pos="30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69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9.wmf"/><Relationship Id="rId7" Type="http://schemas.openxmlformats.org/officeDocument/2006/relationships/image" Target="../media/image6.wmf"/><Relationship Id="rId2" Type="http://schemas.openxmlformats.org/officeDocument/2006/relationships/image" Target="../media/image8.wmf"/><Relationship Id="rId1" Type="http://schemas.openxmlformats.org/officeDocument/2006/relationships/image" Target="../media/image4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5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6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12" Type="http://schemas.openxmlformats.org/officeDocument/2006/relationships/image" Target="../media/image35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11" Type="http://schemas.openxmlformats.org/officeDocument/2006/relationships/image" Target="../media/image34.wmf"/><Relationship Id="rId5" Type="http://schemas.openxmlformats.org/officeDocument/2006/relationships/image" Target="../media/image28.wmf"/><Relationship Id="rId15" Type="http://schemas.openxmlformats.org/officeDocument/2006/relationships/image" Target="../media/image38.wmf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Relationship Id="rId1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9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image" Target="../media/image60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12" Type="http://schemas.openxmlformats.org/officeDocument/2006/relationships/image" Target="../media/image59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11" Type="http://schemas.openxmlformats.org/officeDocument/2006/relationships/image" Target="../media/image58.wmf"/><Relationship Id="rId5" Type="http://schemas.openxmlformats.org/officeDocument/2006/relationships/image" Target="../media/image52.wmf"/><Relationship Id="rId10" Type="http://schemas.openxmlformats.org/officeDocument/2006/relationships/image" Target="../media/image57.wmf"/><Relationship Id="rId4" Type="http://schemas.openxmlformats.org/officeDocument/2006/relationships/image" Target="../media/image51.wmf"/><Relationship Id="rId9" Type="http://schemas.openxmlformats.org/officeDocument/2006/relationships/image" Target="../media/image56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12" Type="http://schemas.openxmlformats.org/officeDocument/2006/relationships/image" Target="../media/image80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11" Type="http://schemas.openxmlformats.org/officeDocument/2006/relationships/image" Target="../media/image79.wmf"/><Relationship Id="rId5" Type="http://schemas.openxmlformats.org/officeDocument/2006/relationships/image" Target="../media/image7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4" Type="http://schemas.openxmlformats.org/officeDocument/2006/relationships/image" Target="../media/image8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4.wmf"/><Relationship Id="rId1" Type="http://schemas.openxmlformats.org/officeDocument/2006/relationships/image" Target="../media/image85.wmf"/><Relationship Id="rId4" Type="http://schemas.openxmlformats.org/officeDocument/2006/relationships/image" Target="../media/image8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11" Type="http://schemas.openxmlformats.org/officeDocument/2006/relationships/image" Target="../media/image98.wmf"/><Relationship Id="rId5" Type="http://schemas.openxmlformats.org/officeDocument/2006/relationships/image" Target="../media/image92.wmf"/><Relationship Id="rId10" Type="http://schemas.openxmlformats.org/officeDocument/2006/relationships/image" Target="../media/image97.wmf"/><Relationship Id="rId4" Type="http://schemas.openxmlformats.org/officeDocument/2006/relationships/image" Target="../media/image91.wmf"/><Relationship Id="rId9" Type="http://schemas.openxmlformats.org/officeDocument/2006/relationships/image" Target="../media/image9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111.wmf"/><Relationship Id="rId18" Type="http://schemas.openxmlformats.org/officeDocument/2006/relationships/image" Target="../media/image116.wmf"/><Relationship Id="rId3" Type="http://schemas.openxmlformats.org/officeDocument/2006/relationships/image" Target="../media/image101.wmf"/><Relationship Id="rId21" Type="http://schemas.openxmlformats.org/officeDocument/2006/relationships/image" Target="../media/image119.wmf"/><Relationship Id="rId7" Type="http://schemas.openxmlformats.org/officeDocument/2006/relationships/image" Target="../media/image105.wmf"/><Relationship Id="rId12" Type="http://schemas.openxmlformats.org/officeDocument/2006/relationships/image" Target="../media/image110.wmf"/><Relationship Id="rId17" Type="http://schemas.openxmlformats.org/officeDocument/2006/relationships/image" Target="../media/image115.wmf"/><Relationship Id="rId2" Type="http://schemas.openxmlformats.org/officeDocument/2006/relationships/image" Target="../media/image100.wmf"/><Relationship Id="rId16" Type="http://schemas.openxmlformats.org/officeDocument/2006/relationships/image" Target="../media/image114.wmf"/><Relationship Id="rId20" Type="http://schemas.openxmlformats.org/officeDocument/2006/relationships/image" Target="../media/image118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11" Type="http://schemas.openxmlformats.org/officeDocument/2006/relationships/image" Target="../media/image109.wmf"/><Relationship Id="rId5" Type="http://schemas.openxmlformats.org/officeDocument/2006/relationships/image" Target="../media/image103.wmf"/><Relationship Id="rId15" Type="http://schemas.openxmlformats.org/officeDocument/2006/relationships/image" Target="../media/image113.wmf"/><Relationship Id="rId23" Type="http://schemas.openxmlformats.org/officeDocument/2006/relationships/image" Target="../media/image121.wmf"/><Relationship Id="rId10" Type="http://schemas.openxmlformats.org/officeDocument/2006/relationships/image" Target="../media/image108.wmf"/><Relationship Id="rId19" Type="http://schemas.openxmlformats.org/officeDocument/2006/relationships/image" Target="../media/image117.wmf"/><Relationship Id="rId4" Type="http://schemas.openxmlformats.org/officeDocument/2006/relationships/image" Target="../media/image102.wmf"/><Relationship Id="rId9" Type="http://schemas.openxmlformats.org/officeDocument/2006/relationships/image" Target="../media/image107.wmf"/><Relationship Id="rId14" Type="http://schemas.openxmlformats.org/officeDocument/2006/relationships/image" Target="../media/image112.wmf"/><Relationship Id="rId22" Type="http://schemas.openxmlformats.org/officeDocument/2006/relationships/image" Target="../media/image120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image" Target="../media/image129.wmf"/><Relationship Id="rId3" Type="http://schemas.openxmlformats.org/officeDocument/2006/relationships/image" Target="../media/image123.wmf"/><Relationship Id="rId7" Type="http://schemas.openxmlformats.org/officeDocument/2006/relationships/image" Target="../media/image120.wmf"/><Relationship Id="rId12" Type="http://schemas.openxmlformats.org/officeDocument/2006/relationships/image" Target="../media/image128.wmf"/><Relationship Id="rId2" Type="http://schemas.openxmlformats.org/officeDocument/2006/relationships/image" Target="../media/image105.wmf"/><Relationship Id="rId1" Type="http://schemas.openxmlformats.org/officeDocument/2006/relationships/image" Target="../media/image122.wmf"/><Relationship Id="rId6" Type="http://schemas.openxmlformats.org/officeDocument/2006/relationships/image" Target="../media/image119.wmf"/><Relationship Id="rId11" Type="http://schemas.openxmlformats.org/officeDocument/2006/relationships/image" Target="../media/image127.wmf"/><Relationship Id="rId5" Type="http://schemas.openxmlformats.org/officeDocument/2006/relationships/image" Target="../media/image118.wmf"/><Relationship Id="rId10" Type="http://schemas.openxmlformats.org/officeDocument/2006/relationships/image" Target="../media/image126.wmf"/><Relationship Id="rId4" Type="http://schemas.openxmlformats.org/officeDocument/2006/relationships/image" Target="../media/image124.wmf"/><Relationship Id="rId9" Type="http://schemas.openxmlformats.org/officeDocument/2006/relationships/image" Target="../media/image125.wmf"/><Relationship Id="rId14" Type="http://schemas.openxmlformats.org/officeDocument/2006/relationships/image" Target="../media/image13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image" Target="../media/image143.wmf"/><Relationship Id="rId3" Type="http://schemas.openxmlformats.org/officeDocument/2006/relationships/image" Target="../media/image133.wmf"/><Relationship Id="rId7" Type="http://schemas.openxmlformats.org/officeDocument/2006/relationships/image" Target="../media/image137.wmf"/><Relationship Id="rId12" Type="http://schemas.openxmlformats.org/officeDocument/2006/relationships/image" Target="../media/image142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11" Type="http://schemas.openxmlformats.org/officeDocument/2006/relationships/image" Target="../media/image141.wmf"/><Relationship Id="rId5" Type="http://schemas.openxmlformats.org/officeDocument/2006/relationships/image" Target="../media/image135.wmf"/><Relationship Id="rId10" Type="http://schemas.openxmlformats.org/officeDocument/2006/relationships/image" Target="../media/image140.wmf"/><Relationship Id="rId4" Type="http://schemas.openxmlformats.org/officeDocument/2006/relationships/image" Target="../media/image134.wmf"/><Relationship Id="rId9" Type="http://schemas.openxmlformats.org/officeDocument/2006/relationships/image" Target="../media/image13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image" Target="../media/image156.wmf"/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12" Type="http://schemas.openxmlformats.org/officeDocument/2006/relationships/image" Target="../media/image155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11" Type="http://schemas.openxmlformats.org/officeDocument/2006/relationships/image" Target="../media/image154.wmf"/><Relationship Id="rId5" Type="http://schemas.openxmlformats.org/officeDocument/2006/relationships/image" Target="../media/image148.wmf"/><Relationship Id="rId15" Type="http://schemas.openxmlformats.org/officeDocument/2006/relationships/image" Target="../media/image158.wmf"/><Relationship Id="rId10" Type="http://schemas.openxmlformats.org/officeDocument/2006/relationships/image" Target="../media/image153.wmf"/><Relationship Id="rId4" Type="http://schemas.openxmlformats.org/officeDocument/2006/relationships/image" Target="../media/image147.wmf"/><Relationship Id="rId9" Type="http://schemas.openxmlformats.org/officeDocument/2006/relationships/image" Target="../media/image152.wmf"/><Relationship Id="rId14" Type="http://schemas.openxmlformats.org/officeDocument/2006/relationships/image" Target="../media/image15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4" Type="http://schemas.openxmlformats.org/officeDocument/2006/relationships/image" Target="../media/image16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image" Target="../media/image175.wmf"/><Relationship Id="rId18" Type="http://schemas.openxmlformats.org/officeDocument/2006/relationships/image" Target="../media/image180.wmf"/><Relationship Id="rId3" Type="http://schemas.openxmlformats.org/officeDocument/2006/relationships/image" Target="../media/image165.wmf"/><Relationship Id="rId7" Type="http://schemas.openxmlformats.org/officeDocument/2006/relationships/image" Target="../media/image169.wmf"/><Relationship Id="rId12" Type="http://schemas.openxmlformats.org/officeDocument/2006/relationships/image" Target="../media/image174.wmf"/><Relationship Id="rId17" Type="http://schemas.openxmlformats.org/officeDocument/2006/relationships/image" Target="../media/image179.wmf"/><Relationship Id="rId2" Type="http://schemas.openxmlformats.org/officeDocument/2006/relationships/image" Target="../media/image164.wmf"/><Relationship Id="rId16" Type="http://schemas.openxmlformats.org/officeDocument/2006/relationships/image" Target="../media/image178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11" Type="http://schemas.openxmlformats.org/officeDocument/2006/relationships/image" Target="../media/image173.wmf"/><Relationship Id="rId5" Type="http://schemas.openxmlformats.org/officeDocument/2006/relationships/image" Target="../media/image167.wmf"/><Relationship Id="rId15" Type="http://schemas.openxmlformats.org/officeDocument/2006/relationships/image" Target="../media/image177.wmf"/><Relationship Id="rId10" Type="http://schemas.openxmlformats.org/officeDocument/2006/relationships/image" Target="../media/image172.wmf"/><Relationship Id="rId19" Type="http://schemas.openxmlformats.org/officeDocument/2006/relationships/image" Target="../media/image181.wmf"/><Relationship Id="rId4" Type="http://schemas.openxmlformats.org/officeDocument/2006/relationships/image" Target="../media/image166.wmf"/><Relationship Id="rId9" Type="http://schemas.openxmlformats.org/officeDocument/2006/relationships/image" Target="../media/image171.wmf"/><Relationship Id="rId14" Type="http://schemas.openxmlformats.org/officeDocument/2006/relationships/image" Target="../media/image17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image" Target="../media/image194.wmf"/><Relationship Id="rId18" Type="http://schemas.openxmlformats.org/officeDocument/2006/relationships/image" Target="../media/image199.wmf"/><Relationship Id="rId3" Type="http://schemas.openxmlformats.org/officeDocument/2006/relationships/image" Target="../media/image184.wmf"/><Relationship Id="rId21" Type="http://schemas.openxmlformats.org/officeDocument/2006/relationships/image" Target="../media/image202.wmf"/><Relationship Id="rId7" Type="http://schemas.openxmlformats.org/officeDocument/2006/relationships/image" Target="../media/image188.wmf"/><Relationship Id="rId12" Type="http://schemas.openxmlformats.org/officeDocument/2006/relationships/image" Target="../media/image193.wmf"/><Relationship Id="rId17" Type="http://schemas.openxmlformats.org/officeDocument/2006/relationships/image" Target="../media/image198.wmf"/><Relationship Id="rId2" Type="http://schemas.openxmlformats.org/officeDocument/2006/relationships/image" Target="../media/image183.wmf"/><Relationship Id="rId16" Type="http://schemas.openxmlformats.org/officeDocument/2006/relationships/image" Target="../media/image197.wmf"/><Relationship Id="rId20" Type="http://schemas.openxmlformats.org/officeDocument/2006/relationships/image" Target="../media/image201.wmf"/><Relationship Id="rId1" Type="http://schemas.openxmlformats.org/officeDocument/2006/relationships/image" Target="../media/image182.wmf"/><Relationship Id="rId6" Type="http://schemas.openxmlformats.org/officeDocument/2006/relationships/image" Target="../media/image187.wmf"/><Relationship Id="rId11" Type="http://schemas.openxmlformats.org/officeDocument/2006/relationships/image" Target="../media/image192.wmf"/><Relationship Id="rId5" Type="http://schemas.openxmlformats.org/officeDocument/2006/relationships/image" Target="../media/image186.wmf"/><Relationship Id="rId15" Type="http://schemas.openxmlformats.org/officeDocument/2006/relationships/image" Target="../media/image196.wmf"/><Relationship Id="rId10" Type="http://schemas.openxmlformats.org/officeDocument/2006/relationships/image" Target="../media/image191.wmf"/><Relationship Id="rId19" Type="http://schemas.openxmlformats.org/officeDocument/2006/relationships/image" Target="../media/image200.wmf"/><Relationship Id="rId4" Type="http://schemas.openxmlformats.org/officeDocument/2006/relationships/image" Target="../media/image185.wmf"/><Relationship Id="rId9" Type="http://schemas.openxmlformats.org/officeDocument/2006/relationships/image" Target="../media/image190.wmf"/><Relationship Id="rId14" Type="http://schemas.openxmlformats.org/officeDocument/2006/relationships/image" Target="../media/image195.wmf"/><Relationship Id="rId22" Type="http://schemas.openxmlformats.org/officeDocument/2006/relationships/image" Target="../media/image203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wmf"/><Relationship Id="rId1" Type="http://schemas.openxmlformats.org/officeDocument/2006/relationships/image" Target="../media/image20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4" Type="http://schemas.openxmlformats.org/officeDocument/2006/relationships/image" Target="../media/image20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7" Type="http://schemas.openxmlformats.org/officeDocument/2006/relationships/image" Target="../media/image216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6" Type="http://schemas.openxmlformats.org/officeDocument/2006/relationships/image" Target="../media/image215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wmf"/><Relationship Id="rId2" Type="http://schemas.openxmlformats.org/officeDocument/2006/relationships/image" Target="../media/image218.wmf"/><Relationship Id="rId1" Type="http://schemas.openxmlformats.org/officeDocument/2006/relationships/image" Target="../media/image217.wmf"/><Relationship Id="rId4" Type="http://schemas.openxmlformats.org/officeDocument/2006/relationships/image" Target="../media/image213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image" Target="../media/image232.wmf"/><Relationship Id="rId3" Type="http://schemas.openxmlformats.org/officeDocument/2006/relationships/image" Target="../media/image222.wmf"/><Relationship Id="rId7" Type="http://schemas.openxmlformats.org/officeDocument/2006/relationships/image" Target="../media/image226.wmf"/><Relationship Id="rId12" Type="http://schemas.openxmlformats.org/officeDocument/2006/relationships/image" Target="../media/image231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11" Type="http://schemas.openxmlformats.org/officeDocument/2006/relationships/image" Target="../media/image230.wmf"/><Relationship Id="rId5" Type="http://schemas.openxmlformats.org/officeDocument/2006/relationships/image" Target="../media/image224.wmf"/><Relationship Id="rId10" Type="http://schemas.openxmlformats.org/officeDocument/2006/relationships/image" Target="../media/image229.wmf"/><Relationship Id="rId4" Type="http://schemas.openxmlformats.org/officeDocument/2006/relationships/image" Target="../media/image223.wmf"/><Relationship Id="rId9" Type="http://schemas.openxmlformats.org/officeDocument/2006/relationships/image" Target="../media/image228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3" Type="http://schemas.openxmlformats.org/officeDocument/2006/relationships/image" Target="../media/image235.wmf"/><Relationship Id="rId7" Type="http://schemas.openxmlformats.org/officeDocument/2006/relationships/image" Target="../media/image239.wmf"/><Relationship Id="rId2" Type="http://schemas.openxmlformats.org/officeDocument/2006/relationships/image" Target="../media/image234.wmf"/><Relationship Id="rId1" Type="http://schemas.openxmlformats.org/officeDocument/2006/relationships/image" Target="../media/image233.wmf"/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10" Type="http://schemas.openxmlformats.org/officeDocument/2006/relationships/image" Target="../media/image242.wmf"/><Relationship Id="rId4" Type="http://schemas.openxmlformats.org/officeDocument/2006/relationships/image" Target="../media/image236.wmf"/><Relationship Id="rId9" Type="http://schemas.openxmlformats.org/officeDocument/2006/relationships/image" Target="../media/image24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3" Type="http://schemas.openxmlformats.org/officeDocument/2006/relationships/image" Target="../media/image245.wmf"/><Relationship Id="rId7" Type="http://schemas.openxmlformats.org/officeDocument/2006/relationships/image" Target="../media/image249.wmf"/><Relationship Id="rId12" Type="http://schemas.openxmlformats.org/officeDocument/2006/relationships/image" Target="../media/image254.wmf"/><Relationship Id="rId2" Type="http://schemas.openxmlformats.org/officeDocument/2006/relationships/image" Target="../media/image244.wmf"/><Relationship Id="rId1" Type="http://schemas.openxmlformats.org/officeDocument/2006/relationships/image" Target="../media/image243.wmf"/><Relationship Id="rId6" Type="http://schemas.openxmlformats.org/officeDocument/2006/relationships/image" Target="../media/image248.wmf"/><Relationship Id="rId11" Type="http://schemas.openxmlformats.org/officeDocument/2006/relationships/image" Target="../media/image253.wmf"/><Relationship Id="rId5" Type="http://schemas.openxmlformats.org/officeDocument/2006/relationships/image" Target="../media/image247.wmf"/><Relationship Id="rId10" Type="http://schemas.openxmlformats.org/officeDocument/2006/relationships/image" Target="../media/image252.wmf"/><Relationship Id="rId4" Type="http://schemas.openxmlformats.org/officeDocument/2006/relationships/image" Target="../media/image246.wmf"/><Relationship Id="rId9" Type="http://schemas.openxmlformats.org/officeDocument/2006/relationships/image" Target="../media/image251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image" Target="../media/image267.wmf"/><Relationship Id="rId3" Type="http://schemas.openxmlformats.org/officeDocument/2006/relationships/image" Target="../media/image257.wmf"/><Relationship Id="rId7" Type="http://schemas.openxmlformats.org/officeDocument/2006/relationships/image" Target="../media/image261.wmf"/><Relationship Id="rId12" Type="http://schemas.openxmlformats.org/officeDocument/2006/relationships/image" Target="../media/image266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Relationship Id="rId6" Type="http://schemas.openxmlformats.org/officeDocument/2006/relationships/image" Target="../media/image260.wmf"/><Relationship Id="rId11" Type="http://schemas.openxmlformats.org/officeDocument/2006/relationships/image" Target="../media/image265.wmf"/><Relationship Id="rId5" Type="http://schemas.openxmlformats.org/officeDocument/2006/relationships/image" Target="../media/image259.wmf"/><Relationship Id="rId10" Type="http://schemas.openxmlformats.org/officeDocument/2006/relationships/image" Target="../media/image264.wmf"/><Relationship Id="rId4" Type="http://schemas.openxmlformats.org/officeDocument/2006/relationships/image" Target="../media/image258.wmf"/><Relationship Id="rId9" Type="http://schemas.openxmlformats.org/officeDocument/2006/relationships/image" Target="../media/image26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wmf"/><Relationship Id="rId3" Type="http://schemas.openxmlformats.org/officeDocument/2006/relationships/image" Target="../media/image270.wmf"/><Relationship Id="rId7" Type="http://schemas.openxmlformats.org/officeDocument/2006/relationships/image" Target="../media/image274.wmf"/><Relationship Id="rId2" Type="http://schemas.openxmlformats.org/officeDocument/2006/relationships/image" Target="../media/image269.wmf"/><Relationship Id="rId1" Type="http://schemas.openxmlformats.org/officeDocument/2006/relationships/image" Target="../media/image268.wmf"/><Relationship Id="rId6" Type="http://schemas.openxmlformats.org/officeDocument/2006/relationships/image" Target="../media/image273.wmf"/><Relationship Id="rId5" Type="http://schemas.openxmlformats.org/officeDocument/2006/relationships/image" Target="../media/image272.wmf"/><Relationship Id="rId4" Type="http://schemas.openxmlformats.org/officeDocument/2006/relationships/image" Target="../media/image271.wmf"/><Relationship Id="rId9" Type="http://schemas.openxmlformats.org/officeDocument/2006/relationships/image" Target="../media/image276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3" Type="http://schemas.openxmlformats.org/officeDocument/2006/relationships/image" Target="../media/image279.wmf"/><Relationship Id="rId7" Type="http://schemas.openxmlformats.org/officeDocument/2006/relationships/image" Target="../media/image283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Relationship Id="rId6" Type="http://schemas.openxmlformats.org/officeDocument/2006/relationships/image" Target="../media/image282.wmf"/><Relationship Id="rId5" Type="http://schemas.openxmlformats.org/officeDocument/2006/relationships/image" Target="../media/image281.wmf"/><Relationship Id="rId4" Type="http://schemas.openxmlformats.org/officeDocument/2006/relationships/image" Target="../media/image28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wmf"/><Relationship Id="rId2" Type="http://schemas.openxmlformats.org/officeDocument/2006/relationships/image" Target="../media/image286.wmf"/><Relationship Id="rId1" Type="http://schemas.openxmlformats.org/officeDocument/2006/relationships/image" Target="../media/image285.wmf"/><Relationship Id="rId6" Type="http://schemas.openxmlformats.org/officeDocument/2006/relationships/image" Target="../media/image290.wmf"/><Relationship Id="rId5" Type="http://schemas.openxmlformats.org/officeDocument/2006/relationships/image" Target="../media/image289.wmf"/><Relationship Id="rId4" Type="http://schemas.openxmlformats.org/officeDocument/2006/relationships/image" Target="../media/image288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wmf"/><Relationship Id="rId13" Type="http://schemas.openxmlformats.org/officeDocument/2006/relationships/image" Target="../media/image303.wmf"/><Relationship Id="rId3" Type="http://schemas.openxmlformats.org/officeDocument/2006/relationships/image" Target="../media/image293.wmf"/><Relationship Id="rId7" Type="http://schemas.openxmlformats.org/officeDocument/2006/relationships/image" Target="../media/image297.wmf"/><Relationship Id="rId12" Type="http://schemas.openxmlformats.org/officeDocument/2006/relationships/image" Target="../media/image302.wmf"/><Relationship Id="rId2" Type="http://schemas.openxmlformats.org/officeDocument/2006/relationships/image" Target="../media/image292.wmf"/><Relationship Id="rId1" Type="http://schemas.openxmlformats.org/officeDocument/2006/relationships/image" Target="../media/image291.wmf"/><Relationship Id="rId6" Type="http://schemas.openxmlformats.org/officeDocument/2006/relationships/image" Target="../media/image296.wmf"/><Relationship Id="rId11" Type="http://schemas.openxmlformats.org/officeDocument/2006/relationships/image" Target="../media/image301.wmf"/><Relationship Id="rId5" Type="http://schemas.openxmlformats.org/officeDocument/2006/relationships/image" Target="../media/image295.wmf"/><Relationship Id="rId10" Type="http://schemas.openxmlformats.org/officeDocument/2006/relationships/image" Target="../media/image300.wmf"/><Relationship Id="rId4" Type="http://schemas.openxmlformats.org/officeDocument/2006/relationships/image" Target="../media/image294.wmf"/><Relationship Id="rId9" Type="http://schemas.openxmlformats.org/officeDocument/2006/relationships/image" Target="../media/image299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3" Type="http://schemas.openxmlformats.org/officeDocument/2006/relationships/image" Target="../media/image306.wmf"/><Relationship Id="rId7" Type="http://schemas.openxmlformats.org/officeDocument/2006/relationships/image" Target="../media/image310.wmf"/><Relationship Id="rId2" Type="http://schemas.openxmlformats.org/officeDocument/2006/relationships/image" Target="../media/image305.wmf"/><Relationship Id="rId1" Type="http://schemas.openxmlformats.org/officeDocument/2006/relationships/image" Target="../media/image304.wmf"/><Relationship Id="rId6" Type="http://schemas.openxmlformats.org/officeDocument/2006/relationships/image" Target="../media/image309.wmf"/><Relationship Id="rId5" Type="http://schemas.openxmlformats.org/officeDocument/2006/relationships/image" Target="../media/image308.wmf"/><Relationship Id="rId10" Type="http://schemas.openxmlformats.org/officeDocument/2006/relationships/image" Target="../media/image313.wmf"/><Relationship Id="rId4" Type="http://schemas.openxmlformats.org/officeDocument/2006/relationships/image" Target="../media/image307.wmf"/><Relationship Id="rId9" Type="http://schemas.openxmlformats.org/officeDocument/2006/relationships/image" Target="../media/image312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image" Target="../media/image316.wmf"/><Relationship Id="rId7" Type="http://schemas.openxmlformats.org/officeDocument/2006/relationships/image" Target="../media/image320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4" Type="http://schemas.openxmlformats.org/officeDocument/2006/relationships/image" Target="../media/image317.wmf"/><Relationship Id="rId9" Type="http://schemas.openxmlformats.org/officeDocument/2006/relationships/image" Target="../media/image322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wmf"/><Relationship Id="rId3" Type="http://schemas.openxmlformats.org/officeDocument/2006/relationships/image" Target="../media/image325.wmf"/><Relationship Id="rId7" Type="http://schemas.openxmlformats.org/officeDocument/2006/relationships/image" Target="../media/image329.wmf"/><Relationship Id="rId2" Type="http://schemas.openxmlformats.org/officeDocument/2006/relationships/image" Target="../media/image324.wmf"/><Relationship Id="rId1" Type="http://schemas.openxmlformats.org/officeDocument/2006/relationships/image" Target="../media/image323.wmf"/><Relationship Id="rId6" Type="http://schemas.openxmlformats.org/officeDocument/2006/relationships/image" Target="../media/image328.wmf"/><Relationship Id="rId11" Type="http://schemas.openxmlformats.org/officeDocument/2006/relationships/image" Target="../media/image333.wmf"/><Relationship Id="rId5" Type="http://schemas.openxmlformats.org/officeDocument/2006/relationships/image" Target="../media/image327.wmf"/><Relationship Id="rId10" Type="http://schemas.openxmlformats.org/officeDocument/2006/relationships/image" Target="../media/image332.wmf"/><Relationship Id="rId4" Type="http://schemas.openxmlformats.org/officeDocument/2006/relationships/image" Target="../media/image326.wmf"/><Relationship Id="rId9" Type="http://schemas.openxmlformats.org/officeDocument/2006/relationships/image" Target="../media/image331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wmf"/><Relationship Id="rId3" Type="http://schemas.openxmlformats.org/officeDocument/2006/relationships/image" Target="../media/image336.wmf"/><Relationship Id="rId7" Type="http://schemas.openxmlformats.org/officeDocument/2006/relationships/image" Target="../media/image340.wmf"/><Relationship Id="rId2" Type="http://schemas.openxmlformats.org/officeDocument/2006/relationships/image" Target="../media/image335.wmf"/><Relationship Id="rId1" Type="http://schemas.openxmlformats.org/officeDocument/2006/relationships/image" Target="../media/image334.wmf"/><Relationship Id="rId6" Type="http://schemas.openxmlformats.org/officeDocument/2006/relationships/image" Target="../media/image339.wmf"/><Relationship Id="rId5" Type="http://schemas.openxmlformats.org/officeDocument/2006/relationships/image" Target="../media/image338.wmf"/><Relationship Id="rId4" Type="http://schemas.openxmlformats.org/officeDocument/2006/relationships/image" Target="../media/image337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3" Type="http://schemas.openxmlformats.org/officeDocument/2006/relationships/image" Target="../media/image342.wmf"/><Relationship Id="rId7" Type="http://schemas.openxmlformats.org/officeDocument/2006/relationships/image" Target="../media/image346.wmf"/><Relationship Id="rId2" Type="http://schemas.openxmlformats.org/officeDocument/2006/relationships/image" Target="../media/image335.wmf"/><Relationship Id="rId1" Type="http://schemas.openxmlformats.org/officeDocument/2006/relationships/image" Target="../media/image329.wmf"/><Relationship Id="rId6" Type="http://schemas.openxmlformats.org/officeDocument/2006/relationships/image" Target="../media/image345.wmf"/><Relationship Id="rId5" Type="http://schemas.openxmlformats.org/officeDocument/2006/relationships/image" Target="../media/image344.wmf"/><Relationship Id="rId4" Type="http://schemas.openxmlformats.org/officeDocument/2006/relationships/image" Target="../media/image343.wmf"/><Relationship Id="rId9" Type="http://schemas.openxmlformats.org/officeDocument/2006/relationships/image" Target="../media/image348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wmf"/><Relationship Id="rId7" Type="http://schemas.openxmlformats.org/officeDocument/2006/relationships/image" Target="../media/image355.wmf"/><Relationship Id="rId2" Type="http://schemas.openxmlformats.org/officeDocument/2006/relationships/image" Target="../media/image350.wmf"/><Relationship Id="rId1" Type="http://schemas.openxmlformats.org/officeDocument/2006/relationships/image" Target="../media/image349.wmf"/><Relationship Id="rId6" Type="http://schemas.openxmlformats.org/officeDocument/2006/relationships/image" Target="../media/image354.wmf"/><Relationship Id="rId5" Type="http://schemas.openxmlformats.org/officeDocument/2006/relationships/image" Target="../media/image353.wmf"/><Relationship Id="rId4" Type="http://schemas.openxmlformats.org/officeDocument/2006/relationships/image" Target="../media/image352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wmf"/><Relationship Id="rId2" Type="http://schemas.openxmlformats.org/officeDocument/2006/relationships/image" Target="../media/image356.wmf"/><Relationship Id="rId1" Type="http://schemas.openxmlformats.org/officeDocument/2006/relationships/image" Target="../media/image355.wmf"/><Relationship Id="rId5" Type="http://schemas.openxmlformats.org/officeDocument/2006/relationships/image" Target="../media/image359.wmf"/><Relationship Id="rId4" Type="http://schemas.openxmlformats.org/officeDocument/2006/relationships/image" Target="../media/image358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wmf"/><Relationship Id="rId2" Type="http://schemas.openxmlformats.org/officeDocument/2006/relationships/image" Target="../media/image361.wmf"/><Relationship Id="rId1" Type="http://schemas.openxmlformats.org/officeDocument/2006/relationships/image" Target="../media/image360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E8132-2EE5-474B-9AF7-26CFBCDBB03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CDC56-2C6A-45E0-890F-80645A6E3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364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CDC56-2C6A-45E0-890F-80645A6E33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142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6.bin"/><Relationship Id="rId3" Type="http://schemas.openxmlformats.org/officeDocument/2006/relationships/oleObject" Target="../embeddings/oleObject8.bin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13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16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31.wmf"/><Relationship Id="rId26" Type="http://schemas.openxmlformats.org/officeDocument/2006/relationships/image" Target="../media/image35.wmf"/><Relationship Id="rId3" Type="http://schemas.openxmlformats.org/officeDocument/2006/relationships/oleObject" Target="../embeddings/oleObject29.bin"/><Relationship Id="rId21" Type="http://schemas.openxmlformats.org/officeDocument/2006/relationships/oleObject" Target="../embeddings/oleObject38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36.bin"/><Relationship Id="rId25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29" Type="http://schemas.openxmlformats.org/officeDocument/2006/relationships/oleObject" Target="../embeddings/oleObject42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33.bin"/><Relationship Id="rId24" Type="http://schemas.openxmlformats.org/officeDocument/2006/relationships/image" Target="../media/image34.wmf"/><Relationship Id="rId32" Type="http://schemas.openxmlformats.org/officeDocument/2006/relationships/image" Target="../media/image38.wmf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23" Type="http://schemas.openxmlformats.org/officeDocument/2006/relationships/oleObject" Target="../embeddings/oleObject39.bin"/><Relationship Id="rId28" Type="http://schemas.openxmlformats.org/officeDocument/2006/relationships/image" Target="../media/image36.wmf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37.bin"/><Relationship Id="rId31" Type="http://schemas.openxmlformats.org/officeDocument/2006/relationships/oleObject" Target="../embeddings/oleObject43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Relationship Id="rId27" Type="http://schemas.openxmlformats.org/officeDocument/2006/relationships/oleObject" Target="../embeddings/oleObject41.bin"/><Relationship Id="rId30" Type="http://schemas.openxmlformats.org/officeDocument/2006/relationships/image" Target="../media/image3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46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4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55.wmf"/><Relationship Id="rId26" Type="http://schemas.openxmlformats.org/officeDocument/2006/relationships/image" Target="../media/image59.wmf"/><Relationship Id="rId3" Type="http://schemas.openxmlformats.org/officeDocument/2006/relationships/oleObject" Target="../embeddings/oleObject53.bin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60.bin"/><Relationship Id="rId25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4.wmf"/><Relationship Id="rId20" Type="http://schemas.openxmlformats.org/officeDocument/2006/relationships/image" Target="../media/image5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7.bin"/><Relationship Id="rId24" Type="http://schemas.openxmlformats.org/officeDocument/2006/relationships/image" Target="../media/image58.wmf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3.bin"/><Relationship Id="rId28" Type="http://schemas.openxmlformats.org/officeDocument/2006/relationships/image" Target="../media/image60.wmf"/><Relationship Id="rId10" Type="http://schemas.openxmlformats.org/officeDocument/2006/relationships/image" Target="../media/image51.wmf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53.wmf"/><Relationship Id="rId22" Type="http://schemas.openxmlformats.org/officeDocument/2006/relationships/image" Target="../media/image57.wmf"/><Relationship Id="rId27" Type="http://schemas.openxmlformats.org/officeDocument/2006/relationships/oleObject" Target="../embeddings/oleObject6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68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6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6.wmf"/><Relationship Id="rId26" Type="http://schemas.openxmlformats.org/officeDocument/2006/relationships/image" Target="../media/image80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79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4.wmf"/><Relationship Id="rId22" Type="http://schemas.openxmlformats.org/officeDocument/2006/relationships/image" Target="../media/image7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8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87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95.wmf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3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4.wmf"/><Relationship Id="rId20" Type="http://schemas.openxmlformats.org/officeDocument/2006/relationships/image" Target="../media/image96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98.wmf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4.bin"/><Relationship Id="rId10" Type="http://schemas.openxmlformats.org/officeDocument/2006/relationships/image" Target="../media/image91.wmf"/><Relationship Id="rId19" Type="http://schemas.openxmlformats.org/officeDocument/2006/relationships/oleObject" Target="../embeddings/oleObject102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93.wmf"/><Relationship Id="rId22" Type="http://schemas.openxmlformats.org/officeDocument/2006/relationships/image" Target="../media/image97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0.bin"/><Relationship Id="rId18" Type="http://schemas.openxmlformats.org/officeDocument/2006/relationships/image" Target="../media/image106.wmf"/><Relationship Id="rId26" Type="http://schemas.openxmlformats.org/officeDocument/2006/relationships/image" Target="../media/image110.wmf"/><Relationship Id="rId39" Type="http://schemas.openxmlformats.org/officeDocument/2006/relationships/oleObject" Target="../embeddings/oleObject123.bin"/><Relationship Id="rId21" Type="http://schemas.openxmlformats.org/officeDocument/2006/relationships/oleObject" Target="../embeddings/oleObject114.bin"/><Relationship Id="rId34" Type="http://schemas.openxmlformats.org/officeDocument/2006/relationships/image" Target="../media/image114.wmf"/><Relationship Id="rId42" Type="http://schemas.openxmlformats.org/officeDocument/2006/relationships/image" Target="../media/image118.wmf"/><Relationship Id="rId47" Type="http://schemas.openxmlformats.org/officeDocument/2006/relationships/oleObject" Target="../embeddings/oleObject127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5.wmf"/><Relationship Id="rId29" Type="http://schemas.openxmlformats.org/officeDocument/2006/relationships/oleObject" Target="../embeddings/oleObject118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09.bin"/><Relationship Id="rId24" Type="http://schemas.openxmlformats.org/officeDocument/2006/relationships/image" Target="../media/image109.wmf"/><Relationship Id="rId32" Type="http://schemas.openxmlformats.org/officeDocument/2006/relationships/image" Target="../media/image113.wmf"/><Relationship Id="rId37" Type="http://schemas.openxmlformats.org/officeDocument/2006/relationships/oleObject" Target="../embeddings/oleObject122.bin"/><Relationship Id="rId40" Type="http://schemas.openxmlformats.org/officeDocument/2006/relationships/image" Target="../media/image117.wmf"/><Relationship Id="rId45" Type="http://schemas.openxmlformats.org/officeDocument/2006/relationships/oleObject" Target="../embeddings/oleObject126.bin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1.bin"/><Relationship Id="rId23" Type="http://schemas.openxmlformats.org/officeDocument/2006/relationships/oleObject" Target="../embeddings/oleObject115.bin"/><Relationship Id="rId28" Type="http://schemas.openxmlformats.org/officeDocument/2006/relationships/image" Target="../media/image111.wmf"/><Relationship Id="rId36" Type="http://schemas.openxmlformats.org/officeDocument/2006/relationships/image" Target="../media/image115.wmf"/><Relationship Id="rId10" Type="http://schemas.openxmlformats.org/officeDocument/2006/relationships/image" Target="../media/image102.wmf"/><Relationship Id="rId19" Type="http://schemas.openxmlformats.org/officeDocument/2006/relationships/oleObject" Target="../embeddings/oleObject113.bin"/><Relationship Id="rId31" Type="http://schemas.openxmlformats.org/officeDocument/2006/relationships/oleObject" Target="../embeddings/oleObject119.bin"/><Relationship Id="rId44" Type="http://schemas.openxmlformats.org/officeDocument/2006/relationships/image" Target="../media/image119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04.wmf"/><Relationship Id="rId22" Type="http://schemas.openxmlformats.org/officeDocument/2006/relationships/image" Target="../media/image108.wmf"/><Relationship Id="rId27" Type="http://schemas.openxmlformats.org/officeDocument/2006/relationships/oleObject" Target="../embeddings/oleObject117.bin"/><Relationship Id="rId30" Type="http://schemas.openxmlformats.org/officeDocument/2006/relationships/image" Target="../media/image112.wmf"/><Relationship Id="rId35" Type="http://schemas.openxmlformats.org/officeDocument/2006/relationships/oleObject" Target="../embeddings/oleObject121.bin"/><Relationship Id="rId43" Type="http://schemas.openxmlformats.org/officeDocument/2006/relationships/oleObject" Target="../embeddings/oleObject125.bin"/><Relationship Id="rId48" Type="http://schemas.openxmlformats.org/officeDocument/2006/relationships/image" Target="../media/image121.wmf"/><Relationship Id="rId8" Type="http://schemas.openxmlformats.org/officeDocument/2006/relationships/image" Target="../media/image101.wmf"/><Relationship Id="rId3" Type="http://schemas.openxmlformats.org/officeDocument/2006/relationships/oleObject" Target="../embeddings/oleObject105.bin"/><Relationship Id="rId12" Type="http://schemas.openxmlformats.org/officeDocument/2006/relationships/image" Target="../media/image103.wmf"/><Relationship Id="rId17" Type="http://schemas.openxmlformats.org/officeDocument/2006/relationships/oleObject" Target="../embeddings/oleObject112.bin"/><Relationship Id="rId25" Type="http://schemas.openxmlformats.org/officeDocument/2006/relationships/oleObject" Target="../embeddings/oleObject116.bin"/><Relationship Id="rId33" Type="http://schemas.openxmlformats.org/officeDocument/2006/relationships/oleObject" Target="../embeddings/oleObject120.bin"/><Relationship Id="rId38" Type="http://schemas.openxmlformats.org/officeDocument/2006/relationships/image" Target="../media/image116.wmf"/><Relationship Id="rId46" Type="http://schemas.openxmlformats.org/officeDocument/2006/relationships/image" Target="../media/image120.wmf"/><Relationship Id="rId20" Type="http://schemas.openxmlformats.org/officeDocument/2006/relationships/image" Target="../media/image107.wmf"/><Relationship Id="rId41" Type="http://schemas.openxmlformats.org/officeDocument/2006/relationships/oleObject" Target="../embeddings/oleObject12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21.wmf"/><Relationship Id="rId26" Type="http://schemas.openxmlformats.org/officeDocument/2006/relationships/image" Target="../media/image128.wmf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37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0.wmf"/><Relationship Id="rId20" Type="http://schemas.openxmlformats.org/officeDocument/2006/relationships/image" Target="../media/image125.wmf"/><Relationship Id="rId29" Type="http://schemas.openxmlformats.org/officeDocument/2006/relationships/oleObject" Target="../embeddings/oleObject141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32.bin"/><Relationship Id="rId24" Type="http://schemas.openxmlformats.org/officeDocument/2006/relationships/image" Target="../media/image127.wmf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138.bin"/><Relationship Id="rId28" Type="http://schemas.openxmlformats.org/officeDocument/2006/relationships/image" Target="../media/image129.wmf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36.bin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19.wmf"/><Relationship Id="rId22" Type="http://schemas.openxmlformats.org/officeDocument/2006/relationships/image" Target="../media/image126.wmf"/><Relationship Id="rId27" Type="http://schemas.openxmlformats.org/officeDocument/2006/relationships/oleObject" Target="../embeddings/oleObject140.bin"/><Relationship Id="rId30" Type="http://schemas.openxmlformats.org/officeDocument/2006/relationships/image" Target="../media/image13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47.bin"/><Relationship Id="rId18" Type="http://schemas.openxmlformats.org/officeDocument/2006/relationships/image" Target="../media/image138.wmf"/><Relationship Id="rId26" Type="http://schemas.openxmlformats.org/officeDocument/2006/relationships/image" Target="../media/image142.wmf"/><Relationship Id="rId3" Type="http://schemas.openxmlformats.org/officeDocument/2006/relationships/oleObject" Target="../embeddings/oleObject142.bin"/><Relationship Id="rId21" Type="http://schemas.openxmlformats.org/officeDocument/2006/relationships/oleObject" Target="../embeddings/oleObject151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35.wmf"/><Relationship Id="rId17" Type="http://schemas.openxmlformats.org/officeDocument/2006/relationships/oleObject" Target="../embeddings/oleObject149.bin"/><Relationship Id="rId25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7.wmf"/><Relationship Id="rId20" Type="http://schemas.openxmlformats.org/officeDocument/2006/relationships/image" Target="../media/image139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46.bin"/><Relationship Id="rId24" Type="http://schemas.openxmlformats.org/officeDocument/2006/relationships/image" Target="../media/image141.wmf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23" Type="http://schemas.openxmlformats.org/officeDocument/2006/relationships/oleObject" Target="../embeddings/oleObject152.bin"/><Relationship Id="rId28" Type="http://schemas.openxmlformats.org/officeDocument/2006/relationships/image" Target="../media/image143.wmf"/><Relationship Id="rId10" Type="http://schemas.openxmlformats.org/officeDocument/2006/relationships/image" Target="../media/image134.wmf"/><Relationship Id="rId19" Type="http://schemas.openxmlformats.org/officeDocument/2006/relationships/oleObject" Target="../embeddings/oleObject150.bin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36.wmf"/><Relationship Id="rId22" Type="http://schemas.openxmlformats.org/officeDocument/2006/relationships/image" Target="../media/image140.wmf"/><Relationship Id="rId27" Type="http://schemas.openxmlformats.org/officeDocument/2006/relationships/oleObject" Target="../embeddings/oleObject15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51.wmf"/><Relationship Id="rId26" Type="http://schemas.openxmlformats.org/officeDocument/2006/relationships/image" Target="../media/image155.wmf"/><Relationship Id="rId3" Type="http://schemas.openxmlformats.org/officeDocument/2006/relationships/oleObject" Target="../embeddings/oleObject155.bin"/><Relationship Id="rId21" Type="http://schemas.openxmlformats.org/officeDocument/2006/relationships/oleObject" Target="../embeddings/oleObject164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162.bin"/><Relationship Id="rId25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0.wmf"/><Relationship Id="rId20" Type="http://schemas.openxmlformats.org/officeDocument/2006/relationships/image" Target="../media/image152.wmf"/><Relationship Id="rId29" Type="http://schemas.openxmlformats.org/officeDocument/2006/relationships/oleObject" Target="../embeddings/oleObject168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59.bin"/><Relationship Id="rId24" Type="http://schemas.openxmlformats.org/officeDocument/2006/relationships/image" Target="../media/image154.wmf"/><Relationship Id="rId32" Type="http://schemas.openxmlformats.org/officeDocument/2006/relationships/image" Target="../media/image158.wmf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23" Type="http://schemas.openxmlformats.org/officeDocument/2006/relationships/oleObject" Target="../embeddings/oleObject165.bin"/><Relationship Id="rId28" Type="http://schemas.openxmlformats.org/officeDocument/2006/relationships/image" Target="../media/image156.wmf"/><Relationship Id="rId10" Type="http://schemas.openxmlformats.org/officeDocument/2006/relationships/image" Target="../media/image147.wmf"/><Relationship Id="rId19" Type="http://schemas.openxmlformats.org/officeDocument/2006/relationships/oleObject" Target="../embeddings/oleObject163.bin"/><Relationship Id="rId31" Type="http://schemas.openxmlformats.org/officeDocument/2006/relationships/oleObject" Target="../embeddings/oleObject169.bin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49.wmf"/><Relationship Id="rId22" Type="http://schemas.openxmlformats.org/officeDocument/2006/relationships/image" Target="../media/image153.wmf"/><Relationship Id="rId27" Type="http://schemas.openxmlformats.org/officeDocument/2006/relationships/oleObject" Target="../embeddings/oleObject167.bin"/><Relationship Id="rId30" Type="http://schemas.openxmlformats.org/officeDocument/2006/relationships/image" Target="../media/image15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71.bin"/><Relationship Id="rId10" Type="http://schemas.openxmlformats.org/officeDocument/2006/relationships/image" Target="../media/image162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73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70.wmf"/><Relationship Id="rId26" Type="http://schemas.openxmlformats.org/officeDocument/2006/relationships/image" Target="../media/image174.wmf"/><Relationship Id="rId39" Type="http://schemas.openxmlformats.org/officeDocument/2006/relationships/oleObject" Target="../embeddings/oleObject192.bin"/><Relationship Id="rId21" Type="http://schemas.openxmlformats.org/officeDocument/2006/relationships/oleObject" Target="../embeddings/oleObject183.bin"/><Relationship Id="rId34" Type="http://schemas.openxmlformats.org/officeDocument/2006/relationships/image" Target="../media/image178.wmf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181.bin"/><Relationship Id="rId25" Type="http://schemas.openxmlformats.org/officeDocument/2006/relationships/oleObject" Target="../embeddings/oleObject185.bin"/><Relationship Id="rId33" Type="http://schemas.openxmlformats.org/officeDocument/2006/relationships/oleObject" Target="../embeddings/oleObject189.bin"/><Relationship Id="rId38" Type="http://schemas.openxmlformats.org/officeDocument/2006/relationships/image" Target="../media/image18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9.wmf"/><Relationship Id="rId20" Type="http://schemas.openxmlformats.org/officeDocument/2006/relationships/image" Target="../media/image171.wmf"/><Relationship Id="rId29" Type="http://schemas.openxmlformats.org/officeDocument/2006/relationships/oleObject" Target="../embeddings/oleObject187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78.bin"/><Relationship Id="rId24" Type="http://schemas.openxmlformats.org/officeDocument/2006/relationships/image" Target="../media/image173.wmf"/><Relationship Id="rId32" Type="http://schemas.openxmlformats.org/officeDocument/2006/relationships/image" Target="../media/image177.wmf"/><Relationship Id="rId37" Type="http://schemas.openxmlformats.org/officeDocument/2006/relationships/oleObject" Target="../embeddings/oleObject191.bin"/><Relationship Id="rId40" Type="http://schemas.openxmlformats.org/officeDocument/2006/relationships/image" Target="../media/image181.wmf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23" Type="http://schemas.openxmlformats.org/officeDocument/2006/relationships/oleObject" Target="../embeddings/oleObject184.bin"/><Relationship Id="rId28" Type="http://schemas.openxmlformats.org/officeDocument/2006/relationships/image" Target="../media/image175.wmf"/><Relationship Id="rId36" Type="http://schemas.openxmlformats.org/officeDocument/2006/relationships/image" Target="../media/image179.wmf"/><Relationship Id="rId10" Type="http://schemas.openxmlformats.org/officeDocument/2006/relationships/image" Target="../media/image166.wmf"/><Relationship Id="rId19" Type="http://schemas.openxmlformats.org/officeDocument/2006/relationships/oleObject" Target="../embeddings/oleObject182.bin"/><Relationship Id="rId31" Type="http://schemas.openxmlformats.org/officeDocument/2006/relationships/oleObject" Target="../embeddings/oleObject188.bin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68.wmf"/><Relationship Id="rId22" Type="http://schemas.openxmlformats.org/officeDocument/2006/relationships/image" Target="../media/image172.wmf"/><Relationship Id="rId27" Type="http://schemas.openxmlformats.org/officeDocument/2006/relationships/oleObject" Target="../embeddings/oleObject186.bin"/><Relationship Id="rId30" Type="http://schemas.openxmlformats.org/officeDocument/2006/relationships/image" Target="../media/image176.wmf"/><Relationship Id="rId35" Type="http://schemas.openxmlformats.org/officeDocument/2006/relationships/oleObject" Target="../embeddings/oleObject190.bin"/><Relationship Id="rId8" Type="http://schemas.openxmlformats.org/officeDocument/2006/relationships/image" Target="../media/image165.wmf"/><Relationship Id="rId3" Type="http://schemas.openxmlformats.org/officeDocument/2006/relationships/oleObject" Target="../embeddings/oleObject174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8.bin"/><Relationship Id="rId18" Type="http://schemas.openxmlformats.org/officeDocument/2006/relationships/image" Target="../media/image189.wmf"/><Relationship Id="rId26" Type="http://schemas.openxmlformats.org/officeDocument/2006/relationships/image" Target="../media/image193.wmf"/><Relationship Id="rId39" Type="http://schemas.openxmlformats.org/officeDocument/2006/relationships/oleObject" Target="../embeddings/oleObject211.bin"/><Relationship Id="rId21" Type="http://schemas.openxmlformats.org/officeDocument/2006/relationships/oleObject" Target="../embeddings/oleObject202.bin"/><Relationship Id="rId34" Type="http://schemas.openxmlformats.org/officeDocument/2006/relationships/image" Target="../media/image197.wmf"/><Relationship Id="rId42" Type="http://schemas.openxmlformats.org/officeDocument/2006/relationships/image" Target="../media/image201.wmf"/><Relationship Id="rId7" Type="http://schemas.openxmlformats.org/officeDocument/2006/relationships/oleObject" Target="../embeddings/oleObject19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8.wmf"/><Relationship Id="rId29" Type="http://schemas.openxmlformats.org/officeDocument/2006/relationships/oleObject" Target="../embeddings/oleObject206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197.bin"/><Relationship Id="rId24" Type="http://schemas.openxmlformats.org/officeDocument/2006/relationships/image" Target="../media/image192.wmf"/><Relationship Id="rId32" Type="http://schemas.openxmlformats.org/officeDocument/2006/relationships/image" Target="../media/image196.wmf"/><Relationship Id="rId37" Type="http://schemas.openxmlformats.org/officeDocument/2006/relationships/oleObject" Target="../embeddings/oleObject210.bin"/><Relationship Id="rId40" Type="http://schemas.openxmlformats.org/officeDocument/2006/relationships/image" Target="../media/image200.wmf"/><Relationship Id="rId45" Type="http://schemas.openxmlformats.org/officeDocument/2006/relationships/oleObject" Target="../embeddings/oleObject214.bin"/><Relationship Id="rId5" Type="http://schemas.openxmlformats.org/officeDocument/2006/relationships/oleObject" Target="../embeddings/oleObject194.bin"/><Relationship Id="rId15" Type="http://schemas.openxmlformats.org/officeDocument/2006/relationships/oleObject" Target="../embeddings/oleObject199.bin"/><Relationship Id="rId23" Type="http://schemas.openxmlformats.org/officeDocument/2006/relationships/oleObject" Target="../embeddings/oleObject203.bin"/><Relationship Id="rId28" Type="http://schemas.openxmlformats.org/officeDocument/2006/relationships/image" Target="../media/image194.wmf"/><Relationship Id="rId36" Type="http://schemas.openxmlformats.org/officeDocument/2006/relationships/image" Target="../media/image198.wmf"/><Relationship Id="rId10" Type="http://schemas.openxmlformats.org/officeDocument/2006/relationships/image" Target="../media/image185.wmf"/><Relationship Id="rId19" Type="http://schemas.openxmlformats.org/officeDocument/2006/relationships/oleObject" Target="../embeddings/oleObject201.bin"/><Relationship Id="rId31" Type="http://schemas.openxmlformats.org/officeDocument/2006/relationships/oleObject" Target="../embeddings/oleObject207.bin"/><Relationship Id="rId44" Type="http://schemas.openxmlformats.org/officeDocument/2006/relationships/image" Target="../media/image202.wmf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196.bin"/><Relationship Id="rId14" Type="http://schemas.openxmlformats.org/officeDocument/2006/relationships/image" Target="../media/image187.wmf"/><Relationship Id="rId22" Type="http://schemas.openxmlformats.org/officeDocument/2006/relationships/image" Target="../media/image191.wmf"/><Relationship Id="rId27" Type="http://schemas.openxmlformats.org/officeDocument/2006/relationships/oleObject" Target="../embeddings/oleObject205.bin"/><Relationship Id="rId30" Type="http://schemas.openxmlformats.org/officeDocument/2006/relationships/image" Target="../media/image195.wmf"/><Relationship Id="rId35" Type="http://schemas.openxmlformats.org/officeDocument/2006/relationships/oleObject" Target="../embeddings/oleObject209.bin"/><Relationship Id="rId43" Type="http://schemas.openxmlformats.org/officeDocument/2006/relationships/oleObject" Target="../embeddings/oleObject213.bin"/><Relationship Id="rId8" Type="http://schemas.openxmlformats.org/officeDocument/2006/relationships/image" Target="../media/image184.wmf"/><Relationship Id="rId3" Type="http://schemas.openxmlformats.org/officeDocument/2006/relationships/oleObject" Target="../embeddings/oleObject193.bin"/><Relationship Id="rId12" Type="http://schemas.openxmlformats.org/officeDocument/2006/relationships/image" Target="../media/image186.wmf"/><Relationship Id="rId17" Type="http://schemas.openxmlformats.org/officeDocument/2006/relationships/oleObject" Target="../embeddings/oleObject200.bin"/><Relationship Id="rId25" Type="http://schemas.openxmlformats.org/officeDocument/2006/relationships/oleObject" Target="../embeddings/oleObject204.bin"/><Relationship Id="rId33" Type="http://schemas.openxmlformats.org/officeDocument/2006/relationships/oleObject" Target="../embeddings/oleObject208.bin"/><Relationship Id="rId38" Type="http://schemas.openxmlformats.org/officeDocument/2006/relationships/image" Target="../media/image199.wmf"/><Relationship Id="rId46" Type="http://schemas.openxmlformats.org/officeDocument/2006/relationships/image" Target="../media/image203.wmf"/><Relationship Id="rId20" Type="http://schemas.openxmlformats.org/officeDocument/2006/relationships/image" Target="../media/image190.wmf"/><Relationship Id="rId41" Type="http://schemas.openxmlformats.org/officeDocument/2006/relationships/oleObject" Target="../embeddings/oleObject21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05.wmf"/><Relationship Id="rId5" Type="http://schemas.openxmlformats.org/officeDocument/2006/relationships/oleObject" Target="../embeddings/oleObject216.bin"/><Relationship Id="rId4" Type="http://schemas.openxmlformats.org/officeDocument/2006/relationships/image" Target="../media/image20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3" Type="http://schemas.openxmlformats.org/officeDocument/2006/relationships/oleObject" Target="../embeddings/oleObject217.bin"/><Relationship Id="rId7" Type="http://schemas.openxmlformats.org/officeDocument/2006/relationships/oleObject" Target="../embeddings/oleObject2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7.wmf"/><Relationship Id="rId5" Type="http://schemas.openxmlformats.org/officeDocument/2006/relationships/oleObject" Target="../embeddings/oleObject218.bin"/><Relationship Id="rId10" Type="http://schemas.openxmlformats.org/officeDocument/2006/relationships/image" Target="../media/image209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2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13" Type="http://schemas.openxmlformats.org/officeDocument/2006/relationships/oleObject" Target="../embeddings/oleObject226.bin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21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6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10" Type="http://schemas.openxmlformats.org/officeDocument/2006/relationships/image" Target="../media/image213.wmf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1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18.wmf"/><Relationship Id="rId5" Type="http://schemas.openxmlformats.org/officeDocument/2006/relationships/oleObject" Target="../embeddings/oleObject229.bin"/><Relationship Id="rId10" Type="http://schemas.openxmlformats.org/officeDocument/2006/relationships/image" Target="../media/image213.wmf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23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37.bin"/><Relationship Id="rId18" Type="http://schemas.openxmlformats.org/officeDocument/2006/relationships/image" Target="../media/image227.wmf"/><Relationship Id="rId26" Type="http://schemas.openxmlformats.org/officeDocument/2006/relationships/image" Target="../media/image231.wmf"/><Relationship Id="rId3" Type="http://schemas.openxmlformats.org/officeDocument/2006/relationships/oleObject" Target="../embeddings/oleObject232.bin"/><Relationship Id="rId21" Type="http://schemas.openxmlformats.org/officeDocument/2006/relationships/oleObject" Target="../embeddings/oleObject241.bin"/><Relationship Id="rId7" Type="http://schemas.openxmlformats.org/officeDocument/2006/relationships/oleObject" Target="../embeddings/oleObject234.bin"/><Relationship Id="rId12" Type="http://schemas.openxmlformats.org/officeDocument/2006/relationships/image" Target="../media/image224.wmf"/><Relationship Id="rId17" Type="http://schemas.openxmlformats.org/officeDocument/2006/relationships/oleObject" Target="../embeddings/oleObject239.bin"/><Relationship Id="rId25" Type="http://schemas.openxmlformats.org/officeDocument/2006/relationships/oleObject" Target="../embeddings/oleObject2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6.wmf"/><Relationship Id="rId20" Type="http://schemas.openxmlformats.org/officeDocument/2006/relationships/image" Target="../media/image228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36.bin"/><Relationship Id="rId24" Type="http://schemas.openxmlformats.org/officeDocument/2006/relationships/image" Target="../media/image230.wmf"/><Relationship Id="rId5" Type="http://schemas.openxmlformats.org/officeDocument/2006/relationships/oleObject" Target="../embeddings/oleObject233.bin"/><Relationship Id="rId15" Type="http://schemas.openxmlformats.org/officeDocument/2006/relationships/oleObject" Target="../embeddings/oleObject238.bin"/><Relationship Id="rId23" Type="http://schemas.openxmlformats.org/officeDocument/2006/relationships/oleObject" Target="../embeddings/oleObject242.bin"/><Relationship Id="rId28" Type="http://schemas.openxmlformats.org/officeDocument/2006/relationships/image" Target="../media/image232.wmf"/><Relationship Id="rId10" Type="http://schemas.openxmlformats.org/officeDocument/2006/relationships/image" Target="../media/image223.wmf"/><Relationship Id="rId19" Type="http://schemas.openxmlformats.org/officeDocument/2006/relationships/oleObject" Target="../embeddings/oleObject240.bin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35.bin"/><Relationship Id="rId14" Type="http://schemas.openxmlformats.org/officeDocument/2006/relationships/image" Target="../media/image225.wmf"/><Relationship Id="rId22" Type="http://schemas.openxmlformats.org/officeDocument/2006/relationships/image" Target="../media/image229.wmf"/><Relationship Id="rId27" Type="http://schemas.openxmlformats.org/officeDocument/2006/relationships/oleObject" Target="../embeddings/oleObject24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13" Type="http://schemas.openxmlformats.org/officeDocument/2006/relationships/oleObject" Target="../embeddings/oleObject250.bin"/><Relationship Id="rId18" Type="http://schemas.openxmlformats.org/officeDocument/2006/relationships/image" Target="../media/image240.wmf"/><Relationship Id="rId3" Type="http://schemas.openxmlformats.org/officeDocument/2006/relationships/oleObject" Target="../embeddings/oleObject245.bin"/><Relationship Id="rId21" Type="http://schemas.openxmlformats.org/officeDocument/2006/relationships/oleObject" Target="../embeddings/oleObject254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37.wmf"/><Relationship Id="rId17" Type="http://schemas.openxmlformats.org/officeDocument/2006/relationships/oleObject" Target="../embeddings/oleObject2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9.wmf"/><Relationship Id="rId20" Type="http://schemas.openxmlformats.org/officeDocument/2006/relationships/image" Target="../media/image241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34.wmf"/><Relationship Id="rId11" Type="http://schemas.openxmlformats.org/officeDocument/2006/relationships/oleObject" Target="../embeddings/oleObject249.bin"/><Relationship Id="rId5" Type="http://schemas.openxmlformats.org/officeDocument/2006/relationships/oleObject" Target="../embeddings/oleObject246.bin"/><Relationship Id="rId15" Type="http://schemas.openxmlformats.org/officeDocument/2006/relationships/oleObject" Target="../embeddings/oleObject251.bin"/><Relationship Id="rId23" Type="http://schemas.openxmlformats.org/officeDocument/2006/relationships/image" Target="../media/image242.wmf"/><Relationship Id="rId10" Type="http://schemas.openxmlformats.org/officeDocument/2006/relationships/image" Target="../media/image236.wmf"/><Relationship Id="rId19" Type="http://schemas.openxmlformats.org/officeDocument/2006/relationships/oleObject" Target="../embeddings/oleObject253.bin"/><Relationship Id="rId4" Type="http://schemas.openxmlformats.org/officeDocument/2006/relationships/image" Target="../media/image233.w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238.wmf"/><Relationship Id="rId22" Type="http://schemas.openxmlformats.org/officeDocument/2006/relationships/oleObject" Target="../embeddings/oleObject25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61.bin"/><Relationship Id="rId18" Type="http://schemas.openxmlformats.org/officeDocument/2006/relationships/image" Target="../media/image250.wmf"/><Relationship Id="rId26" Type="http://schemas.openxmlformats.org/officeDocument/2006/relationships/image" Target="../media/image254.wmf"/><Relationship Id="rId3" Type="http://schemas.openxmlformats.org/officeDocument/2006/relationships/oleObject" Target="../embeddings/oleObject256.bin"/><Relationship Id="rId21" Type="http://schemas.openxmlformats.org/officeDocument/2006/relationships/oleObject" Target="../embeddings/oleObject265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63.bin"/><Relationship Id="rId25" Type="http://schemas.openxmlformats.org/officeDocument/2006/relationships/oleObject" Target="../embeddings/oleObject2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9.wmf"/><Relationship Id="rId20" Type="http://schemas.openxmlformats.org/officeDocument/2006/relationships/image" Target="../media/image251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60.bin"/><Relationship Id="rId24" Type="http://schemas.openxmlformats.org/officeDocument/2006/relationships/image" Target="../media/image253.wmf"/><Relationship Id="rId5" Type="http://schemas.openxmlformats.org/officeDocument/2006/relationships/oleObject" Target="../embeddings/oleObject257.bin"/><Relationship Id="rId15" Type="http://schemas.openxmlformats.org/officeDocument/2006/relationships/oleObject" Target="../embeddings/oleObject262.bin"/><Relationship Id="rId23" Type="http://schemas.openxmlformats.org/officeDocument/2006/relationships/oleObject" Target="../embeddings/oleObject266.bin"/><Relationship Id="rId10" Type="http://schemas.openxmlformats.org/officeDocument/2006/relationships/image" Target="../media/image246.wmf"/><Relationship Id="rId19" Type="http://schemas.openxmlformats.org/officeDocument/2006/relationships/oleObject" Target="../embeddings/oleObject264.bin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59.bin"/><Relationship Id="rId14" Type="http://schemas.openxmlformats.org/officeDocument/2006/relationships/image" Target="../media/image248.wmf"/><Relationship Id="rId22" Type="http://schemas.openxmlformats.org/officeDocument/2006/relationships/image" Target="../media/image25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13" Type="http://schemas.openxmlformats.org/officeDocument/2006/relationships/oleObject" Target="../embeddings/oleObject273.bin"/><Relationship Id="rId18" Type="http://schemas.openxmlformats.org/officeDocument/2006/relationships/image" Target="../media/image262.wmf"/><Relationship Id="rId26" Type="http://schemas.openxmlformats.org/officeDocument/2006/relationships/image" Target="../media/image266.wmf"/><Relationship Id="rId3" Type="http://schemas.openxmlformats.org/officeDocument/2006/relationships/oleObject" Target="../embeddings/oleObject268.bin"/><Relationship Id="rId21" Type="http://schemas.openxmlformats.org/officeDocument/2006/relationships/oleObject" Target="../embeddings/oleObject277.bin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259.wmf"/><Relationship Id="rId17" Type="http://schemas.openxmlformats.org/officeDocument/2006/relationships/oleObject" Target="../embeddings/oleObject275.bin"/><Relationship Id="rId25" Type="http://schemas.openxmlformats.org/officeDocument/2006/relationships/oleObject" Target="../embeddings/oleObject2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1.wmf"/><Relationship Id="rId20" Type="http://schemas.openxmlformats.org/officeDocument/2006/relationships/image" Target="../media/image263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56.wmf"/><Relationship Id="rId11" Type="http://schemas.openxmlformats.org/officeDocument/2006/relationships/oleObject" Target="../embeddings/oleObject272.bin"/><Relationship Id="rId24" Type="http://schemas.openxmlformats.org/officeDocument/2006/relationships/image" Target="../media/image265.wmf"/><Relationship Id="rId5" Type="http://schemas.openxmlformats.org/officeDocument/2006/relationships/oleObject" Target="../embeddings/oleObject269.bin"/><Relationship Id="rId15" Type="http://schemas.openxmlformats.org/officeDocument/2006/relationships/oleObject" Target="../embeddings/oleObject274.bin"/><Relationship Id="rId23" Type="http://schemas.openxmlformats.org/officeDocument/2006/relationships/oleObject" Target="../embeddings/oleObject278.bin"/><Relationship Id="rId28" Type="http://schemas.openxmlformats.org/officeDocument/2006/relationships/image" Target="../media/image267.wmf"/><Relationship Id="rId10" Type="http://schemas.openxmlformats.org/officeDocument/2006/relationships/image" Target="../media/image258.wmf"/><Relationship Id="rId19" Type="http://schemas.openxmlformats.org/officeDocument/2006/relationships/oleObject" Target="../embeddings/oleObject276.bin"/><Relationship Id="rId4" Type="http://schemas.openxmlformats.org/officeDocument/2006/relationships/image" Target="../media/image255.wmf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260.wmf"/><Relationship Id="rId22" Type="http://schemas.openxmlformats.org/officeDocument/2006/relationships/image" Target="../media/image264.wmf"/><Relationship Id="rId27" Type="http://schemas.openxmlformats.org/officeDocument/2006/relationships/oleObject" Target="../embeddings/oleObject28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13" Type="http://schemas.openxmlformats.org/officeDocument/2006/relationships/oleObject" Target="../embeddings/oleObject286.bin"/><Relationship Id="rId18" Type="http://schemas.openxmlformats.org/officeDocument/2006/relationships/image" Target="../media/image275.wmf"/><Relationship Id="rId3" Type="http://schemas.openxmlformats.org/officeDocument/2006/relationships/oleObject" Target="../embeddings/oleObject281.bin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272.wmf"/><Relationship Id="rId17" Type="http://schemas.openxmlformats.org/officeDocument/2006/relationships/oleObject" Target="../embeddings/oleObject2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4.wmf"/><Relationship Id="rId20" Type="http://schemas.openxmlformats.org/officeDocument/2006/relationships/image" Target="../media/image276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69.wmf"/><Relationship Id="rId11" Type="http://schemas.openxmlformats.org/officeDocument/2006/relationships/oleObject" Target="../embeddings/oleObject285.bin"/><Relationship Id="rId5" Type="http://schemas.openxmlformats.org/officeDocument/2006/relationships/oleObject" Target="../embeddings/oleObject282.bin"/><Relationship Id="rId15" Type="http://schemas.openxmlformats.org/officeDocument/2006/relationships/oleObject" Target="../embeddings/oleObject287.bin"/><Relationship Id="rId10" Type="http://schemas.openxmlformats.org/officeDocument/2006/relationships/image" Target="../media/image271.wmf"/><Relationship Id="rId19" Type="http://schemas.openxmlformats.org/officeDocument/2006/relationships/oleObject" Target="../embeddings/oleObject289.bin"/><Relationship Id="rId4" Type="http://schemas.openxmlformats.org/officeDocument/2006/relationships/image" Target="../media/image268.wmf"/><Relationship Id="rId9" Type="http://schemas.openxmlformats.org/officeDocument/2006/relationships/oleObject" Target="../embeddings/oleObject284.bin"/><Relationship Id="rId14" Type="http://schemas.openxmlformats.org/officeDocument/2006/relationships/image" Target="../media/image27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13" Type="http://schemas.openxmlformats.org/officeDocument/2006/relationships/oleObject" Target="../embeddings/oleObject295.bin"/><Relationship Id="rId18" Type="http://schemas.openxmlformats.org/officeDocument/2006/relationships/image" Target="../media/image284.wmf"/><Relationship Id="rId3" Type="http://schemas.openxmlformats.org/officeDocument/2006/relationships/oleObject" Target="../embeddings/oleObject290.bin"/><Relationship Id="rId7" Type="http://schemas.openxmlformats.org/officeDocument/2006/relationships/oleObject" Target="../embeddings/oleObject292.bin"/><Relationship Id="rId12" Type="http://schemas.openxmlformats.org/officeDocument/2006/relationships/image" Target="../media/image281.wmf"/><Relationship Id="rId17" Type="http://schemas.openxmlformats.org/officeDocument/2006/relationships/oleObject" Target="../embeddings/oleObject2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3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78.wmf"/><Relationship Id="rId11" Type="http://schemas.openxmlformats.org/officeDocument/2006/relationships/oleObject" Target="../embeddings/oleObject294.bin"/><Relationship Id="rId5" Type="http://schemas.openxmlformats.org/officeDocument/2006/relationships/oleObject" Target="../embeddings/oleObject291.bin"/><Relationship Id="rId15" Type="http://schemas.openxmlformats.org/officeDocument/2006/relationships/oleObject" Target="../embeddings/oleObject296.bin"/><Relationship Id="rId10" Type="http://schemas.openxmlformats.org/officeDocument/2006/relationships/image" Target="../media/image280.wmf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293.bin"/><Relationship Id="rId14" Type="http://schemas.openxmlformats.org/officeDocument/2006/relationships/image" Target="../media/image28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13" Type="http://schemas.openxmlformats.org/officeDocument/2006/relationships/oleObject" Target="../embeddings/oleObject303.bin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28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86.wmf"/><Relationship Id="rId11" Type="http://schemas.openxmlformats.org/officeDocument/2006/relationships/oleObject" Target="../embeddings/oleObject302.bin"/><Relationship Id="rId5" Type="http://schemas.openxmlformats.org/officeDocument/2006/relationships/oleObject" Target="../embeddings/oleObject299.bin"/><Relationship Id="rId10" Type="http://schemas.openxmlformats.org/officeDocument/2006/relationships/image" Target="../media/image288.wmf"/><Relationship Id="rId4" Type="http://schemas.openxmlformats.org/officeDocument/2006/relationships/image" Target="../media/image285.w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290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wmf"/><Relationship Id="rId13" Type="http://schemas.openxmlformats.org/officeDocument/2006/relationships/oleObject" Target="../embeddings/oleObject309.bin"/><Relationship Id="rId18" Type="http://schemas.openxmlformats.org/officeDocument/2006/relationships/image" Target="../media/image298.wmf"/><Relationship Id="rId26" Type="http://schemas.openxmlformats.org/officeDocument/2006/relationships/image" Target="../media/image302.wmf"/><Relationship Id="rId3" Type="http://schemas.openxmlformats.org/officeDocument/2006/relationships/oleObject" Target="../embeddings/oleObject304.bin"/><Relationship Id="rId21" Type="http://schemas.openxmlformats.org/officeDocument/2006/relationships/oleObject" Target="../embeddings/oleObject313.bin"/><Relationship Id="rId7" Type="http://schemas.openxmlformats.org/officeDocument/2006/relationships/oleObject" Target="../embeddings/oleObject306.bin"/><Relationship Id="rId12" Type="http://schemas.openxmlformats.org/officeDocument/2006/relationships/image" Target="../media/image295.wmf"/><Relationship Id="rId17" Type="http://schemas.openxmlformats.org/officeDocument/2006/relationships/oleObject" Target="../embeddings/oleObject311.bin"/><Relationship Id="rId25" Type="http://schemas.openxmlformats.org/officeDocument/2006/relationships/oleObject" Target="../embeddings/oleObject3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7.wmf"/><Relationship Id="rId20" Type="http://schemas.openxmlformats.org/officeDocument/2006/relationships/image" Target="../media/image299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92.wmf"/><Relationship Id="rId11" Type="http://schemas.openxmlformats.org/officeDocument/2006/relationships/oleObject" Target="../embeddings/oleObject308.bin"/><Relationship Id="rId24" Type="http://schemas.openxmlformats.org/officeDocument/2006/relationships/image" Target="../media/image301.wmf"/><Relationship Id="rId5" Type="http://schemas.openxmlformats.org/officeDocument/2006/relationships/oleObject" Target="../embeddings/oleObject305.bin"/><Relationship Id="rId15" Type="http://schemas.openxmlformats.org/officeDocument/2006/relationships/oleObject" Target="../embeddings/oleObject310.bin"/><Relationship Id="rId23" Type="http://schemas.openxmlformats.org/officeDocument/2006/relationships/oleObject" Target="../embeddings/oleObject314.bin"/><Relationship Id="rId28" Type="http://schemas.openxmlformats.org/officeDocument/2006/relationships/image" Target="../media/image303.wmf"/><Relationship Id="rId10" Type="http://schemas.openxmlformats.org/officeDocument/2006/relationships/image" Target="../media/image294.wmf"/><Relationship Id="rId19" Type="http://schemas.openxmlformats.org/officeDocument/2006/relationships/oleObject" Target="../embeddings/oleObject312.bin"/><Relationship Id="rId4" Type="http://schemas.openxmlformats.org/officeDocument/2006/relationships/image" Target="../media/image291.wmf"/><Relationship Id="rId9" Type="http://schemas.openxmlformats.org/officeDocument/2006/relationships/oleObject" Target="../embeddings/oleObject307.bin"/><Relationship Id="rId14" Type="http://schemas.openxmlformats.org/officeDocument/2006/relationships/image" Target="../media/image296.wmf"/><Relationship Id="rId22" Type="http://schemas.openxmlformats.org/officeDocument/2006/relationships/image" Target="../media/image300.wmf"/><Relationship Id="rId27" Type="http://schemas.openxmlformats.org/officeDocument/2006/relationships/oleObject" Target="../embeddings/oleObject316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13" Type="http://schemas.openxmlformats.org/officeDocument/2006/relationships/oleObject" Target="../embeddings/oleObject322.bin"/><Relationship Id="rId18" Type="http://schemas.openxmlformats.org/officeDocument/2006/relationships/image" Target="../media/image311.wmf"/><Relationship Id="rId3" Type="http://schemas.openxmlformats.org/officeDocument/2006/relationships/oleObject" Target="../embeddings/oleObject317.bin"/><Relationship Id="rId21" Type="http://schemas.openxmlformats.org/officeDocument/2006/relationships/oleObject" Target="../embeddings/oleObject326.bin"/><Relationship Id="rId7" Type="http://schemas.openxmlformats.org/officeDocument/2006/relationships/oleObject" Target="../embeddings/oleObject319.bin"/><Relationship Id="rId12" Type="http://schemas.openxmlformats.org/officeDocument/2006/relationships/image" Target="../media/image308.wmf"/><Relationship Id="rId17" Type="http://schemas.openxmlformats.org/officeDocument/2006/relationships/oleObject" Target="../embeddings/oleObject3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0.wmf"/><Relationship Id="rId20" Type="http://schemas.openxmlformats.org/officeDocument/2006/relationships/image" Target="../media/image312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05.wmf"/><Relationship Id="rId11" Type="http://schemas.openxmlformats.org/officeDocument/2006/relationships/oleObject" Target="../embeddings/oleObject321.bin"/><Relationship Id="rId5" Type="http://schemas.openxmlformats.org/officeDocument/2006/relationships/oleObject" Target="../embeddings/oleObject318.bin"/><Relationship Id="rId15" Type="http://schemas.openxmlformats.org/officeDocument/2006/relationships/oleObject" Target="../embeddings/oleObject323.bin"/><Relationship Id="rId10" Type="http://schemas.openxmlformats.org/officeDocument/2006/relationships/image" Target="../media/image307.wmf"/><Relationship Id="rId19" Type="http://schemas.openxmlformats.org/officeDocument/2006/relationships/oleObject" Target="../embeddings/oleObject325.bin"/><Relationship Id="rId4" Type="http://schemas.openxmlformats.org/officeDocument/2006/relationships/image" Target="../media/image304.wmf"/><Relationship Id="rId9" Type="http://schemas.openxmlformats.org/officeDocument/2006/relationships/oleObject" Target="../embeddings/oleObject320.bin"/><Relationship Id="rId14" Type="http://schemas.openxmlformats.org/officeDocument/2006/relationships/image" Target="../media/image309.wmf"/><Relationship Id="rId22" Type="http://schemas.openxmlformats.org/officeDocument/2006/relationships/image" Target="../media/image31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13" Type="http://schemas.openxmlformats.org/officeDocument/2006/relationships/oleObject" Target="../embeddings/oleObject332.bin"/><Relationship Id="rId18" Type="http://schemas.openxmlformats.org/officeDocument/2006/relationships/image" Target="../media/image321.wmf"/><Relationship Id="rId3" Type="http://schemas.openxmlformats.org/officeDocument/2006/relationships/oleObject" Target="../embeddings/oleObject327.bin"/><Relationship Id="rId7" Type="http://schemas.openxmlformats.org/officeDocument/2006/relationships/oleObject" Target="../embeddings/oleObject329.bin"/><Relationship Id="rId12" Type="http://schemas.openxmlformats.org/officeDocument/2006/relationships/image" Target="../media/image318.wmf"/><Relationship Id="rId17" Type="http://schemas.openxmlformats.org/officeDocument/2006/relationships/oleObject" Target="../embeddings/oleObject3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0.wmf"/><Relationship Id="rId20" Type="http://schemas.openxmlformats.org/officeDocument/2006/relationships/image" Target="../media/image322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15.wmf"/><Relationship Id="rId11" Type="http://schemas.openxmlformats.org/officeDocument/2006/relationships/oleObject" Target="../embeddings/oleObject331.bin"/><Relationship Id="rId5" Type="http://schemas.openxmlformats.org/officeDocument/2006/relationships/oleObject" Target="../embeddings/oleObject328.bin"/><Relationship Id="rId15" Type="http://schemas.openxmlformats.org/officeDocument/2006/relationships/oleObject" Target="../embeddings/oleObject333.bin"/><Relationship Id="rId10" Type="http://schemas.openxmlformats.org/officeDocument/2006/relationships/image" Target="../media/image317.wmf"/><Relationship Id="rId19" Type="http://schemas.openxmlformats.org/officeDocument/2006/relationships/oleObject" Target="../embeddings/oleObject335.bin"/><Relationship Id="rId4" Type="http://schemas.openxmlformats.org/officeDocument/2006/relationships/image" Target="../media/image314.wmf"/><Relationship Id="rId9" Type="http://schemas.openxmlformats.org/officeDocument/2006/relationships/oleObject" Target="../embeddings/oleObject330.bin"/><Relationship Id="rId14" Type="http://schemas.openxmlformats.org/officeDocument/2006/relationships/image" Target="../media/image31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13" Type="http://schemas.openxmlformats.org/officeDocument/2006/relationships/oleObject" Target="../embeddings/oleObject341.bin"/><Relationship Id="rId18" Type="http://schemas.openxmlformats.org/officeDocument/2006/relationships/image" Target="../media/image330.wmf"/><Relationship Id="rId3" Type="http://schemas.openxmlformats.org/officeDocument/2006/relationships/oleObject" Target="../embeddings/oleObject336.bin"/><Relationship Id="rId21" Type="http://schemas.openxmlformats.org/officeDocument/2006/relationships/oleObject" Target="../embeddings/oleObject345.bin"/><Relationship Id="rId7" Type="http://schemas.openxmlformats.org/officeDocument/2006/relationships/oleObject" Target="../embeddings/oleObject338.bin"/><Relationship Id="rId12" Type="http://schemas.openxmlformats.org/officeDocument/2006/relationships/image" Target="../media/image327.wmf"/><Relationship Id="rId17" Type="http://schemas.openxmlformats.org/officeDocument/2006/relationships/oleObject" Target="../embeddings/oleObject3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9.wmf"/><Relationship Id="rId20" Type="http://schemas.openxmlformats.org/officeDocument/2006/relationships/image" Target="../media/image331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24.wmf"/><Relationship Id="rId11" Type="http://schemas.openxmlformats.org/officeDocument/2006/relationships/oleObject" Target="../embeddings/oleObject340.bin"/><Relationship Id="rId24" Type="http://schemas.openxmlformats.org/officeDocument/2006/relationships/image" Target="../media/image333.wmf"/><Relationship Id="rId5" Type="http://schemas.openxmlformats.org/officeDocument/2006/relationships/oleObject" Target="../embeddings/oleObject337.bin"/><Relationship Id="rId15" Type="http://schemas.openxmlformats.org/officeDocument/2006/relationships/oleObject" Target="../embeddings/oleObject342.bin"/><Relationship Id="rId23" Type="http://schemas.openxmlformats.org/officeDocument/2006/relationships/oleObject" Target="../embeddings/oleObject346.bin"/><Relationship Id="rId10" Type="http://schemas.openxmlformats.org/officeDocument/2006/relationships/image" Target="../media/image326.wmf"/><Relationship Id="rId19" Type="http://schemas.openxmlformats.org/officeDocument/2006/relationships/oleObject" Target="../embeddings/oleObject344.bin"/><Relationship Id="rId4" Type="http://schemas.openxmlformats.org/officeDocument/2006/relationships/image" Target="../media/image323.wmf"/><Relationship Id="rId9" Type="http://schemas.openxmlformats.org/officeDocument/2006/relationships/oleObject" Target="../embeddings/oleObject339.bin"/><Relationship Id="rId14" Type="http://schemas.openxmlformats.org/officeDocument/2006/relationships/image" Target="../media/image328.wmf"/><Relationship Id="rId22" Type="http://schemas.openxmlformats.org/officeDocument/2006/relationships/image" Target="../media/image33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oleObject" Target="../embeddings/oleObject352.bin"/><Relationship Id="rId18" Type="http://schemas.openxmlformats.org/officeDocument/2006/relationships/image" Target="../media/image341.wmf"/><Relationship Id="rId3" Type="http://schemas.openxmlformats.org/officeDocument/2006/relationships/oleObject" Target="../embeddings/oleObject347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38.wmf"/><Relationship Id="rId17" Type="http://schemas.openxmlformats.org/officeDocument/2006/relationships/oleObject" Target="../embeddings/oleObject3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0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35.wmf"/><Relationship Id="rId11" Type="http://schemas.openxmlformats.org/officeDocument/2006/relationships/oleObject" Target="../embeddings/oleObject351.bin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3.bin"/><Relationship Id="rId10" Type="http://schemas.openxmlformats.org/officeDocument/2006/relationships/image" Target="../media/image337.wmf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39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wmf"/><Relationship Id="rId13" Type="http://schemas.openxmlformats.org/officeDocument/2006/relationships/oleObject" Target="../embeddings/oleObject360.bin"/><Relationship Id="rId18" Type="http://schemas.openxmlformats.org/officeDocument/2006/relationships/image" Target="../media/image347.wmf"/><Relationship Id="rId3" Type="http://schemas.openxmlformats.org/officeDocument/2006/relationships/oleObject" Target="../embeddings/oleObject355.bin"/><Relationship Id="rId7" Type="http://schemas.openxmlformats.org/officeDocument/2006/relationships/oleObject" Target="../embeddings/oleObject357.bin"/><Relationship Id="rId12" Type="http://schemas.openxmlformats.org/officeDocument/2006/relationships/image" Target="../media/image344.wmf"/><Relationship Id="rId17" Type="http://schemas.openxmlformats.org/officeDocument/2006/relationships/oleObject" Target="../embeddings/oleObject3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6.wmf"/><Relationship Id="rId20" Type="http://schemas.openxmlformats.org/officeDocument/2006/relationships/image" Target="../media/image348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35.wmf"/><Relationship Id="rId11" Type="http://schemas.openxmlformats.org/officeDocument/2006/relationships/oleObject" Target="../embeddings/oleObject359.bin"/><Relationship Id="rId5" Type="http://schemas.openxmlformats.org/officeDocument/2006/relationships/oleObject" Target="../embeddings/oleObject356.bin"/><Relationship Id="rId15" Type="http://schemas.openxmlformats.org/officeDocument/2006/relationships/oleObject" Target="../embeddings/oleObject361.bin"/><Relationship Id="rId10" Type="http://schemas.openxmlformats.org/officeDocument/2006/relationships/image" Target="../media/image343.wmf"/><Relationship Id="rId19" Type="http://schemas.openxmlformats.org/officeDocument/2006/relationships/oleObject" Target="../embeddings/oleObject363.bin"/><Relationship Id="rId4" Type="http://schemas.openxmlformats.org/officeDocument/2006/relationships/image" Target="../media/image329.wmf"/><Relationship Id="rId9" Type="http://schemas.openxmlformats.org/officeDocument/2006/relationships/oleObject" Target="../embeddings/oleObject358.bin"/><Relationship Id="rId14" Type="http://schemas.openxmlformats.org/officeDocument/2006/relationships/image" Target="../media/image345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13" Type="http://schemas.openxmlformats.org/officeDocument/2006/relationships/oleObject" Target="../embeddings/oleObject369.bin"/><Relationship Id="rId3" Type="http://schemas.openxmlformats.org/officeDocument/2006/relationships/oleObject" Target="../embeddings/oleObject364.bin"/><Relationship Id="rId7" Type="http://schemas.openxmlformats.org/officeDocument/2006/relationships/oleObject" Target="../embeddings/oleObject366.bin"/><Relationship Id="rId12" Type="http://schemas.openxmlformats.org/officeDocument/2006/relationships/image" Target="../media/image35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5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50.wmf"/><Relationship Id="rId11" Type="http://schemas.openxmlformats.org/officeDocument/2006/relationships/oleObject" Target="../embeddings/oleObject368.bin"/><Relationship Id="rId5" Type="http://schemas.openxmlformats.org/officeDocument/2006/relationships/oleObject" Target="../embeddings/oleObject365.bin"/><Relationship Id="rId15" Type="http://schemas.openxmlformats.org/officeDocument/2006/relationships/oleObject" Target="../embeddings/oleObject370.bin"/><Relationship Id="rId10" Type="http://schemas.openxmlformats.org/officeDocument/2006/relationships/image" Target="../media/image352.wmf"/><Relationship Id="rId4" Type="http://schemas.openxmlformats.org/officeDocument/2006/relationships/image" Target="../media/image349.wmf"/><Relationship Id="rId9" Type="http://schemas.openxmlformats.org/officeDocument/2006/relationships/oleObject" Target="../embeddings/oleObject367.bin"/><Relationship Id="rId14" Type="http://schemas.openxmlformats.org/officeDocument/2006/relationships/image" Target="../media/image354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wmf"/><Relationship Id="rId3" Type="http://schemas.openxmlformats.org/officeDocument/2006/relationships/oleObject" Target="../embeddings/oleObject371.bin"/><Relationship Id="rId7" Type="http://schemas.openxmlformats.org/officeDocument/2006/relationships/oleObject" Target="../embeddings/oleObject373.bin"/><Relationship Id="rId12" Type="http://schemas.openxmlformats.org/officeDocument/2006/relationships/image" Target="../media/image3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56.wmf"/><Relationship Id="rId11" Type="http://schemas.openxmlformats.org/officeDocument/2006/relationships/oleObject" Target="../embeddings/oleObject375.bin"/><Relationship Id="rId5" Type="http://schemas.openxmlformats.org/officeDocument/2006/relationships/oleObject" Target="../embeddings/oleObject372.bin"/><Relationship Id="rId10" Type="http://schemas.openxmlformats.org/officeDocument/2006/relationships/image" Target="../media/image358.wmf"/><Relationship Id="rId4" Type="http://schemas.openxmlformats.org/officeDocument/2006/relationships/image" Target="../media/image355.wmf"/><Relationship Id="rId9" Type="http://schemas.openxmlformats.org/officeDocument/2006/relationships/oleObject" Target="../embeddings/oleObject374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wmf"/><Relationship Id="rId3" Type="http://schemas.openxmlformats.org/officeDocument/2006/relationships/oleObject" Target="../embeddings/oleObject376.bin"/><Relationship Id="rId7" Type="http://schemas.openxmlformats.org/officeDocument/2006/relationships/oleObject" Target="../embeddings/oleObject3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61.wmf"/><Relationship Id="rId5" Type="http://schemas.openxmlformats.org/officeDocument/2006/relationships/oleObject" Target="../embeddings/oleObject377.bin"/><Relationship Id="rId4" Type="http://schemas.openxmlformats.org/officeDocument/2006/relationships/image" Target="../media/image360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363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53A746F-4996-4F7F-821A-117E6113C9B7}"/>
              </a:ext>
            </a:extLst>
          </p:cNvPr>
          <p:cNvSpPr txBox="1">
            <a:spLocks/>
          </p:cNvSpPr>
          <p:nvPr/>
        </p:nvSpPr>
        <p:spPr>
          <a:xfrm>
            <a:off x="827584" y="699542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 导数与微分</a:t>
            </a: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F7A350CE-48C5-4BFD-890B-665FA602CD27}"/>
              </a:ext>
            </a:extLst>
          </p:cNvPr>
          <p:cNvSpPr txBox="1">
            <a:spLocks/>
          </p:cNvSpPr>
          <p:nvPr/>
        </p:nvSpPr>
        <p:spPr>
          <a:xfrm>
            <a:off x="1513384" y="3384445"/>
            <a:ext cx="6400800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  <a:cs typeface="微软雅黑" panose="020B0503020204020204" charset="-122"/>
              </a:rPr>
              <a:t>数学与统计学院  郭晓峰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F7A350CE-48C5-4BFD-890B-665FA602CD27}"/>
              </a:ext>
            </a:extLst>
          </p:cNvPr>
          <p:cNvSpPr txBox="1">
            <a:spLocks/>
          </p:cNvSpPr>
          <p:nvPr/>
        </p:nvSpPr>
        <p:spPr>
          <a:xfrm>
            <a:off x="1403648" y="2069995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高阶导数</a:t>
            </a:r>
          </a:p>
        </p:txBody>
      </p:sp>
    </p:spTree>
    <p:extLst>
      <p:ext uri="{BB962C8B-B14F-4D97-AF65-F5344CB8AC3E}">
        <p14:creationId xmlns:p14="http://schemas.microsoft.com/office/powerpoint/2010/main" val="298202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F05A5599-826B-4FFA-9E09-460B187F8635}"/>
              </a:ext>
            </a:extLst>
          </p:cNvPr>
          <p:cNvGrpSpPr/>
          <p:nvPr/>
        </p:nvGrpSpPr>
        <p:grpSpPr>
          <a:xfrm>
            <a:off x="395536" y="717554"/>
            <a:ext cx="7449190" cy="457200"/>
            <a:chOff x="982326" y="353506"/>
            <a:chExt cx="7449190" cy="457200"/>
          </a:xfrm>
        </p:grpSpPr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A3DFFD67-ADAB-4FFC-9D48-B3A96F1313B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82326" y="353506"/>
              <a:ext cx="744919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设              则         在         处可导的一个充要条件是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  ).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C38ED944-E8A1-4512-B9A1-50E33A3019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6337493"/>
                </p:ext>
              </p:extLst>
            </p:nvPr>
          </p:nvGraphicFramePr>
          <p:xfrm>
            <a:off x="1299274" y="420252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3" name="Equation" r:id="rId3" imgW="1143000" imgH="342720" progId="Equation.DSMT4">
                    <p:embed/>
                  </p:oleObj>
                </mc:Choice>
                <mc:Fallback>
                  <p:oleObj name="Equation" r:id="rId3" imgW="114300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49579DF8-DE4B-46C2-97A7-CC7EEBB93B0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99274" y="420252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55E613D-D263-4588-AD80-93E6254DDB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8522272"/>
                </p:ext>
              </p:extLst>
            </p:nvPr>
          </p:nvGraphicFramePr>
          <p:xfrm>
            <a:off x="2787935" y="41065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4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D1C1E0E4-6513-4718-9C2F-A01D8A6D59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87935" y="41065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F7A739DD-9172-4792-96A4-F0B9AA1E19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8661791"/>
                </p:ext>
              </p:extLst>
            </p:nvPr>
          </p:nvGraphicFramePr>
          <p:xfrm>
            <a:off x="3724146" y="448293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5" name="Equation" r:id="rId7" imgW="647640" imgH="279360" progId="Equation.DSMT4">
                    <p:embed/>
                  </p:oleObj>
                </mc:Choice>
                <mc:Fallback>
                  <p:oleObj name="Equation" r:id="rId7" imgW="647640" imgH="2793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29FCE15F-2F06-4E39-BCA6-9016C6B1F4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24146" y="448293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C497738-6CE5-4F83-B4A2-A8E44DADBAA4}"/>
              </a:ext>
            </a:extLst>
          </p:cNvPr>
          <p:cNvGrpSpPr/>
          <p:nvPr/>
        </p:nvGrpSpPr>
        <p:grpSpPr>
          <a:xfrm>
            <a:off x="510354" y="1635134"/>
            <a:ext cx="3755012" cy="736600"/>
            <a:chOff x="1033012" y="1660798"/>
            <a:chExt cx="3755012" cy="736600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770FA38D-5390-4C90-A56C-94E6A6290EB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33012" y="1775108"/>
              <a:ext cx="375501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(A)                       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5927BF4B-EDF2-404D-8D0C-0A04630E98A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84906" y="1660798"/>
            <a:ext cx="2235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6" name="Equation" r:id="rId9" imgW="2234880" imgH="736560" progId="Equation.DSMT4">
                    <p:embed/>
                  </p:oleObj>
                </mc:Choice>
                <mc:Fallback>
                  <p:oleObj name="Equation" r:id="rId9" imgW="2234880" imgH="7365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BFE3EF94-A23E-45D4-8392-6BF10A0AB50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84906" y="1660798"/>
                          <a:ext cx="2235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CF744BC-7884-4663-B13D-5D1F6DC3E805}"/>
              </a:ext>
            </a:extLst>
          </p:cNvPr>
          <p:cNvGrpSpPr/>
          <p:nvPr/>
        </p:nvGrpSpPr>
        <p:grpSpPr>
          <a:xfrm>
            <a:off x="4244654" y="1609744"/>
            <a:ext cx="3755012" cy="736600"/>
            <a:chOff x="1033012" y="1660798"/>
            <a:chExt cx="3755012" cy="736600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34826D67-203A-4C87-BB95-B7135D7DF65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33012" y="1775108"/>
              <a:ext cx="375501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(B)                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2505C02-D23D-48C3-9672-261767E8918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09120" y="1660798"/>
            <a:ext cx="1778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7" name="Equation" r:id="rId11" imgW="1777680" imgH="736560" progId="Equation.DSMT4">
                    <p:embed/>
                  </p:oleObj>
                </mc:Choice>
                <mc:Fallback>
                  <p:oleObj name="Equation" r:id="rId11" imgW="1777680" imgH="7365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7358718E-AF66-49C9-8AFD-AC396F82AF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09120" y="1660798"/>
                          <a:ext cx="17780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A6A7713-37C6-4BD3-81FC-8F023841330B}"/>
              </a:ext>
            </a:extLst>
          </p:cNvPr>
          <p:cNvGrpSpPr/>
          <p:nvPr/>
        </p:nvGrpSpPr>
        <p:grpSpPr>
          <a:xfrm>
            <a:off x="802173" y="3140066"/>
            <a:ext cx="4730248" cy="464318"/>
            <a:chOff x="827584" y="3828669"/>
            <a:chExt cx="4730248" cy="464318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46222F66-59C4-4D0D-8718-F902B6356BF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27584" y="3828669"/>
              <a:ext cx="238546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分析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存在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BE81E77-CA5C-4A45-9AB0-47100ADC06E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77416" y="3902876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8" name="Equation" r:id="rId13" imgW="685800" imgH="355320" progId="Equation.DSMT4">
                    <p:embed/>
                  </p:oleObj>
                </mc:Choice>
                <mc:Fallback>
                  <p:oleObj name="Equation" r:id="rId13" imgW="685800" imgH="3553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09C84009-22F6-4A59-8D2B-85C290C521F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77416" y="3902876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箭头: 左右 14">
              <a:extLst>
                <a:ext uri="{FF2B5EF4-FFF2-40B4-BE49-F238E27FC236}">
                  <a16:creationId xmlns:a16="http://schemas.microsoft.com/office/drawing/2014/main" id="{A6AE26DB-D38E-4FE2-B71A-27261DA1BFF1}"/>
                </a:ext>
              </a:extLst>
            </p:cNvPr>
            <p:cNvSpPr/>
            <p:nvPr/>
          </p:nvSpPr>
          <p:spPr>
            <a:xfrm>
              <a:off x="3114744" y="3984095"/>
              <a:ext cx="792088" cy="197244"/>
            </a:xfrm>
            <a:prstGeom prst="leftRightArrow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79005222-F583-416F-AB37-6888D687302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906832" y="3873887"/>
            <a:ext cx="1651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9" name="Equation" r:id="rId15" imgW="1650960" imgH="419040" progId="Equation.DSMT4">
                    <p:embed/>
                  </p:oleObj>
                </mc:Choice>
                <mc:Fallback>
                  <p:oleObj name="Equation" r:id="rId15" imgW="1650960" imgH="41904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2DEAC77B-5913-4DDE-8749-763044D676E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906832" y="3873887"/>
                          <a:ext cx="16510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A090C827-4B1E-4321-8893-FD074F7D8DD5}"/>
              </a:ext>
            </a:extLst>
          </p:cNvPr>
          <p:cNvSpPr/>
          <p:nvPr/>
        </p:nvSpPr>
        <p:spPr>
          <a:xfrm>
            <a:off x="478869" y="198734"/>
            <a:ext cx="12848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复习题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859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32D476B-3584-4E9B-8ED2-22CBCEB2E181}"/>
              </a:ext>
            </a:extLst>
          </p:cNvPr>
          <p:cNvSpPr txBox="1">
            <a:spLocks noChangeArrowheads="1"/>
          </p:cNvSpPr>
          <p:nvPr/>
        </p:nvSpPr>
        <p:spPr>
          <a:xfrm>
            <a:off x="801436" y="1445155"/>
            <a:ext cx="129614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解析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041A50-1B97-46C8-9D6C-121311A0C9C6}"/>
              </a:ext>
            </a:extLst>
          </p:cNvPr>
          <p:cNvGrpSpPr/>
          <p:nvPr/>
        </p:nvGrpSpPr>
        <p:grpSpPr>
          <a:xfrm>
            <a:off x="905957" y="280801"/>
            <a:ext cx="3755012" cy="736600"/>
            <a:chOff x="1033012" y="1660798"/>
            <a:chExt cx="3755012" cy="7366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47A33AD-5E97-4372-8B82-CB68BBAE902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33012" y="1775108"/>
              <a:ext cx="375501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(A)                       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2B5B142-00C8-4EE0-A2A9-12678F59A49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84906" y="1660798"/>
            <a:ext cx="2235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8" name="Equation" r:id="rId3" imgW="2234880" imgH="736560" progId="Equation.DSMT4">
                    <p:embed/>
                  </p:oleObj>
                </mc:Choice>
                <mc:Fallback>
                  <p:oleObj name="Equation" r:id="rId3" imgW="2234880" imgH="7365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FEC625E8-C409-4B0C-B062-7F217AB585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84906" y="1660798"/>
                          <a:ext cx="2235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79CE837-EC23-4354-A0C8-1C3ED6FA6A4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07960" y="1326364"/>
          <a:ext cx="2235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9" name="Equation" r:id="rId5" imgW="2234880" imgH="736560" progId="Equation.DSMT4">
                  <p:embed/>
                </p:oleObj>
              </mc:Choice>
              <mc:Fallback>
                <p:oleObj name="Equation" r:id="rId5" imgW="223488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D59F1C9-BD56-4FF5-A2B3-3735E4003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7960" y="1326364"/>
                        <a:ext cx="2235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2778EEB-B4DC-426D-877D-B68DC257F13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61188" y="2415506"/>
          <a:ext cx="322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0" name="Equation" r:id="rId6" imgW="3225600" imgH="736560" progId="Equation.DSMT4">
                  <p:embed/>
                </p:oleObj>
              </mc:Choice>
              <mc:Fallback>
                <p:oleObj name="Equation" r:id="rId6" imgW="322560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58616F2-C77A-4323-AD72-22CB0A1E0C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61188" y="2415506"/>
                        <a:ext cx="3225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CF920DA-6651-4E4E-BFFD-3C2CECF058E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72130" y="1330101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1" name="Equation" r:id="rId8" imgW="1066680" imgH="342720" progId="Equation.DSMT4">
                  <p:embed/>
                </p:oleObj>
              </mc:Choice>
              <mc:Fallback>
                <p:oleObj name="Equation" r:id="rId8" imgW="10666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A80C0AD-D998-49DD-A9E0-1144B26DE4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72130" y="1330101"/>
                        <a:ext cx="1066800" cy="342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椭圆 8">
            <a:extLst>
              <a:ext uri="{FF2B5EF4-FFF2-40B4-BE49-F238E27FC236}">
                <a16:creationId xmlns:a16="http://schemas.microsoft.com/office/drawing/2014/main" id="{DC7D3A87-787D-417B-AE3D-E0688C65FC80}"/>
              </a:ext>
            </a:extLst>
          </p:cNvPr>
          <p:cNvSpPr/>
          <p:nvPr/>
        </p:nvSpPr>
        <p:spPr>
          <a:xfrm>
            <a:off x="3777504" y="2326606"/>
            <a:ext cx="709484" cy="457200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83CE287-0178-4FEF-8365-D6F81BB497C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72130" y="2456898"/>
          <a:ext cx="2641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2" name="Equation" r:id="rId10" imgW="2641320" imgH="723600" progId="Equation.DSMT4">
                  <p:embed/>
                </p:oleObj>
              </mc:Choice>
              <mc:Fallback>
                <p:oleObj name="Equation" r:id="rId10" imgW="264132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26DD4CF-A0F9-40D8-B555-926651282B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72130" y="2456898"/>
                        <a:ext cx="2641600" cy="723900"/>
                      </a:xfrm>
                      <a:prstGeom prst="rect">
                        <a:avLst/>
                      </a:prstGeom>
                      <a:ln>
                        <a:solidFill>
                          <a:srgbClr val="0066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椭圆 10">
            <a:extLst>
              <a:ext uri="{FF2B5EF4-FFF2-40B4-BE49-F238E27FC236}">
                <a16:creationId xmlns:a16="http://schemas.microsoft.com/office/drawing/2014/main" id="{3087F179-C5C7-431D-98F2-94D3ACE89CB8}"/>
              </a:ext>
            </a:extLst>
          </p:cNvPr>
          <p:cNvSpPr/>
          <p:nvPr/>
        </p:nvSpPr>
        <p:spPr>
          <a:xfrm>
            <a:off x="2725560" y="2818848"/>
            <a:ext cx="1136234" cy="457200"/>
          </a:xfrm>
          <a:prstGeom prst="ellipse">
            <a:avLst/>
          </a:prstGeom>
          <a:noFill/>
          <a:ln w="63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197000B-A736-4F0F-BB22-5B5690BB6A71}"/>
              </a:ext>
            </a:extLst>
          </p:cNvPr>
          <p:cNvCxnSpPr>
            <a:endCxn id="9" idx="7"/>
          </p:cNvCxnSpPr>
          <p:nvPr/>
        </p:nvCxnSpPr>
        <p:spPr>
          <a:xfrm flipH="1">
            <a:off x="4383086" y="1665504"/>
            <a:ext cx="389044" cy="7280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2AA4C91-7C23-471A-9F72-351998DD98CF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3861794" y="3003798"/>
            <a:ext cx="910336" cy="43650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1500D98-DBE7-4A5F-9CB0-B538D331ED8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61188" y="3486415"/>
          <a:ext cx="1219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3" name="Equation" r:id="rId12" imgW="1218960" imgH="723600" progId="Equation.DSMT4">
                  <p:embed/>
                </p:oleObj>
              </mc:Choice>
              <mc:Fallback>
                <p:oleObj name="Equation" r:id="rId12" imgW="1218960" imgH="723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E9ED60BB-FBB1-4466-AC01-A7F9EBAF8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61188" y="3486415"/>
                        <a:ext cx="1219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43DD4B6-F01A-4109-A1FC-020FC5288C5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64682" y="3762343"/>
          <a:ext cx="1663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4" name="Equation" r:id="rId14" imgW="1663560" imgH="342720" progId="Equation.DSMT4">
                  <p:embed/>
                </p:oleObj>
              </mc:Choice>
              <mc:Fallback>
                <p:oleObj name="Equation" r:id="rId14" imgW="1663560" imgH="3427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E06E5515-97B3-42D2-B716-5EE342BB79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64682" y="3762343"/>
                        <a:ext cx="1663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39734851-C25E-4A88-B76F-51E91D73E688}"/>
              </a:ext>
            </a:extLst>
          </p:cNvPr>
          <p:cNvGrpSpPr/>
          <p:nvPr/>
        </p:nvGrpSpPr>
        <p:grpSpPr>
          <a:xfrm>
            <a:off x="811690" y="4288947"/>
            <a:ext cx="7920880" cy="457200"/>
            <a:chOff x="811690" y="4288947"/>
            <a:chExt cx="7920880" cy="457200"/>
          </a:xfrm>
        </p:grpSpPr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4CC45EF8-349E-4C86-9B50-EDD026D7CB9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60969" y="4288947"/>
              <a:ext cx="182615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必要条件</a:t>
              </a:r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0B540742-154F-4F4E-80E3-C84B5D25F8E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11690" y="4288947"/>
              <a:ext cx="792088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存在          存在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30074D46-B005-4720-A0F4-0CAD8819FD8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184988" y="4365195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5" name="Equation" r:id="rId16" imgW="685800" imgH="355320" progId="Equation.DSMT4">
                    <p:embed/>
                  </p:oleObj>
                </mc:Choice>
                <mc:Fallback>
                  <p:oleObj name="Equation" r:id="rId16" imgW="685800" imgH="3553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89C0813F-E5CF-4CE2-BA93-E6306F9901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184988" y="4365195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A24F5C3A-957C-4C42-8A4E-24AD142D524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93677" y="4340140"/>
            <a:ext cx="698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6" name="Equation" r:id="rId18" imgW="698400" imgH="380880" progId="Equation.DSMT4">
                    <p:embed/>
                  </p:oleObj>
                </mc:Choice>
                <mc:Fallback>
                  <p:oleObj name="Equation" r:id="rId18" imgW="698400" imgH="38088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E5A2B251-1AB3-49C8-A5A9-F0852935AA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293677" y="4340140"/>
                          <a:ext cx="698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C841A2AB-7898-472B-AF3F-4D4CFDF0CFD3}"/>
                </a:ext>
              </a:extLst>
            </p:cNvPr>
            <p:cNvSpPr/>
            <p:nvPr/>
          </p:nvSpPr>
          <p:spPr>
            <a:xfrm>
              <a:off x="2471842" y="4442304"/>
              <a:ext cx="732006" cy="175376"/>
            </a:xfrm>
            <a:prstGeom prst="rightArrow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034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2D3AA12-C158-4808-88EF-9106F891AC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999645"/>
              </p:ext>
            </p:extLst>
          </p:nvPr>
        </p:nvGraphicFramePr>
        <p:xfrm>
          <a:off x="2619761" y="2080915"/>
          <a:ext cx="2667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6" name="Equation" r:id="rId3" imgW="2666880" imgH="825480" progId="Equation.DSMT4">
                  <p:embed/>
                </p:oleObj>
              </mc:Choice>
              <mc:Fallback>
                <p:oleObj name="Equation" r:id="rId3" imgW="2666880" imgH="8254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A8E2D149-359A-484B-9A42-4D4D5838DA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9761" y="2080915"/>
                        <a:ext cx="2667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AEB34DEC-0F5F-4F61-BCA7-E09F683CF269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1286447"/>
            <a:ext cx="82551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解析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3AA7D89-FD00-4693-96BD-D15A1C0DE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057422"/>
              </p:ext>
            </p:extLst>
          </p:nvPr>
        </p:nvGraphicFramePr>
        <p:xfrm>
          <a:off x="2794000" y="1131590"/>
          <a:ext cx="177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7" name="Equation" r:id="rId5" imgW="1777680" imgH="736560" progId="Equation.DSMT4">
                  <p:embed/>
                </p:oleObj>
              </mc:Choice>
              <mc:Fallback>
                <p:oleObj name="Equation" r:id="rId5" imgW="177768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23B2FCE-3C63-493A-B20C-D01C8FC0BE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94000" y="1131590"/>
                        <a:ext cx="1778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490238D-7AD1-4F2F-9976-38FBB23E7E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510095"/>
              </p:ext>
            </p:extLst>
          </p:nvPr>
        </p:nvGraphicFramePr>
        <p:xfrm>
          <a:off x="5712906" y="1631191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8" name="Equation" r:id="rId7" imgW="1066680" imgH="342720" progId="Equation.DSMT4">
                  <p:embed/>
                </p:oleObj>
              </mc:Choice>
              <mc:Fallback>
                <p:oleObj name="Equation" r:id="rId7" imgW="106668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64CB540-2F45-45EC-8853-7338F1F995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12906" y="1631191"/>
                        <a:ext cx="1066800" cy="342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>
            <a:extLst>
              <a:ext uri="{FF2B5EF4-FFF2-40B4-BE49-F238E27FC236}">
                <a16:creationId xmlns:a16="http://schemas.microsoft.com/office/drawing/2014/main" id="{628DA2F8-9BB7-4CBF-9A9E-4ACBEB5FA4EB}"/>
              </a:ext>
            </a:extLst>
          </p:cNvPr>
          <p:cNvSpPr/>
          <p:nvPr/>
        </p:nvSpPr>
        <p:spPr>
          <a:xfrm>
            <a:off x="4635264" y="2141640"/>
            <a:ext cx="709484" cy="457200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D5CC35E-4EFB-44C2-A86A-8C17685E9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326717"/>
              </p:ext>
            </p:extLst>
          </p:nvPr>
        </p:nvGraphicFramePr>
        <p:xfrm>
          <a:off x="5972350" y="2508276"/>
          <a:ext cx="196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9" name="Equation" r:id="rId9" imgW="1968480" imgH="393480" progId="Equation.DSMT4">
                  <p:embed/>
                </p:oleObj>
              </mc:Choice>
              <mc:Fallback>
                <p:oleObj name="Equation" r:id="rId9" imgW="1968480" imgH="393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EBE721C-CFE2-473B-995E-6D69A7B7BD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72350" y="2508276"/>
                        <a:ext cx="1968500" cy="393700"/>
                      </a:xfrm>
                      <a:prstGeom prst="rect">
                        <a:avLst/>
                      </a:prstGeom>
                      <a:ln>
                        <a:solidFill>
                          <a:srgbClr val="3366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23CF1B62-E6CE-409A-91A6-61D1CE1C0F57}"/>
              </a:ext>
            </a:extLst>
          </p:cNvPr>
          <p:cNvSpPr/>
          <p:nvPr/>
        </p:nvSpPr>
        <p:spPr>
          <a:xfrm>
            <a:off x="3683000" y="2506365"/>
            <a:ext cx="1219200" cy="509850"/>
          </a:xfrm>
          <a:prstGeom prst="ellipse">
            <a:avLst/>
          </a:prstGeom>
          <a:noFill/>
          <a:ln w="63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5DBB5AA-75D9-4B6F-9566-319B93B052F4}"/>
              </a:ext>
            </a:extLst>
          </p:cNvPr>
          <p:cNvCxnSpPr>
            <a:cxnSpLocks/>
          </p:cNvCxnSpPr>
          <p:nvPr/>
        </p:nvCxnSpPr>
        <p:spPr>
          <a:xfrm flipH="1">
            <a:off x="5287325" y="1974091"/>
            <a:ext cx="425581" cy="2851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49E7F43-8936-4E58-80B1-9AD349DE1618}"/>
              </a:ext>
            </a:extLst>
          </p:cNvPr>
          <p:cNvCxnSpPr>
            <a:cxnSpLocks/>
            <a:endCxn id="8" idx="6"/>
          </p:cNvCxnSpPr>
          <p:nvPr/>
        </p:nvCxnSpPr>
        <p:spPr>
          <a:xfrm flipH="1">
            <a:off x="4902200" y="2743965"/>
            <a:ext cx="1070150" cy="17325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4DE778B-35B6-48EE-BD1B-35033C6B80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994180"/>
              </p:ext>
            </p:extLst>
          </p:nvPr>
        </p:nvGraphicFramePr>
        <p:xfrm>
          <a:off x="2619761" y="3250929"/>
          <a:ext cx="1155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0" name="Equation" r:id="rId11" imgW="1155600" imgH="355320" progId="Equation.DSMT4">
                  <p:embed/>
                </p:oleObj>
              </mc:Choice>
              <mc:Fallback>
                <p:oleObj name="Equation" r:id="rId11" imgW="1155600" imgH="355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EDFB954-5A93-4EB2-8461-2AEC51B71A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19761" y="3250929"/>
                        <a:ext cx="1155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DCA5F771-DC55-4485-A435-2EF21F21423E}"/>
              </a:ext>
            </a:extLst>
          </p:cNvPr>
          <p:cNvGrpSpPr/>
          <p:nvPr/>
        </p:nvGrpSpPr>
        <p:grpSpPr>
          <a:xfrm>
            <a:off x="971600" y="195486"/>
            <a:ext cx="3755012" cy="736600"/>
            <a:chOff x="1033012" y="1648552"/>
            <a:chExt cx="3755012" cy="736600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79D50792-61BE-4CBC-8E06-CDE4B1E8FCA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33012" y="1775108"/>
              <a:ext cx="375501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(B)                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3675B51E-E0A8-4F1F-9D83-28CAB98461E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51999" y="1648552"/>
            <a:ext cx="1778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21" name="Equation" r:id="rId13" imgW="1777680" imgH="736560" progId="Equation.DSMT4">
                    <p:embed/>
                  </p:oleObj>
                </mc:Choice>
                <mc:Fallback>
                  <p:oleObj name="Equation" r:id="rId13" imgW="1777680" imgH="73656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46D6D243-5065-4699-8532-B4A81FD3C15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51999" y="1648552"/>
                          <a:ext cx="17780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Rectangle 3">
            <a:extLst>
              <a:ext uri="{FF2B5EF4-FFF2-40B4-BE49-F238E27FC236}">
                <a16:creationId xmlns:a16="http://schemas.microsoft.com/office/drawing/2014/main" id="{DC0BD21E-82FF-4EBF-BAC3-B57238A02112}"/>
              </a:ext>
            </a:extLst>
          </p:cNvPr>
          <p:cNvSpPr txBox="1">
            <a:spLocks noChangeArrowheads="1"/>
          </p:cNvSpPr>
          <p:nvPr/>
        </p:nvSpPr>
        <p:spPr>
          <a:xfrm>
            <a:off x="4311622" y="3272313"/>
            <a:ext cx="182615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充要条件</a:t>
            </a:r>
          </a:p>
        </p:txBody>
      </p:sp>
    </p:spTree>
    <p:extLst>
      <p:ext uri="{BB962C8B-B14F-4D97-AF65-F5344CB8AC3E}">
        <p14:creationId xmlns:p14="http://schemas.microsoft.com/office/powerpoint/2010/main" val="25833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46">
            <a:hlinkClick r:id="rId2" action="ppaction://hlinksldjump"/>
            <a:extLst>
              <a:ext uri="{FF2B5EF4-FFF2-40B4-BE49-F238E27FC236}">
                <a16:creationId xmlns:a16="http://schemas.microsoft.com/office/drawing/2014/main" id="{EE2F5B2B-46BA-4BCA-A2B7-7267D7A01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2420888"/>
            <a:ext cx="43973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二、高阶导数的运算法则   </a:t>
            </a:r>
          </a:p>
        </p:txBody>
      </p:sp>
      <p:sp>
        <p:nvSpPr>
          <p:cNvPr id="3" name="Text Box 1027">
            <a:extLst>
              <a:ext uri="{FF2B5EF4-FFF2-40B4-BE49-F238E27FC236}">
                <a16:creationId xmlns:a16="http://schemas.microsoft.com/office/drawing/2014/main" id="{A88AC9FD-DF10-418F-975C-E9F637B14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1563638"/>
            <a:ext cx="4267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一、高阶导数的概念</a:t>
            </a:r>
          </a:p>
        </p:txBody>
      </p:sp>
    </p:spTree>
    <p:extLst>
      <p:ext uri="{BB962C8B-B14F-4D97-AF65-F5344CB8AC3E}">
        <p14:creationId xmlns:p14="http://schemas.microsoft.com/office/powerpoint/2010/main" val="278011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3EFD174-7470-4D6B-A2D1-A20A57D307FA}"/>
              </a:ext>
            </a:extLst>
          </p:cNvPr>
          <p:cNvSpPr txBox="1">
            <a:spLocks noChangeArrowheads="1"/>
          </p:cNvSpPr>
          <p:nvPr/>
        </p:nvSpPr>
        <p:spPr>
          <a:xfrm>
            <a:off x="755650" y="304884"/>
            <a:ext cx="4267200" cy="68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一、高阶导数的概念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1BF1110-BDB9-40B7-8508-67175D16B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5865" y="2183109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</a:rPr>
              <a:t>速度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2647C25-165D-4EA7-A369-774E867AB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5992" y="2192229"/>
            <a:ext cx="8001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即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0746C399-64B0-440A-81CB-1E7AD59E6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9665" y="3107036"/>
            <a:ext cx="144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</a:rPr>
              <a:t>加速度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873843FF-1D20-4A64-B25C-FA9B573E4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3565" y="4035205"/>
            <a:ext cx="8001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即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77D67A9A-42C8-40A4-B31D-785EBA479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50" y="1343967"/>
            <a:ext cx="3657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</a:rPr>
              <a:t>引例  </a:t>
            </a:r>
            <a:r>
              <a:rPr lang="zh-CN" altLang="en-US" sz="2400" b="1" dirty="0"/>
              <a:t>变速直线运动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2BA7F53-B2C3-4E09-9041-4020A2EA8C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47297"/>
              </p:ext>
            </p:extLst>
          </p:nvPr>
        </p:nvGraphicFramePr>
        <p:xfrm>
          <a:off x="3660297" y="1414050"/>
          <a:ext cx="91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Equation" r:id="rId3" imgW="914400" imgH="342720" progId="Equation.DSMT4">
                  <p:embed/>
                </p:oleObj>
              </mc:Choice>
              <mc:Fallback>
                <p:oleObj name="Equation" r:id="rId3" imgW="9144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60297" y="1414050"/>
                        <a:ext cx="914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A19AECF-A056-46D4-85AA-29E00E047D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460409"/>
              </p:ext>
            </p:extLst>
          </p:nvPr>
        </p:nvGraphicFramePr>
        <p:xfrm>
          <a:off x="2684323" y="2013891"/>
          <a:ext cx="952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Equation" r:id="rId5" imgW="952200" imgH="799920" progId="Equation.DSMT4">
                  <p:embed/>
                </p:oleObj>
              </mc:Choice>
              <mc:Fallback>
                <p:oleObj name="Equation" r:id="rId5" imgW="95220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84323" y="2013891"/>
                        <a:ext cx="9525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17AE7BB-BD0D-4AB8-98C8-986FE66159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211668"/>
              </p:ext>
            </p:extLst>
          </p:nvPr>
        </p:nvGraphicFramePr>
        <p:xfrm>
          <a:off x="4648200" y="2230438"/>
          <a:ext cx="74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Equation" r:id="rId7" imgW="749160" imgH="342720" progId="Equation.DSMT4">
                  <p:embed/>
                </p:oleObj>
              </mc:Choice>
              <mc:Fallback>
                <p:oleObj name="Equation" r:id="rId7" imgW="749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48200" y="2230438"/>
                        <a:ext cx="74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44CA511-69FD-48B2-8223-0A006B7E83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631879"/>
              </p:ext>
            </p:extLst>
          </p:nvPr>
        </p:nvGraphicFramePr>
        <p:xfrm>
          <a:off x="2741473" y="2946104"/>
          <a:ext cx="83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Equation" r:id="rId9" imgW="838080" imgH="799920" progId="Equation.DSMT4">
                  <p:embed/>
                </p:oleObj>
              </mc:Choice>
              <mc:Fallback>
                <p:oleObj name="Equation" r:id="rId9" imgW="83808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41473" y="2946104"/>
                        <a:ext cx="8382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ED0919E-8CD4-4992-B833-AED4BE627F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586607"/>
              </p:ext>
            </p:extLst>
          </p:nvPr>
        </p:nvGraphicFramePr>
        <p:xfrm>
          <a:off x="3636823" y="2946104"/>
          <a:ext cx="1320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Equation" r:id="rId11" imgW="1320480" imgH="799920" progId="Equation.DSMT4">
                  <p:embed/>
                </p:oleObj>
              </mc:Choice>
              <mc:Fallback>
                <p:oleObj name="Equation" r:id="rId11" imgW="132048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36823" y="2946104"/>
                        <a:ext cx="13208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F8F7AA0-7E7F-4C65-856A-66808FDE93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423602"/>
              </p:ext>
            </p:extLst>
          </p:nvPr>
        </p:nvGraphicFramePr>
        <p:xfrm>
          <a:off x="2792273" y="4088237"/>
          <a:ext cx="1574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Equation" r:id="rId13" imgW="1574640" imgH="355320" progId="Equation.DSMT4">
                  <p:embed/>
                </p:oleObj>
              </mc:Choice>
              <mc:Fallback>
                <p:oleObj name="Equation" r:id="rId13" imgW="15746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92273" y="4088237"/>
                        <a:ext cx="1574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033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B8F22D6-65D6-4E57-B1C1-806A88D4DADF}"/>
              </a:ext>
            </a:extLst>
          </p:cNvPr>
          <p:cNvSpPr txBox="1">
            <a:spLocks noChangeArrowheads="1"/>
          </p:cNvSpPr>
          <p:nvPr/>
        </p:nvSpPr>
        <p:spPr>
          <a:xfrm>
            <a:off x="795189" y="162028"/>
            <a:ext cx="1600200" cy="60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  <a:cs typeface="Times New Roman" panose="02020603050405020304" pitchFamily="18" charset="0"/>
              </a:rPr>
              <a:t>定义</a:t>
            </a:r>
            <a:endParaRPr lang="en-US" altLang="zh-CN" sz="2400" b="1" dirty="0">
              <a:solidFill>
                <a:srgbClr val="3366FF"/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17B65073-AE72-49E9-845A-62DDEE246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8482" y="830960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或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86D96E97-3A33-4B6F-ACF5-530DD122F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6864" y="861796"/>
            <a:ext cx="60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即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D81B4E3E-03C7-4F8A-A564-29516956F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8339" y="1770661"/>
            <a:ext cx="958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或</a:t>
            </a:r>
          </a:p>
        </p:txBody>
      </p:sp>
      <p:sp>
        <p:nvSpPr>
          <p:cNvPr id="16" name="Text Box 26">
            <a:extLst>
              <a:ext uri="{FF2B5EF4-FFF2-40B4-BE49-F238E27FC236}">
                <a16:creationId xmlns:a16="http://schemas.microsoft.com/office/drawing/2014/main" id="{3017D2CD-5F81-4C5A-9E9E-BD728247D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7338" y="798565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记作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06751C4-43EA-4AE1-80B4-A3C2819CBA99}"/>
              </a:ext>
            </a:extLst>
          </p:cNvPr>
          <p:cNvGrpSpPr/>
          <p:nvPr/>
        </p:nvGrpSpPr>
        <p:grpSpPr>
          <a:xfrm>
            <a:off x="1547664" y="123478"/>
            <a:ext cx="5543550" cy="494162"/>
            <a:chOff x="1524000" y="348503"/>
            <a:chExt cx="5543550" cy="494162"/>
          </a:xfrm>
        </p:grpSpPr>
        <p:sp>
          <p:nvSpPr>
            <p:cNvPr id="3" name="Text Box 3">
              <a:extLst>
                <a:ext uri="{FF2B5EF4-FFF2-40B4-BE49-F238E27FC236}">
                  <a16:creationId xmlns:a16="http://schemas.microsoft.com/office/drawing/2014/main" id="{97689C8B-9E9F-4BE2-A417-5C408F289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381000"/>
              <a:ext cx="1600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若函数</a:t>
              </a:r>
            </a:p>
          </p:txBody>
        </p:sp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A89F8518-992F-45DC-A890-DF67BE5D27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4100" y="362397"/>
              <a:ext cx="1447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的导数</a:t>
              </a: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B6F196B7-6032-45C0-A308-7F310EAC3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350" y="348503"/>
              <a:ext cx="1219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可导</a:t>
              </a:r>
              <a:r>
                <a:rPr lang="en-US" altLang="zh-CN" sz="2400" b="1" dirty="0">
                  <a:latin typeface="+mj-ea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2110D0D-5548-442F-BF74-CC715B6597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3413573"/>
                </p:ext>
              </p:extLst>
            </p:nvPr>
          </p:nvGraphicFramePr>
          <p:xfrm>
            <a:off x="2554288" y="465783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0" name="Equation" r:id="rId3" imgW="1104840" imgH="342720" progId="Equation.DSMT4">
                    <p:embed/>
                  </p:oleObj>
                </mc:Choice>
                <mc:Fallback>
                  <p:oleObj name="Equation" r:id="rId3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54288" y="465783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F14FF83F-8DE3-43D6-A118-7682E6CA84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1065539"/>
                </p:ext>
              </p:extLst>
            </p:nvPr>
          </p:nvGraphicFramePr>
          <p:xfrm>
            <a:off x="4640000" y="431503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1" name="Equation" r:id="rId5" imgW="1244520" imgH="355320" progId="Equation.DSMT4">
                    <p:embed/>
                  </p:oleObj>
                </mc:Choice>
                <mc:Fallback>
                  <p:oleObj name="Equation" r:id="rId5" imgW="12445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40000" y="431503"/>
                          <a:ext cx="1244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D591019-228A-418D-B4ED-F3A7016768A8}"/>
              </a:ext>
            </a:extLst>
          </p:cNvPr>
          <p:cNvGrpSpPr/>
          <p:nvPr/>
        </p:nvGrpSpPr>
        <p:grpSpPr>
          <a:xfrm>
            <a:off x="6689501" y="105099"/>
            <a:ext cx="1411363" cy="461665"/>
            <a:chOff x="6665837" y="330124"/>
            <a:chExt cx="1411363" cy="461665"/>
          </a:xfrm>
        </p:grpSpPr>
        <p:sp>
          <p:nvSpPr>
            <p:cNvPr id="20" name="Text Box 32">
              <a:extLst>
                <a:ext uri="{FF2B5EF4-FFF2-40B4-BE49-F238E27FC236}">
                  <a16:creationId xmlns:a16="http://schemas.microsoft.com/office/drawing/2014/main" id="{92DBDB15-2DA0-46F6-BD38-79C5CAABD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5837" y="330124"/>
              <a:ext cx="8034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则称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4BB7724-03A5-4400-ACFC-A00ECC45B9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1093950"/>
                </p:ext>
              </p:extLst>
            </p:nvPr>
          </p:nvGraphicFramePr>
          <p:xfrm>
            <a:off x="7391400" y="421749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2" name="Equation" r:id="rId7" imgW="685800" imgH="355320" progId="Equation.DSMT4">
                    <p:embed/>
                  </p:oleObj>
                </mc:Choice>
                <mc:Fallback>
                  <p:oleObj name="Equation" r:id="rId7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391400" y="421749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6A6D3B9-0D11-43D0-ABE4-607A1D97265D}"/>
              </a:ext>
            </a:extLst>
          </p:cNvPr>
          <p:cNvGrpSpPr/>
          <p:nvPr/>
        </p:nvGrpSpPr>
        <p:grpSpPr>
          <a:xfrm>
            <a:off x="182414" y="837619"/>
            <a:ext cx="4252124" cy="471228"/>
            <a:chOff x="158750" y="1062644"/>
            <a:chExt cx="4252124" cy="471228"/>
          </a:xfrm>
        </p:grpSpPr>
        <p:sp>
          <p:nvSpPr>
            <p:cNvPr id="15" name="Text Box 25">
              <a:extLst>
                <a:ext uri="{FF2B5EF4-FFF2-40B4-BE49-F238E27FC236}">
                  <a16:creationId xmlns:a16="http://schemas.microsoft.com/office/drawing/2014/main" id="{22C97CEB-FA56-454F-B523-363E4E708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8674" y="1062644"/>
              <a:ext cx="2362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二阶导数 </a:t>
              </a:r>
              <a:r>
                <a:rPr lang="en-US" altLang="zh-CN" sz="2400" b="1" dirty="0">
                  <a:latin typeface="+mj-ea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sp>
          <p:nvSpPr>
            <p:cNvPr id="19" name="Text Box 29">
              <a:extLst>
                <a:ext uri="{FF2B5EF4-FFF2-40B4-BE49-F238E27FC236}">
                  <a16:creationId xmlns:a16="http://schemas.microsoft.com/office/drawing/2014/main" id="{77F0E3DA-9252-4AC8-B381-15676646D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50" y="1072207"/>
              <a:ext cx="1905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的导数为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43752A6E-BB5E-4C5E-B6B1-8D2535E4AB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7661448"/>
                </p:ext>
              </p:extLst>
            </p:nvPr>
          </p:nvGraphicFramePr>
          <p:xfrm>
            <a:off x="1479550" y="116240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3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79550" y="116240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3206860-F3A0-48DB-B702-D52135D24B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130470"/>
              </p:ext>
            </p:extLst>
          </p:nvPr>
        </p:nvGraphicFramePr>
        <p:xfrm>
          <a:off x="4724651" y="916659"/>
          <a:ext cx="31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" name="Equation" r:id="rId11" imgW="317160" imgH="355320" progId="Equation.DSMT4">
                  <p:embed/>
                </p:oleObj>
              </mc:Choice>
              <mc:Fallback>
                <p:oleObj name="Equation" r:id="rId11" imgW="3171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24651" y="916659"/>
                        <a:ext cx="317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A5EB40B-F71F-461B-B762-C854BCF778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210744"/>
              </p:ext>
            </p:extLst>
          </p:nvPr>
        </p:nvGraphicFramePr>
        <p:xfrm>
          <a:off x="5868664" y="675359"/>
          <a:ext cx="723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5" name="Equation" r:id="rId13" imgW="723600" imgH="838080" progId="Equation.DSMT4">
                  <p:embed/>
                </p:oleObj>
              </mc:Choice>
              <mc:Fallback>
                <p:oleObj name="Equation" r:id="rId13" imgW="72360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68664" y="675359"/>
                        <a:ext cx="7239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A5120DF5-319C-44A0-873C-F01F5DD464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350920"/>
              </p:ext>
            </p:extLst>
          </p:nvPr>
        </p:nvGraphicFramePr>
        <p:xfrm>
          <a:off x="7154714" y="900513"/>
          <a:ext cx="1206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6" name="Equation" r:id="rId15" imgW="1206360" imgH="355320" progId="Equation.DSMT4">
                  <p:embed/>
                </p:oleObj>
              </mc:Choice>
              <mc:Fallback>
                <p:oleObj name="Equation" r:id="rId15" imgW="1206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54714" y="900513"/>
                        <a:ext cx="1206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7C52F263-CE3E-4C63-B2D2-6D25200FDF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889894"/>
              </p:ext>
            </p:extLst>
          </p:nvPr>
        </p:nvGraphicFramePr>
        <p:xfrm>
          <a:off x="3032705" y="1556993"/>
          <a:ext cx="2057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" name="Equation" r:id="rId17" imgW="2057400" imgH="888840" progId="Equation.DSMT4">
                  <p:embed/>
                </p:oleObj>
              </mc:Choice>
              <mc:Fallback>
                <p:oleObj name="Equation" r:id="rId17" imgW="20574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32705" y="1556993"/>
                        <a:ext cx="20574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4">
            <a:extLst>
              <a:ext uri="{FF2B5EF4-FFF2-40B4-BE49-F238E27FC236}">
                <a16:creationId xmlns:a16="http://schemas.microsoft.com/office/drawing/2014/main" id="{04428E32-25AA-40C4-9637-D781FE256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189" y="2480075"/>
            <a:ext cx="723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类似地 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二阶导数的导数称为三阶导数 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31" name="Text Box 16">
            <a:extLst>
              <a:ext uri="{FF2B5EF4-FFF2-40B4-BE49-F238E27FC236}">
                <a16:creationId xmlns:a16="http://schemas.microsoft.com/office/drawing/2014/main" id="{CDE5D0A0-EA6B-434E-B43E-50CC4B439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52" y="3013970"/>
            <a:ext cx="487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阶导数的导数称为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阶导数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35" name="Text Box 20">
            <a:extLst>
              <a:ext uri="{FF2B5EF4-FFF2-40B4-BE49-F238E27FC236}">
                <a16:creationId xmlns:a16="http://schemas.microsoft.com/office/drawing/2014/main" id="{EBBCCF03-6C3A-4EF8-AC61-AB27E4055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48" y="4185198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或</a:t>
            </a:r>
          </a:p>
        </p:txBody>
      </p:sp>
      <p:sp>
        <p:nvSpPr>
          <p:cNvPr id="39" name="Text Box 30">
            <a:extLst>
              <a:ext uri="{FF2B5EF4-FFF2-40B4-BE49-F238E27FC236}">
                <a16:creationId xmlns:a16="http://schemas.microsoft.com/office/drawing/2014/main" id="{35FBB1AF-B070-42B6-800D-67086BB87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108" y="2467099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依次类推 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40" name="Text Box 31">
            <a:extLst>
              <a:ext uri="{FF2B5EF4-FFF2-40B4-BE49-F238E27FC236}">
                <a16:creationId xmlns:a16="http://schemas.microsoft.com/office/drawing/2014/main" id="{BFE06C04-E060-48E8-AE14-B023A1652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751" y="2964832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分别记作</a:t>
            </a:r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D85733A0-9C96-4C97-86E1-0352765119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731296"/>
              </p:ext>
            </p:extLst>
          </p:nvPr>
        </p:nvGraphicFramePr>
        <p:xfrm>
          <a:off x="8268072" y="2571207"/>
          <a:ext cx="558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8" name="Equation" r:id="rId19" imgW="558720" imgH="279360" progId="Equation.DSMT4">
                  <p:embed/>
                </p:oleObj>
              </mc:Choice>
              <mc:Fallback>
                <p:oleObj name="Equation" r:id="rId19" imgW="5587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268072" y="2571207"/>
                        <a:ext cx="558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BE0FD97F-9E6E-4670-9D0B-7C4968B8B1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077829"/>
              </p:ext>
            </p:extLst>
          </p:nvPr>
        </p:nvGraphicFramePr>
        <p:xfrm>
          <a:off x="2625196" y="3521475"/>
          <a:ext cx="431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9" name="Equation" r:id="rId21" imgW="431640" imgH="355320" progId="Equation.DSMT4">
                  <p:embed/>
                </p:oleObj>
              </mc:Choice>
              <mc:Fallback>
                <p:oleObj name="Equation" r:id="rId21" imgW="4316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25196" y="3521475"/>
                        <a:ext cx="431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F8CBCC31-980D-41FA-8074-0914FEB41A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236052"/>
              </p:ext>
            </p:extLst>
          </p:nvPr>
        </p:nvGraphicFramePr>
        <p:xfrm>
          <a:off x="3236764" y="3496075"/>
          <a:ext cx="55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0" name="Equation" r:id="rId23" imgW="558720" imgH="406080" progId="Equation.DSMT4">
                  <p:embed/>
                </p:oleObj>
              </mc:Choice>
              <mc:Fallback>
                <p:oleObj name="Equation" r:id="rId23" imgW="558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36764" y="3496075"/>
                        <a:ext cx="558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E0F5895A-1CF0-42E2-89CC-AFCCFABE90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863917"/>
              </p:ext>
            </p:extLst>
          </p:nvPr>
        </p:nvGraphicFramePr>
        <p:xfrm>
          <a:off x="3840014" y="3527924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1" name="Equation" r:id="rId25" imgW="1002960" imgH="406080" progId="Equation.DSMT4">
                  <p:embed/>
                </p:oleObj>
              </mc:Choice>
              <mc:Fallback>
                <p:oleObj name="Equation" r:id="rId25" imgW="1002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840014" y="3527924"/>
                        <a:ext cx="1003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773C1F81-62EA-44A4-91B7-683852B17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128714"/>
              </p:ext>
            </p:extLst>
          </p:nvPr>
        </p:nvGraphicFramePr>
        <p:xfrm>
          <a:off x="2322821" y="3942902"/>
          <a:ext cx="67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2" name="Equation" r:id="rId27" imgW="672840" imgH="838080" progId="Equation.DSMT4">
                  <p:embed/>
                </p:oleObj>
              </mc:Choice>
              <mc:Fallback>
                <p:oleObj name="Equation" r:id="rId27" imgW="67284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322821" y="3942902"/>
                        <a:ext cx="6731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57019963-8684-4306-9DE1-251EF2A4B8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515656"/>
              </p:ext>
            </p:extLst>
          </p:nvPr>
        </p:nvGraphicFramePr>
        <p:xfrm>
          <a:off x="3339952" y="3954764"/>
          <a:ext cx="685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" name="Equation" r:id="rId29" imgW="685800" imgH="838080" progId="Equation.DSMT4">
                  <p:embed/>
                </p:oleObj>
              </mc:Choice>
              <mc:Fallback>
                <p:oleObj name="Equation" r:id="rId29" imgW="68580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339952" y="3954764"/>
                        <a:ext cx="6858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034ABCA4-EFDB-470E-935E-C6F0012945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346094"/>
              </p:ext>
            </p:extLst>
          </p:nvPr>
        </p:nvGraphicFramePr>
        <p:xfrm>
          <a:off x="4145082" y="3981647"/>
          <a:ext cx="1206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" name="Equation" r:id="rId31" imgW="1206360" imgH="838080" progId="Equation.DSMT4">
                  <p:embed/>
                </p:oleObj>
              </mc:Choice>
              <mc:Fallback>
                <p:oleObj name="Equation" r:id="rId31" imgW="12063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145082" y="3981647"/>
                        <a:ext cx="12065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329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6" grpId="0"/>
      <p:bldP spid="29" grpId="0"/>
      <p:bldP spid="31" grpId="0"/>
      <p:bldP spid="35" grpId="0"/>
      <p:bldP spid="39" grpId="0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81FCD18-8458-40AF-B350-096636D908CE}"/>
              </a:ext>
            </a:extLst>
          </p:cNvPr>
          <p:cNvSpPr txBox="1">
            <a:spLocks noChangeArrowheads="1"/>
          </p:cNvSpPr>
          <p:nvPr/>
        </p:nvSpPr>
        <p:spPr>
          <a:xfrm>
            <a:off x="603446" y="2633260"/>
            <a:ext cx="648072" cy="60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  <a:cs typeface="Times New Roman" panose="02020603050405020304" pitchFamily="18" charset="0"/>
              </a:rPr>
              <a:t>注</a:t>
            </a:r>
            <a:endParaRPr lang="en-US" altLang="zh-CN" sz="2400" b="1" dirty="0">
              <a:solidFill>
                <a:srgbClr val="3366FF"/>
              </a:solidFill>
              <a:latin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2E7B94D-D754-4C4E-A1A9-0426113319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417660"/>
              </p:ext>
            </p:extLst>
          </p:nvPr>
        </p:nvGraphicFramePr>
        <p:xfrm>
          <a:off x="1043608" y="458270"/>
          <a:ext cx="3276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Equation" r:id="rId3" imgW="3276360" imgH="812520" progId="Equation.DSMT4">
                  <p:embed/>
                </p:oleObj>
              </mc:Choice>
              <mc:Fallback>
                <p:oleObj name="Equation" r:id="rId3" imgW="3276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8" y="458270"/>
                        <a:ext cx="3276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8CBC6BA-FE55-42B8-90B0-22582AE46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771210"/>
              </p:ext>
            </p:extLst>
          </p:nvPr>
        </p:nvGraphicFramePr>
        <p:xfrm>
          <a:off x="4948560" y="458270"/>
          <a:ext cx="3454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Equation" r:id="rId5" imgW="3454200" imgH="812520" progId="Equation.DSMT4">
                  <p:embed/>
                </p:oleObj>
              </mc:Choice>
              <mc:Fallback>
                <p:oleObj name="Equation" r:id="rId5" imgW="34542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8560" y="458270"/>
                        <a:ext cx="3454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46FD1D7-87C5-452E-9873-0AC4BB303F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794870"/>
              </p:ext>
            </p:extLst>
          </p:nvPr>
        </p:nvGraphicFramePr>
        <p:xfrm>
          <a:off x="1115616" y="1490613"/>
          <a:ext cx="4330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Equation" r:id="rId7" imgW="4330440" imgH="850680" progId="Equation.DSMT4">
                  <p:embed/>
                </p:oleObj>
              </mc:Choice>
              <mc:Fallback>
                <p:oleObj name="Equation" r:id="rId7" imgW="4330440" imgH="8506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8CBC6BA-FE55-42B8-90B0-22582AE463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5616" y="1490613"/>
                        <a:ext cx="4330700" cy="850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星形: 五角 5">
            <a:extLst>
              <a:ext uri="{FF2B5EF4-FFF2-40B4-BE49-F238E27FC236}">
                <a16:creationId xmlns:a16="http://schemas.microsoft.com/office/drawing/2014/main" id="{2A5AFFD1-DB28-41A2-BB21-341BE529803B}"/>
              </a:ext>
            </a:extLst>
          </p:cNvPr>
          <p:cNvSpPr/>
          <p:nvPr/>
        </p:nvSpPr>
        <p:spPr>
          <a:xfrm>
            <a:off x="5724128" y="1635125"/>
            <a:ext cx="416520" cy="473915"/>
          </a:xfrm>
          <a:prstGeom prst="star5">
            <a:avLst/>
          </a:prstGeom>
          <a:solidFill>
            <a:srgbClr val="FF0000"/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84E578E-84D1-4001-8BCA-15EE7A9AA9C3}"/>
              </a:ext>
            </a:extLst>
          </p:cNvPr>
          <p:cNvSpPr txBox="1">
            <a:spLocks noChangeArrowheads="1"/>
          </p:cNvSpPr>
          <p:nvPr/>
        </p:nvSpPr>
        <p:spPr>
          <a:xfrm>
            <a:off x="1084536" y="2633260"/>
            <a:ext cx="7951960" cy="60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若函数    在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cs typeface="Times New Roman" panose="02020603050405020304" pitchFamily="18" charset="0"/>
              </a:rPr>
              <a:t>点</a:t>
            </a:r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      有  阶导数，则在该点的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cs typeface="Times New Roman" panose="02020603050405020304" pitchFamily="18" charset="0"/>
              </a:rPr>
              <a:t>某个邻域</a:t>
            </a:r>
            <a:endParaRPr lang="en-US" altLang="zh-CN" sz="2400" b="1" dirty="0">
              <a:solidFill>
                <a:srgbClr val="FF0000"/>
              </a:solidFill>
              <a:latin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3DC79AC-66AC-45F1-A659-1281348CB5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563558"/>
              </p:ext>
            </p:extLst>
          </p:nvPr>
        </p:nvGraphicFramePr>
        <p:xfrm>
          <a:off x="2090462" y="269428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90462" y="269428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74F339A-2014-4455-B1E5-9C6C0FF639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956796"/>
              </p:ext>
            </p:extLst>
          </p:nvPr>
        </p:nvGraphicFramePr>
        <p:xfrm>
          <a:off x="3412615" y="2675233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Equation" r:id="rId11" imgW="736560" imgH="380880" progId="Equation.DSMT4">
                  <p:embed/>
                </p:oleObj>
              </mc:Choice>
              <mc:Fallback>
                <p:oleObj name="Equation" r:id="rId11" imgW="736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12615" y="2675233"/>
                        <a:ext cx="736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6A1B33E-45A2-43FB-88E4-AB4A122FB4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247512"/>
              </p:ext>
            </p:extLst>
          </p:nvPr>
        </p:nvGraphicFramePr>
        <p:xfrm>
          <a:off x="4624344" y="2764133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Equation" r:id="rId13" imgW="190440" imgH="203040" progId="Equation.DSMT4">
                  <p:embed/>
                </p:oleObj>
              </mc:Choice>
              <mc:Fallback>
                <p:oleObj name="Equation" r:id="rId13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24344" y="2764133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F355D0EB-B3EF-44D2-AD2B-473C9ED19BFF}"/>
              </a:ext>
            </a:extLst>
          </p:cNvPr>
          <p:cNvGrpSpPr/>
          <p:nvPr/>
        </p:nvGrpSpPr>
        <p:grpSpPr>
          <a:xfrm>
            <a:off x="519954" y="3242860"/>
            <a:ext cx="8516541" cy="609600"/>
            <a:chOff x="519954" y="3242860"/>
            <a:chExt cx="8516541" cy="609600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857ED6C6-A661-469D-BF30-22704BD6632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19954" y="3242860"/>
              <a:ext cx="8516541" cy="609600"/>
            </a:xfrm>
            <a:prstGeom prst="rect">
              <a:avLst/>
            </a:prstGeom>
            <a:noFill/>
            <a:ln/>
            <a:extLst>
              <a:ext uri="{909E8E84-426E-40DD-AFC4-6F175D3DCCD1}">
                <a14:hiddenFill xmlns:a14="http://schemas.microsoft.com/office/drawing/2010/main">
                  <a:solidFill>
                    <a:srgbClr val="00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  <a:cs typeface="Times New Roman" panose="02020603050405020304" pitchFamily="18" charset="0"/>
                </a:rPr>
                <a:t>内有从  到      的各阶导数，并且各阶导数在     处连续</a:t>
              </a:r>
              <a:r>
                <a:rPr lang="en-US" altLang="zh-CN" sz="2400" b="1" dirty="0">
                  <a:latin typeface="+mj-ea"/>
                  <a:cs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6FCF8ABE-4708-4661-9877-CCD5289152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2223368"/>
                </p:ext>
              </p:extLst>
            </p:nvPr>
          </p:nvGraphicFramePr>
          <p:xfrm>
            <a:off x="1619672" y="3315187"/>
            <a:ext cx="1270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Equation" r:id="rId15" imgW="126720" imgH="266400" progId="Equation.DSMT4">
                    <p:embed/>
                  </p:oleObj>
                </mc:Choice>
                <mc:Fallback>
                  <p:oleObj name="Equation" r:id="rId15" imgW="12672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19672" y="3315187"/>
                          <a:ext cx="1270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66E82A8-7DEC-42F2-9777-21349C8B26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5250664"/>
                </p:ext>
              </p:extLst>
            </p:nvPr>
          </p:nvGraphicFramePr>
          <p:xfrm>
            <a:off x="2195736" y="3346937"/>
            <a:ext cx="76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Equation" r:id="rId17" imgW="761760" imgH="342720" progId="Equation.DSMT4">
                    <p:embed/>
                  </p:oleObj>
                </mc:Choice>
                <mc:Fallback>
                  <p:oleObj name="Equation" r:id="rId17" imgW="7617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195736" y="3346937"/>
                          <a:ext cx="76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6B58787C-040E-48FB-A3B3-093CDC3A15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7739776"/>
                </p:ext>
              </p:extLst>
            </p:nvPr>
          </p:nvGraphicFramePr>
          <p:xfrm>
            <a:off x="7000875" y="3282950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Equation" r:id="rId19" imgW="736560" imgH="380880" progId="Equation.DSMT4">
                    <p:embed/>
                  </p:oleObj>
                </mc:Choice>
                <mc:Fallback>
                  <p:oleObj name="Equation" r:id="rId19" imgW="7365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000875" y="3282950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3331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7D1B175-C89E-4187-BD05-B03F7C403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558" y="493985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20AAD75-4D03-4DE3-A4AA-913437785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4602" y="449991"/>
            <a:ext cx="666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77E0C329-1444-4C49-A7A3-267F6680D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058" y="1197693"/>
            <a:ext cx="88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33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431DE125-12C5-4B84-8A1B-0A7655788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2535539"/>
            <a:ext cx="190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依次类推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D6AF6857-BE02-4F7A-A65A-4B4472BC27C5}"/>
              </a:ext>
            </a:extLst>
          </p:cNvPr>
          <p:cNvSpPr txBox="1">
            <a:spLocks noChangeArrowheads="1"/>
          </p:cNvSpPr>
          <p:nvPr/>
        </p:nvSpPr>
        <p:spPr>
          <a:xfrm>
            <a:off x="1078058" y="506685"/>
            <a:ext cx="1219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Text Box 22">
            <a:extLst>
              <a:ext uri="{FF2B5EF4-FFF2-40B4-BE49-F238E27FC236}">
                <a16:creationId xmlns:a16="http://schemas.microsoft.com/office/drawing/2014/main" id="{260886E4-0508-4A59-9F89-F2C5B0091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5308" y="2568067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可得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70103CC-E4EE-44C6-8E26-F69A9CF79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660530"/>
              </p:ext>
            </p:extLst>
          </p:nvPr>
        </p:nvGraphicFramePr>
        <p:xfrm>
          <a:off x="2339752" y="483518"/>
          <a:ext cx="3670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0" name="Equation" r:id="rId3" imgW="3670200" imgH="419040" progId="Equation.DSMT4">
                  <p:embed/>
                </p:oleObj>
              </mc:Choice>
              <mc:Fallback>
                <p:oleObj name="Equation" r:id="rId3" imgW="3670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483518"/>
                        <a:ext cx="3670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593488B-36E8-4A73-BE26-40A78968D1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318921"/>
              </p:ext>
            </p:extLst>
          </p:nvPr>
        </p:nvGraphicFramePr>
        <p:xfrm>
          <a:off x="6446246" y="477623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1" name="Equation" r:id="rId5" imgW="533160" imgH="406080" progId="Equation.DSMT4">
                  <p:embed/>
                </p:oleObj>
              </mc:Choice>
              <mc:Fallback>
                <p:oleObj name="Equation" r:id="rId5" imgW="533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46246" y="477623"/>
                        <a:ext cx="533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9F66979-BE2B-4498-AF45-318B8CAA44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64586"/>
              </p:ext>
            </p:extLst>
          </p:nvPr>
        </p:nvGraphicFramePr>
        <p:xfrm>
          <a:off x="1724814" y="1173605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2" name="Equation" r:id="rId7" imgW="1054080" imgH="380880" progId="Equation.DSMT4">
                  <p:embed/>
                </p:oleObj>
              </mc:Choice>
              <mc:Fallback>
                <p:oleObj name="Equation" r:id="rId7" imgW="10540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4814" y="1173605"/>
                        <a:ext cx="1054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84B7C44-DEAF-4028-96C4-5974FF52BB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390839"/>
              </p:ext>
            </p:extLst>
          </p:nvPr>
        </p:nvGraphicFramePr>
        <p:xfrm>
          <a:off x="2786208" y="1207068"/>
          <a:ext cx="838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3" name="Equation" r:id="rId9" imgW="838080" imgH="380880" progId="Equation.DSMT4">
                  <p:embed/>
                </p:oleObj>
              </mc:Choice>
              <mc:Fallback>
                <p:oleObj name="Equation" r:id="rId9" imgW="8380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6208" y="1207068"/>
                        <a:ext cx="838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945FC988-B3DA-47C2-875C-2C6376C1B8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984894"/>
              </p:ext>
            </p:extLst>
          </p:nvPr>
        </p:nvGraphicFramePr>
        <p:xfrm>
          <a:off x="3656158" y="1168968"/>
          <a:ext cx="92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4" name="Equation" r:id="rId11" imgW="927000" imgH="419040" progId="Equation.DSMT4">
                  <p:embed/>
                </p:oleObj>
              </mc:Choice>
              <mc:Fallback>
                <p:oleObj name="Equation" r:id="rId11" imgW="9270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56158" y="1168968"/>
                        <a:ext cx="927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C40E7DF-BA4D-42C9-A14A-A3DE193476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031272"/>
              </p:ext>
            </p:extLst>
          </p:nvPr>
        </p:nvGraphicFramePr>
        <p:xfrm>
          <a:off x="4567904" y="1172517"/>
          <a:ext cx="1498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5" name="Equation" r:id="rId13" imgW="1498320" imgH="419040" progId="Equation.DSMT4">
                  <p:embed/>
                </p:oleObj>
              </mc:Choice>
              <mc:Fallback>
                <p:oleObj name="Equation" r:id="rId13" imgW="14983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67904" y="1172517"/>
                        <a:ext cx="1498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1E1CEA0-4084-4E55-A35C-6F4597C15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215210"/>
              </p:ext>
            </p:extLst>
          </p:nvPr>
        </p:nvGraphicFramePr>
        <p:xfrm>
          <a:off x="1695159" y="1907766"/>
          <a:ext cx="1270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6" name="Equation" r:id="rId15" imgW="1269720" imgH="380880" progId="Equation.DSMT4">
                  <p:embed/>
                </p:oleObj>
              </mc:Choice>
              <mc:Fallback>
                <p:oleObj name="Equation" r:id="rId15" imgW="1269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95159" y="1907766"/>
                        <a:ext cx="1270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1D770A1-8D68-476D-97EB-F4EE62AFB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560400"/>
              </p:ext>
            </p:extLst>
          </p:nvPr>
        </p:nvGraphicFramePr>
        <p:xfrm>
          <a:off x="2965159" y="1907766"/>
          <a:ext cx="876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7" name="Equation" r:id="rId17" imgW="876240" imgH="380880" progId="Equation.DSMT4">
                  <p:embed/>
                </p:oleObj>
              </mc:Choice>
              <mc:Fallback>
                <p:oleObj name="Equation" r:id="rId17" imgW="8762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65159" y="1907766"/>
                        <a:ext cx="876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07FF02E-63C8-4FE1-94EF-3F53EA6FBA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932136"/>
              </p:ext>
            </p:extLst>
          </p:nvPr>
        </p:nvGraphicFramePr>
        <p:xfrm>
          <a:off x="3817016" y="1891655"/>
          <a:ext cx="247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8" name="Equation" r:id="rId19" imgW="2476440" imgH="419040" progId="Equation.DSMT4">
                  <p:embed/>
                </p:oleObj>
              </mc:Choice>
              <mc:Fallback>
                <p:oleObj name="Equation" r:id="rId19" imgW="2476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17016" y="1891655"/>
                        <a:ext cx="2476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AC5C104F-7C0C-4B5E-9044-19AD6D7B14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106989"/>
              </p:ext>
            </p:extLst>
          </p:nvPr>
        </p:nvGraphicFramePr>
        <p:xfrm>
          <a:off x="4304289" y="2578104"/>
          <a:ext cx="1384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9" name="Equation" r:id="rId21" imgW="1384200" imgH="419040" progId="Equation.DSMT4">
                  <p:embed/>
                </p:oleObj>
              </mc:Choice>
              <mc:Fallback>
                <p:oleObj name="Equation" r:id="rId21" imgW="1384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04289" y="2578104"/>
                        <a:ext cx="1384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4D2764E2-9E28-4482-933C-DDD4ED7FB7B8}"/>
              </a:ext>
            </a:extLst>
          </p:cNvPr>
          <p:cNvGrpSpPr/>
          <p:nvPr/>
        </p:nvGrpSpPr>
        <p:grpSpPr>
          <a:xfrm>
            <a:off x="983959" y="3212992"/>
            <a:ext cx="5619030" cy="503189"/>
            <a:chOff x="983959" y="3501024"/>
            <a:chExt cx="5619030" cy="503189"/>
          </a:xfrm>
        </p:grpSpPr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D0943463-0150-44E7-9D17-505CD0E21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3959" y="3542548"/>
              <a:ext cx="1981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33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思考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设</a:t>
              </a:r>
            </a:p>
          </p:txBody>
        </p:sp>
        <p:sp>
          <p:nvSpPr>
            <p:cNvPr id="32" name="Text Box 21">
              <a:extLst>
                <a:ext uri="{FF2B5EF4-FFF2-40B4-BE49-F238E27FC236}">
                  <a16:creationId xmlns:a16="http://schemas.microsoft.com/office/drawing/2014/main" id="{8467D07A-3798-487C-BABB-8E8CE4B74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6146" y="3501024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问</a:t>
              </a:r>
            </a:p>
          </p:txBody>
        </p: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634DE57E-1A46-4902-A9BF-FC96D893E4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4252062"/>
                </p:ext>
              </p:extLst>
            </p:nvPr>
          </p:nvGraphicFramePr>
          <p:xfrm>
            <a:off x="2214431" y="3528657"/>
            <a:ext cx="3022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0" name="Equation" r:id="rId23" imgW="3022560" imgH="406080" progId="Equation.DSMT4">
                    <p:embed/>
                  </p:oleObj>
                </mc:Choice>
                <mc:Fallback>
                  <p:oleObj name="Equation" r:id="rId23" imgW="30225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214431" y="3528657"/>
                          <a:ext cx="3022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CFD6E0D7-2560-4D87-8F4E-07EB249668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312288"/>
                </p:ext>
              </p:extLst>
            </p:nvPr>
          </p:nvGraphicFramePr>
          <p:xfrm>
            <a:off x="5688589" y="3527318"/>
            <a:ext cx="914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1" name="Equation" r:id="rId25" imgW="914400" imgH="406080" progId="Equation.DSMT4">
                    <p:embed/>
                  </p:oleObj>
                </mc:Choice>
                <mc:Fallback>
                  <p:oleObj name="Equation" r:id="rId25" imgW="9144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688589" y="3527318"/>
                          <a:ext cx="9144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F660BB77-0D0A-4227-970B-97C4C2154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109743"/>
              </p:ext>
            </p:extLst>
          </p:nvPr>
        </p:nvGraphicFramePr>
        <p:xfrm>
          <a:off x="2049608" y="3865060"/>
          <a:ext cx="5067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2" name="Equation" r:id="rId27" imgW="5067000" imgH="406080" progId="Equation.DSMT4">
                  <p:embed/>
                </p:oleObj>
              </mc:Choice>
              <mc:Fallback>
                <p:oleObj name="Equation" r:id="rId27" imgW="5067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049608" y="3865060"/>
                        <a:ext cx="5067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060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37B6AF8F-5DA7-4B29-9D08-2DC4601E160B}"/>
              </a:ext>
            </a:extLst>
          </p:cNvPr>
          <p:cNvSpPr txBox="1">
            <a:spLocks noChangeArrowheads="1"/>
          </p:cNvSpPr>
          <p:nvPr/>
        </p:nvSpPr>
        <p:spPr>
          <a:xfrm>
            <a:off x="901626" y="484312"/>
            <a:ext cx="1524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A39E2B37-E8AC-4694-AD81-FB8680E37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9411" y="429047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113BD923-AA4B-4049-8FCA-8C16A5E46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626" y="1107703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33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58E32E9C-68BC-4032-A66E-F578D3174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626" y="1892396"/>
            <a:ext cx="1222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特别有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B282C29-64A9-47EA-91BA-A9673F6B6F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238553"/>
              </p:ext>
            </p:extLst>
          </p:nvPr>
        </p:nvGraphicFramePr>
        <p:xfrm>
          <a:off x="1977951" y="484312"/>
          <a:ext cx="952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4" name="Equation" r:id="rId3" imgW="952200" imgH="406080" progId="Equation.DSMT4">
                  <p:embed/>
                </p:oleObj>
              </mc:Choice>
              <mc:Fallback>
                <p:oleObj name="Equation" r:id="rId3" imgW="952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7951" y="484312"/>
                        <a:ext cx="952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B3AB801-A223-422F-9DF1-C14B979F3F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759499"/>
              </p:ext>
            </p:extLst>
          </p:nvPr>
        </p:nvGraphicFramePr>
        <p:xfrm>
          <a:off x="3534711" y="469230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5" name="Equation" r:id="rId5" imgW="533160" imgH="406080" progId="Equation.DSMT4">
                  <p:embed/>
                </p:oleObj>
              </mc:Choice>
              <mc:Fallback>
                <p:oleObj name="Equation" r:id="rId5" imgW="533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34711" y="469230"/>
                        <a:ext cx="533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F1B9EF4-C3EE-4457-989B-B5E106B58A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977763"/>
              </p:ext>
            </p:extLst>
          </p:nvPr>
        </p:nvGraphicFramePr>
        <p:xfrm>
          <a:off x="1655316" y="1177715"/>
          <a:ext cx="1181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6" name="Equation" r:id="rId7" imgW="1180800" imgH="406080" progId="Equation.DSMT4">
                  <p:embed/>
                </p:oleObj>
              </mc:Choice>
              <mc:Fallback>
                <p:oleObj name="Equation" r:id="rId7" imgW="1180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55316" y="1177715"/>
                        <a:ext cx="1181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02D421B-044C-4E66-B7AE-DFE6E2D54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47694"/>
              </p:ext>
            </p:extLst>
          </p:nvPr>
        </p:nvGraphicFramePr>
        <p:xfrm>
          <a:off x="3092525" y="1146079"/>
          <a:ext cx="1358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7" name="Equation" r:id="rId9" imgW="1358640" imgH="406080" progId="Equation.DSMT4">
                  <p:embed/>
                </p:oleObj>
              </mc:Choice>
              <mc:Fallback>
                <p:oleObj name="Equation" r:id="rId9" imgW="1358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92525" y="1146079"/>
                        <a:ext cx="1358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DFBAE7F-0B92-4E0C-8F6C-A71984550D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410813"/>
              </p:ext>
            </p:extLst>
          </p:nvPr>
        </p:nvGraphicFramePr>
        <p:xfrm>
          <a:off x="4644008" y="1141798"/>
          <a:ext cx="184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8" name="Equation" r:id="rId11" imgW="1841400" imgH="406080" progId="Equation.DSMT4">
                  <p:embed/>
                </p:oleObj>
              </mc:Choice>
              <mc:Fallback>
                <p:oleObj name="Equation" r:id="rId11" imgW="1841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44008" y="1141798"/>
                        <a:ext cx="1841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50AB95A-6E18-4C76-8C27-B354807BF3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1824"/>
              </p:ext>
            </p:extLst>
          </p:nvPr>
        </p:nvGraphicFramePr>
        <p:xfrm>
          <a:off x="6488795" y="1141798"/>
          <a:ext cx="161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9" name="Equation" r:id="rId13" imgW="1612800" imgH="406080" progId="Equation.DSMT4">
                  <p:embed/>
                </p:oleObj>
              </mc:Choice>
              <mc:Fallback>
                <p:oleObj name="Equation" r:id="rId13" imgW="1612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88795" y="1141798"/>
                        <a:ext cx="1612900" cy="406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AEAAD0D-041F-4BAC-9013-D1DF2A7E86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574663"/>
              </p:ext>
            </p:extLst>
          </p:nvPr>
        </p:nvGraphicFramePr>
        <p:xfrm>
          <a:off x="2222426" y="1947661"/>
          <a:ext cx="152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0" name="Equation" r:id="rId15" imgW="1523880" imgH="406080" progId="Equation.DSMT4">
                  <p:embed/>
                </p:oleObj>
              </mc:Choice>
              <mc:Fallback>
                <p:oleObj name="Equation" r:id="rId15" imgW="1523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22426" y="1947661"/>
                        <a:ext cx="1524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4ECE425-30A1-4312-8FCF-3002DEC8E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084495"/>
              </p:ext>
            </p:extLst>
          </p:nvPr>
        </p:nvGraphicFramePr>
        <p:xfrm>
          <a:off x="2123728" y="2808862"/>
          <a:ext cx="218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1" name="Equation" r:id="rId17" imgW="2184120" imgH="406080" progId="Equation.DSMT4">
                  <p:embed/>
                </p:oleObj>
              </mc:Choice>
              <mc:Fallback>
                <p:oleObj name="Equation" r:id="rId17" imgW="2184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23728" y="2808862"/>
                        <a:ext cx="2184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723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272F6044-093A-487A-A4A8-EB5C7A6EE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711" y="989662"/>
            <a:ext cx="8283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33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D9356CF-37A5-4D5D-9DEE-826A8722832C}"/>
              </a:ext>
            </a:extLst>
          </p:cNvPr>
          <p:cNvGrpSpPr/>
          <p:nvPr/>
        </p:nvGrpSpPr>
        <p:grpSpPr>
          <a:xfrm>
            <a:off x="899592" y="339502"/>
            <a:ext cx="3355565" cy="512487"/>
            <a:chOff x="875952" y="2405501"/>
            <a:chExt cx="3355565" cy="512487"/>
          </a:xfrm>
        </p:grpSpPr>
        <p:sp>
          <p:nvSpPr>
            <p:cNvPr id="4" name="Text Box 19">
              <a:extLst>
                <a:ext uri="{FF2B5EF4-FFF2-40B4-BE49-F238E27FC236}">
                  <a16:creationId xmlns:a16="http://schemas.microsoft.com/office/drawing/2014/main" id="{FB89C7E4-D4A1-48EB-96B5-C0AC40484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952" y="2456323"/>
              <a:ext cx="1600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33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3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设</a:t>
              </a:r>
            </a:p>
          </p:txBody>
        </p:sp>
        <p:sp>
          <p:nvSpPr>
            <p:cNvPr id="5" name="Text Box 21">
              <a:extLst>
                <a:ext uri="{FF2B5EF4-FFF2-40B4-BE49-F238E27FC236}">
                  <a16:creationId xmlns:a16="http://schemas.microsoft.com/office/drawing/2014/main" id="{ECD14F70-3387-4800-BC61-B1B3B1EEC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9517" y="2405501"/>
              <a:ext cx="762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8F0F502E-BD5F-42EA-81A0-5982236C74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4612083"/>
                </p:ext>
              </p:extLst>
            </p:nvPr>
          </p:nvGraphicFramePr>
          <p:xfrm>
            <a:off x="1741712" y="2481383"/>
            <a:ext cx="1778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98" name="Equation" r:id="rId3" imgW="1777680" imgH="342720" progId="Equation.DSMT4">
                    <p:embed/>
                  </p:oleObj>
                </mc:Choice>
                <mc:Fallback>
                  <p:oleObj name="Equation" r:id="rId3" imgW="1777680" imgH="3427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8F28F0C9-194F-4F7F-B915-80211341D4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41712" y="2481383"/>
                          <a:ext cx="1778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D7F2D1D-BB8E-4536-9430-A1CE34102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074411"/>
              </p:ext>
            </p:extLst>
          </p:nvPr>
        </p:nvGraphicFramePr>
        <p:xfrm>
          <a:off x="3855791" y="339502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9" name="Equation" r:id="rId5" imgW="533160" imgH="406080" progId="Equation.DSMT4">
                  <p:embed/>
                </p:oleObj>
              </mc:Choice>
              <mc:Fallback>
                <p:oleObj name="Equation" r:id="rId5" imgW="533160" imgH="4060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210978E6-BD1D-4AD1-9C1F-D02B027A14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55791" y="339502"/>
                        <a:ext cx="533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92261C8-B1A0-44B5-BCFB-A05E5FF31F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004091"/>
              </p:ext>
            </p:extLst>
          </p:nvPr>
        </p:nvGraphicFramePr>
        <p:xfrm>
          <a:off x="1529310" y="826593"/>
          <a:ext cx="129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0" name="Equation" r:id="rId7" imgW="1295280" imgH="736560" progId="Equation.DSMT4">
                  <p:embed/>
                </p:oleObj>
              </mc:Choice>
              <mc:Fallback>
                <p:oleObj name="Equation" r:id="rId7" imgW="1295280" imgH="73656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0CA8D0AB-8470-46CD-ACFA-3216B6E96D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29310" y="826593"/>
                        <a:ext cx="1295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129D3B6-895E-4966-BC21-9E9EB68CE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24314"/>
              </p:ext>
            </p:extLst>
          </p:nvPr>
        </p:nvGraphicFramePr>
        <p:xfrm>
          <a:off x="2915991" y="839951"/>
          <a:ext cx="1879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1" name="Equation" r:id="rId9" imgW="1879560" imgH="787320" progId="Equation.DSMT4">
                  <p:embed/>
                </p:oleObj>
              </mc:Choice>
              <mc:Fallback>
                <p:oleObj name="Equation" r:id="rId9" imgW="1879560" imgH="7873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3633A207-5294-4B81-A1D8-B38419AAC4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15991" y="839951"/>
                        <a:ext cx="1879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8E227F0-3C68-4CBC-9DC2-6ABC67EDA5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260647"/>
              </p:ext>
            </p:extLst>
          </p:nvPr>
        </p:nvGraphicFramePr>
        <p:xfrm>
          <a:off x="4886872" y="854258"/>
          <a:ext cx="2362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2" name="Equation" r:id="rId11" imgW="2361960" imgH="787320" progId="Equation.DSMT4">
                  <p:embed/>
                </p:oleObj>
              </mc:Choice>
              <mc:Fallback>
                <p:oleObj name="Equation" r:id="rId11" imgW="2361960" imgH="78732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C06394CD-5ADF-476A-A55F-BAE38440EB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86872" y="854258"/>
                        <a:ext cx="2362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0C9D9FB-3C3B-4415-9516-A3DD2E0F2E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578291"/>
              </p:ext>
            </p:extLst>
          </p:nvPr>
        </p:nvGraphicFramePr>
        <p:xfrm>
          <a:off x="7318885" y="1184627"/>
          <a:ext cx="431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3" name="Equation" r:id="rId13" imgW="431640" imgH="266400" progId="Equation.DSMT4">
                  <p:embed/>
                </p:oleObj>
              </mc:Choice>
              <mc:Fallback>
                <p:oleObj name="Equation" r:id="rId13" imgW="431640" imgH="26640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DB358CCF-6B4C-4B0D-895F-5C743A2EC9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18885" y="1184627"/>
                        <a:ext cx="431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D7100AF-7407-49E3-8DE6-11DD4ABAEF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100015"/>
              </p:ext>
            </p:extLst>
          </p:nvPr>
        </p:nvGraphicFramePr>
        <p:xfrm>
          <a:off x="1481059" y="1883447"/>
          <a:ext cx="72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4" name="Equation" r:id="rId15" imgW="723600" imgH="406080" progId="Equation.DSMT4">
                  <p:embed/>
                </p:oleObj>
              </mc:Choice>
              <mc:Fallback>
                <p:oleObj name="Equation" r:id="rId15" imgW="723600" imgH="4060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FE27C244-677D-4953-BF61-F374262E0F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81059" y="1883447"/>
                        <a:ext cx="723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80ED67A-8206-478B-8067-57EDB026C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445141"/>
              </p:ext>
            </p:extLst>
          </p:nvPr>
        </p:nvGraphicFramePr>
        <p:xfrm>
          <a:off x="2312227" y="1900636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5" name="Equation" r:id="rId17" imgW="812520" imgH="406080" progId="Equation.DSMT4">
                  <p:embed/>
                </p:oleObj>
              </mc:Choice>
              <mc:Fallback>
                <p:oleObj name="Equation" r:id="rId17" imgW="812520" imgH="40608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56A3A0ED-9B8E-4577-9D72-BB90424D36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12227" y="1900636"/>
                        <a:ext cx="812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BC80E9E-0226-4F52-B511-5472C3EEBB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273061"/>
              </p:ext>
            </p:extLst>
          </p:nvPr>
        </p:nvGraphicFramePr>
        <p:xfrm>
          <a:off x="3128218" y="1774507"/>
          <a:ext cx="1028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6" name="Equation" r:id="rId19" imgW="1028520" imgH="787320" progId="Equation.DSMT4">
                  <p:embed/>
                </p:oleObj>
              </mc:Choice>
              <mc:Fallback>
                <p:oleObj name="Equation" r:id="rId19" imgW="1028520" imgH="78732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5575202-C828-478E-ACD0-FE9C4D3075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28218" y="1774507"/>
                        <a:ext cx="1028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0">
            <a:extLst>
              <a:ext uri="{FF2B5EF4-FFF2-40B4-BE49-F238E27FC236}">
                <a16:creationId xmlns:a16="http://schemas.microsoft.com/office/drawing/2014/main" id="{BA733FA7-046C-4C3C-93E3-113E0FEB1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393" y="1948864"/>
            <a:ext cx="1371600" cy="36933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规定</a:t>
            </a:r>
            <a:endParaRPr lang="en-US" altLang="zh-CN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A4FCA0D-33C2-45DC-A171-9304D15BC7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883959"/>
              </p:ext>
            </p:extLst>
          </p:nvPr>
        </p:nvGraphicFramePr>
        <p:xfrm>
          <a:off x="5436096" y="1996047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7" name="Equation" r:id="rId21" imgW="507960" imgH="228600" progId="Equation.DSMT4">
                  <p:embed/>
                </p:oleObj>
              </mc:Choice>
              <mc:Fallback>
                <p:oleObj name="Equation" r:id="rId21" imgW="507960" imgH="22860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BFFCDCB1-4D0D-4640-BE3C-1044E56216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36096" y="1996047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25B4A2D-FBB4-48D5-A06A-7CAAD0D2EE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614172"/>
              </p:ext>
            </p:extLst>
          </p:nvPr>
        </p:nvGraphicFramePr>
        <p:xfrm>
          <a:off x="1010477" y="3782338"/>
          <a:ext cx="4229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8" name="Equation" r:id="rId23" imgW="4228920" imgH="825480" progId="Equation.DSMT4">
                  <p:embed/>
                </p:oleObj>
              </mc:Choice>
              <mc:Fallback>
                <p:oleObj name="Equation" r:id="rId23" imgW="42289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10477" y="3782338"/>
                        <a:ext cx="42291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1FE195F-8B7B-4C0A-8C82-27C6D024EF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795140"/>
              </p:ext>
            </p:extLst>
          </p:nvPr>
        </p:nvGraphicFramePr>
        <p:xfrm>
          <a:off x="1047802" y="2795386"/>
          <a:ext cx="3213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9" name="Equation" r:id="rId25" imgW="3213000" imgH="787320" progId="Equation.DSMT4">
                  <p:embed/>
                </p:oleObj>
              </mc:Choice>
              <mc:Fallback>
                <p:oleObj name="Equation" r:id="rId25" imgW="32130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47802" y="2795386"/>
                        <a:ext cx="3213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915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00A11599-1091-4BFF-BDB4-112065E9B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45" y="410953"/>
            <a:ext cx="144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练习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  <a:ea typeface="+mj-ea"/>
              </a:rPr>
              <a:t>1</a:t>
            </a: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设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837CD63-9FF8-4808-AD6E-E2093898B0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60213"/>
              </p:ext>
            </p:extLst>
          </p:nvPr>
        </p:nvGraphicFramePr>
        <p:xfrm>
          <a:off x="1818556" y="477327"/>
          <a:ext cx="1778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7" name="Equation" r:id="rId3" imgW="1777680" imgH="342720" progId="Equation.DSMT4">
                  <p:embed/>
                </p:oleObj>
              </mc:Choice>
              <mc:Fallback>
                <p:oleObj name="Equation" r:id="rId3" imgW="1777680" imgH="34272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4ACDF3BA-A9C7-4D66-91CE-448FAC40C7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8556" y="477327"/>
                        <a:ext cx="1778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4438367-D26D-4212-93F2-31554CCFFE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543372"/>
              </p:ext>
            </p:extLst>
          </p:nvPr>
        </p:nvGraphicFramePr>
        <p:xfrm>
          <a:off x="650769" y="2599060"/>
          <a:ext cx="6464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8" name="Equation" r:id="rId5" imgW="6464160" imgH="838080" progId="Equation.DSMT4">
                  <p:embed/>
                </p:oleObj>
              </mc:Choice>
              <mc:Fallback>
                <p:oleObj name="Equation" r:id="rId5" imgW="6464160" imgH="83808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81420735-7CE7-45F2-AD8A-A6DF01B471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0769" y="2599060"/>
                        <a:ext cx="64643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3763E0F-C410-40B1-8640-1910384E1E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979112"/>
              </p:ext>
            </p:extLst>
          </p:nvPr>
        </p:nvGraphicFramePr>
        <p:xfrm>
          <a:off x="1755775" y="1154113"/>
          <a:ext cx="4254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9" name="Equation" r:id="rId7" imgW="4254480" imgH="825480" progId="Equation.DSMT4">
                  <p:embed/>
                </p:oleObj>
              </mc:Choice>
              <mc:Fallback>
                <p:oleObj name="Equation" r:id="rId7" imgW="4254480" imgH="825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25B4A2D-FBB4-48D5-A06A-7CAAD0D2EE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55775" y="1154113"/>
                        <a:ext cx="4254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6A84D4E-99B8-4259-91F9-FFEDDE227E28}"/>
              </a:ext>
            </a:extLst>
          </p:cNvPr>
          <p:cNvSpPr/>
          <p:nvPr/>
        </p:nvSpPr>
        <p:spPr>
          <a:xfrm>
            <a:off x="3635896" y="41794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求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3B757F2-3380-4025-BE03-AE8D8E28B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176262"/>
              </p:ext>
            </p:extLst>
          </p:nvPr>
        </p:nvGraphicFramePr>
        <p:xfrm>
          <a:off x="4067944" y="417944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0" name="Equation" r:id="rId9" imgW="533160" imgH="406080" progId="Equation.DSMT4">
                  <p:embed/>
                </p:oleObj>
              </mc:Choice>
              <mc:Fallback>
                <p:oleObj name="Equation" r:id="rId9" imgW="533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67944" y="417944"/>
                        <a:ext cx="533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>
            <a:extLst>
              <a:ext uri="{FF2B5EF4-FFF2-40B4-BE49-F238E27FC236}">
                <a16:creationId xmlns:a16="http://schemas.microsoft.com/office/drawing/2014/main" id="{87C82BD9-265A-4B4C-9B12-150A670C7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45" y="1335396"/>
            <a:ext cx="6202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33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FACAD8-71BC-4353-91A3-A923C6BE9294}"/>
              </a:ext>
            </a:extLst>
          </p:cNvPr>
          <p:cNvSpPr/>
          <p:nvPr/>
        </p:nvSpPr>
        <p:spPr>
          <a:xfrm>
            <a:off x="1106710" y="133539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由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053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3EA0194D-3D7B-49FF-A534-59A7D37FC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51" y="622143"/>
            <a:ext cx="144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练习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  <a:ea typeface="+mj-ea"/>
              </a:rPr>
              <a:t>2</a:t>
            </a: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设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DD2FAC1-02D2-46D7-8D6B-59AA154EA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339218"/>
              </p:ext>
            </p:extLst>
          </p:nvPr>
        </p:nvGraphicFramePr>
        <p:xfrm>
          <a:off x="1979712" y="483518"/>
          <a:ext cx="149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5" name="Equation" r:id="rId3" imgW="1498320" imgH="736560" progId="Equation.DSMT4">
                  <p:embed/>
                </p:oleObj>
              </mc:Choice>
              <mc:Fallback>
                <p:oleObj name="Equation" r:id="rId3" imgW="149832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806A8FB-9A54-4342-92EF-8EBE38C0F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483518"/>
                        <a:ext cx="1498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A6C40E7-8E9C-4D62-B76B-F0B028BFD9DC}"/>
              </a:ext>
            </a:extLst>
          </p:cNvPr>
          <p:cNvSpPr/>
          <p:nvPr/>
        </p:nvSpPr>
        <p:spPr>
          <a:xfrm>
            <a:off x="3529403" y="66543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求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91AE2A7-B9A2-4CB3-AE21-61449C50D2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409069"/>
              </p:ext>
            </p:extLst>
          </p:nvPr>
        </p:nvGraphicFramePr>
        <p:xfrm>
          <a:off x="4000679" y="677408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6" name="Equation" r:id="rId5" imgW="533160" imgH="406080" progId="Equation.DSMT4">
                  <p:embed/>
                </p:oleObj>
              </mc:Choice>
              <mc:Fallback>
                <p:oleObj name="Equation" r:id="rId5" imgW="533160" imgH="4060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904EFE6D-25E8-4189-80CC-DA56A6C6B0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0679" y="677408"/>
                        <a:ext cx="533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97819E8-C1EC-466D-B5B5-A20E474768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356306"/>
              </p:ext>
            </p:extLst>
          </p:nvPr>
        </p:nvGraphicFramePr>
        <p:xfrm>
          <a:off x="1745213" y="1609557"/>
          <a:ext cx="4254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7" name="Equation" r:id="rId7" imgW="4254480" imgH="825480" progId="Equation.DSMT4">
                  <p:embed/>
                </p:oleObj>
              </mc:Choice>
              <mc:Fallback>
                <p:oleObj name="Equation" r:id="rId7" imgW="4254480" imgH="825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25B4A2D-FBB4-48D5-A06A-7CAAD0D2EE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45213" y="1609557"/>
                        <a:ext cx="4254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>
            <a:extLst>
              <a:ext uri="{FF2B5EF4-FFF2-40B4-BE49-F238E27FC236}">
                <a16:creationId xmlns:a16="http://schemas.microsoft.com/office/drawing/2014/main" id="{5E72ACA5-11D0-4BCA-8FBB-3636377B0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630" y="1768343"/>
            <a:ext cx="6202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33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59687D1-213B-4ECC-A19C-0AF0A3CEAE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659008"/>
              </p:ext>
            </p:extLst>
          </p:nvPr>
        </p:nvGraphicFramePr>
        <p:xfrm>
          <a:off x="1124928" y="2913493"/>
          <a:ext cx="6121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8" name="Equation" r:id="rId9" imgW="6121080" imgH="876240" progId="Equation.DSMT4">
                  <p:embed/>
                </p:oleObj>
              </mc:Choice>
              <mc:Fallback>
                <p:oleObj name="Equation" r:id="rId9" imgW="612108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24928" y="2913493"/>
                        <a:ext cx="61214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29F3406-D4F4-4E16-9B4E-DB59D7A62603}"/>
              </a:ext>
            </a:extLst>
          </p:cNvPr>
          <p:cNvSpPr/>
          <p:nvPr/>
        </p:nvSpPr>
        <p:spPr>
          <a:xfrm>
            <a:off x="1124928" y="176834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由</a:t>
            </a:r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26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1C92123-A6A9-4095-8EE2-BCE8EB2834BA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360363"/>
            <a:ext cx="1752600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C230842-996F-4CED-82AB-418EADDE4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217" y="362247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FCB92275-AB7B-42B2-AC35-5957244E3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" y="1023218"/>
            <a:ext cx="8382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33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E9E336E-DC7D-4FA4-B855-D0A425609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351986"/>
              </p:ext>
            </p:extLst>
          </p:nvPr>
        </p:nvGraphicFramePr>
        <p:xfrm>
          <a:off x="1583717" y="423069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" name="Equation" r:id="rId3" imgW="1206360" imgH="342720" progId="Equation.DSMT4">
                  <p:embed/>
                </p:oleObj>
              </mc:Choice>
              <mc:Fallback>
                <p:oleObj name="Equation" r:id="rId3" imgW="12063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717" y="423069"/>
                        <a:ext cx="1206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B699DFB-8753-4ED0-9490-97661AED33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879480"/>
              </p:ext>
            </p:extLst>
          </p:nvPr>
        </p:nvGraphicFramePr>
        <p:xfrm>
          <a:off x="3171217" y="374902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2" name="Equation" r:id="rId5" imgW="533160" imgH="406080" progId="Equation.DSMT4">
                  <p:embed/>
                </p:oleObj>
              </mc:Choice>
              <mc:Fallback>
                <p:oleObj name="Equation" r:id="rId5" imgW="533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1217" y="374902"/>
                        <a:ext cx="533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47C96AA-229B-42DA-9571-1C3507675C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715039"/>
              </p:ext>
            </p:extLst>
          </p:nvPr>
        </p:nvGraphicFramePr>
        <p:xfrm>
          <a:off x="1120348" y="1054100"/>
          <a:ext cx="1181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3" name="Equation" r:id="rId7" imgW="1180800" imgH="355320" progId="Equation.DSMT4">
                  <p:embed/>
                </p:oleObj>
              </mc:Choice>
              <mc:Fallback>
                <p:oleObj name="Equation" r:id="rId7" imgW="1180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20348" y="1054100"/>
                        <a:ext cx="1181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24F236D-CC46-408D-BFC2-D791EC6BE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842560"/>
              </p:ext>
            </p:extLst>
          </p:nvPr>
        </p:nvGraphicFramePr>
        <p:xfrm>
          <a:off x="2276475" y="846138"/>
          <a:ext cx="1752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4" name="Equation" r:id="rId9" imgW="1752480" imgH="812520" progId="Equation.DSMT4">
                  <p:embed/>
                </p:oleObj>
              </mc:Choice>
              <mc:Fallback>
                <p:oleObj name="Equation" r:id="rId9" imgW="17524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76475" y="846138"/>
                        <a:ext cx="1752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186CB52-A59F-444B-911D-CEF422336C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142306"/>
              </p:ext>
            </p:extLst>
          </p:nvPr>
        </p:nvGraphicFramePr>
        <p:xfrm>
          <a:off x="1028700" y="1852859"/>
          <a:ext cx="2057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5" name="Equation" r:id="rId11" imgW="2057400" imgH="812520" progId="Equation.DSMT4">
                  <p:embed/>
                </p:oleObj>
              </mc:Choice>
              <mc:Fallback>
                <p:oleObj name="Equation" r:id="rId11" imgW="20574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8700" y="1852859"/>
                        <a:ext cx="2057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19F37C3-E79C-434A-9079-6FB2ECDAC8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231024"/>
              </p:ext>
            </p:extLst>
          </p:nvPr>
        </p:nvGraphicFramePr>
        <p:xfrm>
          <a:off x="3086100" y="1846263"/>
          <a:ext cx="2095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6" name="Equation" r:id="rId13" imgW="2095200" imgH="812520" progId="Equation.DSMT4">
                  <p:embed/>
                </p:oleObj>
              </mc:Choice>
              <mc:Fallback>
                <p:oleObj name="Equation" r:id="rId13" imgW="20952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86100" y="1846263"/>
                        <a:ext cx="2095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4592C0F-FD1E-4A91-88F4-8D90B15A03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823683"/>
              </p:ext>
            </p:extLst>
          </p:nvPr>
        </p:nvGraphicFramePr>
        <p:xfrm>
          <a:off x="5200650" y="1890713"/>
          <a:ext cx="1879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7" name="Equation" r:id="rId15" imgW="1879560" imgH="723600" progId="Equation.DSMT4">
                  <p:embed/>
                </p:oleObj>
              </mc:Choice>
              <mc:Fallback>
                <p:oleObj name="Equation" r:id="rId15" imgW="1879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00650" y="1890713"/>
                        <a:ext cx="1879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C5F3CE4-CF24-40F0-BBC0-FBCBF0B1E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901252"/>
              </p:ext>
            </p:extLst>
          </p:nvPr>
        </p:nvGraphicFramePr>
        <p:xfrm>
          <a:off x="986817" y="2933181"/>
          <a:ext cx="2400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8" name="Equation" r:id="rId17" imgW="2400120" imgH="812520" progId="Equation.DSMT4">
                  <p:embed/>
                </p:oleObj>
              </mc:Choice>
              <mc:Fallback>
                <p:oleObj name="Equation" r:id="rId17" imgW="2400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86817" y="2933181"/>
                        <a:ext cx="2400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DDBEC594-282E-4A19-A339-705D9B088C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369168"/>
              </p:ext>
            </p:extLst>
          </p:nvPr>
        </p:nvGraphicFramePr>
        <p:xfrm>
          <a:off x="3333750" y="2934863"/>
          <a:ext cx="1866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9" name="Equation" r:id="rId19" imgW="1866600" imgH="723600" progId="Equation.DSMT4">
                  <p:embed/>
                </p:oleObj>
              </mc:Choice>
              <mc:Fallback>
                <p:oleObj name="Equation" r:id="rId19" imgW="18666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33750" y="2934863"/>
                        <a:ext cx="1866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4">
            <a:extLst>
              <a:ext uri="{FF2B5EF4-FFF2-40B4-BE49-F238E27FC236}">
                <a16:creationId xmlns:a16="http://schemas.microsoft.com/office/drawing/2014/main" id="{F89CB135-2309-46B7-820C-1A70998A5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939902"/>
            <a:ext cx="24384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一般地 </a:t>
            </a: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6E175AE2-1E35-439C-A83D-8AC08CA65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90395"/>
              </p:ext>
            </p:extLst>
          </p:nvPr>
        </p:nvGraphicFramePr>
        <p:xfrm>
          <a:off x="1932967" y="3796558"/>
          <a:ext cx="3009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0" name="Equation" r:id="rId21" imgW="3009600" imgH="812520" progId="Equation.DSMT4">
                  <p:embed/>
                </p:oleObj>
              </mc:Choice>
              <mc:Fallback>
                <p:oleObj name="Equation" r:id="rId21" imgW="30096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932967" y="3796558"/>
                        <a:ext cx="3009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078021D5-822C-4BA6-94F8-FC1D4A9E7F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100552"/>
              </p:ext>
            </p:extLst>
          </p:nvPr>
        </p:nvGraphicFramePr>
        <p:xfrm>
          <a:off x="5148064" y="3796558"/>
          <a:ext cx="3060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1" name="Equation" r:id="rId23" imgW="3060360" imgH="812520" progId="Equation.DSMT4">
                  <p:embed/>
                </p:oleObj>
              </mc:Choice>
              <mc:Fallback>
                <p:oleObj name="Equation" r:id="rId23" imgW="3060360" imgH="8125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6E175AE2-1E35-439C-A83D-8AC08CA65B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48064" y="3796558"/>
                        <a:ext cx="3060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星形: 五角 2">
            <a:extLst>
              <a:ext uri="{FF2B5EF4-FFF2-40B4-BE49-F238E27FC236}">
                <a16:creationId xmlns:a16="http://schemas.microsoft.com/office/drawing/2014/main" id="{F0F3B8EF-20E9-4337-B04A-CB0D3E5533F6}"/>
              </a:ext>
            </a:extLst>
          </p:cNvPr>
          <p:cNvSpPr/>
          <p:nvPr/>
        </p:nvSpPr>
        <p:spPr>
          <a:xfrm>
            <a:off x="7863272" y="2307791"/>
            <a:ext cx="504056" cy="527918"/>
          </a:xfrm>
          <a:prstGeom prst="star5">
            <a:avLst/>
          </a:prstGeom>
          <a:solidFill>
            <a:srgbClr val="FF0000"/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60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21F2BB5-8E3A-4491-B0E4-24837D716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940" y="250032"/>
            <a:ext cx="2057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5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B9DDDC81-57B8-4C3A-8137-8D921B5B8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940" y="903036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j-ea"/>
              <a:ea typeface="+mj-ea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7436E35-E406-4D01-9DE2-CFAD9B75CC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818"/>
              </p:ext>
            </p:extLst>
          </p:nvPr>
        </p:nvGraphicFramePr>
        <p:xfrm>
          <a:off x="1331640" y="267494"/>
          <a:ext cx="160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3" name="Equation" r:id="rId3" imgW="1600200" imgH="406080" progId="Equation.DSMT4">
                  <p:embed/>
                </p:oleObj>
              </mc:Choice>
              <mc:Fallback>
                <p:oleObj name="Equation" r:id="rId3" imgW="1600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267494"/>
                        <a:ext cx="1600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5DD6DFE-42B6-4A39-95E1-7E90B27A19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245218"/>
              </p:ext>
            </p:extLst>
          </p:nvPr>
        </p:nvGraphicFramePr>
        <p:xfrm>
          <a:off x="2970222" y="268847"/>
          <a:ext cx="2108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4" name="Equation" r:id="rId5" imgW="2108160" imgH="380880" progId="Equation.DSMT4">
                  <p:embed/>
                </p:oleObj>
              </mc:Choice>
              <mc:Fallback>
                <p:oleObj name="Equation" r:id="rId5" imgW="2108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70222" y="268847"/>
                        <a:ext cx="2108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530EDDE-A7A0-4320-A925-8ABB63CA9B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998523"/>
              </p:ext>
            </p:extLst>
          </p:nvPr>
        </p:nvGraphicFramePr>
        <p:xfrm>
          <a:off x="5116804" y="238919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5" name="Equation" r:id="rId7" imgW="533160" imgH="406080" progId="Equation.DSMT4">
                  <p:embed/>
                </p:oleObj>
              </mc:Choice>
              <mc:Fallback>
                <p:oleObj name="Equation" r:id="rId7" imgW="533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16804" y="238919"/>
                        <a:ext cx="533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C1788F2-3DC0-4F01-A496-6DD7CB6335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587998"/>
              </p:ext>
            </p:extLst>
          </p:nvPr>
        </p:nvGraphicFramePr>
        <p:xfrm>
          <a:off x="1022822" y="929247"/>
          <a:ext cx="208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6" name="Equation" r:id="rId9" imgW="2082600" imgH="406080" progId="Equation.DSMT4">
                  <p:embed/>
                </p:oleObj>
              </mc:Choice>
              <mc:Fallback>
                <p:oleObj name="Equation" r:id="rId9" imgW="2082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22822" y="929247"/>
                        <a:ext cx="2082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6751D22-B23E-4030-AF2A-B4978731D9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778346"/>
              </p:ext>
            </p:extLst>
          </p:nvPr>
        </p:nvGraphicFramePr>
        <p:xfrm>
          <a:off x="3176747" y="947874"/>
          <a:ext cx="133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7" name="Equation" r:id="rId11" imgW="1333440" imgH="342720" progId="Equation.DSMT4">
                  <p:embed/>
                </p:oleObj>
              </mc:Choice>
              <mc:Fallback>
                <p:oleObj name="Equation" r:id="rId11" imgW="13334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76747" y="947874"/>
                        <a:ext cx="1333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A21F4F4-2050-4105-B556-43BFE58966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69838"/>
              </p:ext>
            </p:extLst>
          </p:nvPr>
        </p:nvGraphicFramePr>
        <p:xfrm>
          <a:off x="4519340" y="965994"/>
          <a:ext cx="293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8" name="Equation" r:id="rId13" imgW="2933640" imgH="406080" progId="Equation.DSMT4">
                  <p:embed/>
                </p:oleObj>
              </mc:Choice>
              <mc:Fallback>
                <p:oleObj name="Equation" r:id="rId13" imgW="2933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19340" y="965994"/>
                        <a:ext cx="2933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81FBBCC8-FF65-40E2-AB1C-31AE6EA3AD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256688"/>
              </p:ext>
            </p:extLst>
          </p:nvPr>
        </p:nvGraphicFramePr>
        <p:xfrm>
          <a:off x="1261790" y="1578516"/>
          <a:ext cx="60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" name="Equation" r:id="rId15" imgW="609480" imgH="342720" progId="Equation.DSMT4">
                  <p:embed/>
                </p:oleObj>
              </mc:Choice>
              <mc:Fallback>
                <p:oleObj name="Equation" r:id="rId15" imgW="609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61790" y="1578516"/>
                        <a:ext cx="609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46B6DF3-1A3D-4126-9A2A-1888524F12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203478"/>
              </p:ext>
            </p:extLst>
          </p:nvPr>
        </p:nvGraphicFramePr>
        <p:xfrm>
          <a:off x="1871390" y="1535599"/>
          <a:ext cx="2451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" name="Equation" r:id="rId17" imgW="2450880" imgH="469800" progId="Equation.DSMT4">
                  <p:embed/>
                </p:oleObj>
              </mc:Choice>
              <mc:Fallback>
                <p:oleObj name="Equation" r:id="rId17" imgW="24508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71390" y="1535599"/>
                        <a:ext cx="24511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A54A65E-0708-474D-9B67-35E00580BB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033266"/>
              </p:ext>
            </p:extLst>
          </p:nvPr>
        </p:nvGraphicFramePr>
        <p:xfrm>
          <a:off x="4359359" y="1387629"/>
          <a:ext cx="1917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1" name="Equation" r:id="rId19" imgW="1917360" imgH="812520" progId="Equation.DSMT4">
                  <p:embed/>
                </p:oleObj>
              </mc:Choice>
              <mc:Fallback>
                <p:oleObj name="Equation" r:id="rId19" imgW="1917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59359" y="1387629"/>
                        <a:ext cx="1917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0CDCE34F-961F-46EC-92F7-523E619C9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217023"/>
              </p:ext>
            </p:extLst>
          </p:nvPr>
        </p:nvGraphicFramePr>
        <p:xfrm>
          <a:off x="921222" y="2423909"/>
          <a:ext cx="1701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" name="Equation" r:id="rId21" imgW="1701720" imgH="469800" progId="Equation.DSMT4">
                  <p:embed/>
                </p:oleObj>
              </mc:Choice>
              <mc:Fallback>
                <p:oleObj name="Equation" r:id="rId21" imgW="17017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21222" y="2423909"/>
                        <a:ext cx="17018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E83B7444-80E0-49EC-A512-3BE6E01905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118741"/>
              </p:ext>
            </p:extLst>
          </p:nvPr>
        </p:nvGraphicFramePr>
        <p:xfrm>
          <a:off x="2604631" y="2425260"/>
          <a:ext cx="224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3" name="Equation" r:id="rId23" imgW="2247840" imgH="406080" progId="Equation.DSMT4">
                  <p:embed/>
                </p:oleObj>
              </mc:Choice>
              <mc:Fallback>
                <p:oleObj name="Equation" r:id="rId23" imgW="2247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604631" y="2425260"/>
                        <a:ext cx="2247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01B6D497-F184-4E66-A13C-C3D83511E6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641595"/>
              </p:ext>
            </p:extLst>
          </p:nvPr>
        </p:nvGraphicFramePr>
        <p:xfrm>
          <a:off x="4932090" y="2423909"/>
          <a:ext cx="205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4" name="Equation" r:id="rId25" imgW="2057400" imgH="406080" progId="Equation.DSMT4">
                  <p:embed/>
                </p:oleObj>
              </mc:Choice>
              <mc:Fallback>
                <p:oleObj name="Equation" r:id="rId25" imgW="2057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932090" y="2423909"/>
                        <a:ext cx="2057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D2CDB78D-1DAF-49DF-8473-2498713C9D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605804"/>
              </p:ext>
            </p:extLst>
          </p:nvPr>
        </p:nvGraphicFramePr>
        <p:xfrm>
          <a:off x="1246369" y="3175100"/>
          <a:ext cx="1727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" name="Equation" r:id="rId27" imgW="1726920" imgH="469800" progId="Equation.DSMT4">
                  <p:embed/>
                </p:oleObj>
              </mc:Choice>
              <mc:Fallback>
                <p:oleObj name="Equation" r:id="rId27" imgW="17269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246369" y="3175100"/>
                        <a:ext cx="17272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FD500B11-9BC8-488F-A7EB-3C93783F84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669376"/>
              </p:ext>
            </p:extLst>
          </p:nvPr>
        </p:nvGraphicFramePr>
        <p:xfrm>
          <a:off x="2938038" y="3151770"/>
          <a:ext cx="2603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" name="Equation" r:id="rId29" imgW="2603160" imgH="469800" progId="Equation.DSMT4">
                  <p:embed/>
                </p:oleObj>
              </mc:Choice>
              <mc:Fallback>
                <p:oleObj name="Equation" r:id="rId29" imgW="26031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938038" y="3151770"/>
                        <a:ext cx="26035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A0ADF3AE-AE33-4A16-8E60-1D02C1906B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599980"/>
              </p:ext>
            </p:extLst>
          </p:nvPr>
        </p:nvGraphicFramePr>
        <p:xfrm>
          <a:off x="781522" y="3752950"/>
          <a:ext cx="1981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" name="Equation" r:id="rId31" imgW="1981080" imgH="609480" progId="Equation.DSMT4">
                  <p:embed/>
                </p:oleObj>
              </mc:Choice>
              <mc:Fallback>
                <p:oleObj name="Equation" r:id="rId31" imgW="198108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1522" y="3752950"/>
                        <a:ext cx="19812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58D758EC-A928-4474-81DE-C6EC19F2C4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121891"/>
              </p:ext>
            </p:extLst>
          </p:nvPr>
        </p:nvGraphicFramePr>
        <p:xfrm>
          <a:off x="2906192" y="3905350"/>
          <a:ext cx="1892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8" name="Equation" r:id="rId33" imgW="1892160" imgH="406080" progId="Equation.DSMT4">
                  <p:embed/>
                </p:oleObj>
              </mc:Choice>
              <mc:Fallback>
                <p:oleObj name="Equation" r:id="rId33" imgW="1892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906192" y="3905350"/>
                        <a:ext cx="1892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F00E55E8-BCA0-44F0-9F0D-5B588E8F0E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955862"/>
              </p:ext>
            </p:extLst>
          </p:nvPr>
        </p:nvGraphicFramePr>
        <p:xfrm>
          <a:off x="2623022" y="3587850"/>
          <a:ext cx="965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" name="Equation" r:id="rId35" imgW="965160" imgH="266400" progId="Equation.DSMT4">
                  <p:embed/>
                </p:oleObj>
              </mc:Choice>
              <mc:Fallback>
                <p:oleObj name="Equation" r:id="rId35" imgW="9651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623022" y="3587850"/>
                        <a:ext cx="9652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1B688DFD-1E5F-4C1F-9FD6-A50C96827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3354"/>
              </p:ext>
            </p:extLst>
          </p:nvPr>
        </p:nvGraphicFramePr>
        <p:xfrm>
          <a:off x="5097190" y="3679032"/>
          <a:ext cx="1892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0" name="Equation" r:id="rId37" imgW="1892160" imgH="812520" progId="Equation.DSMT4">
                  <p:embed/>
                </p:oleObj>
              </mc:Choice>
              <mc:Fallback>
                <p:oleObj name="Equation" r:id="rId37" imgW="1892160" imgH="8125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BA54A65E-0708-474D-9B67-35E00580BB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097190" y="3679032"/>
                        <a:ext cx="1892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AF80181E-3DC4-48F6-9ECA-951FD91E57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43777"/>
              </p:ext>
            </p:extLst>
          </p:nvPr>
        </p:nvGraphicFramePr>
        <p:xfrm>
          <a:off x="5541538" y="3183520"/>
          <a:ext cx="3289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" name="Equation" r:id="rId39" imgW="3288960" imgH="406080" progId="Equation.DSMT4">
                  <p:embed/>
                </p:oleObj>
              </mc:Choice>
              <mc:Fallback>
                <p:oleObj name="Equation" r:id="rId39" imgW="3288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541538" y="3183520"/>
                        <a:ext cx="3289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组合 45">
            <a:extLst>
              <a:ext uri="{FF2B5EF4-FFF2-40B4-BE49-F238E27FC236}">
                <a16:creationId xmlns:a16="http://schemas.microsoft.com/office/drawing/2014/main" id="{74F9D9A7-D588-4C38-B12E-1CA280607713}"/>
              </a:ext>
            </a:extLst>
          </p:cNvPr>
          <p:cNvGrpSpPr/>
          <p:nvPr/>
        </p:nvGrpSpPr>
        <p:grpSpPr>
          <a:xfrm>
            <a:off x="7091678" y="1314378"/>
            <a:ext cx="1698773" cy="1382241"/>
            <a:chOff x="6448103" y="627534"/>
            <a:chExt cx="1698773" cy="1382241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D0997B88-F68B-4B43-8B1B-9C93BFE8545E}"/>
                </a:ext>
              </a:extLst>
            </p:cNvPr>
            <p:cNvGrpSpPr/>
            <p:nvPr/>
          </p:nvGrpSpPr>
          <p:grpSpPr>
            <a:xfrm>
              <a:off x="6948264" y="627534"/>
              <a:ext cx="1198612" cy="1382241"/>
              <a:chOff x="6588224" y="627534"/>
              <a:chExt cx="1198612" cy="1382241"/>
            </a:xfrm>
          </p:grpSpPr>
          <p:sp>
            <p:nvSpPr>
              <p:cNvPr id="49" name="直角三角形 48">
                <a:extLst>
                  <a:ext uri="{FF2B5EF4-FFF2-40B4-BE49-F238E27FC236}">
                    <a16:creationId xmlns:a16="http://schemas.microsoft.com/office/drawing/2014/main" id="{0B4A22F2-5190-4140-8F38-128A38A653D5}"/>
                  </a:ext>
                </a:extLst>
              </p:cNvPr>
              <p:cNvSpPr/>
              <p:nvPr/>
            </p:nvSpPr>
            <p:spPr>
              <a:xfrm rot="16200000">
                <a:off x="6516216" y="699542"/>
                <a:ext cx="1116124" cy="972108"/>
              </a:xfrm>
              <a:prstGeom prst="rtTriangl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弧形 49">
                <a:extLst>
                  <a:ext uri="{FF2B5EF4-FFF2-40B4-BE49-F238E27FC236}">
                    <a16:creationId xmlns:a16="http://schemas.microsoft.com/office/drawing/2014/main" id="{D239C367-A397-4535-9AC3-213CCBEDC250}"/>
                  </a:ext>
                </a:extLst>
              </p:cNvPr>
              <p:cNvSpPr/>
              <p:nvPr/>
            </p:nvSpPr>
            <p:spPr>
              <a:xfrm>
                <a:off x="6660232" y="1635646"/>
                <a:ext cx="72008" cy="216024"/>
              </a:xfrm>
              <a:prstGeom prst="arc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51" name="对象 50">
                <a:extLst>
                  <a:ext uri="{FF2B5EF4-FFF2-40B4-BE49-F238E27FC236}">
                    <a16:creationId xmlns:a16="http://schemas.microsoft.com/office/drawing/2014/main" id="{9D89D083-CEB9-49A9-A841-A243DF771DF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12545335"/>
                  </p:ext>
                </p:extLst>
              </p:nvPr>
            </p:nvGraphicFramePr>
            <p:xfrm>
              <a:off x="6804248" y="1502296"/>
              <a:ext cx="2286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12" name="Equation" r:id="rId41" imgW="228600" imgH="266400" progId="Equation.DSMT4">
                      <p:embed/>
                    </p:oleObj>
                  </mc:Choice>
                  <mc:Fallback>
                    <p:oleObj name="Equation" r:id="rId41" imgW="228600" imgH="266400" progId="Equation.DSMT4">
                      <p:embed/>
                      <p:pic>
                        <p:nvPicPr>
                          <p:cNvPr id="4" name="对象 3">
                            <a:extLst>
                              <a:ext uri="{FF2B5EF4-FFF2-40B4-BE49-F238E27FC236}">
                                <a16:creationId xmlns:a16="http://schemas.microsoft.com/office/drawing/2014/main" id="{52CD29F2-59C2-4591-89A7-D7CA742C50D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6804248" y="1502296"/>
                            <a:ext cx="228600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" name="对象 51">
                <a:extLst>
                  <a:ext uri="{FF2B5EF4-FFF2-40B4-BE49-F238E27FC236}">
                    <a16:creationId xmlns:a16="http://schemas.microsoft.com/office/drawing/2014/main" id="{365F685D-C2F5-435F-BB7B-A0922BEF2B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2966113"/>
                  </p:ext>
                </p:extLst>
              </p:nvPr>
            </p:nvGraphicFramePr>
            <p:xfrm>
              <a:off x="7596336" y="1185596"/>
              <a:ext cx="1905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13" name="Equation" r:id="rId43" imgW="190440" imgH="279360" progId="Equation.DSMT4">
                      <p:embed/>
                    </p:oleObj>
                  </mc:Choice>
                  <mc:Fallback>
                    <p:oleObj name="Equation" r:id="rId43" imgW="190440" imgH="279360" progId="Equation.DSMT4">
                      <p:embed/>
                      <p:pic>
                        <p:nvPicPr>
                          <p:cNvPr id="5" name="对象 4">
                            <a:extLst>
                              <a:ext uri="{FF2B5EF4-FFF2-40B4-BE49-F238E27FC236}">
                                <a16:creationId xmlns:a16="http://schemas.microsoft.com/office/drawing/2014/main" id="{6E004D35-D05B-43B6-BF16-7ECF8878FD9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7596336" y="1185596"/>
                            <a:ext cx="1905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" name="对象 52">
                <a:extLst>
                  <a:ext uri="{FF2B5EF4-FFF2-40B4-BE49-F238E27FC236}">
                    <a16:creationId xmlns:a16="http://schemas.microsoft.com/office/drawing/2014/main" id="{C207ADC3-13E8-45BE-B660-EE2C3EC7013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10998212"/>
                  </p:ext>
                </p:extLst>
              </p:nvPr>
            </p:nvGraphicFramePr>
            <p:xfrm>
              <a:off x="6989763" y="1806575"/>
              <a:ext cx="203200" cy="203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14" name="Equation" r:id="rId45" imgW="203040" imgH="203040" progId="Equation.DSMT4">
                      <p:embed/>
                    </p:oleObj>
                  </mc:Choice>
                  <mc:Fallback>
                    <p:oleObj name="Equation" r:id="rId45" imgW="203040" imgH="203040" progId="Equation.DSMT4">
                      <p:embed/>
                      <p:pic>
                        <p:nvPicPr>
                          <p:cNvPr id="6" name="对象 5">
                            <a:extLst>
                              <a:ext uri="{FF2B5EF4-FFF2-40B4-BE49-F238E27FC236}">
                                <a16:creationId xmlns:a16="http://schemas.microsoft.com/office/drawing/2014/main" id="{56BFDFC9-C7C1-4D43-9A57-E7413A8EF6B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6"/>
                          <a:stretch>
                            <a:fillRect/>
                          </a:stretch>
                        </p:blipFill>
                        <p:spPr>
                          <a:xfrm>
                            <a:off x="6989763" y="1806575"/>
                            <a:ext cx="203200" cy="203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092AE668-4B6D-46EF-9C27-D83415AB06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4720860"/>
                </p:ext>
              </p:extLst>
            </p:nvPr>
          </p:nvGraphicFramePr>
          <p:xfrm>
            <a:off x="6448103" y="817171"/>
            <a:ext cx="11049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5" name="Equation" r:id="rId47" imgW="1104840" imgH="431640" progId="Equation.DSMT4">
                    <p:embed/>
                  </p:oleObj>
                </mc:Choice>
                <mc:Fallback>
                  <p:oleObj name="Equation" r:id="rId47" imgW="1104840" imgH="43164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7A23E81D-3155-4F7D-916C-50617169459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6448103" y="817171"/>
                          <a:ext cx="11049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0372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260B5B4-DC47-4E6C-AE22-61FBF20DF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34183"/>
              </p:ext>
            </p:extLst>
          </p:nvPr>
        </p:nvGraphicFramePr>
        <p:xfrm>
          <a:off x="276222" y="2035199"/>
          <a:ext cx="269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6" name="Equation" r:id="rId3" imgW="2692080" imgH="406080" progId="Equation.DSMT4">
                  <p:embed/>
                </p:oleObj>
              </mc:Choice>
              <mc:Fallback>
                <p:oleObj name="Equation" r:id="rId3" imgW="2692080" imgH="4060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EA21F4F4-2050-4105-B556-43BFE5896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222" y="2035199"/>
                        <a:ext cx="2692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0C4956C-887F-4F67-9515-94C80978EA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248839"/>
              </p:ext>
            </p:extLst>
          </p:nvPr>
        </p:nvGraphicFramePr>
        <p:xfrm>
          <a:off x="217856" y="3731688"/>
          <a:ext cx="60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7" name="Equation" r:id="rId5" imgW="609480" imgH="342720" progId="Equation.DSMT4">
                  <p:embed/>
                </p:oleObj>
              </mc:Choice>
              <mc:Fallback>
                <p:oleObj name="Equation" r:id="rId5" imgW="609480" imgH="3427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81FBBCC8-FF65-40E2-AB1C-31AE6EA3AD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7856" y="3731688"/>
                        <a:ext cx="609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475F541-5869-47DB-AAE3-7144BA5905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92247"/>
              </p:ext>
            </p:extLst>
          </p:nvPr>
        </p:nvGraphicFramePr>
        <p:xfrm>
          <a:off x="1886840" y="3778721"/>
          <a:ext cx="139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8" name="Equation" r:id="rId7" imgW="1396800" imgH="342720" progId="Equation.DSMT4">
                  <p:embed/>
                </p:oleObj>
              </mc:Choice>
              <mc:Fallback>
                <p:oleObj name="Equation" r:id="rId7" imgW="1396800" imgH="3427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746B6DF3-1A3D-4126-9A2A-1888524F12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86840" y="3778721"/>
                        <a:ext cx="139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A00187E-8A82-449C-B4C1-E28A75C184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955820"/>
              </p:ext>
            </p:extLst>
          </p:nvPr>
        </p:nvGraphicFramePr>
        <p:xfrm>
          <a:off x="3798365" y="1880396"/>
          <a:ext cx="1816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9" name="Equation" r:id="rId9" imgW="1815840" imgH="812520" progId="Equation.DSMT4">
                  <p:embed/>
                </p:oleObj>
              </mc:Choice>
              <mc:Fallback>
                <p:oleObj name="Equation" r:id="rId9" imgW="1815840" imgH="8125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BA54A65E-0708-474D-9B67-35E00580BB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98365" y="1880396"/>
                        <a:ext cx="1816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678D48FC-BC03-411C-83FF-7DD3C4938680}"/>
              </a:ext>
            </a:extLst>
          </p:cNvPr>
          <p:cNvGrpSpPr/>
          <p:nvPr/>
        </p:nvGrpSpPr>
        <p:grpSpPr>
          <a:xfrm>
            <a:off x="7020272" y="505854"/>
            <a:ext cx="1698773" cy="1382241"/>
            <a:chOff x="6448103" y="627534"/>
            <a:chExt cx="1698773" cy="1382241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5AF68D0-2FEC-4925-B204-A39C5B9EA86A}"/>
                </a:ext>
              </a:extLst>
            </p:cNvPr>
            <p:cNvGrpSpPr/>
            <p:nvPr/>
          </p:nvGrpSpPr>
          <p:grpSpPr>
            <a:xfrm>
              <a:off x="6948264" y="627534"/>
              <a:ext cx="1198612" cy="1382241"/>
              <a:chOff x="6588224" y="627534"/>
              <a:chExt cx="1198612" cy="1382241"/>
            </a:xfrm>
          </p:grpSpPr>
          <p:sp>
            <p:nvSpPr>
              <p:cNvPr id="2" name="直角三角形 1">
                <a:extLst>
                  <a:ext uri="{FF2B5EF4-FFF2-40B4-BE49-F238E27FC236}">
                    <a16:creationId xmlns:a16="http://schemas.microsoft.com/office/drawing/2014/main" id="{25CD9339-2EDC-45DE-B3A4-05BD941AA7B0}"/>
                  </a:ext>
                </a:extLst>
              </p:cNvPr>
              <p:cNvSpPr/>
              <p:nvPr/>
            </p:nvSpPr>
            <p:spPr>
              <a:xfrm rot="16200000">
                <a:off x="6516216" y="699542"/>
                <a:ext cx="1116124" cy="972108"/>
              </a:xfrm>
              <a:prstGeom prst="rtTriangl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弧形 2">
                <a:extLst>
                  <a:ext uri="{FF2B5EF4-FFF2-40B4-BE49-F238E27FC236}">
                    <a16:creationId xmlns:a16="http://schemas.microsoft.com/office/drawing/2014/main" id="{3D5C3919-F1B3-4B3F-9EEC-76903FB726E4}"/>
                  </a:ext>
                </a:extLst>
              </p:cNvPr>
              <p:cNvSpPr/>
              <p:nvPr/>
            </p:nvSpPr>
            <p:spPr>
              <a:xfrm>
                <a:off x="6660232" y="1635646"/>
                <a:ext cx="72008" cy="216024"/>
              </a:xfrm>
              <a:prstGeom prst="arc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4" name="对象 3">
                <a:extLst>
                  <a:ext uri="{FF2B5EF4-FFF2-40B4-BE49-F238E27FC236}">
                    <a16:creationId xmlns:a16="http://schemas.microsoft.com/office/drawing/2014/main" id="{52CD29F2-59C2-4591-89A7-D7CA742C50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7211453"/>
                  </p:ext>
                </p:extLst>
              </p:nvPr>
            </p:nvGraphicFramePr>
            <p:xfrm>
              <a:off x="6804248" y="1502296"/>
              <a:ext cx="2286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90" name="Equation" r:id="rId11" imgW="228600" imgH="266400" progId="Equation.DSMT4">
                      <p:embed/>
                    </p:oleObj>
                  </mc:Choice>
                  <mc:Fallback>
                    <p:oleObj name="Equation" r:id="rId11" imgW="228600" imgH="266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804248" y="1502296"/>
                            <a:ext cx="228600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对象 4">
                <a:extLst>
                  <a:ext uri="{FF2B5EF4-FFF2-40B4-BE49-F238E27FC236}">
                    <a16:creationId xmlns:a16="http://schemas.microsoft.com/office/drawing/2014/main" id="{6E004D35-D05B-43B6-BF16-7ECF8878FD9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6938230"/>
                  </p:ext>
                </p:extLst>
              </p:nvPr>
            </p:nvGraphicFramePr>
            <p:xfrm>
              <a:off x="7596336" y="1185596"/>
              <a:ext cx="1905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91" name="Equation" r:id="rId13" imgW="190440" imgH="279360" progId="Equation.DSMT4">
                      <p:embed/>
                    </p:oleObj>
                  </mc:Choice>
                  <mc:Fallback>
                    <p:oleObj name="Equation" r:id="rId13" imgW="190440" imgH="2793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7596336" y="1185596"/>
                            <a:ext cx="1905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56BFDFC9-C7C1-4D43-9A57-E7413A8EF6B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35864864"/>
                  </p:ext>
                </p:extLst>
              </p:nvPr>
            </p:nvGraphicFramePr>
            <p:xfrm>
              <a:off x="6989763" y="1806575"/>
              <a:ext cx="203200" cy="203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92" name="Equation" r:id="rId15" imgW="203040" imgH="203040" progId="Equation.DSMT4">
                      <p:embed/>
                    </p:oleObj>
                  </mc:Choice>
                  <mc:Fallback>
                    <p:oleObj name="Equation" r:id="rId15" imgW="203040" imgH="203040" progId="Equation.DSMT4">
                      <p:embed/>
                      <p:pic>
                        <p:nvPicPr>
                          <p:cNvPr id="5" name="对象 4">
                            <a:extLst>
                              <a:ext uri="{FF2B5EF4-FFF2-40B4-BE49-F238E27FC236}">
                                <a16:creationId xmlns:a16="http://schemas.microsoft.com/office/drawing/2014/main" id="{6E004D35-D05B-43B6-BF16-7ECF8878FD9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989763" y="1806575"/>
                            <a:ext cx="203200" cy="203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7A23E81D-3155-4F7D-916C-5061716945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0812804"/>
                </p:ext>
              </p:extLst>
            </p:nvPr>
          </p:nvGraphicFramePr>
          <p:xfrm>
            <a:off x="6448103" y="817171"/>
            <a:ext cx="11049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93" name="Equation" r:id="rId17" imgW="1104840" imgH="431640" progId="Equation.DSMT4">
                    <p:embed/>
                  </p:oleObj>
                </mc:Choice>
                <mc:Fallback>
                  <p:oleObj name="Equation" r:id="rId17" imgW="110484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448103" y="817171"/>
                          <a:ext cx="11049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362290F-A649-460D-BB60-7F000F4B6747}"/>
              </a:ext>
            </a:extLst>
          </p:cNvPr>
          <p:cNvCxnSpPr>
            <a:cxnSpLocks/>
          </p:cNvCxnSpPr>
          <p:nvPr/>
        </p:nvCxnSpPr>
        <p:spPr>
          <a:xfrm flipH="1">
            <a:off x="6444209" y="0"/>
            <a:ext cx="89070" cy="5143500"/>
          </a:xfrm>
          <a:prstGeom prst="line">
            <a:avLst/>
          </a:prstGeom>
          <a:ln w="222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69745303-8F20-4725-A4E9-F5E20CA5C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924891"/>
              </p:ext>
            </p:extLst>
          </p:nvPr>
        </p:nvGraphicFramePr>
        <p:xfrm>
          <a:off x="827456" y="471501"/>
          <a:ext cx="444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4" name="Equation" r:id="rId19" imgW="4444920" imgH="342720" progId="Equation.DSMT4">
                  <p:embed/>
                </p:oleObj>
              </mc:Choice>
              <mc:Fallback>
                <p:oleObj name="Equation" r:id="rId19" imgW="4444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27456" y="471501"/>
                        <a:ext cx="4445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67E5229-AB26-4EE1-B7D1-6EE7C2BA735D}"/>
              </a:ext>
            </a:extLst>
          </p:cNvPr>
          <p:cNvCxnSpPr>
            <a:cxnSpLocks/>
          </p:cNvCxnSpPr>
          <p:nvPr/>
        </p:nvCxnSpPr>
        <p:spPr>
          <a:xfrm flipV="1">
            <a:off x="0" y="1127291"/>
            <a:ext cx="6519193" cy="29043"/>
          </a:xfrm>
          <a:prstGeom prst="line">
            <a:avLst/>
          </a:prstGeom>
          <a:ln w="222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E7EFE839-2A1B-4B22-A1BA-4767435D68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262551"/>
              </p:ext>
            </p:extLst>
          </p:nvPr>
        </p:nvGraphicFramePr>
        <p:xfrm>
          <a:off x="6784707" y="1993518"/>
          <a:ext cx="125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5" name="Equation" r:id="rId21" imgW="1257120" imgH="736560" progId="Equation.DSMT4">
                  <p:embed/>
                </p:oleObj>
              </mc:Choice>
              <mc:Fallback>
                <p:oleObj name="Equation" r:id="rId21" imgW="12571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784707" y="1993518"/>
                        <a:ext cx="1257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821FA1D1-5A8E-4E72-85C9-1C1ED7B46A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153516"/>
              </p:ext>
            </p:extLst>
          </p:nvPr>
        </p:nvGraphicFramePr>
        <p:xfrm>
          <a:off x="6758557" y="2761386"/>
          <a:ext cx="2184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6" name="Equation" r:id="rId23" imgW="2184120" imgH="812520" progId="Equation.DSMT4">
                  <p:embed/>
                </p:oleObj>
              </mc:Choice>
              <mc:Fallback>
                <p:oleObj name="Equation" r:id="rId23" imgW="2184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758557" y="2761386"/>
                        <a:ext cx="2184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09A521A-65C3-4FC2-A433-4993F4B9E7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058315"/>
              </p:ext>
            </p:extLst>
          </p:nvPr>
        </p:nvGraphicFramePr>
        <p:xfrm>
          <a:off x="6754635" y="3605454"/>
          <a:ext cx="2120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7" name="Equation" r:id="rId25" imgW="2120760" imgH="812520" progId="Equation.DSMT4">
                  <p:embed/>
                </p:oleObj>
              </mc:Choice>
              <mc:Fallback>
                <p:oleObj name="Equation" r:id="rId25" imgW="21207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754635" y="3605454"/>
                        <a:ext cx="2120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E30BBEB-701A-4472-8A2A-23757F7D0C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702760"/>
              </p:ext>
            </p:extLst>
          </p:nvPr>
        </p:nvGraphicFramePr>
        <p:xfrm>
          <a:off x="217856" y="2813838"/>
          <a:ext cx="6057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8" name="Equation" r:id="rId27" imgW="6057720" imgH="634680" progId="Equation.DSMT4">
                  <p:embed/>
                </p:oleObj>
              </mc:Choice>
              <mc:Fallback>
                <p:oleObj name="Equation" r:id="rId27" imgW="605772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17856" y="2813838"/>
                        <a:ext cx="60579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82F0411D-E9E4-4ED2-A2F5-C61970A00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170780"/>
              </p:ext>
            </p:extLst>
          </p:nvPr>
        </p:nvGraphicFramePr>
        <p:xfrm>
          <a:off x="775626" y="3725739"/>
          <a:ext cx="110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9" name="Equation" r:id="rId29" imgW="1104840" imgH="431640" progId="Equation.DSMT4">
                  <p:embed/>
                </p:oleObj>
              </mc:Choice>
              <mc:Fallback>
                <p:oleObj name="Equation" r:id="rId29" imgW="1104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75626" y="3725739"/>
                        <a:ext cx="1104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219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5">
            <a:extLst>
              <a:ext uri="{FF2B5EF4-FFF2-40B4-BE49-F238E27FC236}">
                <a16:creationId xmlns:a16="http://schemas.microsoft.com/office/drawing/2014/main" id="{21BA153C-3E68-4ACA-8974-C7C77BD16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141" y="118359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AFAF3D1-F86A-402B-856C-D9044E111228}"/>
              </a:ext>
            </a:extLst>
          </p:cNvPr>
          <p:cNvGrpSpPr/>
          <p:nvPr/>
        </p:nvGrpSpPr>
        <p:grpSpPr>
          <a:xfrm>
            <a:off x="643932" y="198398"/>
            <a:ext cx="8315498" cy="583678"/>
            <a:chOff x="643932" y="483517"/>
            <a:chExt cx="8315498" cy="583678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089AF4A5-8864-4471-8487-E74350EE748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3932" y="543320"/>
              <a:ext cx="2133600" cy="523875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</a:p>
          </p:txBody>
        </p:sp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32311F90-AED0-410D-B4E5-D87A0F900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722" y="525212"/>
              <a:ext cx="10826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求使</a:t>
              </a: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E253C0D4-9373-4663-9A43-9FC057D4E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096" y="483518"/>
              <a:ext cx="208121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存在的最高</a:t>
              </a:r>
            </a:p>
          </p:txBody>
        </p:sp>
        <p:sp>
          <p:nvSpPr>
            <p:cNvPr id="9" name="Text Box 41">
              <a:extLst>
                <a:ext uri="{FF2B5EF4-FFF2-40B4-BE49-F238E27FC236}">
                  <a16:creationId xmlns:a16="http://schemas.microsoft.com/office/drawing/2014/main" id="{4AE13A74-B07C-4C87-AB81-255A46298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7757" y="483517"/>
              <a:ext cx="9842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阶数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D646FE8-D706-433F-A154-8513704A7A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5477155"/>
                </p:ext>
              </p:extLst>
            </p:nvPr>
          </p:nvGraphicFramePr>
          <p:xfrm>
            <a:off x="1520232" y="545411"/>
            <a:ext cx="24003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1" name="Equation" r:id="rId3" imgW="2400120" imgH="444240" progId="Equation.DSMT4">
                    <p:embed/>
                  </p:oleObj>
                </mc:Choice>
                <mc:Fallback>
                  <p:oleObj name="Equation" r:id="rId3" imgW="240012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20232" y="545411"/>
                          <a:ext cx="24003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422957CC-228C-423D-8A37-2B2938AF1A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8427324"/>
                </p:ext>
              </p:extLst>
            </p:nvPr>
          </p:nvGraphicFramePr>
          <p:xfrm>
            <a:off x="4555682" y="538783"/>
            <a:ext cx="889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2" name="Equation" r:id="rId5" imgW="888840" imgH="406080" progId="Equation.DSMT4">
                    <p:embed/>
                  </p:oleObj>
                </mc:Choice>
                <mc:Fallback>
                  <p:oleObj name="Equation" r:id="rId5" imgW="88884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555682" y="538783"/>
                          <a:ext cx="8890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0431A6A8-D564-4D95-AB48-855958526E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7921500"/>
                </p:ext>
              </p:extLst>
            </p:nvPr>
          </p:nvGraphicFramePr>
          <p:xfrm>
            <a:off x="7714830" y="634311"/>
            <a:ext cx="12446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3" name="Equation" r:id="rId7" imgW="1244520" imgH="266400" progId="Equation.DSMT4">
                    <p:embed/>
                  </p:oleObj>
                </mc:Choice>
                <mc:Fallback>
                  <p:oleObj name="Equation" r:id="rId7" imgW="124452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714830" y="634311"/>
                          <a:ext cx="12446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5">
            <a:extLst>
              <a:ext uri="{FF2B5EF4-FFF2-40B4-BE49-F238E27FC236}">
                <a16:creationId xmlns:a16="http://schemas.microsoft.com/office/drawing/2014/main" id="{F40D76DF-B0D5-4CA0-A9A4-1C8424D63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932" y="1278321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j-ea"/>
              <a:ea typeface="+mj-ea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E0D6502-69B7-4771-B034-2D2B8E6797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847181"/>
              </p:ext>
            </p:extLst>
          </p:nvPr>
        </p:nvGraphicFramePr>
        <p:xfrm>
          <a:off x="1259632" y="1042516"/>
          <a:ext cx="2451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" name="Equation" r:id="rId9" imgW="2450880" imgH="939600" progId="Equation.DSMT4">
                  <p:embed/>
                </p:oleObj>
              </mc:Choice>
              <mc:Fallback>
                <p:oleObj name="Equation" r:id="rId9" imgW="24508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9632" y="1042516"/>
                        <a:ext cx="24511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8BEEBAF-4A05-4B33-9257-6760FC3C95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662919"/>
              </p:ext>
            </p:extLst>
          </p:nvPr>
        </p:nvGraphicFramePr>
        <p:xfrm>
          <a:off x="821743" y="2862226"/>
          <a:ext cx="3086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5" name="Equation" r:id="rId11" imgW="3085920" imgH="774360" progId="Equation.DSMT4">
                  <p:embed/>
                </p:oleObj>
              </mc:Choice>
              <mc:Fallback>
                <p:oleObj name="Equation" r:id="rId11" imgW="30859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1743" y="2862226"/>
                        <a:ext cx="3086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50D84E6-8A02-4739-B040-0360A9B2E6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644180"/>
              </p:ext>
            </p:extLst>
          </p:nvPr>
        </p:nvGraphicFramePr>
        <p:xfrm>
          <a:off x="1024682" y="2034921"/>
          <a:ext cx="2921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6" name="Equation" r:id="rId13" imgW="2920680" imgH="774360" progId="Equation.DSMT4">
                  <p:embed/>
                </p:oleObj>
              </mc:Choice>
              <mc:Fallback>
                <p:oleObj name="Equation" r:id="rId13" imgW="29206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24682" y="2034921"/>
                        <a:ext cx="2921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4EE98F9-F547-4A0E-B08E-6D9203BA4596}"/>
              </a:ext>
            </a:extLst>
          </p:cNvPr>
          <p:cNvCxnSpPr>
            <a:cxnSpLocks/>
          </p:cNvCxnSpPr>
          <p:nvPr/>
        </p:nvCxnSpPr>
        <p:spPr>
          <a:xfrm flipV="1">
            <a:off x="-16318" y="866403"/>
            <a:ext cx="9160318" cy="19298"/>
          </a:xfrm>
          <a:prstGeom prst="line">
            <a:avLst/>
          </a:prstGeom>
          <a:ln w="158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2C90C405-B409-43B6-B472-5349D95A79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383290"/>
              </p:ext>
            </p:extLst>
          </p:nvPr>
        </p:nvGraphicFramePr>
        <p:xfrm>
          <a:off x="1017223" y="3689531"/>
          <a:ext cx="2667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7" name="Equation" r:id="rId15" imgW="2666880" imgH="939600" progId="Equation.DSMT4">
                  <p:embed/>
                </p:oleObj>
              </mc:Choice>
              <mc:Fallback>
                <p:oleObj name="Equation" r:id="rId15" imgW="26668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17223" y="3689531"/>
                        <a:ext cx="26670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AF50B84-3768-4A3A-81AA-0748827192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484241"/>
              </p:ext>
            </p:extLst>
          </p:nvPr>
        </p:nvGraphicFramePr>
        <p:xfrm>
          <a:off x="4669522" y="1058971"/>
          <a:ext cx="2921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8" name="Equation" r:id="rId17" imgW="2920680" imgH="774360" progId="Equation.DSMT4">
                  <p:embed/>
                </p:oleObj>
              </mc:Choice>
              <mc:Fallback>
                <p:oleObj name="Equation" r:id="rId17" imgW="29206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69522" y="1058971"/>
                        <a:ext cx="2921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1A97630F-0FF3-4258-9A0C-08CD35AEDB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319264"/>
              </p:ext>
            </p:extLst>
          </p:nvPr>
        </p:nvGraphicFramePr>
        <p:xfrm>
          <a:off x="4606022" y="1788717"/>
          <a:ext cx="3048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9" name="Equation" r:id="rId19" imgW="3047760" imgH="774360" progId="Equation.DSMT4">
                  <p:embed/>
                </p:oleObj>
              </mc:Choice>
              <mc:Fallback>
                <p:oleObj name="Equation" r:id="rId19" imgW="30477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06022" y="1788717"/>
                        <a:ext cx="3048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FA54829F-675A-438D-B584-17A69687AC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185801"/>
              </p:ext>
            </p:extLst>
          </p:nvPr>
        </p:nvGraphicFramePr>
        <p:xfrm>
          <a:off x="4572000" y="2618682"/>
          <a:ext cx="2616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0" name="Equation" r:id="rId21" imgW="2616120" imgH="863280" progId="Equation.DSMT4">
                  <p:embed/>
                </p:oleObj>
              </mc:Choice>
              <mc:Fallback>
                <p:oleObj name="Equation" r:id="rId21" imgW="261612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72000" y="2618682"/>
                        <a:ext cx="26162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EF0D1D1-CBD2-4822-8405-D79EA4732975}"/>
              </a:ext>
            </a:extLst>
          </p:cNvPr>
          <p:cNvCxnSpPr>
            <a:cxnSpLocks/>
          </p:cNvCxnSpPr>
          <p:nvPr/>
        </p:nvCxnSpPr>
        <p:spPr>
          <a:xfrm flipH="1">
            <a:off x="4507563" y="843829"/>
            <a:ext cx="26336" cy="4299671"/>
          </a:xfrm>
          <a:prstGeom prst="line">
            <a:avLst/>
          </a:prstGeom>
          <a:ln w="158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29">
            <a:extLst>
              <a:ext uri="{FF2B5EF4-FFF2-40B4-BE49-F238E27FC236}">
                <a16:creationId xmlns:a16="http://schemas.microsoft.com/office/drawing/2014/main" id="{3EE43D40-5D44-4BF2-866D-D6712551A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5554" y="3689531"/>
            <a:ext cx="7900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但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9C639128-59FC-494C-9D22-9C24E2989492}"/>
              </a:ext>
            </a:extLst>
          </p:cNvPr>
          <p:cNvGrpSpPr/>
          <p:nvPr/>
        </p:nvGrpSpPr>
        <p:grpSpPr>
          <a:xfrm>
            <a:off x="4621599" y="4284720"/>
            <a:ext cx="4411297" cy="461665"/>
            <a:chOff x="4621599" y="4284720"/>
            <a:chExt cx="4411297" cy="461665"/>
          </a:xfrm>
        </p:grpSpPr>
        <p:sp>
          <p:nvSpPr>
            <p:cNvPr id="43" name="Text Box 33">
              <a:extLst>
                <a:ext uri="{FF2B5EF4-FFF2-40B4-BE49-F238E27FC236}">
                  <a16:creationId xmlns:a16="http://schemas.microsoft.com/office/drawing/2014/main" id="{EB549BEF-A774-4DE2-A269-57C2F2724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1599" y="4284720"/>
              <a:ext cx="441129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故      不存在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  <p:graphicFrame>
          <p:nvGraphicFramePr>
            <p:cNvPr id="42" name="Object 32">
              <a:extLst>
                <a:ext uri="{FF2B5EF4-FFF2-40B4-BE49-F238E27FC236}">
                  <a16:creationId xmlns:a16="http://schemas.microsoft.com/office/drawing/2014/main" id="{8AA47964-6AF9-4FDD-93CD-2ED8818EDC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2360902"/>
                </p:ext>
              </p:extLst>
            </p:nvPr>
          </p:nvGraphicFramePr>
          <p:xfrm>
            <a:off x="5133880" y="4363366"/>
            <a:ext cx="749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1" name="Equation" r:id="rId23" imgW="749160" imgH="355320" progId="Equation.DSMT4">
                    <p:embed/>
                  </p:oleObj>
                </mc:Choice>
                <mc:Fallback>
                  <p:oleObj name="Equation" r:id="rId23" imgW="749160" imgH="355320" progId="Equation.DSMT4">
                    <p:embed/>
                    <p:pic>
                      <p:nvPicPr>
                        <p:cNvPr id="53280" name="Object 32">
                          <a:extLst>
                            <a:ext uri="{FF2B5EF4-FFF2-40B4-BE49-F238E27FC236}">
                              <a16:creationId xmlns:a16="http://schemas.microsoft.com/office/drawing/2014/main" id="{0C38674F-5D8E-4B83-BA7D-8A6F9E0BCF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3880" y="4363366"/>
                          <a:ext cx="7493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A208303C-D33A-4FA1-B95B-B48BE3EFC1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564834"/>
              </p:ext>
            </p:extLst>
          </p:nvPr>
        </p:nvGraphicFramePr>
        <p:xfrm>
          <a:off x="5181600" y="3717087"/>
          <a:ext cx="139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2" name="Equation" r:id="rId25" imgW="1396800" imgH="380880" progId="Equation.DSMT4">
                  <p:embed/>
                </p:oleObj>
              </mc:Choice>
              <mc:Fallback>
                <p:oleObj name="Equation" r:id="rId25" imgW="1396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181600" y="3717087"/>
                        <a:ext cx="1397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ECA8665A-8934-4BC5-958B-41DDE2ED67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172058"/>
              </p:ext>
            </p:extLst>
          </p:nvPr>
        </p:nvGraphicFramePr>
        <p:xfrm>
          <a:off x="7033193" y="3693001"/>
          <a:ext cx="1435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3" name="Equation" r:id="rId27" imgW="1434960" imgH="380880" progId="Equation.DSMT4">
                  <p:embed/>
                </p:oleObj>
              </mc:Choice>
              <mc:Fallback>
                <p:oleObj name="Equation" r:id="rId27" imgW="14349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033193" y="3693001"/>
                        <a:ext cx="1435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859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 autoUpdateAnimBg="0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08A3656-2415-4DDD-9475-BC3111385E70}"/>
              </a:ext>
            </a:extLst>
          </p:cNvPr>
          <p:cNvSpPr txBox="1">
            <a:spLocks noChangeArrowheads="1"/>
          </p:cNvSpPr>
          <p:nvPr/>
        </p:nvSpPr>
        <p:spPr>
          <a:xfrm>
            <a:off x="424384" y="202050"/>
            <a:ext cx="48768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二、高阶导数的运算法则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F5FC674-E9FE-48D5-8053-5E0403403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6508" y="1015267"/>
            <a:ext cx="3079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都有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阶导数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57D6FA11-8072-41F1-9451-69ECD3C90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2444" y="2217749"/>
            <a:ext cx="198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为常数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75D359DB-ECFE-4887-8BF3-8558BE23D2B7}"/>
              </a:ext>
            </a:extLst>
          </p:cNvPr>
          <p:cNvGrpSpPr>
            <a:grpSpLocks/>
          </p:cNvGrpSpPr>
          <p:nvPr/>
        </p:nvGrpSpPr>
        <p:grpSpPr bwMode="auto">
          <a:xfrm>
            <a:off x="454844" y="1003856"/>
            <a:ext cx="2825750" cy="477838"/>
            <a:chOff x="336" y="566"/>
            <a:chExt cx="1780" cy="301"/>
          </a:xfrm>
        </p:grpSpPr>
        <p:sp>
          <p:nvSpPr>
            <p:cNvPr id="15" name="Text Box 19">
              <a:extLst>
                <a:ext uri="{FF2B5EF4-FFF2-40B4-BE49-F238E27FC236}">
                  <a16:creationId xmlns:a16="http://schemas.microsoft.com/office/drawing/2014/main" id="{D6515082-976C-4A96-B5FF-23B831216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6" y="566"/>
              <a:ext cx="4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/>
                <a:t>及</a:t>
              </a:r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86A33A0E-C98A-4407-8D0F-CC0ACBA41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576"/>
              <a:ext cx="9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/>
                <a:t>设函数</a:t>
              </a:r>
            </a:p>
          </p:txBody>
        </p:sp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A20804F-5EE1-42EC-99F8-88D7C9A723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973498"/>
              </p:ext>
            </p:extLst>
          </p:nvPr>
        </p:nvGraphicFramePr>
        <p:xfrm>
          <a:off x="1496244" y="1096849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1" name="Equation" r:id="rId3" imgW="1028520" imgH="342720" progId="Equation.DSMT4">
                  <p:embed/>
                </p:oleObj>
              </mc:Choice>
              <mc:Fallback>
                <p:oleObj name="Equation" r:id="rId3" imgW="10285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6244" y="1096849"/>
                        <a:ext cx="102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108DC78B-98EE-4A8C-90FC-341D9C903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622407"/>
              </p:ext>
            </p:extLst>
          </p:nvPr>
        </p:nvGraphicFramePr>
        <p:xfrm>
          <a:off x="2969444" y="1109425"/>
          <a:ext cx="99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2" name="Equation" r:id="rId5" imgW="990360" imgH="342720" progId="Equation.DSMT4">
                  <p:embed/>
                </p:oleObj>
              </mc:Choice>
              <mc:Fallback>
                <p:oleObj name="Equation" r:id="rId5" imgW="9903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69444" y="1109425"/>
                        <a:ext cx="990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AED7140-91D1-4A8A-BCC3-FCD9688696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997160"/>
              </p:ext>
            </p:extLst>
          </p:nvPr>
        </p:nvGraphicFramePr>
        <p:xfrm>
          <a:off x="4613201" y="1146056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3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13201" y="1146056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6EC0A7EA-D16C-4AD2-9688-FD1C55DF0D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956459"/>
              </p:ext>
            </p:extLst>
          </p:nvPr>
        </p:nvGraphicFramePr>
        <p:xfrm>
          <a:off x="670868" y="1688306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4" name="Equation" r:id="rId9" imgW="1396800" imgH="406080" progId="Equation.DSMT4">
                  <p:embed/>
                </p:oleObj>
              </mc:Choice>
              <mc:Fallback>
                <p:oleObj name="Equation" r:id="rId9" imgW="1396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0868" y="1688306"/>
                        <a:ext cx="1397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10870F3-C0DD-40A6-BB57-84B351823C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928409"/>
              </p:ext>
            </p:extLst>
          </p:nvPr>
        </p:nvGraphicFramePr>
        <p:xfrm>
          <a:off x="2074094" y="1720494"/>
          <a:ext cx="1460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5" name="Equation" r:id="rId11" imgW="1460160" imgH="393480" progId="Equation.DSMT4">
                  <p:embed/>
                </p:oleObj>
              </mc:Choice>
              <mc:Fallback>
                <p:oleObj name="Equation" r:id="rId11" imgW="1460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74094" y="1720494"/>
                        <a:ext cx="1460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149EAC73-5639-4E72-A641-7BB2D2F229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848113"/>
              </p:ext>
            </p:extLst>
          </p:nvPr>
        </p:nvGraphicFramePr>
        <p:xfrm>
          <a:off x="649682" y="2330099"/>
          <a:ext cx="123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6" name="Equation" r:id="rId13" imgW="1231560" imgH="406080" progId="Equation.DSMT4">
                  <p:embed/>
                </p:oleObj>
              </mc:Choice>
              <mc:Fallback>
                <p:oleObj name="Equation" r:id="rId13" imgW="1231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9682" y="2330099"/>
                        <a:ext cx="1231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137EC56F-2B86-4067-B553-AB1A680B0F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610773"/>
              </p:ext>
            </p:extLst>
          </p:nvPr>
        </p:nvGraphicFramePr>
        <p:xfrm>
          <a:off x="2031813" y="2306756"/>
          <a:ext cx="88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7" name="Equation" r:id="rId15" imgW="888840" imgH="406080" progId="Equation.DSMT4">
                  <p:embed/>
                </p:oleObj>
              </mc:Choice>
              <mc:Fallback>
                <p:oleObj name="Equation" r:id="rId15" imgW="888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31813" y="2306756"/>
                        <a:ext cx="889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F603866-5B62-48A5-A323-8F9718AD3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165904"/>
              </p:ext>
            </p:extLst>
          </p:nvPr>
        </p:nvGraphicFramePr>
        <p:xfrm>
          <a:off x="624122" y="3150558"/>
          <a:ext cx="146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" name="Equation" r:id="rId17" imgW="1460160" imgH="406080" progId="Equation.DSMT4">
                  <p:embed/>
                </p:oleObj>
              </mc:Choice>
              <mc:Fallback>
                <p:oleObj name="Equation" r:id="rId17" imgW="1460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4122" y="3150558"/>
                        <a:ext cx="1460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5231629-D3CB-4B71-A7ED-34CE9BD863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539104"/>
              </p:ext>
            </p:extLst>
          </p:nvPr>
        </p:nvGraphicFramePr>
        <p:xfrm>
          <a:off x="2196833" y="3140021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" name="Equation" r:id="rId19" imgW="825480" imgH="406080" progId="Equation.DSMT4">
                  <p:embed/>
                </p:oleObj>
              </mc:Choice>
              <mc:Fallback>
                <p:oleObj name="Equation" r:id="rId19" imgW="825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96833" y="3140021"/>
                        <a:ext cx="825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431D3B7D-BCA5-4EBF-80CF-7DC652E9A3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994765"/>
              </p:ext>
            </p:extLst>
          </p:nvPr>
        </p:nvGraphicFramePr>
        <p:xfrm>
          <a:off x="3119140" y="3090401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" name="Equation" r:id="rId21" imgW="1244520" imgH="406080" progId="Equation.DSMT4">
                  <p:embed/>
                </p:oleObj>
              </mc:Choice>
              <mc:Fallback>
                <p:oleObj name="Equation" r:id="rId21" imgW="12445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19140" y="3090401"/>
                        <a:ext cx="1244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89153406-742C-4E55-B5A3-D59C55F70E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758569"/>
              </p:ext>
            </p:extLst>
          </p:nvPr>
        </p:nvGraphicFramePr>
        <p:xfrm>
          <a:off x="5372294" y="3090401"/>
          <a:ext cx="1130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1" name="Equation" r:id="rId23" imgW="1130040" imgH="406080" progId="Equation.DSMT4">
                  <p:embed/>
                </p:oleObj>
              </mc:Choice>
              <mc:Fallback>
                <p:oleObj name="Equation" r:id="rId23" imgW="1130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372294" y="3090401"/>
                        <a:ext cx="1130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F7FB1EE-D0C0-4E24-89E1-07E1F67E1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854335"/>
              </p:ext>
            </p:extLst>
          </p:nvPr>
        </p:nvGraphicFramePr>
        <p:xfrm>
          <a:off x="4372717" y="2927033"/>
          <a:ext cx="990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2" name="Equation" r:id="rId25" imgW="990360" imgH="799920" progId="Equation.DSMT4">
                  <p:embed/>
                </p:oleObj>
              </mc:Choice>
              <mc:Fallback>
                <p:oleObj name="Equation" r:id="rId25" imgW="99036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372717" y="2927033"/>
                        <a:ext cx="9906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909D4869-8092-4D43-8FFA-914C71C264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048486"/>
              </p:ext>
            </p:extLst>
          </p:nvPr>
        </p:nvGraphicFramePr>
        <p:xfrm>
          <a:off x="2737044" y="3787690"/>
          <a:ext cx="3200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3" name="Equation" r:id="rId27" imgW="3200400" imgH="799920" progId="Equation.DSMT4">
                  <p:embed/>
                </p:oleObj>
              </mc:Choice>
              <mc:Fallback>
                <p:oleObj name="Equation" r:id="rId27" imgW="320040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737044" y="3787690"/>
                        <a:ext cx="32004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F30070D9-0F8B-4CFE-8B8F-B01728E822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654481"/>
              </p:ext>
            </p:extLst>
          </p:nvPr>
        </p:nvGraphicFramePr>
        <p:xfrm>
          <a:off x="5969194" y="3930139"/>
          <a:ext cx="1066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" name="Equation" r:id="rId29" imgW="1066680" imgH="406080" progId="Equation.DSMT4">
                  <p:embed/>
                </p:oleObj>
              </mc:Choice>
              <mc:Fallback>
                <p:oleObj name="Equation" r:id="rId29" imgW="1066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969194" y="3930139"/>
                        <a:ext cx="1066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5F9D2BA1-DBA3-4BBA-8208-586D1A4321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550768"/>
              </p:ext>
            </p:extLst>
          </p:nvPr>
        </p:nvGraphicFramePr>
        <p:xfrm>
          <a:off x="7076422" y="3858131"/>
          <a:ext cx="1257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" name="Equation" r:id="rId31" imgW="1257120" imgH="406080" progId="Equation.DSMT4">
                  <p:embed/>
                </p:oleObj>
              </mc:Choice>
              <mc:Fallback>
                <p:oleObj name="Equation" r:id="rId31" imgW="1257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076422" y="3858131"/>
                        <a:ext cx="1257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6">
            <a:hlinkClick r:id="" action="ppaction://noaction"/>
            <a:extLst>
              <a:ext uri="{FF2B5EF4-FFF2-40B4-BE49-F238E27FC236}">
                <a16:creationId xmlns:a16="http://schemas.microsoft.com/office/drawing/2014/main" id="{87F52C1D-5AD3-437E-8D4B-4D92E5AC5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383" y="2561827"/>
            <a:ext cx="34260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莱布尼茨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(Leibniz)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公式</a:t>
            </a:r>
          </a:p>
        </p:txBody>
      </p:sp>
    </p:spTree>
    <p:extLst>
      <p:ext uri="{BB962C8B-B14F-4D97-AF65-F5344CB8AC3E}">
        <p14:creationId xmlns:p14="http://schemas.microsoft.com/office/powerpoint/2010/main" val="57992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6">
            <a:extLst>
              <a:ext uri="{FF2B5EF4-FFF2-40B4-BE49-F238E27FC236}">
                <a16:creationId xmlns:a16="http://schemas.microsoft.com/office/drawing/2014/main" id="{14D597EC-CF78-4DB0-8D0D-75F7879B7230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123478"/>
            <a:ext cx="1066800" cy="6096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3366FF"/>
                </a:solidFill>
                <a:latin typeface="+mj-ea"/>
              </a:rPr>
              <a:t>规律</a:t>
            </a:r>
          </a:p>
        </p:txBody>
      </p:sp>
      <p:sp>
        <p:nvSpPr>
          <p:cNvPr id="16" name="Text Box 1039">
            <a:extLst>
              <a:ext uri="{FF2B5EF4-FFF2-40B4-BE49-F238E27FC236}">
                <a16:creationId xmlns:a16="http://schemas.microsoft.com/office/drawing/2014/main" id="{3F7E3D33-8940-463F-AEAF-33EC7E1AB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12" y="2932314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_GB2312" pitchFamily="49" charset="-122"/>
              </a:rPr>
              <a:t>用数学归纳法可证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B59F920-A669-4014-AF5E-8E8E2AEAA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658675"/>
              </p:ext>
            </p:extLst>
          </p:nvPr>
        </p:nvGraphicFramePr>
        <p:xfrm>
          <a:off x="780852" y="928675"/>
          <a:ext cx="195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name="Equation" r:id="rId3" imgW="1955520" imgH="355320" progId="Equation.DSMT4">
                  <p:embed/>
                </p:oleObj>
              </mc:Choice>
              <mc:Fallback>
                <p:oleObj name="Equation" r:id="rId3" imgW="19555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0852" y="928675"/>
                        <a:ext cx="195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2A75585-42B3-4A6D-939E-58F8DDE3C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989305"/>
              </p:ext>
            </p:extLst>
          </p:nvPr>
        </p:nvGraphicFramePr>
        <p:xfrm>
          <a:off x="759112" y="1555402"/>
          <a:ext cx="4406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Equation" r:id="rId5" imgW="4406760" imgH="355320" progId="Equation.DSMT4">
                  <p:embed/>
                </p:oleObj>
              </mc:Choice>
              <mc:Fallback>
                <p:oleObj name="Equation" r:id="rId5" imgW="44067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9112" y="1555402"/>
                        <a:ext cx="4406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6BE8606-07DB-4C16-A358-3E6FA5BE2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058867"/>
              </p:ext>
            </p:extLst>
          </p:nvPr>
        </p:nvGraphicFramePr>
        <p:xfrm>
          <a:off x="812602" y="2373636"/>
          <a:ext cx="3848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Equation" r:id="rId7" imgW="3848040" imgH="355320" progId="Equation.DSMT4">
                  <p:embed/>
                </p:oleObj>
              </mc:Choice>
              <mc:Fallback>
                <p:oleObj name="Equation" r:id="rId7" imgW="38480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2602" y="2373636"/>
                        <a:ext cx="3848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5191C4E0-6387-40A7-8727-B835D19EE5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7718"/>
              </p:ext>
            </p:extLst>
          </p:nvPr>
        </p:nvGraphicFramePr>
        <p:xfrm>
          <a:off x="2397412" y="3585683"/>
          <a:ext cx="2882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1" name="Equation" r:id="rId9" imgW="2882880" imgH="787320" progId="Equation.DSMT4">
                  <p:embed/>
                </p:oleObj>
              </mc:Choice>
              <mc:Fallback>
                <p:oleObj name="Equation" r:id="rId9" imgW="28828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97412" y="3585683"/>
                        <a:ext cx="2882900" cy="787400"/>
                      </a:xfrm>
                      <a:prstGeom prst="rect">
                        <a:avLst/>
                      </a:prstGeom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6">
            <a:hlinkClick r:id="" action="ppaction://noaction"/>
            <a:extLst>
              <a:ext uri="{FF2B5EF4-FFF2-40B4-BE49-F238E27FC236}">
                <a16:creationId xmlns:a16="http://schemas.microsoft.com/office/drawing/2014/main" id="{B0C1B4E4-6DD2-4E44-ADE2-6083C224D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312" y="3651870"/>
            <a:ext cx="3396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莱布尼茨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(Leibniz)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公式</a:t>
            </a:r>
          </a:p>
        </p:txBody>
      </p:sp>
    </p:spTree>
    <p:extLst>
      <p:ext uri="{BB962C8B-B14F-4D97-AF65-F5344CB8AC3E}">
        <p14:creationId xmlns:p14="http://schemas.microsoft.com/office/powerpoint/2010/main" val="267448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781545C-B058-4288-A9C4-1CEA07DBF86E}"/>
              </a:ext>
            </a:extLst>
          </p:cNvPr>
          <p:cNvSpPr txBox="1">
            <a:spLocks noChangeArrowheads="1"/>
          </p:cNvSpPr>
          <p:nvPr/>
        </p:nvSpPr>
        <p:spPr>
          <a:xfrm>
            <a:off x="652438" y="339502"/>
            <a:ext cx="12954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7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E290F075-9984-402C-A8CB-127E7E863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292" y="285528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5DCDDF5B-5815-4FBD-8FE5-455E4B4E6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688" y="1003059"/>
            <a:ext cx="152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设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496671-DF44-4BDD-A80B-CE64FFF2C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3001" y="995437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5640DB84-BA34-4E43-A35B-7CC865567D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622975"/>
              </p:ext>
            </p:extLst>
          </p:nvPr>
        </p:nvGraphicFramePr>
        <p:xfrm>
          <a:off x="1869604" y="1732736"/>
          <a:ext cx="1435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1" name="Equation" r:id="rId3" imgW="1434960" imgH="342720" progId="Equation.DSMT4">
                  <p:embed/>
                </p:oleObj>
              </mc:Choice>
              <mc:Fallback>
                <p:oleObj name="Equation" r:id="rId3" imgW="1434960" imgH="342720" progId="Equation.DSMT4">
                  <p:embed/>
                  <p:pic>
                    <p:nvPicPr>
                      <p:cNvPr id="58377" name="Object 9">
                        <a:extLst>
                          <a:ext uri="{FF2B5EF4-FFF2-40B4-BE49-F238E27FC236}">
                            <a16:creationId xmlns:a16="http://schemas.microsoft.com/office/drawing/2014/main" id="{56594D0F-985E-447E-BE13-FFC5B46BA1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9604" y="1732736"/>
                        <a:ext cx="1435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EB4FB5BE-B670-4582-98B4-EEE6C6A325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554961"/>
              </p:ext>
            </p:extLst>
          </p:nvPr>
        </p:nvGraphicFramePr>
        <p:xfrm>
          <a:off x="1763688" y="339502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2" name="Equation" r:id="rId5" imgW="1282680" imgH="406080" progId="Equation.DSMT4">
                  <p:embed/>
                </p:oleObj>
              </mc:Choice>
              <mc:Fallback>
                <p:oleObj name="Equation" r:id="rId5" imgW="1282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688" y="339502"/>
                        <a:ext cx="1282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889A77F-6BE7-49A0-812E-62C1FEAE8C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567645"/>
              </p:ext>
            </p:extLst>
          </p:nvPr>
        </p:nvGraphicFramePr>
        <p:xfrm>
          <a:off x="3554693" y="309340"/>
          <a:ext cx="622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3" name="Equation" r:id="rId7" imgW="622080" imgH="406080" progId="Equation.DSMT4">
                  <p:embed/>
                </p:oleObj>
              </mc:Choice>
              <mc:Fallback>
                <p:oleObj name="Equation" r:id="rId7" imgW="622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4693" y="309340"/>
                        <a:ext cx="622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FF3E433-3715-45E3-8461-0FF5EF371C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789283"/>
              </p:ext>
            </p:extLst>
          </p:nvPr>
        </p:nvGraphicFramePr>
        <p:xfrm>
          <a:off x="2031892" y="1019764"/>
          <a:ext cx="180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4" name="Equation" r:id="rId9" imgW="1803240" imgH="406080" progId="Equation.DSMT4">
                  <p:embed/>
                </p:oleObj>
              </mc:Choice>
              <mc:Fallback>
                <p:oleObj name="Equation" r:id="rId9" imgW="1803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31892" y="1019764"/>
                        <a:ext cx="1803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305F184-129D-4C7D-8A2E-5386E148EB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221348"/>
              </p:ext>
            </p:extLst>
          </p:nvPr>
        </p:nvGraphicFramePr>
        <p:xfrm>
          <a:off x="3554693" y="1719471"/>
          <a:ext cx="218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5" name="Equation" r:id="rId11" imgW="2184120" imgH="342720" progId="Equation.DSMT4">
                  <p:embed/>
                </p:oleObj>
              </mc:Choice>
              <mc:Fallback>
                <p:oleObj name="Equation" r:id="rId11" imgW="21841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54693" y="1719471"/>
                        <a:ext cx="2184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96A6DC8-FDF0-4A69-8C90-FFE8F042F8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663956"/>
              </p:ext>
            </p:extLst>
          </p:nvPr>
        </p:nvGraphicFramePr>
        <p:xfrm>
          <a:off x="1869604" y="2454052"/>
          <a:ext cx="990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6" name="Equation" r:id="rId13" imgW="990360" imgH="355320" progId="Equation.DSMT4">
                  <p:embed/>
                </p:oleObj>
              </mc:Choice>
              <mc:Fallback>
                <p:oleObj name="Equation" r:id="rId13" imgW="990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69604" y="2454052"/>
                        <a:ext cx="990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71B23B0-0435-442B-BEF6-8396109A72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72613"/>
              </p:ext>
            </p:extLst>
          </p:nvPr>
        </p:nvGraphicFramePr>
        <p:xfrm>
          <a:off x="3069481" y="2463720"/>
          <a:ext cx="876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7" name="Equation" r:id="rId15" imgW="876240" imgH="355320" progId="Equation.DSMT4">
                  <p:embed/>
                </p:oleObj>
              </mc:Choice>
              <mc:Fallback>
                <p:oleObj name="Equation" r:id="rId15" imgW="8762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69481" y="2463720"/>
                        <a:ext cx="876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F1197CF6-47AB-41F4-99A0-7BD5BF089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074713"/>
              </p:ext>
            </p:extLst>
          </p:nvPr>
        </p:nvGraphicFramePr>
        <p:xfrm>
          <a:off x="4146816" y="2422376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8" name="Equation" r:id="rId17" imgW="901440" imgH="342720" progId="Equation.DSMT4">
                  <p:embed/>
                </p:oleObj>
              </mc:Choice>
              <mc:Fallback>
                <p:oleObj name="Equation" r:id="rId17" imgW="9014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46816" y="2422376"/>
                        <a:ext cx="901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45223CE-449D-4801-B645-29E8A8A7CA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638715"/>
              </p:ext>
            </p:extLst>
          </p:nvPr>
        </p:nvGraphicFramePr>
        <p:xfrm>
          <a:off x="5146559" y="2476420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9" name="Equation" r:id="rId19" imgW="1739880" imgH="342720" progId="Equation.DSMT4">
                  <p:embed/>
                </p:oleObj>
              </mc:Choice>
              <mc:Fallback>
                <p:oleObj name="Equation" r:id="rId19" imgW="1739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46559" y="2476420"/>
                        <a:ext cx="173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3">
            <a:extLst>
              <a:ext uri="{FF2B5EF4-FFF2-40B4-BE49-F238E27FC236}">
                <a16:creationId xmlns:a16="http://schemas.microsoft.com/office/drawing/2014/main" id="{E2E09440-6B41-417A-B36A-49BAE486C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904" y="2870200"/>
            <a:ext cx="403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代入莱布尼茨公式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2FDBF2B5-641F-4531-842F-86F01BAE36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305738"/>
              </p:ext>
            </p:extLst>
          </p:nvPr>
        </p:nvGraphicFramePr>
        <p:xfrm>
          <a:off x="979812" y="3541713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0" name="Equation" r:id="rId21" imgW="812520" imgH="406080" progId="Equation.DSMT4">
                  <p:embed/>
                </p:oleObj>
              </mc:Choice>
              <mc:Fallback>
                <p:oleObj name="Equation" r:id="rId21" imgW="8125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79812" y="3541713"/>
                        <a:ext cx="812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E5E39947-20E0-4DEB-B676-CA59FA0F7E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149122"/>
              </p:ext>
            </p:extLst>
          </p:nvPr>
        </p:nvGraphicFramePr>
        <p:xfrm>
          <a:off x="2000162" y="3519041"/>
          <a:ext cx="77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1" name="Equation" r:id="rId23" imgW="774360" imgH="342720" progId="Equation.DSMT4">
                  <p:embed/>
                </p:oleObj>
              </mc:Choice>
              <mc:Fallback>
                <p:oleObj name="Equation" r:id="rId23" imgW="7743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000162" y="3519041"/>
                        <a:ext cx="774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3F4BECB5-C8C9-49A1-B6F0-EDEEE0570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434298"/>
              </p:ext>
            </p:extLst>
          </p:nvPr>
        </p:nvGraphicFramePr>
        <p:xfrm>
          <a:off x="2774862" y="3492367"/>
          <a:ext cx="355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2" name="Equation" r:id="rId25" imgW="355320" imgH="342720" progId="Equation.DSMT4">
                  <p:embed/>
                </p:oleObj>
              </mc:Choice>
              <mc:Fallback>
                <p:oleObj name="Equation" r:id="rId25" imgW="3553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74862" y="3492367"/>
                        <a:ext cx="355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A004A184-3186-4F95-B829-52043C771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69928"/>
              </p:ext>
            </p:extLst>
          </p:nvPr>
        </p:nvGraphicFramePr>
        <p:xfrm>
          <a:off x="3185149" y="3509097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3" name="Equation" r:id="rId27" imgW="1384200" imgH="342720" progId="Equation.DSMT4">
                  <p:embed/>
                </p:oleObj>
              </mc:Choice>
              <mc:Fallback>
                <p:oleObj name="Equation" r:id="rId27" imgW="1384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185149" y="3509097"/>
                        <a:ext cx="1384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B95FDAD5-DEF9-4F7A-9EED-8EA7158803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129056"/>
              </p:ext>
            </p:extLst>
          </p:nvPr>
        </p:nvGraphicFramePr>
        <p:xfrm>
          <a:off x="4569449" y="3591282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4" name="Equation" r:id="rId29" imgW="419040" imgH="279360" progId="Equation.DSMT4">
                  <p:embed/>
                </p:oleObj>
              </mc:Choice>
              <mc:Fallback>
                <p:oleObj name="Equation" r:id="rId29" imgW="4190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569449" y="3591282"/>
                        <a:ext cx="419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0ECA0DE9-12D2-43A8-B095-C37D61E76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980204"/>
              </p:ext>
            </p:extLst>
          </p:nvPr>
        </p:nvGraphicFramePr>
        <p:xfrm>
          <a:off x="5035922" y="3363913"/>
          <a:ext cx="1016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5" name="Equation" r:id="rId31" imgW="1015920" imgH="799920" progId="Equation.DSMT4">
                  <p:embed/>
                </p:oleObj>
              </mc:Choice>
              <mc:Fallback>
                <p:oleObj name="Equation" r:id="rId31" imgW="101592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035922" y="3363913"/>
                        <a:ext cx="10160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1802CCB7-B74B-47DF-9A9B-9C66D47B2E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99977"/>
              </p:ext>
            </p:extLst>
          </p:nvPr>
        </p:nvGraphicFramePr>
        <p:xfrm>
          <a:off x="6124459" y="3541713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6" name="Equation" r:id="rId33" imgW="761760" imgH="342720" progId="Equation.DSMT4">
                  <p:embed/>
                </p:oleObj>
              </mc:Choice>
              <mc:Fallback>
                <p:oleObj name="Equation" r:id="rId33" imgW="761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124459" y="3541713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493BE372-411B-424F-B3E8-A13A385088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926256"/>
              </p:ext>
            </p:extLst>
          </p:nvPr>
        </p:nvGraphicFramePr>
        <p:xfrm>
          <a:off x="6957654" y="3573336"/>
          <a:ext cx="254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7" name="Equation" r:id="rId35" imgW="253800" imgH="266400" progId="Equation.DSMT4">
                  <p:embed/>
                </p:oleObj>
              </mc:Choice>
              <mc:Fallback>
                <p:oleObj name="Equation" r:id="rId35" imgW="2538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957654" y="3573336"/>
                        <a:ext cx="2540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E1C68BFD-30D6-4E6D-B090-54684C2F6C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957929"/>
              </p:ext>
            </p:extLst>
          </p:nvPr>
        </p:nvGraphicFramePr>
        <p:xfrm>
          <a:off x="1747947" y="4215128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8" name="Equation" r:id="rId37" imgW="1015920" imgH="342720" progId="Equation.DSMT4">
                  <p:embed/>
                </p:oleObj>
              </mc:Choice>
              <mc:Fallback>
                <p:oleObj name="Equation" r:id="rId37" imgW="1015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747947" y="4215128"/>
                        <a:ext cx="1016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B525075A-6A9C-40CC-ACE3-B67934860A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619627"/>
              </p:ext>
            </p:extLst>
          </p:nvPr>
        </p:nvGraphicFramePr>
        <p:xfrm>
          <a:off x="2750121" y="4215706"/>
          <a:ext cx="1892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9" name="Equation" r:id="rId39" imgW="1892160" imgH="406080" progId="Equation.DSMT4">
                  <p:embed/>
                </p:oleObj>
              </mc:Choice>
              <mc:Fallback>
                <p:oleObj name="Equation" r:id="rId39" imgW="1892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750121" y="4215706"/>
                        <a:ext cx="1892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129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59CB22-B6F3-4547-B6A5-B2C6387379CB}"/>
              </a:ext>
            </a:extLst>
          </p:cNvPr>
          <p:cNvSpPr txBox="1">
            <a:spLocks noChangeArrowheads="1"/>
          </p:cNvSpPr>
          <p:nvPr/>
        </p:nvSpPr>
        <p:spPr>
          <a:xfrm>
            <a:off x="739303" y="321667"/>
            <a:ext cx="1600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8 </a:t>
            </a:r>
            <a:r>
              <a:rPr lang="zh-CN" altLang="en-US" sz="2400" b="1" dirty="0">
                <a:latin typeface="+mj-ea"/>
              </a:rPr>
              <a:t>设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2173760-B16C-4531-B3EA-8F05A1AE4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4037" y="319079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E6936E7E-EE47-4627-83F7-36EBD1144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476" y="1116360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FF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2DF23AD-FF8F-44C2-9FDE-35BA313AA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1171" y="1167599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04453FF-810A-4533-BAE8-EEFD40BC8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654892"/>
              </p:ext>
            </p:extLst>
          </p:nvPr>
        </p:nvGraphicFramePr>
        <p:xfrm>
          <a:off x="1773312" y="437303"/>
          <a:ext cx="156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8" name="Equation" r:id="rId3" imgW="1562040" imgH="317160" progId="Equation.DSMT4">
                  <p:embed/>
                </p:oleObj>
              </mc:Choice>
              <mc:Fallback>
                <p:oleObj name="Equation" r:id="rId3" imgW="156204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3312" y="437303"/>
                        <a:ext cx="1562100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3052263-1E6D-42B8-87F6-E5B1AB6CBB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126673"/>
              </p:ext>
            </p:extLst>
          </p:nvPr>
        </p:nvGraphicFramePr>
        <p:xfrm>
          <a:off x="3763639" y="341656"/>
          <a:ext cx="91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" name="Equation" r:id="rId5" imgW="914400" imgH="406080" progId="Equation.DSMT4">
                  <p:embed/>
                </p:oleObj>
              </mc:Choice>
              <mc:Fallback>
                <p:oleObj name="Equation" r:id="rId5" imgW="914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63639" y="341656"/>
                        <a:ext cx="914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C1FA2B8-EC35-4665-9BBC-109BB17CB8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086352"/>
              </p:ext>
            </p:extLst>
          </p:nvPr>
        </p:nvGraphicFramePr>
        <p:xfrm>
          <a:off x="1216871" y="1030132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0" name="Equation" r:id="rId7" imgW="1384200" imgH="736560" progId="Equation.DSMT4">
                  <p:embed/>
                </p:oleObj>
              </mc:Choice>
              <mc:Fallback>
                <p:oleObj name="Equation" r:id="rId7" imgW="1384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16871" y="1030132"/>
                        <a:ext cx="1384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3DE7618-0B2E-4E0B-9365-5B2652BF4B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698196"/>
              </p:ext>
            </p:extLst>
          </p:nvPr>
        </p:nvGraphicFramePr>
        <p:xfrm>
          <a:off x="3032125" y="1184275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1" name="Equation" r:id="rId9" imgW="1625400" imgH="406080" progId="Equation.DSMT4">
                  <p:embed/>
                </p:oleObj>
              </mc:Choice>
              <mc:Fallback>
                <p:oleObj name="Equation" r:id="rId9" imgW="1625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32125" y="1184275"/>
                        <a:ext cx="1625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" name="组合 64">
            <a:extLst>
              <a:ext uri="{FF2B5EF4-FFF2-40B4-BE49-F238E27FC236}">
                <a16:creationId xmlns:a16="http://schemas.microsoft.com/office/drawing/2014/main" id="{8FD460E4-761E-40DF-98A2-D0E65738759D}"/>
              </a:ext>
            </a:extLst>
          </p:cNvPr>
          <p:cNvGrpSpPr/>
          <p:nvPr/>
        </p:nvGrpSpPr>
        <p:grpSpPr>
          <a:xfrm>
            <a:off x="3131840" y="1590675"/>
            <a:ext cx="1120155" cy="236951"/>
            <a:chOff x="3131840" y="1590675"/>
            <a:chExt cx="1120155" cy="236951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E847D669-E974-4A81-9309-29A9DE3AB7B9}"/>
                </a:ext>
              </a:extLst>
            </p:cNvPr>
            <p:cNvCxnSpPr/>
            <p:nvPr/>
          </p:nvCxnSpPr>
          <p:spPr>
            <a:xfrm>
              <a:off x="3131840" y="1590675"/>
              <a:ext cx="559470" cy="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11CC20E-B810-4749-AF53-F8A396BC062A}"/>
                </a:ext>
              </a:extLst>
            </p:cNvPr>
            <p:cNvCxnSpPr>
              <a:cxnSpLocks/>
            </p:cNvCxnSpPr>
            <p:nvPr/>
          </p:nvCxnSpPr>
          <p:spPr>
            <a:xfrm>
              <a:off x="3844925" y="1595634"/>
              <a:ext cx="407070" cy="0"/>
            </a:xfrm>
            <a:prstGeom prst="line">
              <a:avLst/>
            </a:prstGeom>
            <a:ln w="15875">
              <a:solidFill>
                <a:srgbClr val="0064FF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9E5FE180-CCAD-4E7C-9B5F-27D5202D99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6567761"/>
                </p:ext>
              </p:extLst>
            </p:nvPr>
          </p:nvGraphicFramePr>
          <p:xfrm>
            <a:off x="3316325" y="160735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72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16325" y="160735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62908718-0A4E-429E-AB42-E812B814B3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5227718"/>
                </p:ext>
              </p:extLst>
            </p:nvPr>
          </p:nvGraphicFramePr>
          <p:xfrm>
            <a:off x="3870660" y="1624426"/>
            <a:ext cx="177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73" name="Equation" r:id="rId13" imgW="177480" imgH="203040" progId="Equation.DSMT4">
                    <p:embed/>
                  </p:oleObj>
                </mc:Choice>
                <mc:Fallback>
                  <p:oleObj name="Equation" r:id="rId13" imgW="1774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870660" y="1624426"/>
                          <a:ext cx="1778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Text Box 13">
            <a:extLst>
              <a:ext uri="{FF2B5EF4-FFF2-40B4-BE49-F238E27FC236}">
                <a16:creationId xmlns:a16="http://schemas.microsoft.com/office/drawing/2014/main" id="{1CC2A3FD-7D94-48B7-8CB6-77FED01B1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440" y="1247620"/>
            <a:ext cx="457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用莱布尼茨公式求 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阶导数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6CF07294-861B-432E-ABAE-4490BDB84A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8429"/>
              </p:ext>
            </p:extLst>
          </p:nvPr>
        </p:nvGraphicFramePr>
        <p:xfrm>
          <a:off x="652647" y="1976172"/>
          <a:ext cx="901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4" name="Equation" r:id="rId15" imgW="901440" imgH="406080" progId="Equation.DSMT4">
                  <p:embed/>
                </p:oleObj>
              </mc:Choice>
              <mc:Fallback>
                <p:oleObj name="Equation" r:id="rId15" imgW="901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2647" y="1976172"/>
                        <a:ext cx="901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DF7193BC-81E9-4481-8811-119E05420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518420"/>
              </p:ext>
            </p:extLst>
          </p:nvPr>
        </p:nvGraphicFramePr>
        <p:xfrm>
          <a:off x="1508635" y="1987419"/>
          <a:ext cx="87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5" name="Equation" r:id="rId17" imgW="876240" imgH="406080" progId="Equation.DSMT4">
                  <p:embed/>
                </p:oleObj>
              </mc:Choice>
              <mc:Fallback>
                <p:oleObj name="Equation" r:id="rId17" imgW="876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08635" y="1987419"/>
                        <a:ext cx="876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5CE05288-86FB-460B-860A-145DADBF1B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820571"/>
              </p:ext>
            </p:extLst>
          </p:nvPr>
        </p:nvGraphicFramePr>
        <p:xfrm>
          <a:off x="2404059" y="1938285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6" name="Equation" r:id="rId19" imgW="1422360" imgH="406080" progId="Equation.DSMT4">
                  <p:embed/>
                </p:oleObj>
              </mc:Choice>
              <mc:Fallback>
                <p:oleObj name="Equation" r:id="rId19" imgW="1422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04059" y="1938285"/>
                        <a:ext cx="1422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294C2F90-5950-4D3C-9280-53ED72F09C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3498990"/>
              </p:ext>
            </p:extLst>
          </p:nvPr>
        </p:nvGraphicFramePr>
        <p:xfrm>
          <a:off x="2770405" y="2007922"/>
          <a:ext cx="393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7" name="Equation" r:id="rId21" imgW="393480" imgH="342720" progId="Equation.DSMT4">
                  <p:embed/>
                </p:oleObj>
              </mc:Choice>
              <mc:Fallback>
                <p:oleObj name="Equation" r:id="rId21" imgW="393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70405" y="2007922"/>
                        <a:ext cx="393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5E62794B-9315-4A2E-AD0E-52356B93BD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215045"/>
              </p:ext>
            </p:extLst>
          </p:nvPr>
        </p:nvGraphicFramePr>
        <p:xfrm>
          <a:off x="3841750" y="1779662"/>
          <a:ext cx="2514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8" name="Equation" r:id="rId23" imgW="2514600" imgH="799920" progId="Equation.DSMT4">
                  <p:embed/>
                </p:oleObj>
              </mc:Choice>
              <mc:Fallback>
                <p:oleObj name="Equation" r:id="rId23" imgW="251460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41750" y="1779662"/>
                        <a:ext cx="25146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A6384E69-A77D-457E-BADC-18DC52C943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833532"/>
              </p:ext>
            </p:extLst>
          </p:nvPr>
        </p:nvGraphicFramePr>
        <p:xfrm>
          <a:off x="5004239" y="2008135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9" name="Equation" r:id="rId25" imgW="190440" imgH="266400" progId="Equation.DSMT4">
                  <p:embed/>
                </p:oleObj>
              </mc:Choice>
              <mc:Fallback>
                <p:oleObj name="Equation" r:id="rId25" imgW="1904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04239" y="2008135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30">
            <a:extLst>
              <a:ext uri="{FF2B5EF4-FFF2-40B4-BE49-F238E27FC236}">
                <a16:creationId xmlns:a16="http://schemas.microsoft.com/office/drawing/2014/main" id="{9D471597-D438-492B-97FB-A73F3F993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054" y="2526354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sp>
        <p:nvSpPr>
          <p:cNvPr id="35" name="Text Box 32">
            <a:extLst>
              <a:ext uri="{FF2B5EF4-FFF2-40B4-BE49-F238E27FC236}">
                <a16:creationId xmlns:a16="http://schemas.microsoft.com/office/drawing/2014/main" id="{37D5FE65-37C4-4E7C-BDF1-2B1BBD1B5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8879" y="2526354"/>
            <a:ext cx="60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得</a:t>
            </a:r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E4B53F36-0A37-4C60-8371-B5A560D28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880210"/>
              </p:ext>
            </p:extLst>
          </p:nvPr>
        </p:nvGraphicFramePr>
        <p:xfrm>
          <a:off x="1153529" y="2645119"/>
          <a:ext cx="74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0" name="Equation" r:id="rId27" imgW="749160" imgH="342720" progId="Equation.DSMT4">
                  <p:embed/>
                </p:oleObj>
              </mc:Choice>
              <mc:Fallback>
                <p:oleObj name="Equation" r:id="rId27" imgW="749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53529" y="2645119"/>
                        <a:ext cx="74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9A1EAB37-B0B3-48FF-94F5-05CF28FF4F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797048"/>
              </p:ext>
            </p:extLst>
          </p:nvPr>
        </p:nvGraphicFramePr>
        <p:xfrm>
          <a:off x="2554362" y="2591009"/>
          <a:ext cx="336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1" name="Equation" r:id="rId29" imgW="3365280" imgH="406080" progId="Equation.DSMT4">
                  <p:embed/>
                </p:oleObj>
              </mc:Choice>
              <mc:Fallback>
                <p:oleObj name="Equation" r:id="rId29" imgW="3365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554362" y="2591009"/>
                        <a:ext cx="3365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623E8871-D866-470F-A4EC-3DA8426873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691984"/>
              </p:ext>
            </p:extLst>
          </p:nvPr>
        </p:nvGraphicFramePr>
        <p:xfrm>
          <a:off x="5946439" y="2622759"/>
          <a:ext cx="1485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2" name="Equation" r:id="rId31" imgW="1485720" imgH="342720" progId="Equation.DSMT4">
                  <p:embed/>
                </p:oleObj>
              </mc:Choice>
              <mc:Fallback>
                <p:oleObj name="Equation" r:id="rId31" imgW="14857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946439" y="2622759"/>
                        <a:ext cx="1485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39">
            <a:extLst>
              <a:ext uri="{FF2B5EF4-FFF2-40B4-BE49-F238E27FC236}">
                <a16:creationId xmlns:a16="http://schemas.microsoft.com/office/drawing/2014/main" id="{3B7FC90E-BC27-46DB-9406-5DC5EE2BDC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843062"/>
              </p:ext>
            </p:extLst>
          </p:nvPr>
        </p:nvGraphicFramePr>
        <p:xfrm>
          <a:off x="2729493" y="3206473"/>
          <a:ext cx="1231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3" name="Equation" r:id="rId33" imgW="1231560" imgH="355320" progId="Equation.DSMT4">
                  <p:embed/>
                </p:oleObj>
              </mc:Choice>
              <mc:Fallback>
                <p:oleObj name="Equation" r:id="rId33" imgW="1231560" imgH="355320" progId="Equation.DSMT4">
                  <p:embed/>
                  <p:pic>
                    <p:nvPicPr>
                      <p:cNvPr id="36903" name="Object 39">
                        <a:extLst>
                          <a:ext uri="{FF2B5EF4-FFF2-40B4-BE49-F238E27FC236}">
                            <a16:creationId xmlns:a16="http://schemas.microsoft.com/office/drawing/2014/main" id="{F7E85AA6-D736-49A1-BA91-0CD8E9BB7D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9493" y="3206473"/>
                        <a:ext cx="1231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" name="组合 65">
            <a:extLst>
              <a:ext uri="{FF2B5EF4-FFF2-40B4-BE49-F238E27FC236}">
                <a16:creationId xmlns:a16="http://schemas.microsoft.com/office/drawing/2014/main" id="{27DFD822-FD52-4703-945D-9176E51847AB}"/>
              </a:ext>
            </a:extLst>
          </p:cNvPr>
          <p:cNvGrpSpPr/>
          <p:nvPr/>
        </p:nvGrpSpPr>
        <p:grpSpPr>
          <a:xfrm>
            <a:off x="670540" y="3114026"/>
            <a:ext cx="2358232" cy="501080"/>
            <a:chOff x="670540" y="3114026"/>
            <a:chExt cx="2358232" cy="501080"/>
          </a:xfrm>
        </p:grpSpPr>
        <p:sp>
          <p:nvSpPr>
            <p:cNvPr id="42" name="Text Box 36">
              <a:extLst>
                <a:ext uri="{FF2B5EF4-FFF2-40B4-BE49-F238E27FC236}">
                  <a16:creationId xmlns:a16="http://schemas.microsoft.com/office/drawing/2014/main" id="{C359E945-65F3-4DC1-882A-0B33CF4D1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40" y="3153441"/>
              <a:ext cx="685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由</a:t>
              </a:r>
            </a:p>
          </p:txBody>
        </p:sp>
        <p:sp>
          <p:nvSpPr>
            <p:cNvPr id="44" name="Text Box 38">
              <a:extLst>
                <a:ext uri="{FF2B5EF4-FFF2-40B4-BE49-F238E27FC236}">
                  <a16:creationId xmlns:a16="http://schemas.microsoft.com/office/drawing/2014/main" id="{DDDB2D55-E6CA-440F-9AD9-41D7DA146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0572" y="3114026"/>
              <a:ext cx="838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/>
                <a:t>得</a:t>
              </a:r>
            </a:p>
          </p:txBody>
        </p: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4DEA152B-2C33-41AB-933A-C963C6701B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113635"/>
                </p:ext>
              </p:extLst>
            </p:nvPr>
          </p:nvGraphicFramePr>
          <p:xfrm>
            <a:off x="1103497" y="3237578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84" name="Equation" r:id="rId35" imgW="1130040" imgH="342720" progId="Equation.DSMT4">
                    <p:embed/>
                  </p:oleObj>
                </mc:Choice>
                <mc:Fallback>
                  <p:oleObj name="Equation" r:id="rId35" imgW="1130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103497" y="3237578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D444AB39-1368-4C00-B60A-5717D3D42F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428529"/>
              </p:ext>
            </p:extLst>
          </p:nvPr>
        </p:nvGraphicFramePr>
        <p:xfrm>
          <a:off x="4072310" y="3153441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5" name="Equation" r:id="rId37" imgW="1396800" imgH="406080" progId="Equation.DSMT4">
                  <p:embed/>
                </p:oleObj>
              </mc:Choice>
              <mc:Fallback>
                <p:oleObj name="Equation" r:id="rId37" imgW="1396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072310" y="3153441"/>
                        <a:ext cx="1397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6ECE5813-AD0D-4649-A769-623AF8F209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956317"/>
              </p:ext>
            </p:extLst>
          </p:nvPr>
        </p:nvGraphicFramePr>
        <p:xfrm>
          <a:off x="5552739" y="3316700"/>
          <a:ext cx="393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6" name="Equation" r:id="rId39" imgW="393480" imgH="215640" progId="Equation.DSMT4">
                  <p:embed/>
                </p:oleObj>
              </mc:Choice>
              <mc:Fallback>
                <p:oleObj name="Equation" r:id="rId39" imgW="393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552739" y="3316700"/>
                        <a:ext cx="393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D9FFF925-0451-438A-95AF-71AB0E8AEA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558555"/>
              </p:ext>
            </p:extLst>
          </p:nvPr>
        </p:nvGraphicFramePr>
        <p:xfrm>
          <a:off x="5968827" y="3140217"/>
          <a:ext cx="152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7" name="Equation" r:id="rId41" imgW="1523880" imgH="406080" progId="Equation.DSMT4">
                  <p:embed/>
                </p:oleObj>
              </mc:Choice>
              <mc:Fallback>
                <p:oleObj name="Equation" r:id="rId41" imgW="1523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968827" y="3140217"/>
                        <a:ext cx="1524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" name="组合 66">
            <a:extLst>
              <a:ext uri="{FF2B5EF4-FFF2-40B4-BE49-F238E27FC236}">
                <a16:creationId xmlns:a16="http://schemas.microsoft.com/office/drawing/2014/main" id="{CDB27AF9-B89B-4672-9A29-D55702751FB9}"/>
              </a:ext>
            </a:extLst>
          </p:cNvPr>
          <p:cNvGrpSpPr/>
          <p:nvPr/>
        </p:nvGrpSpPr>
        <p:grpSpPr>
          <a:xfrm>
            <a:off x="645953" y="3901286"/>
            <a:ext cx="2730500" cy="479128"/>
            <a:chOff x="663686" y="3700683"/>
            <a:chExt cx="2730500" cy="479128"/>
          </a:xfrm>
        </p:grpSpPr>
        <p:sp>
          <p:nvSpPr>
            <p:cNvPr id="55" name="Text Box 43">
              <a:extLst>
                <a:ext uri="{FF2B5EF4-FFF2-40B4-BE49-F238E27FC236}">
                  <a16:creationId xmlns:a16="http://schemas.microsoft.com/office/drawing/2014/main" id="{EADF4859-37EA-4B92-AD1E-B492C0FC5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686" y="3700683"/>
              <a:ext cx="685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+mj-ea"/>
                  <a:ea typeface="+mj-ea"/>
                </a:rPr>
                <a:t>由</a:t>
              </a:r>
            </a:p>
          </p:txBody>
        </p:sp>
        <p:sp>
          <p:nvSpPr>
            <p:cNvPr id="57" name="Text Box 45">
              <a:extLst>
                <a:ext uri="{FF2B5EF4-FFF2-40B4-BE49-F238E27FC236}">
                  <a16:creationId xmlns:a16="http://schemas.microsoft.com/office/drawing/2014/main" id="{D9461DBB-48D3-48CA-B82F-84305D76B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986" y="3718146"/>
              <a:ext cx="838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+mj-ea"/>
                  <a:ea typeface="+mj-ea"/>
                </a:rPr>
                <a:t>得</a:t>
              </a:r>
            </a:p>
          </p:txBody>
        </p:sp>
        <p:graphicFrame>
          <p:nvGraphicFramePr>
            <p:cNvPr id="59" name="对象 58">
              <a:extLst>
                <a:ext uri="{FF2B5EF4-FFF2-40B4-BE49-F238E27FC236}">
                  <a16:creationId xmlns:a16="http://schemas.microsoft.com/office/drawing/2014/main" id="{F4390790-B4A0-4F78-84B3-9F186A9190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3276057"/>
                </p:ext>
              </p:extLst>
            </p:nvPr>
          </p:nvGraphicFramePr>
          <p:xfrm>
            <a:off x="1210679" y="3786200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88" name="Equation" r:id="rId43" imgW="1143000" imgH="355320" progId="Equation.DSMT4">
                    <p:embed/>
                  </p:oleObj>
                </mc:Choice>
                <mc:Fallback>
                  <p:oleObj name="Equation" r:id="rId43" imgW="11430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1210679" y="3786200"/>
                          <a:ext cx="1143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610F7A7A-E71E-41D5-9389-17B098AD75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914324"/>
              </p:ext>
            </p:extLst>
          </p:nvPr>
        </p:nvGraphicFramePr>
        <p:xfrm>
          <a:off x="2974407" y="3959225"/>
          <a:ext cx="353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9" name="Equation" r:id="rId45" imgW="3530520" imgH="406080" progId="Equation.DSMT4">
                  <p:embed/>
                </p:oleObj>
              </mc:Choice>
              <mc:Fallback>
                <p:oleObj name="Equation" r:id="rId45" imgW="35305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974407" y="3959225"/>
                        <a:ext cx="3530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2091436-9AC2-40C6-B952-7D911F5027E4}"/>
              </a:ext>
            </a:extLst>
          </p:cNvPr>
          <p:cNvSpPr/>
          <p:nvPr/>
        </p:nvSpPr>
        <p:spPr>
          <a:xfrm>
            <a:off x="716633" y="119907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409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0" grpId="0"/>
      <p:bldP spid="33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6">
            <a:extLst>
              <a:ext uri="{FF2B5EF4-FFF2-40B4-BE49-F238E27FC236}">
                <a16:creationId xmlns:a16="http://schemas.microsoft.com/office/drawing/2014/main" id="{48009396-17A7-49A5-8D21-3B06F6128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402" y="1293159"/>
            <a:ext cx="91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即</a:t>
            </a:r>
          </a:p>
        </p:txBody>
      </p:sp>
      <p:graphicFrame>
        <p:nvGraphicFramePr>
          <p:cNvPr id="3" name="Object 57">
            <a:extLst>
              <a:ext uri="{FF2B5EF4-FFF2-40B4-BE49-F238E27FC236}">
                <a16:creationId xmlns:a16="http://schemas.microsoft.com/office/drawing/2014/main" id="{1AEB7429-E3F2-4D9E-B782-1A56C5A0D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569242"/>
              </p:ext>
            </p:extLst>
          </p:nvPr>
        </p:nvGraphicFramePr>
        <p:xfrm>
          <a:off x="6132377" y="1319932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Equation" r:id="rId3" imgW="1803240" imgH="342720" progId="Equation.DSMT4">
                  <p:embed/>
                </p:oleObj>
              </mc:Choice>
              <mc:Fallback>
                <p:oleObj name="Equation" r:id="rId3" imgW="1803240" imgH="342720" progId="Equation.DSMT4">
                  <p:embed/>
                  <p:pic>
                    <p:nvPicPr>
                      <p:cNvPr id="63" name="Object 57">
                        <a:extLst>
                          <a:ext uri="{FF2B5EF4-FFF2-40B4-BE49-F238E27FC236}">
                            <a16:creationId xmlns:a16="http://schemas.microsoft.com/office/drawing/2014/main" id="{25A5D67E-A762-4639-9AF5-885D480461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377" y="1319932"/>
                        <a:ext cx="1803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DB6D87D-60BB-422A-BF1F-3308DB9754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409400"/>
              </p:ext>
            </p:extLst>
          </p:nvPr>
        </p:nvGraphicFramePr>
        <p:xfrm>
          <a:off x="1691680" y="1059582"/>
          <a:ext cx="4292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Equation" r:id="rId5" imgW="4292280" imgH="863280" progId="Equation.DSMT4">
                  <p:embed/>
                </p:oleObj>
              </mc:Choice>
              <mc:Fallback>
                <p:oleObj name="Equation" r:id="rId5" imgW="4292280" imgH="863280" progId="Equation.DSMT4">
                  <p:embed/>
                  <p:pic>
                    <p:nvPicPr>
                      <p:cNvPr id="64" name="对象 63">
                        <a:extLst>
                          <a:ext uri="{FF2B5EF4-FFF2-40B4-BE49-F238E27FC236}">
                            <a16:creationId xmlns:a16="http://schemas.microsoft.com/office/drawing/2014/main" id="{4481CE4B-0CF7-4408-9CCE-11CC935003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1059582"/>
                        <a:ext cx="42926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04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F7B4D2E-610D-4343-81A5-53536E9FF094}"/>
              </a:ext>
            </a:extLst>
          </p:cNvPr>
          <p:cNvSpPr txBox="1">
            <a:spLocks noChangeArrowheads="1"/>
          </p:cNvSpPr>
          <p:nvPr/>
        </p:nvSpPr>
        <p:spPr>
          <a:xfrm>
            <a:off x="331142" y="-27299"/>
            <a:ext cx="2124075" cy="7191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内容小结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69986D2-7BDC-4A10-919A-133C5D48E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253" y="968005"/>
            <a:ext cx="23185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逐阶求导法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421BFCA-00CD-4A9E-9F65-5FC7E9D56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954" y="941327"/>
            <a:ext cx="22484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利用归纳法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9427B63-8991-4CDB-A171-B055C161A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253" y="1437628"/>
            <a:ext cx="59189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(3)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间接法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——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利用已知的高阶导数公式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0DF98BEA-5A7F-46AE-BD47-8C00633D3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506340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高阶导数的求法</a:t>
            </a: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B9F71ADB-751F-4B83-B47B-327DB4ECE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253" y="2046272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如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EFD602C-1F09-4C21-BBE0-AD6AF7E75F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466947"/>
              </p:ext>
            </p:extLst>
          </p:nvPr>
        </p:nvGraphicFramePr>
        <p:xfrm>
          <a:off x="1251657" y="1960608"/>
          <a:ext cx="2921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0" name="Equation" r:id="rId3" imgW="2920680" imgH="723600" progId="Equation.DSMT4">
                  <p:embed/>
                </p:oleObj>
              </mc:Choice>
              <mc:Fallback>
                <p:oleObj name="Equation" r:id="rId3" imgW="2920680" imgH="723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4EFD602C-1F09-4C21-BBE0-AD6AF7E75F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1657" y="1960608"/>
                        <a:ext cx="29210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333C4C9-F958-472D-A17B-FD2F389567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332136"/>
              </p:ext>
            </p:extLst>
          </p:nvPr>
        </p:nvGraphicFramePr>
        <p:xfrm>
          <a:off x="4738102" y="1925223"/>
          <a:ext cx="3009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1" name="Equation" r:id="rId5" imgW="3009600" imgH="723600" progId="Equation.DSMT4">
                  <p:embed/>
                </p:oleObj>
              </mc:Choice>
              <mc:Fallback>
                <p:oleObj name="Equation" r:id="rId5" imgW="3009600" imgH="723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333C4C9-F958-472D-A17B-FD2F389567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38102" y="1925223"/>
                        <a:ext cx="30099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E53A0F1-445F-4BCE-8D8D-891D91B362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157891"/>
              </p:ext>
            </p:extLst>
          </p:nvPr>
        </p:nvGraphicFramePr>
        <p:xfrm>
          <a:off x="1022350" y="2824163"/>
          <a:ext cx="3378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2" name="Equation" r:id="rId7" imgW="3377880" imgH="876240" progId="Equation.DSMT4">
                  <p:embed/>
                </p:oleObj>
              </mc:Choice>
              <mc:Fallback>
                <p:oleObj name="Equation" r:id="rId7" imgW="3377880" imgH="8762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E53A0F1-445F-4BCE-8D8D-891D91B362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22350" y="2824163"/>
                        <a:ext cx="3378200" cy="876300"/>
                      </a:xfrm>
                      <a:prstGeom prst="rect">
                        <a:avLst/>
                      </a:prstGeom>
                      <a:ln w="952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>
            <a:extLst>
              <a:ext uri="{FF2B5EF4-FFF2-40B4-BE49-F238E27FC236}">
                <a16:creationId xmlns:a16="http://schemas.microsoft.com/office/drawing/2014/main" id="{D07727BA-91EA-4252-9084-B2BAA3824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016689"/>
            <a:ext cx="3910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(4)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利用莱布尼茨公式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BFCAEA6-4190-482E-B666-85894814D6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455706"/>
              </p:ext>
            </p:extLst>
          </p:nvPr>
        </p:nvGraphicFramePr>
        <p:xfrm>
          <a:off x="4681679" y="2913559"/>
          <a:ext cx="3683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3" name="Equation" r:id="rId9" imgW="3682800" imgH="787320" progId="Equation.DSMT4">
                  <p:embed/>
                </p:oleObj>
              </mc:Choice>
              <mc:Fallback>
                <p:oleObj name="Equation" r:id="rId9" imgW="36828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81679" y="2913559"/>
                        <a:ext cx="3683000" cy="787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5411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71DA5D2-E049-4D50-9231-A07506C7E4A7}"/>
              </a:ext>
            </a:extLst>
          </p:cNvPr>
          <p:cNvSpPr txBox="1">
            <a:spLocks noChangeArrowheads="1"/>
          </p:cNvSpPr>
          <p:nvPr/>
        </p:nvSpPr>
        <p:spPr>
          <a:xfrm>
            <a:off x="35496" y="339502"/>
            <a:ext cx="2124075" cy="7191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练习题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4B1D62E7-E2A5-4B3B-BA31-4670A96C7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827806"/>
            <a:ext cx="5441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如何求下列函数的</a:t>
            </a:r>
            <a:r>
              <a:rPr lang="zh-CN" altLang="en-US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阶导数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2E8FE9-1D19-4130-9727-CFCB3194CFEB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2360797"/>
            <a:ext cx="576064" cy="35956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解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538E901-B552-4E28-B2D1-594DC0F3BE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977773"/>
              </p:ext>
            </p:extLst>
          </p:nvPr>
        </p:nvGraphicFramePr>
        <p:xfrm>
          <a:off x="649982" y="1289471"/>
          <a:ext cx="177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7" name="Equation" r:id="rId3" imgW="1777680" imgH="736560" progId="Equation.DSMT4">
                  <p:embed/>
                </p:oleObj>
              </mc:Choice>
              <mc:Fallback>
                <p:oleObj name="Equation" r:id="rId3" imgW="1777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9982" y="1289471"/>
                        <a:ext cx="1778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A8A5E25-8F02-42C9-A418-55FB3DBD5D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54992"/>
              </p:ext>
            </p:extLst>
          </p:nvPr>
        </p:nvGraphicFramePr>
        <p:xfrm>
          <a:off x="971600" y="2289493"/>
          <a:ext cx="2705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8" name="Equation" r:id="rId5" imgW="2705040" imgH="736560" progId="Equation.DSMT4">
                  <p:embed/>
                </p:oleObj>
              </mc:Choice>
              <mc:Fallback>
                <p:oleObj name="Equation" r:id="rId5" imgW="27050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600" y="2289493"/>
                        <a:ext cx="2705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ADE85B1-E2DE-4908-92AA-F15D1E2337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864071"/>
              </p:ext>
            </p:extLst>
          </p:nvPr>
        </p:nvGraphicFramePr>
        <p:xfrm>
          <a:off x="870000" y="3490346"/>
          <a:ext cx="2806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9" name="Equation" r:id="rId7" imgW="2806560" imgH="787320" progId="Equation.DSMT4">
                  <p:embed/>
                </p:oleObj>
              </mc:Choice>
              <mc:Fallback>
                <p:oleObj name="Equation" r:id="rId7" imgW="28065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0000" y="3490346"/>
                        <a:ext cx="2806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186FFD5-AE76-4A22-83A3-E79DCBBD59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793120"/>
              </p:ext>
            </p:extLst>
          </p:nvPr>
        </p:nvGraphicFramePr>
        <p:xfrm>
          <a:off x="5436096" y="371635"/>
          <a:ext cx="3454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0" name="Equation" r:id="rId9" imgW="3454200" imgH="876240" progId="Equation.DSMT4">
                  <p:embed/>
                </p:oleObj>
              </mc:Choice>
              <mc:Fallback>
                <p:oleObj name="Equation" r:id="rId9" imgW="3454200" imgH="8762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3E86305-AF3A-4D5A-9A34-D92CB92B8F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36096" y="371635"/>
                        <a:ext cx="3454400" cy="8763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8B93387-25D0-4840-B685-42ED876A7D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170554"/>
              </p:ext>
            </p:extLst>
          </p:nvPr>
        </p:nvGraphicFramePr>
        <p:xfrm>
          <a:off x="5284742" y="2270442"/>
          <a:ext cx="3594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1" name="Equation" r:id="rId11" imgW="3593880" imgH="774360" progId="Equation.DSMT4">
                  <p:embed/>
                </p:oleObj>
              </mc:Choice>
              <mc:Fallback>
                <p:oleObj name="Equation" r:id="rId11" imgW="3593880" imgH="7743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01507E0-BD95-4E64-9197-E456CDA4C4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84742" y="2270442"/>
                        <a:ext cx="3594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5A5F676-92F0-494B-ABF4-3FE7E8171F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794899"/>
              </p:ext>
            </p:extLst>
          </p:nvPr>
        </p:nvGraphicFramePr>
        <p:xfrm>
          <a:off x="5307013" y="1385888"/>
          <a:ext cx="1638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2" name="Equation" r:id="rId13" imgW="1638000" imgH="774360" progId="Equation.DSMT4">
                  <p:embed/>
                </p:oleObj>
              </mc:Choice>
              <mc:Fallback>
                <p:oleObj name="Equation" r:id="rId13" imgW="16380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07013" y="1385888"/>
                        <a:ext cx="1638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">
            <a:extLst>
              <a:ext uri="{FF2B5EF4-FFF2-40B4-BE49-F238E27FC236}">
                <a16:creationId xmlns:a16="http://schemas.microsoft.com/office/drawing/2014/main" id="{BDC6A578-F053-4415-B45F-D7B5AD0B3441}"/>
              </a:ext>
            </a:extLst>
          </p:cNvPr>
          <p:cNvSpPr txBox="1">
            <a:spLocks noChangeArrowheads="1"/>
          </p:cNvSpPr>
          <p:nvPr/>
        </p:nvSpPr>
        <p:spPr>
          <a:xfrm>
            <a:off x="4427984" y="2478008"/>
            <a:ext cx="576064" cy="35956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解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3A30AA95-D430-4C8B-8357-A572D125C6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020660"/>
              </p:ext>
            </p:extLst>
          </p:nvPr>
        </p:nvGraphicFramePr>
        <p:xfrm>
          <a:off x="5076056" y="3505407"/>
          <a:ext cx="281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3" name="Equation" r:id="rId15" imgW="2819160" imgH="787320" progId="Equation.DSMT4">
                  <p:embed/>
                </p:oleObj>
              </mc:Choice>
              <mc:Fallback>
                <p:oleObj name="Equation" r:id="rId15" imgW="2819160" imgH="787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185A262-639F-45EE-80F3-D3EB719674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76056" y="3505407"/>
                        <a:ext cx="2819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16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77D3C43-9FC2-4659-8EE9-F0AF56B076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596370"/>
              </p:ext>
            </p:extLst>
          </p:nvPr>
        </p:nvGraphicFramePr>
        <p:xfrm>
          <a:off x="1095916" y="450007"/>
          <a:ext cx="2324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" name="Equation" r:id="rId3" imgW="2323800" imgH="736560" progId="Equation.DSMT4">
                  <p:embed/>
                </p:oleObj>
              </mc:Choice>
              <mc:Fallback>
                <p:oleObj name="Equation" r:id="rId3" imgW="2323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5916" y="450007"/>
                        <a:ext cx="2324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">
            <a:extLst>
              <a:ext uri="{FF2B5EF4-FFF2-40B4-BE49-F238E27FC236}">
                <a16:creationId xmlns:a16="http://schemas.microsoft.com/office/drawing/2014/main" id="{6DE18BC9-8B50-4E09-991F-213130C4760F}"/>
              </a:ext>
            </a:extLst>
          </p:cNvPr>
          <p:cNvSpPr txBox="1">
            <a:spLocks noChangeArrowheads="1"/>
          </p:cNvSpPr>
          <p:nvPr/>
        </p:nvSpPr>
        <p:spPr>
          <a:xfrm>
            <a:off x="1022177" y="1679598"/>
            <a:ext cx="576064" cy="35956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解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4BA9BD6-7EFE-4521-830E-DBB833AB05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550916"/>
              </p:ext>
            </p:extLst>
          </p:nvPr>
        </p:nvGraphicFramePr>
        <p:xfrm>
          <a:off x="1495425" y="1533525"/>
          <a:ext cx="384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9" name="Equation" r:id="rId5" imgW="3848040" imgH="736560" progId="Equation.DSMT4">
                  <p:embed/>
                </p:oleObj>
              </mc:Choice>
              <mc:Fallback>
                <p:oleObj name="Equation" r:id="rId5" imgW="38480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95425" y="1533525"/>
                        <a:ext cx="3848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525F45EF-6D4C-493A-A5B1-E1DE98C5C7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083131"/>
              </p:ext>
            </p:extLst>
          </p:nvPr>
        </p:nvGraphicFramePr>
        <p:xfrm>
          <a:off x="1310209" y="2817042"/>
          <a:ext cx="4660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Equation" r:id="rId7" imgW="4660560" imgH="927000" progId="Equation.DSMT4">
                  <p:embed/>
                </p:oleObj>
              </mc:Choice>
              <mc:Fallback>
                <p:oleObj name="Equation" r:id="rId7" imgW="466056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10209" y="2817042"/>
                        <a:ext cx="46609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67491CCD-52DC-44DD-B6AC-81008E0652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824001"/>
              </p:ext>
            </p:extLst>
          </p:nvPr>
        </p:nvGraphicFramePr>
        <p:xfrm>
          <a:off x="5076056" y="483693"/>
          <a:ext cx="3454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name="Equation" r:id="rId9" imgW="3454200" imgH="876240" progId="Equation.DSMT4">
                  <p:embed/>
                </p:oleObj>
              </mc:Choice>
              <mc:Fallback>
                <p:oleObj name="Equation" r:id="rId9" imgW="3454200" imgH="8762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186FFD5-AE76-4A22-83A3-E79DCBBD59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76056" y="483693"/>
                        <a:ext cx="3454400" cy="8763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03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73">
            <a:extLst>
              <a:ext uri="{FF2B5EF4-FFF2-40B4-BE49-F238E27FC236}">
                <a16:creationId xmlns:a16="http://schemas.microsoft.com/office/drawing/2014/main" id="{92681571-5BD4-42B4-85B0-288C63276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204168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</a:rPr>
              <a:t>解</a:t>
            </a:r>
            <a:endParaRPr lang="en-US" altLang="zh-CN" sz="2400" b="1" dirty="0">
              <a:solidFill>
                <a:srgbClr val="3366FF"/>
              </a:solidFill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DBF9D32-BD08-4720-A60A-9E120F124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459729"/>
              </p:ext>
            </p:extLst>
          </p:nvPr>
        </p:nvGraphicFramePr>
        <p:xfrm>
          <a:off x="849070" y="605635"/>
          <a:ext cx="284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4" name="Equation" r:id="rId3" imgW="2844720" imgH="406080" progId="Equation.DSMT4">
                  <p:embed/>
                </p:oleObj>
              </mc:Choice>
              <mc:Fallback>
                <p:oleObj name="Equation" r:id="rId3" imgW="2844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9070" y="605635"/>
                        <a:ext cx="2844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BBAF29A-AF58-4476-AF24-8881EC777B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159243"/>
              </p:ext>
            </p:extLst>
          </p:nvPr>
        </p:nvGraphicFramePr>
        <p:xfrm>
          <a:off x="1286502" y="1259433"/>
          <a:ext cx="284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5" name="Equation" r:id="rId5" imgW="2844720" imgH="406080" progId="Equation.DSMT4">
                  <p:embed/>
                </p:oleObj>
              </mc:Choice>
              <mc:Fallback>
                <p:oleObj name="Equation" r:id="rId5" imgW="2844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86502" y="1259433"/>
                        <a:ext cx="2844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D98F072-F3AF-41EA-B83C-D2395A28DB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534487"/>
              </p:ext>
            </p:extLst>
          </p:nvPr>
        </p:nvGraphicFramePr>
        <p:xfrm>
          <a:off x="1547664" y="1779662"/>
          <a:ext cx="365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6" name="Equation" r:id="rId7" imgW="3657600" imgH="342720" progId="Equation.DSMT4">
                  <p:embed/>
                </p:oleObj>
              </mc:Choice>
              <mc:Fallback>
                <p:oleObj name="Equation" r:id="rId7" imgW="3657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664" y="1779662"/>
                        <a:ext cx="3657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4C592CD-B51A-424E-AC96-028DE26A24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857604"/>
              </p:ext>
            </p:extLst>
          </p:nvPr>
        </p:nvGraphicFramePr>
        <p:xfrm>
          <a:off x="1572252" y="2368550"/>
          <a:ext cx="227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7" name="Equation" r:id="rId9" imgW="2273040" imgH="406080" progId="Equation.DSMT4">
                  <p:embed/>
                </p:oleObj>
              </mc:Choice>
              <mc:Fallback>
                <p:oleObj name="Equation" r:id="rId9" imgW="2273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72252" y="2368550"/>
                        <a:ext cx="2273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D84B511-5857-4962-B4C8-04E4537A4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878481"/>
              </p:ext>
            </p:extLst>
          </p:nvPr>
        </p:nvGraphicFramePr>
        <p:xfrm>
          <a:off x="3726591" y="2399222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8" name="Equation" r:id="rId11" imgW="1815840" imgH="342720" progId="Equation.DSMT4">
                  <p:embed/>
                </p:oleObj>
              </mc:Choice>
              <mc:Fallback>
                <p:oleObj name="Equation" r:id="rId11" imgW="1815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26591" y="2399222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24F7448-4648-40E8-B794-011CA3951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97451"/>
              </p:ext>
            </p:extLst>
          </p:nvPr>
        </p:nvGraphicFramePr>
        <p:xfrm>
          <a:off x="1585864" y="2859782"/>
          <a:ext cx="1714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9" name="Equation" r:id="rId13" imgW="1714320" imgH="723600" progId="Equation.DSMT4">
                  <p:embed/>
                </p:oleObj>
              </mc:Choice>
              <mc:Fallback>
                <p:oleObj name="Equation" r:id="rId13" imgW="17143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5864" y="2859782"/>
                        <a:ext cx="1714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4692115-4CDB-427E-8819-B4F991E950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458188"/>
              </p:ext>
            </p:extLst>
          </p:nvPr>
        </p:nvGraphicFramePr>
        <p:xfrm>
          <a:off x="3351859" y="2859782"/>
          <a:ext cx="177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0" name="Equation" r:id="rId15" imgW="1777680" imgH="736560" progId="Equation.DSMT4">
                  <p:embed/>
                </p:oleObj>
              </mc:Choice>
              <mc:Fallback>
                <p:oleObj name="Equation" r:id="rId15" imgW="1777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51859" y="2859782"/>
                        <a:ext cx="1778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86D7AC6-2921-4DC0-B69B-B7BCFA90D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729170"/>
              </p:ext>
            </p:extLst>
          </p:nvPr>
        </p:nvGraphicFramePr>
        <p:xfrm>
          <a:off x="5205264" y="2938762"/>
          <a:ext cx="2451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1" name="Equation" r:id="rId17" imgW="2450880" imgH="723600" progId="Equation.DSMT4">
                  <p:embed/>
                </p:oleObj>
              </mc:Choice>
              <mc:Fallback>
                <p:oleObj name="Equation" r:id="rId17" imgW="24508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05264" y="2938762"/>
                        <a:ext cx="24511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20F94E5-B22F-4810-AD03-F084F3D108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061558"/>
              </p:ext>
            </p:extLst>
          </p:nvPr>
        </p:nvGraphicFramePr>
        <p:xfrm>
          <a:off x="4547395" y="1231800"/>
          <a:ext cx="358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2" name="Equation" r:id="rId19" imgW="3581280" imgH="406080" progId="Equation.DSMT4">
                  <p:embed/>
                </p:oleObj>
              </mc:Choice>
              <mc:Fallback>
                <p:oleObj name="Equation" r:id="rId19" imgW="3581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47395" y="1231800"/>
                        <a:ext cx="3581400" cy="406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46">
            <a:extLst>
              <a:ext uri="{FF2B5EF4-FFF2-40B4-BE49-F238E27FC236}">
                <a16:creationId xmlns:a16="http://schemas.microsoft.com/office/drawing/2014/main" id="{F6A0BC23-1C06-4F75-8B7A-05769D36B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877520"/>
              </p:ext>
            </p:extLst>
          </p:nvPr>
        </p:nvGraphicFramePr>
        <p:xfrm>
          <a:off x="971600" y="3668514"/>
          <a:ext cx="97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3" name="Equation" r:id="rId21" imgW="977760" imgH="736560" progId="Equation.DSMT4">
                  <p:embed/>
                </p:oleObj>
              </mc:Choice>
              <mc:Fallback>
                <p:oleObj name="Equation" r:id="rId21" imgW="977760" imgH="736560" progId="Equation.DSMT4">
                  <p:embed/>
                  <p:pic>
                    <p:nvPicPr>
                      <p:cNvPr id="17430" name="Object 1046">
                        <a:extLst>
                          <a:ext uri="{FF2B5EF4-FFF2-40B4-BE49-F238E27FC236}">
                            <a16:creationId xmlns:a16="http://schemas.microsoft.com/office/drawing/2014/main" id="{9D721D8B-1612-4488-931E-99254D50A6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668514"/>
                        <a:ext cx="977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47">
            <a:extLst>
              <a:ext uri="{FF2B5EF4-FFF2-40B4-BE49-F238E27FC236}">
                <a16:creationId xmlns:a16="http://schemas.microsoft.com/office/drawing/2014/main" id="{0B7E56D0-CB81-48C8-A128-F6023CDF8D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135502"/>
              </p:ext>
            </p:extLst>
          </p:nvPr>
        </p:nvGraphicFramePr>
        <p:xfrm>
          <a:off x="1979712" y="3846038"/>
          <a:ext cx="355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4" name="Equation" r:id="rId23" imgW="355320" imgH="330120" progId="Equation.DSMT4">
                  <p:embed/>
                </p:oleObj>
              </mc:Choice>
              <mc:Fallback>
                <p:oleObj name="Equation" r:id="rId23" imgW="355320" imgH="330120" progId="Equation.DSMT4">
                  <p:embed/>
                  <p:pic>
                    <p:nvPicPr>
                      <p:cNvPr id="17431" name="Object 1047">
                        <a:extLst>
                          <a:ext uri="{FF2B5EF4-FFF2-40B4-BE49-F238E27FC236}">
                            <a16:creationId xmlns:a16="http://schemas.microsoft.com/office/drawing/2014/main" id="{D9CD4217-47E6-45A1-B571-7E16098F3E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846038"/>
                        <a:ext cx="355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48">
            <a:extLst>
              <a:ext uri="{FF2B5EF4-FFF2-40B4-BE49-F238E27FC236}">
                <a16:creationId xmlns:a16="http://schemas.microsoft.com/office/drawing/2014/main" id="{42AC407E-AC72-48EE-B1EB-DF1F1BC0FD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718225"/>
              </p:ext>
            </p:extLst>
          </p:nvPr>
        </p:nvGraphicFramePr>
        <p:xfrm>
          <a:off x="2374449" y="3681214"/>
          <a:ext cx="1701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5" name="Equation" r:id="rId25" imgW="1701720" imgH="723600" progId="Equation.DSMT4">
                  <p:embed/>
                </p:oleObj>
              </mc:Choice>
              <mc:Fallback>
                <p:oleObj name="Equation" r:id="rId25" imgW="1701720" imgH="723600" progId="Equation.DSMT4">
                  <p:embed/>
                  <p:pic>
                    <p:nvPicPr>
                      <p:cNvPr id="17432" name="Object 1048">
                        <a:extLst>
                          <a:ext uri="{FF2B5EF4-FFF2-40B4-BE49-F238E27FC236}">
                            <a16:creationId xmlns:a16="http://schemas.microsoft.com/office/drawing/2014/main" id="{557F79C3-F876-44A5-B521-7B693BAB9B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449" y="3681214"/>
                        <a:ext cx="1701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F79A6737-862B-46C2-A93D-560889BE96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489354"/>
              </p:ext>
            </p:extLst>
          </p:nvPr>
        </p:nvGraphicFramePr>
        <p:xfrm>
          <a:off x="5371858" y="3781288"/>
          <a:ext cx="3009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6" name="Equation" r:id="rId27" imgW="3009600" imgH="723600" progId="Equation.DSMT4">
                  <p:embed/>
                </p:oleObj>
              </mc:Choice>
              <mc:Fallback>
                <p:oleObj name="Equation" r:id="rId27" imgW="3009600" imgH="723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333C4C9-F958-472D-A17B-FD2F389567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371858" y="3781288"/>
                        <a:ext cx="30099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732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C378DCD-5685-4179-ACFF-FB7B0403CF89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537940"/>
            <a:ext cx="3168352" cy="5762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B091FF3-477D-459C-A3F6-D75F87A4B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0704" y="537940"/>
            <a:ext cx="60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求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2B66BEA-D368-4625-956C-AC55D67817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333522"/>
              </p:ext>
            </p:extLst>
          </p:nvPr>
        </p:nvGraphicFramePr>
        <p:xfrm>
          <a:off x="1907704" y="339502"/>
          <a:ext cx="3683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4" name="Equation" r:id="rId3" imgW="3682800" imgH="774360" progId="Equation.DSMT4">
                  <p:embed/>
                </p:oleObj>
              </mc:Choice>
              <mc:Fallback>
                <p:oleObj name="Equation" r:id="rId3" imgW="36828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339502"/>
                        <a:ext cx="3683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242DD84-CF35-4C2E-B103-9B45B17D3F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365478"/>
              </p:ext>
            </p:extLst>
          </p:nvPr>
        </p:nvGraphicFramePr>
        <p:xfrm>
          <a:off x="6012160" y="565572"/>
          <a:ext cx="952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5" name="Equation" r:id="rId5" imgW="952200" imgH="406080" progId="Equation.DSMT4">
                  <p:embed/>
                </p:oleObj>
              </mc:Choice>
              <mc:Fallback>
                <p:oleObj name="Equation" r:id="rId5" imgW="952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2160" y="565572"/>
                        <a:ext cx="952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73">
            <a:extLst>
              <a:ext uri="{FF2B5EF4-FFF2-40B4-BE49-F238E27FC236}">
                <a16:creationId xmlns:a16="http://schemas.microsoft.com/office/drawing/2014/main" id="{76734930-7F85-4D50-9C20-A10743E61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452" y="1266045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</a:rPr>
              <a:t>解</a:t>
            </a:r>
            <a:endParaRPr lang="en-US" altLang="zh-CN" sz="2400" b="1" dirty="0">
              <a:solidFill>
                <a:srgbClr val="3366FF"/>
              </a:solidFill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1B6EC5D-2F9B-4D72-9411-C5A6CAE10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246696"/>
              </p:ext>
            </p:extLst>
          </p:nvPr>
        </p:nvGraphicFramePr>
        <p:xfrm>
          <a:off x="1465498" y="1109528"/>
          <a:ext cx="3784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6" name="Equation" r:id="rId7" imgW="3784320" imgH="774360" progId="Equation.DSMT4">
                  <p:embed/>
                </p:oleObj>
              </mc:Choice>
              <mc:Fallback>
                <p:oleObj name="Equation" r:id="rId7" imgW="37843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65498" y="1109528"/>
                        <a:ext cx="3784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F9D6415-8A39-41E6-9BBC-DB16A22037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537662"/>
              </p:ext>
            </p:extLst>
          </p:nvPr>
        </p:nvGraphicFramePr>
        <p:xfrm>
          <a:off x="1259632" y="2145192"/>
          <a:ext cx="901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7" name="Equation" r:id="rId9" imgW="901440" imgH="406080" progId="Equation.DSMT4">
                  <p:embed/>
                </p:oleObj>
              </mc:Choice>
              <mc:Fallback>
                <p:oleObj name="Equation" r:id="rId9" imgW="901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9632" y="2145192"/>
                        <a:ext cx="901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2E600AB-CD9D-4069-A687-CC4D12B646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033842"/>
              </p:ext>
            </p:extLst>
          </p:nvPr>
        </p:nvGraphicFramePr>
        <p:xfrm>
          <a:off x="2161332" y="2208692"/>
          <a:ext cx="49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8" name="Equation" r:id="rId11" imgW="495000" imgH="342720" progId="Equation.DSMT4">
                  <p:embed/>
                </p:oleObj>
              </mc:Choice>
              <mc:Fallback>
                <p:oleObj name="Equation" r:id="rId11" imgW="495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61332" y="2208692"/>
                        <a:ext cx="495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E49DE0F-72D1-4FAC-AF4A-894748AA02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78249"/>
              </p:ext>
            </p:extLst>
          </p:nvPr>
        </p:nvGraphicFramePr>
        <p:xfrm>
          <a:off x="2705100" y="1961042"/>
          <a:ext cx="1866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9" name="Equation" r:id="rId13" imgW="1866600" imgH="774360" progId="Equation.DSMT4">
                  <p:embed/>
                </p:oleObj>
              </mc:Choice>
              <mc:Fallback>
                <p:oleObj name="Equation" r:id="rId13" imgW="18666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05100" y="1961042"/>
                        <a:ext cx="1866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5ED22D2-7748-4A12-ABD2-B647DE3E7D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435368"/>
              </p:ext>
            </p:extLst>
          </p:nvPr>
        </p:nvGraphicFramePr>
        <p:xfrm>
          <a:off x="4667250" y="2242590"/>
          <a:ext cx="1079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0" name="Equation" r:id="rId15" imgW="1079280" imgH="215640" progId="Equation.DSMT4">
                  <p:embed/>
                </p:oleObj>
              </mc:Choice>
              <mc:Fallback>
                <p:oleObj name="Equation" r:id="rId15" imgW="1079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67250" y="2242590"/>
                        <a:ext cx="1079500" cy="215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>
            <a:extLst>
              <a:ext uri="{FF2B5EF4-FFF2-40B4-BE49-F238E27FC236}">
                <a16:creationId xmlns:a16="http://schemas.microsoft.com/office/drawing/2014/main" id="{DC709B02-83B9-4AF2-8CAC-403DE0132D9D}"/>
              </a:ext>
            </a:extLst>
          </p:cNvPr>
          <p:cNvGrpSpPr/>
          <p:nvPr/>
        </p:nvGrpSpPr>
        <p:grpSpPr>
          <a:xfrm>
            <a:off x="5746750" y="2089927"/>
            <a:ext cx="3177608" cy="461665"/>
            <a:chOff x="5746750" y="2089927"/>
            <a:chExt cx="3177608" cy="461665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1C4EBED-ECFF-4A8C-880F-F76F077CC11E}"/>
                </a:ext>
              </a:extLst>
            </p:cNvPr>
            <p:cNvGrpSpPr/>
            <p:nvPr/>
          </p:nvGrpSpPr>
          <p:grpSpPr>
            <a:xfrm>
              <a:off x="6012160" y="2089927"/>
              <a:ext cx="2912198" cy="461665"/>
              <a:chOff x="1371771" y="3133749"/>
              <a:chExt cx="2912198" cy="461665"/>
            </a:xfrm>
          </p:grpSpPr>
          <p:sp>
            <p:nvSpPr>
              <p:cNvPr id="24" name="Text Box 1073">
                <a:extLst>
                  <a:ext uri="{FF2B5EF4-FFF2-40B4-BE49-F238E27FC236}">
                    <a16:creationId xmlns:a16="http://schemas.microsoft.com/office/drawing/2014/main" id="{C2AC9EA7-E6F4-47C4-8666-6A5FA748EB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771" y="3133749"/>
                <a:ext cx="2912198" cy="4616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各项均含因子</a:t>
                </a:r>
                <a:endParaRPr lang="en-US" altLang="zh-CN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0E088ED6-3F58-4413-8134-EF30FA52C0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4096871"/>
                  </p:ext>
                </p:extLst>
              </p:nvPr>
            </p:nvGraphicFramePr>
            <p:xfrm>
              <a:off x="3290279" y="3193131"/>
              <a:ext cx="8255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21" name="Equation" r:id="rId17" imgW="825480" imgH="342720" progId="Equation.DSMT4">
                      <p:embed/>
                    </p:oleObj>
                  </mc:Choice>
                  <mc:Fallback>
                    <p:oleObj name="Equation" r:id="rId17" imgW="82548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3290279" y="3193131"/>
                            <a:ext cx="8255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53903B3-5D87-4695-8E23-43D3A1F35E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46750" y="2348392"/>
              <a:ext cx="26541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69CC9C67-6AB0-4C3D-A486-455394F8FECD}"/>
              </a:ext>
            </a:extLst>
          </p:cNvPr>
          <p:cNvSpPr/>
          <p:nvPr/>
        </p:nvSpPr>
        <p:spPr>
          <a:xfrm>
            <a:off x="2339752" y="1203598"/>
            <a:ext cx="936104" cy="68063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239420-605E-41BE-B9B0-AD443AE0275E}"/>
              </a:ext>
            </a:extLst>
          </p:cNvPr>
          <p:cNvSpPr/>
          <p:nvPr/>
        </p:nvSpPr>
        <p:spPr>
          <a:xfrm>
            <a:off x="3326178" y="1109528"/>
            <a:ext cx="2109918" cy="757852"/>
          </a:xfrm>
          <a:prstGeom prst="rect">
            <a:avLst/>
          </a:prstGeom>
          <a:noFill/>
          <a:ln w="15875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 Box 16">
            <a:hlinkClick r:id="" action="ppaction://noaction"/>
            <a:extLst>
              <a:ext uri="{FF2B5EF4-FFF2-40B4-BE49-F238E27FC236}">
                <a16:creationId xmlns:a16="http://schemas.microsoft.com/office/drawing/2014/main" id="{1FD90CC0-2FA5-43DD-9441-CB21E3315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18" y="1127134"/>
            <a:ext cx="2109919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莱布尼茨公式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B8B3C3A-E118-4985-A4DA-AC85F16A0441}"/>
              </a:ext>
            </a:extLst>
          </p:cNvPr>
          <p:cNvGrpSpPr/>
          <p:nvPr/>
        </p:nvGrpSpPr>
        <p:grpSpPr>
          <a:xfrm>
            <a:off x="1110308" y="3033052"/>
            <a:ext cx="3223468" cy="787400"/>
            <a:chOff x="1110308" y="3033052"/>
            <a:chExt cx="3223468" cy="787400"/>
          </a:xfrm>
        </p:grpSpPr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94C62B57-9B57-4E1C-A5F6-05EBA45774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0517653"/>
                </p:ext>
              </p:extLst>
            </p:nvPr>
          </p:nvGraphicFramePr>
          <p:xfrm>
            <a:off x="1110308" y="3244356"/>
            <a:ext cx="901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22" name="Equation" r:id="rId19" imgW="901440" imgH="406080" progId="Equation.DSMT4">
                    <p:embed/>
                  </p:oleObj>
                </mc:Choice>
                <mc:Fallback>
                  <p:oleObj name="Equation" r:id="rId19" imgW="901440" imgH="40608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9F9D6415-8A39-41E6-9BBC-DB16A220378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10308" y="3244356"/>
                          <a:ext cx="9017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31093BD7-1B0F-4F74-8372-D1F0BAB630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31012"/>
                </p:ext>
              </p:extLst>
            </p:nvPr>
          </p:nvGraphicFramePr>
          <p:xfrm>
            <a:off x="2012008" y="3307856"/>
            <a:ext cx="495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23" name="Equation" r:id="rId21" imgW="495000" imgH="342720" progId="Equation.DSMT4">
                    <p:embed/>
                  </p:oleObj>
                </mc:Choice>
                <mc:Fallback>
                  <p:oleObj name="Equation" r:id="rId21" imgW="49500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02E600AB-CD9D-4069-A687-CC4D12B6466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12008" y="3307856"/>
                          <a:ext cx="495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83A13B87-1BEC-492E-A344-91B7C2436D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1953028"/>
                </p:ext>
              </p:extLst>
            </p:nvPr>
          </p:nvGraphicFramePr>
          <p:xfrm>
            <a:off x="2555776" y="3033052"/>
            <a:ext cx="17780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24" name="Equation" r:id="rId22" imgW="1777680" imgH="787320" progId="Equation.DSMT4">
                    <p:embed/>
                  </p:oleObj>
                </mc:Choice>
                <mc:Fallback>
                  <p:oleObj name="Equation" r:id="rId22" imgW="1777680" imgH="7873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2E49DE0F-72D1-4FAC-AF4A-894748AA02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555776" y="3033052"/>
                          <a:ext cx="17780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600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33" grpId="0" animBg="1"/>
      <p:bldP spid="34" grpId="0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6">
            <a:extLst>
              <a:ext uri="{FF2B5EF4-FFF2-40B4-BE49-F238E27FC236}">
                <a16:creationId xmlns:a16="http://schemas.microsoft.com/office/drawing/2014/main" id="{C4E66007-C817-440A-8A9F-414514913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896" y="1491630"/>
            <a:ext cx="987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10" name="Object 20">
            <a:extLst>
              <a:ext uri="{FF2B5EF4-FFF2-40B4-BE49-F238E27FC236}">
                <a16:creationId xmlns:a16="http://schemas.microsoft.com/office/drawing/2014/main" id="{8A0CDFA0-A3A6-46F6-9524-CB2A1553A7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107437"/>
              </p:ext>
            </p:extLst>
          </p:nvPr>
        </p:nvGraphicFramePr>
        <p:xfrm>
          <a:off x="5283200" y="1460500"/>
          <a:ext cx="482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8" name="Equation" r:id="rId3" imgW="482400" imgH="799920" progId="Equation.DSMT4">
                  <p:embed/>
                </p:oleObj>
              </mc:Choice>
              <mc:Fallback>
                <p:oleObj name="Equation" r:id="rId3" imgW="482400" imgH="799920" progId="Equation.DSMT4">
                  <p:embed/>
                  <p:pic>
                    <p:nvPicPr>
                      <p:cNvPr id="19476" name="Object 20">
                        <a:extLst>
                          <a:ext uri="{FF2B5EF4-FFF2-40B4-BE49-F238E27FC236}">
                            <a16:creationId xmlns:a16="http://schemas.microsoft.com/office/drawing/2014/main" id="{A777BB6C-4B51-499D-8AD3-FBEC5C6D0F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1460500"/>
                        <a:ext cx="482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07B8AFFC-E122-4CDC-9AA9-5AC9D8B13887}"/>
              </a:ext>
            </a:extLst>
          </p:cNvPr>
          <p:cNvGrpSpPr/>
          <p:nvPr/>
        </p:nvGrpSpPr>
        <p:grpSpPr>
          <a:xfrm>
            <a:off x="827584" y="442913"/>
            <a:ext cx="8144966" cy="911350"/>
            <a:chOff x="755576" y="300037"/>
            <a:chExt cx="8144966" cy="91135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326F7115-7CA1-4301-8FFF-C840649AAA3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5576" y="483518"/>
              <a:ext cx="1411288" cy="6858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试从 </a:t>
              </a:r>
            </a:p>
          </p:txBody>
        </p:sp>
        <p:graphicFrame>
          <p:nvGraphicFramePr>
            <p:cNvPr id="3" name="Object 13">
              <a:extLst>
                <a:ext uri="{FF2B5EF4-FFF2-40B4-BE49-F238E27FC236}">
                  <a16:creationId xmlns:a16="http://schemas.microsoft.com/office/drawing/2014/main" id="{01D6481D-687E-488C-9F2E-26EC2DA27B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430093"/>
                </p:ext>
              </p:extLst>
            </p:nvPr>
          </p:nvGraphicFramePr>
          <p:xfrm>
            <a:off x="1879526" y="411287"/>
            <a:ext cx="9906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39" name="Equation" r:id="rId5" imgW="990360" imgH="799920" progId="Equation.DSMT4">
                    <p:embed/>
                  </p:oleObj>
                </mc:Choice>
                <mc:Fallback>
                  <p:oleObj name="Equation" r:id="rId5" imgW="990360" imgH="799920" progId="Equation.DSMT4">
                    <p:embed/>
                    <p:pic>
                      <p:nvPicPr>
                        <p:cNvPr id="19469" name="Object 13">
                          <a:extLst>
                            <a:ext uri="{FF2B5EF4-FFF2-40B4-BE49-F238E27FC236}">
                              <a16:creationId xmlns:a16="http://schemas.microsoft.com/office/drawing/2014/main" id="{6491A6E7-0C20-4D8C-BED2-27E66F1721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9526" y="411287"/>
                          <a:ext cx="990600" cy="800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14">
              <a:extLst>
                <a:ext uri="{FF2B5EF4-FFF2-40B4-BE49-F238E27FC236}">
                  <a16:creationId xmlns:a16="http://schemas.microsoft.com/office/drawing/2014/main" id="{8292768A-3B57-4F0C-8FA8-C8C919B94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0126" y="464710"/>
              <a:ext cx="1270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导出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DFB163F9-AEC8-4D4B-A3B9-2F4F3A70E4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9392619"/>
                </p:ext>
              </p:extLst>
            </p:nvPr>
          </p:nvGraphicFramePr>
          <p:xfrm>
            <a:off x="3680842" y="300037"/>
            <a:ext cx="52197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0" name="Equation" r:id="rId7" imgW="5219640" imgH="838080" progId="Equation.DSMT4">
                    <p:embed/>
                  </p:oleObj>
                </mc:Choice>
                <mc:Fallback>
                  <p:oleObj name="Equation" r:id="rId7" imgW="521964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80842" y="300037"/>
                          <a:ext cx="52197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183C4A9-6DFA-437A-8677-7C246E810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35031"/>
              </p:ext>
            </p:extLst>
          </p:nvPr>
        </p:nvGraphicFramePr>
        <p:xfrm>
          <a:off x="1485900" y="1416050"/>
          <a:ext cx="2425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1" name="Equation" r:id="rId9" imgW="2425680" imgH="888840" progId="Equation.DSMT4">
                  <p:embed/>
                </p:oleObj>
              </mc:Choice>
              <mc:Fallback>
                <p:oleObj name="Equation" r:id="rId9" imgW="242568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85900" y="1416050"/>
                        <a:ext cx="24257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5CE2FE3-54BB-456E-96AD-24DB6A05FB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702157"/>
              </p:ext>
            </p:extLst>
          </p:nvPr>
        </p:nvGraphicFramePr>
        <p:xfrm>
          <a:off x="3816350" y="1491630"/>
          <a:ext cx="673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2" name="Equation" r:id="rId11" imgW="672840" imgH="799920" progId="Equation.DSMT4">
                  <p:embed/>
                </p:oleObj>
              </mc:Choice>
              <mc:Fallback>
                <p:oleObj name="Equation" r:id="rId11" imgW="67284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16350" y="1491630"/>
                        <a:ext cx="6731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DEE7616-88F8-4869-9663-8D1BC2204B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405936"/>
              </p:ext>
            </p:extLst>
          </p:nvPr>
        </p:nvGraphicFramePr>
        <p:xfrm>
          <a:off x="4572000" y="1428750"/>
          <a:ext cx="711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3" name="Equation" r:id="rId13" imgW="711000" imgH="863280" progId="Equation.DSMT4">
                  <p:embed/>
                </p:oleObj>
              </mc:Choice>
              <mc:Fallback>
                <p:oleObj name="Equation" r:id="rId13" imgW="7110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72000" y="1428750"/>
                        <a:ext cx="7112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C28A4F1-DE06-472B-A4DB-0E4EF6263F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01345"/>
              </p:ext>
            </p:extLst>
          </p:nvPr>
        </p:nvGraphicFramePr>
        <p:xfrm>
          <a:off x="5766296" y="1460500"/>
          <a:ext cx="1193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4" name="Equation" r:id="rId15" imgW="1193760" imgH="787320" progId="Equation.DSMT4">
                  <p:embed/>
                </p:oleObj>
              </mc:Choice>
              <mc:Fallback>
                <p:oleObj name="Equation" r:id="rId15" imgW="11937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66296" y="1460500"/>
                        <a:ext cx="1193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7906C8F2-B2D5-4434-A067-5DB24CAD69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16870"/>
              </p:ext>
            </p:extLst>
          </p:nvPr>
        </p:nvGraphicFramePr>
        <p:xfrm>
          <a:off x="7420287" y="1460500"/>
          <a:ext cx="1181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5" name="Equation" r:id="rId17" imgW="1180800" imgH="787320" progId="Equation.DSMT4">
                  <p:embed/>
                </p:oleObj>
              </mc:Choice>
              <mc:Fallback>
                <p:oleObj name="Equation" r:id="rId17" imgW="11808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420287" y="1460500"/>
                        <a:ext cx="1181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6C16DF80-78EE-4BA2-B025-B4675191CA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027323"/>
              </p:ext>
            </p:extLst>
          </p:nvPr>
        </p:nvGraphicFramePr>
        <p:xfrm>
          <a:off x="6937687" y="1451113"/>
          <a:ext cx="41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" name="Equation" r:id="rId19" imgW="419040" imgH="787320" progId="Equation.DSMT4">
                  <p:embed/>
                </p:oleObj>
              </mc:Choice>
              <mc:Fallback>
                <p:oleObj name="Equation" r:id="rId19" imgW="4190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37687" y="1451113"/>
                        <a:ext cx="419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3D5F3E7-4FA8-4018-A3D1-7CAFA2AC0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843283"/>
              </p:ext>
            </p:extLst>
          </p:nvPr>
        </p:nvGraphicFramePr>
        <p:xfrm>
          <a:off x="1483179" y="2582225"/>
          <a:ext cx="4152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7" name="Equation" r:id="rId21" imgW="4152600" imgH="888840" progId="Equation.DSMT4">
                  <p:embed/>
                </p:oleObj>
              </mc:Choice>
              <mc:Fallback>
                <p:oleObj name="Equation" r:id="rId21" imgW="41526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483179" y="2582225"/>
                        <a:ext cx="4152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AC6036A-59FB-449D-A149-5B42C0C7DE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148849"/>
              </p:ext>
            </p:extLst>
          </p:nvPr>
        </p:nvGraphicFramePr>
        <p:xfrm>
          <a:off x="5749539" y="2571750"/>
          <a:ext cx="2260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8" name="Equation" r:id="rId23" imgW="2260440" imgH="863280" progId="Equation.DSMT4">
                  <p:embed/>
                </p:oleObj>
              </mc:Choice>
              <mc:Fallback>
                <p:oleObj name="Equation" r:id="rId23" imgW="226044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749539" y="2571750"/>
                        <a:ext cx="22606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04EE377-1FCA-4A9F-91A6-CC2B163ABB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851257"/>
              </p:ext>
            </p:extLst>
          </p:nvPr>
        </p:nvGraphicFramePr>
        <p:xfrm>
          <a:off x="2282825" y="3651250"/>
          <a:ext cx="5829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9" name="Equation" r:id="rId25" imgW="5829120" imgH="825480" progId="Equation.DSMT4">
                  <p:embed/>
                </p:oleObj>
              </mc:Choice>
              <mc:Fallback>
                <p:oleObj name="Equation" r:id="rId25" imgW="58291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282825" y="3651250"/>
                        <a:ext cx="5829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489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EE28A25-46BE-4E2C-A5B0-47B8D140F0BD}"/>
              </a:ext>
            </a:extLst>
          </p:cNvPr>
          <p:cNvSpPr/>
          <p:nvPr/>
        </p:nvSpPr>
        <p:spPr>
          <a:xfrm>
            <a:off x="3275856" y="2787774"/>
            <a:ext cx="2254994" cy="576064"/>
          </a:xfrm>
          <a:prstGeom prst="rect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609218A-9CE6-4612-AFDE-DCBDC2367A5A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627062"/>
            <a:ext cx="8136904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               其中       具有二阶导数，求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C4AFACE-69CD-48B0-A0AC-D36E9E8094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61475"/>
              </p:ext>
            </p:extLst>
          </p:nvPr>
        </p:nvGraphicFramePr>
        <p:xfrm>
          <a:off x="1691680" y="661579"/>
          <a:ext cx="1701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3" name="Equation" r:id="rId3" imgW="1701720" imgH="342720" progId="Equation.DSMT4">
                  <p:embed/>
                </p:oleObj>
              </mc:Choice>
              <mc:Fallback>
                <p:oleObj name="Equation" r:id="rId3" imgW="17017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661579"/>
                        <a:ext cx="1701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1145C04-66AD-48A6-A354-BED6A0ECC4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108945"/>
              </p:ext>
            </p:extLst>
          </p:nvPr>
        </p:nvGraphicFramePr>
        <p:xfrm>
          <a:off x="4025900" y="661579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4" name="Equation" r:id="rId5" imgW="545760" imgH="342720" progId="Equation.DSMT4">
                  <p:embed/>
                </p:oleObj>
              </mc:Choice>
              <mc:Fallback>
                <p:oleObj name="Equation" r:id="rId5" imgW="545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25900" y="661579"/>
                        <a:ext cx="54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03E7736-183C-4FCD-A19D-6E86BC1912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880365"/>
              </p:ext>
            </p:extLst>
          </p:nvPr>
        </p:nvGraphicFramePr>
        <p:xfrm>
          <a:off x="7020272" y="445679"/>
          <a:ext cx="609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5" name="Equation" r:id="rId7" imgW="609480" imgH="774360" progId="Equation.DSMT4">
                  <p:embed/>
                </p:oleObj>
              </mc:Choice>
              <mc:Fallback>
                <p:oleObj name="Equation" r:id="rId7" imgW="6094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20272" y="445679"/>
                        <a:ext cx="609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>
            <a:extLst>
              <a:ext uri="{FF2B5EF4-FFF2-40B4-BE49-F238E27FC236}">
                <a16:creationId xmlns:a16="http://schemas.microsoft.com/office/drawing/2014/main" id="{6C0CE26B-6AE8-45D9-B484-982B4AE9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365389"/>
            <a:ext cx="987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6B739A4-CCA7-4D7A-B278-66CBD9A7DD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610565"/>
              </p:ext>
            </p:extLst>
          </p:nvPr>
        </p:nvGraphicFramePr>
        <p:xfrm>
          <a:off x="1385271" y="1227921"/>
          <a:ext cx="294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6" name="Equation" r:id="rId9" imgW="2946240" imgH="736560" progId="Equation.DSMT4">
                  <p:embed/>
                </p:oleObj>
              </mc:Choice>
              <mc:Fallback>
                <p:oleObj name="Equation" r:id="rId9" imgW="29462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85271" y="1227921"/>
                        <a:ext cx="2946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6F05C26-BCBC-4130-BB43-7D7E5A647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540065"/>
              </p:ext>
            </p:extLst>
          </p:nvPr>
        </p:nvGraphicFramePr>
        <p:xfrm>
          <a:off x="1815009" y="2019493"/>
          <a:ext cx="3454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7" name="Equation" r:id="rId11" imgW="3454200" imgH="355320" progId="Equation.DSMT4">
                  <p:embed/>
                </p:oleObj>
              </mc:Choice>
              <mc:Fallback>
                <p:oleObj name="Equation" r:id="rId11" imgW="34542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15009" y="2019493"/>
                        <a:ext cx="3454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9E27864-0C10-432C-8788-53AB14937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315024"/>
              </p:ext>
            </p:extLst>
          </p:nvPr>
        </p:nvGraphicFramePr>
        <p:xfrm>
          <a:off x="1259632" y="2671820"/>
          <a:ext cx="185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8" name="Equation" r:id="rId13" imgW="1854000" imgH="825480" progId="Equation.DSMT4">
                  <p:embed/>
                </p:oleObj>
              </mc:Choice>
              <mc:Fallback>
                <p:oleObj name="Equation" r:id="rId13" imgW="1854000" imgH="825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6B739A4-CCA7-4D7A-B278-66CBD9A7DD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9632" y="2671820"/>
                        <a:ext cx="18542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086C0BF-EC53-4318-9E7C-490FDBA203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736986"/>
              </p:ext>
            </p:extLst>
          </p:nvPr>
        </p:nvGraphicFramePr>
        <p:xfrm>
          <a:off x="3067050" y="2906713"/>
          <a:ext cx="2463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9" name="Equation" r:id="rId15" imgW="2463480" imgH="355320" progId="Equation.DSMT4">
                  <p:embed/>
                </p:oleObj>
              </mc:Choice>
              <mc:Fallback>
                <p:oleObj name="Equation" r:id="rId15" imgW="24634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67050" y="2906713"/>
                        <a:ext cx="2463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682301E-DADE-4D61-8A9F-E80A6623DF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377471"/>
              </p:ext>
            </p:extLst>
          </p:nvPr>
        </p:nvGraphicFramePr>
        <p:xfrm>
          <a:off x="5498314" y="2906781"/>
          <a:ext cx="187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0" name="Equation" r:id="rId17" imgW="1879560" imgH="355320" progId="Equation.DSMT4">
                  <p:embed/>
                </p:oleObj>
              </mc:Choice>
              <mc:Fallback>
                <p:oleObj name="Equation" r:id="rId17" imgW="1879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98314" y="2906781"/>
                        <a:ext cx="1879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F9EF072-D2F7-4A31-AED3-30A3595C6A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177706"/>
              </p:ext>
            </p:extLst>
          </p:nvPr>
        </p:nvGraphicFramePr>
        <p:xfrm>
          <a:off x="3851920" y="3521218"/>
          <a:ext cx="4318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" name="Equation" r:id="rId19" imgW="4317840" imgH="355320" progId="Equation.DSMT4">
                  <p:embed/>
                </p:oleObj>
              </mc:Choice>
              <mc:Fallback>
                <p:oleObj name="Equation" r:id="rId19" imgW="43178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51920" y="3521218"/>
                        <a:ext cx="4318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97D0627-51CD-49A9-A98C-26CC68A7D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116887"/>
              </p:ext>
            </p:extLst>
          </p:nvPr>
        </p:nvGraphicFramePr>
        <p:xfrm>
          <a:off x="6464300" y="3308350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2" name="Equation" r:id="rId21" imgW="177480" imgH="291960" progId="Equation.DSMT4">
                  <p:embed/>
                </p:oleObj>
              </mc:Choice>
              <mc:Fallback>
                <p:oleObj name="Equation" r:id="rId21" imgW="177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464300" y="3308350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A3EFF8C-CFDB-4E58-82C9-60302B8A1F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024048"/>
              </p:ext>
            </p:extLst>
          </p:nvPr>
        </p:nvGraphicFramePr>
        <p:xfrm>
          <a:off x="622300" y="4110038"/>
          <a:ext cx="3390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3" name="Equation" r:id="rId23" imgW="3390840" imgH="406080" progId="Equation.DSMT4">
                  <p:embed/>
                </p:oleObj>
              </mc:Choice>
              <mc:Fallback>
                <p:oleObj name="Equation" r:id="rId23" imgW="3390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2300" y="4110038"/>
                        <a:ext cx="3390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F8EFF3B-0CBE-481C-B48A-E1D7ED73D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859167"/>
              </p:ext>
            </p:extLst>
          </p:nvPr>
        </p:nvGraphicFramePr>
        <p:xfrm>
          <a:off x="3949700" y="4141788"/>
          <a:ext cx="3644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4" name="Equation" r:id="rId25" imgW="3644640" imgH="355320" progId="Equation.DSMT4">
                  <p:embed/>
                </p:oleObj>
              </mc:Choice>
              <mc:Fallback>
                <p:oleObj name="Equation" r:id="rId25" imgW="36446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949700" y="4141788"/>
                        <a:ext cx="3644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F452A143-DCB9-416E-BF72-01A0A24CD54F}"/>
              </a:ext>
            </a:extLst>
          </p:cNvPr>
          <p:cNvGrpSpPr/>
          <p:nvPr/>
        </p:nvGrpSpPr>
        <p:grpSpPr>
          <a:xfrm>
            <a:off x="5364088" y="1622282"/>
            <a:ext cx="3670300" cy="1165492"/>
            <a:chOff x="5364088" y="1622282"/>
            <a:chExt cx="3670300" cy="1165492"/>
          </a:xfrm>
        </p:grpSpPr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45CAD72-4364-4078-9C2A-501B529B04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3384137"/>
                </p:ext>
              </p:extLst>
            </p:nvPr>
          </p:nvGraphicFramePr>
          <p:xfrm>
            <a:off x="5364088" y="1622282"/>
            <a:ext cx="3670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5" name="Equation" r:id="rId27" imgW="3670200" imgH="355320" progId="Equation.DSMT4">
                    <p:embed/>
                  </p:oleObj>
                </mc:Choice>
                <mc:Fallback>
                  <p:oleObj name="Equation" r:id="rId27" imgW="36702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364088" y="1622282"/>
                          <a:ext cx="3670300" cy="3556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90A59DB-8B0D-4638-8DF4-87AB5CEE8B4A}"/>
                </a:ext>
              </a:extLst>
            </p:cNvPr>
            <p:cNvCxnSpPr/>
            <p:nvPr/>
          </p:nvCxnSpPr>
          <p:spPr>
            <a:xfrm flipH="1">
              <a:off x="5530850" y="1977882"/>
              <a:ext cx="409302" cy="80989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星形: 五角 17">
            <a:extLst>
              <a:ext uri="{FF2B5EF4-FFF2-40B4-BE49-F238E27FC236}">
                <a16:creationId xmlns:a16="http://schemas.microsoft.com/office/drawing/2014/main" id="{F173B411-23CE-41E4-A381-E7B6C0273B20}"/>
              </a:ext>
            </a:extLst>
          </p:cNvPr>
          <p:cNvSpPr/>
          <p:nvPr/>
        </p:nvSpPr>
        <p:spPr>
          <a:xfrm>
            <a:off x="197239" y="621467"/>
            <a:ext cx="432048" cy="423124"/>
          </a:xfrm>
          <a:prstGeom prst="star5">
            <a:avLst/>
          </a:prstGeom>
          <a:solidFill>
            <a:srgbClr val="FF0000"/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74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6DC8D84-CC0A-4DB2-9441-90C4CF4BB10D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11510"/>
            <a:ext cx="8136904" cy="3611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altLang="zh-CN" sz="2400" b="1" dirty="0">
                <a:solidFill>
                  <a:srgbClr val="2D04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                         其中        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二阶连续导数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，问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6562F10-C13D-41B9-B59B-2C12910E45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011242"/>
              </p:ext>
            </p:extLst>
          </p:nvPr>
        </p:nvGraphicFramePr>
        <p:xfrm>
          <a:off x="1610748" y="428333"/>
          <a:ext cx="247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2" name="Equation" r:id="rId3" imgW="2476440" imgH="406080" progId="Equation.DSMT4">
                  <p:embed/>
                </p:oleObj>
              </mc:Choice>
              <mc:Fallback>
                <p:oleObj name="Equation" r:id="rId3" imgW="2476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0748" y="428333"/>
                        <a:ext cx="2476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54B3E22-7811-4178-9C74-CE5933947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485677"/>
              </p:ext>
            </p:extLst>
          </p:nvPr>
        </p:nvGraphicFramePr>
        <p:xfrm>
          <a:off x="4716016" y="475010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3" name="Equation" r:id="rId5" imgW="596880" imgH="342720" progId="Equation.DSMT4">
                  <p:embed/>
                </p:oleObj>
              </mc:Choice>
              <mc:Fallback>
                <p:oleObj name="Equation" r:id="rId5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6016" y="475010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EA7BD6F-EE07-404C-8DA2-EFEC1534B9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739065"/>
              </p:ext>
            </p:extLst>
          </p:nvPr>
        </p:nvGraphicFramePr>
        <p:xfrm>
          <a:off x="8142944" y="453733"/>
          <a:ext cx="774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4" name="Equation" r:id="rId7" imgW="774360" imgH="355320" progId="Equation.DSMT4">
                  <p:embed/>
                </p:oleObj>
              </mc:Choice>
              <mc:Fallback>
                <p:oleObj name="Equation" r:id="rId7" imgW="774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42944" y="453733"/>
                        <a:ext cx="774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AEC9DCCF-528C-479E-B051-D768E7CFDCA6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988714"/>
            <a:ext cx="1800200" cy="3611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是否存在？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9424A6C-1E26-4D15-9B29-4BEC0F31C55D}"/>
              </a:ext>
            </a:extLst>
          </p:cNvPr>
          <p:cNvGrpSpPr/>
          <p:nvPr/>
        </p:nvGrpSpPr>
        <p:grpSpPr>
          <a:xfrm>
            <a:off x="628921" y="1491225"/>
            <a:ext cx="8335567" cy="461665"/>
            <a:chOff x="700929" y="1706109"/>
            <a:chExt cx="8335567" cy="461665"/>
          </a:xfrm>
        </p:grpSpPr>
        <p:sp>
          <p:nvSpPr>
            <p:cNvPr id="8" name="Text Box 16">
              <a:extLst>
                <a:ext uri="{FF2B5EF4-FFF2-40B4-BE49-F238E27FC236}">
                  <a16:creationId xmlns:a16="http://schemas.microsoft.com/office/drawing/2014/main" id="{7A760C7C-F09D-48E1-AE2D-A601100C1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929" y="1706109"/>
              <a:ext cx="833556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3366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分析</a:t>
              </a:r>
              <a:r>
                <a:rPr lang="zh-CN" altLang="en-US" sz="2400" b="1" dirty="0">
                  <a:solidFill>
                    <a:srgbClr val="2D04DA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    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表达式中的    仅有二阶连续导数，不能求三阶导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.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8D532F3E-60C8-49D4-AE3D-100EEC7EFC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8262175"/>
                </p:ext>
              </p:extLst>
            </p:nvPr>
          </p:nvGraphicFramePr>
          <p:xfrm>
            <a:off x="1547664" y="178080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5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47664" y="178080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10FCDB43-EE42-4AB4-9AC9-D0C68B0402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2273430"/>
                </p:ext>
              </p:extLst>
            </p:nvPr>
          </p:nvGraphicFramePr>
          <p:xfrm>
            <a:off x="3779912" y="1789754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6" name="Equation" r:id="rId11" imgW="596880" imgH="342720" progId="Equation.DSMT4">
                    <p:embed/>
                  </p:oleObj>
                </mc:Choice>
                <mc:Fallback>
                  <p:oleObj name="Equation" r:id="rId11" imgW="596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79912" y="1789754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16">
            <a:extLst>
              <a:ext uri="{FF2B5EF4-FFF2-40B4-BE49-F238E27FC236}">
                <a16:creationId xmlns:a16="http://schemas.microsoft.com/office/drawing/2014/main" id="{7BEB1997-6E21-4768-84D3-E4182F8C9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644" y="3133006"/>
            <a:ext cx="987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54109F8-4E2C-433A-8E2A-00D9A734D0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453273"/>
              </p:ext>
            </p:extLst>
          </p:nvPr>
        </p:nvGraphicFramePr>
        <p:xfrm>
          <a:off x="1610748" y="3182541"/>
          <a:ext cx="450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" name="Equation" r:id="rId13" imgW="4508280" imgH="406080" progId="Equation.DSMT4">
                  <p:embed/>
                </p:oleObj>
              </mc:Choice>
              <mc:Fallback>
                <p:oleObj name="Equation" r:id="rId13" imgW="4508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10748" y="3182541"/>
                        <a:ext cx="4508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75CA57A-C133-4FC3-999C-0C303472A3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866016"/>
              </p:ext>
            </p:extLst>
          </p:nvPr>
        </p:nvGraphicFramePr>
        <p:xfrm>
          <a:off x="1962231" y="2068429"/>
          <a:ext cx="328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8" name="Equation" r:id="rId15" imgW="3288960" imgH="736560" progId="Equation.DSMT4">
                  <p:embed/>
                </p:oleObj>
              </mc:Choice>
              <mc:Fallback>
                <p:oleObj name="Equation" r:id="rId15" imgW="32889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62231" y="2068429"/>
                        <a:ext cx="3289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F517C97-9FDB-4869-8813-AC5712B94C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989075"/>
              </p:ext>
            </p:extLst>
          </p:nvPr>
        </p:nvGraphicFramePr>
        <p:xfrm>
          <a:off x="491555" y="3763391"/>
          <a:ext cx="840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9" name="Equation" r:id="rId17" imgW="8407080" imgH="406080" progId="Equation.DSMT4">
                  <p:embed/>
                </p:oleObj>
              </mc:Choice>
              <mc:Fallback>
                <p:oleObj name="Equation" r:id="rId17" imgW="8407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1555" y="3763391"/>
                        <a:ext cx="8407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EDBCFA0-E24B-4E14-8B82-2912A6529F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922239"/>
              </p:ext>
            </p:extLst>
          </p:nvPr>
        </p:nvGraphicFramePr>
        <p:xfrm>
          <a:off x="1242442" y="4285679"/>
          <a:ext cx="568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" name="Equation" r:id="rId19" imgW="5689440" imgH="406080" progId="Equation.DSMT4">
                  <p:embed/>
                </p:oleObj>
              </mc:Choice>
              <mc:Fallback>
                <p:oleObj name="Equation" r:id="rId19" imgW="5689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42442" y="4285679"/>
                        <a:ext cx="5689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53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19B5D12-FC7D-4F27-A5E0-3C2D51078E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123081"/>
              </p:ext>
            </p:extLst>
          </p:nvPr>
        </p:nvGraphicFramePr>
        <p:xfrm>
          <a:off x="899592" y="411510"/>
          <a:ext cx="645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6" name="Equation" r:id="rId3" imgW="6451560" imgH="406080" progId="Equation.DSMT4">
                  <p:embed/>
                </p:oleObj>
              </mc:Choice>
              <mc:Fallback>
                <p:oleObj name="Equation" r:id="rId3" imgW="6451560" imgH="4060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EDBCFA0-E24B-4E14-8B82-2912A6529F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411510"/>
                        <a:ext cx="6451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FF35172-B86A-4076-9383-81CD41A587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925332"/>
              </p:ext>
            </p:extLst>
          </p:nvPr>
        </p:nvGraphicFramePr>
        <p:xfrm>
          <a:off x="7615758" y="462310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7" name="Equation" r:id="rId5" imgW="1257120" imgH="355320" progId="Equation.DSMT4">
                  <p:embed/>
                </p:oleObj>
              </mc:Choice>
              <mc:Fallback>
                <p:oleObj name="Equation" r:id="rId5" imgW="1257120" imgH="355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19B5D12-FC7D-4F27-A5E0-3C2D51078E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15758" y="462310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3363F13-9319-4DA5-A59C-CD7268859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900746"/>
              </p:ext>
            </p:extLst>
          </p:nvPr>
        </p:nvGraphicFramePr>
        <p:xfrm>
          <a:off x="1187624" y="1174254"/>
          <a:ext cx="218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8" name="Equation" r:id="rId7" imgW="2184120" imgH="736560" progId="Equation.DSMT4">
                  <p:embed/>
                </p:oleObj>
              </mc:Choice>
              <mc:Fallback>
                <p:oleObj name="Equation" r:id="rId7" imgW="218412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75CA57A-C133-4FC3-999C-0C303472A3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624" y="1174254"/>
                        <a:ext cx="2184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68D56F7-2491-4DB2-A85D-C7652E4105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829058"/>
              </p:ext>
            </p:extLst>
          </p:nvPr>
        </p:nvGraphicFramePr>
        <p:xfrm>
          <a:off x="899592" y="1995686"/>
          <a:ext cx="6184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9" name="Equation" r:id="rId9" imgW="6184800" imgH="774360" progId="Equation.DSMT4">
                  <p:embed/>
                </p:oleObj>
              </mc:Choice>
              <mc:Fallback>
                <p:oleObj name="Equation" r:id="rId9" imgW="61848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9592" y="1995686"/>
                        <a:ext cx="6184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BFF5262-4FAA-4C6B-BA34-40874D3158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589590"/>
              </p:ext>
            </p:extLst>
          </p:nvPr>
        </p:nvGraphicFramePr>
        <p:xfrm>
          <a:off x="907047" y="3147814"/>
          <a:ext cx="5283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0" name="Equation" r:id="rId11" imgW="5283000" imgH="520560" progId="Equation.DSMT4">
                  <p:embed/>
                </p:oleObj>
              </mc:Choice>
              <mc:Fallback>
                <p:oleObj name="Equation" r:id="rId11" imgW="528300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7047" y="3147814"/>
                        <a:ext cx="5283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D5C593A-B1F9-48CF-8F5D-A0C5D7468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062337"/>
              </p:ext>
            </p:extLst>
          </p:nvPr>
        </p:nvGraphicFramePr>
        <p:xfrm>
          <a:off x="907047" y="4045942"/>
          <a:ext cx="1422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1" name="Equation" r:id="rId13" imgW="1422360" imgH="482400" progId="Equation.DSMT4">
                  <p:embed/>
                </p:oleObj>
              </mc:Choice>
              <mc:Fallback>
                <p:oleObj name="Equation" r:id="rId13" imgW="14223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7047" y="4045942"/>
                        <a:ext cx="1422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FE2F566-8E0E-46B7-981D-5E32E5C66E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955586"/>
              </p:ext>
            </p:extLst>
          </p:nvPr>
        </p:nvGraphicFramePr>
        <p:xfrm>
          <a:off x="2311400" y="4046538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2" name="Equation" r:id="rId15" imgW="1066680" imgH="342720" progId="Equation.DSMT4">
                  <p:embed/>
                </p:oleObj>
              </mc:Choice>
              <mc:Fallback>
                <p:oleObj name="Equation" r:id="rId15" imgW="1066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11400" y="4046538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2A90B6B-1B66-4294-861A-21A12765B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124058"/>
              </p:ext>
            </p:extLst>
          </p:nvPr>
        </p:nvGraphicFramePr>
        <p:xfrm>
          <a:off x="3856038" y="4033838"/>
          <a:ext cx="1854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3" name="Equation" r:id="rId17" imgW="1854000" imgH="355320" progId="Equation.DSMT4">
                  <p:embed/>
                </p:oleObj>
              </mc:Choice>
              <mc:Fallback>
                <p:oleObj name="Equation" r:id="rId17" imgW="18540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856038" y="4033838"/>
                        <a:ext cx="1854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501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39A4401-D6FA-4ADC-A917-9E2254660C4C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347499"/>
            <a:ext cx="5832648" cy="3611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altLang="zh-CN" sz="2400" b="1" dirty="0">
                <a:solidFill>
                  <a:srgbClr val="2D04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                               求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9F79963-426A-4BFC-A20D-DC97A37D06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133206"/>
              </p:ext>
            </p:extLst>
          </p:nvPr>
        </p:nvGraphicFramePr>
        <p:xfrm>
          <a:off x="2198688" y="405805"/>
          <a:ext cx="300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4" name="Equation" r:id="rId3" imgW="3009600" imgH="342720" progId="Equation.DSMT4">
                  <p:embed/>
                </p:oleObj>
              </mc:Choice>
              <mc:Fallback>
                <p:oleObj name="Equation" r:id="rId3" imgW="3009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8688" y="405805"/>
                        <a:ext cx="300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7A47F1D-1BDC-4CF2-96B8-DB28E97DDE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464966"/>
              </p:ext>
            </p:extLst>
          </p:nvPr>
        </p:nvGraphicFramePr>
        <p:xfrm>
          <a:off x="5571514" y="399455"/>
          <a:ext cx="774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5" name="Equation" r:id="rId5" imgW="774360" imgH="355320" progId="Equation.DSMT4">
                  <p:embed/>
                </p:oleObj>
              </mc:Choice>
              <mc:Fallback>
                <p:oleObj name="Equation" r:id="rId5" imgW="774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1514" y="399455"/>
                        <a:ext cx="774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6">
            <a:extLst>
              <a:ext uri="{FF2B5EF4-FFF2-40B4-BE49-F238E27FC236}">
                <a16:creationId xmlns:a16="http://schemas.microsoft.com/office/drawing/2014/main" id="{E7D4D275-409E-443F-A0C6-C302E8A88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345" y="1148730"/>
            <a:ext cx="6093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B92C9B-A6A3-4407-9D03-942B2C608CD7}"/>
              </a:ext>
            </a:extLst>
          </p:cNvPr>
          <p:cNvGrpSpPr/>
          <p:nvPr/>
        </p:nvGrpSpPr>
        <p:grpSpPr>
          <a:xfrm>
            <a:off x="1331640" y="1125871"/>
            <a:ext cx="3168352" cy="461665"/>
            <a:chOff x="1331640" y="1125871"/>
            <a:chExt cx="3168352" cy="461665"/>
          </a:xfrm>
        </p:grpSpPr>
        <p:sp>
          <p:nvSpPr>
            <p:cNvPr id="6" name="Text Box 16">
              <a:extLst>
                <a:ext uri="{FF2B5EF4-FFF2-40B4-BE49-F238E27FC236}">
                  <a16:creationId xmlns:a16="http://schemas.microsoft.com/office/drawing/2014/main" id="{AB5079C2-BE74-41C4-9529-6527D48E2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125871"/>
              <a:ext cx="316835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    为可导的</a:t>
              </a:r>
              <a:r>
                <a:rPr lang="zh-CN" altLang="en-US" sz="2400" b="1" dirty="0">
                  <a:solidFill>
                    <a:srgbClr val="0064FF"/>
                  </a:solidFill>
                  <a:latin typeface="+mj-ea"/>
                  <a:ea typeface="+mj-ea"/>
                </a:rPr>
                <a:t>奇</a:t>
              </a:r>
              <a:r>
                <a:rPr lang="zh-CN" altLang="en-US" sz="2400" b="1" dirty="0">
                  <a:latin typeface="+mj-ea"/>
                  <a:ea typeface="+mj-ea"/>
                </a:rPr>
                <a:t>函数，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C5B87FE7-9C37-4C7E-819A-1CF794E16D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6178372"/>
                </p:ext>
              </p:extLst>
            </p:nvPr>
          </p:nvGraphicFramePr>
          <p:xfrm>
            <a:off x="1475656" y="120811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76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75656" y="120811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61B0342-6245-4024-89FD-867CBF8E5335}"/>
              </a:ext>
            </a:extLst>
          </p:cNvPr>
          <p:cNvGrpSpPr/>
          <p:nvPr/>
        </p:nvGrpSpPr>
        <p:grpSpPr>
          <a:xfrm>
            <a:off x="1382778" y="1851670"/>
            <a:ext cx="3168352" cy="461665"/>
            <a:chOff x="1382778" y="1851670"/>
            <a:chExt cx="3168352" cy="461665"/>
          </a:xfrm>
        </p:grpSpPr>
        <p:sp>
          <p:nvSpPr>
            <p:cNvPr id="8" name="Text Box 16">
              <a:extLst>
                <a:ext uri="{FF2B5EF4-FFF2-40B4-BE49-F238E27FC236}">
                  <a16:creationId xmlns:a16="http://schemas.microsoft.com/office/drawing/2014/main" id="{A9EB3D5C-8110-43E5-8CC3-75F8F52F6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2778" y="1851670"/>
              <a:ext cx="316835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    为可导的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偶</a:t>
              </a:r>
              <a:r>
                <a:rPr lang="zh-CN" altLang="en-US" sz="2400" b="1" dirty="0">
                  <a:latin typeface="+mj-ea"/>
                  <a:ea typeface="+mj-ea"/>
                </a:rPr>
                <a:t>函数，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469B404-BEC4-4EFF-BEEE-A5A4516CCA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4593858"/>
                </p:ext>
              </p:extLst>
            </p:nvPr>
          </p:nvGraphicFramePr>
          <p:xfrm>
            <a:off x="1443906" y="1935995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77" name="Equation" r:id="rId9" imgW="685800" imgH="355320" progId="Equation.DSMT4">
                    <p:embed/>
                  </p:oleObj>
                </mc:Choice>
                <mc:Fallback>
                  <p:oleObj name="Equation" r:id="rId9" imgW="685800" imgH="355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C5B87FE7-9C37-4C7E-819A-1CF794E16DC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43906" y="1935995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64BD57E-154C-458A-8759-F37C39563106}"/>
              </a:ext>
            </a:extLst>
          </p:cNvPr>
          <p:cNvGrpSpPr/>
          <p:nvPr/>
        </p:nvGrpSpPr>
        <p:grpSpPr>
          <a:xfrm>
            <a:off x="1474788" y="2537622"/>
            <a:ext cx="3168352" cy="461665"/>
            <a:chOff x="1474788" y="2537622"/>
            <a:chExt cx="3168352" cy="461665"/>
          </a:xfrm>
        </p:grpSpPr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51D9A34E-B97F-497D-977B-AF2645E2B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788" y="2537622"/>
              <a:ext cx="316835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    为可导的</a:t>
              </a:r>
              <a:r>
                <a:rPr lang="zh-CN" altLang="en-US" sz="2400" b="1" dirty="0">
                  <a:solidFill>
                    <a:srgbClr val="0064FF"/>
                  </a:solidFill>
                  <a:latin typeface="+mj-ea"/>
                  <a:ea typeface="+mj-ea"/>
                </a:rPr>
                <a:t>奇</a:t>
              </a:r>
              <a:r>
                <a:rPr lang="zh-CN" altLang="en-US" sz="2400" b="1" dirty="0">
                  <a:latin typeface="+mj-ea"/>
                  <a:ea typeface="+mj-ea"/>
                </a:rPr>
                <a:t>函数，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0B30268C-D6FD-4F47-B5F7-7A41820722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7910891"/>
                </p:ext>
              </p:extLst>
            </p:nvPr>
          </p:nvGraphicFramePr>
          <p:xfrm>
            <a:off x="1474788" y="2606675"/>
            <a:ext cx="723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78" name="Equation" r:id="rId11" imgW="723600" imgH="355320" progId="Equation.DSMT4">
                    <p:embed/>
                  </p:oleObj>
                </mc:Choice>
                <mc:Fallback>
                  <p:oleObj name="Equation" r:id="rId11" imgW="723600" imgH="355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4469B404-BEC4-4EFF-BEEE-A5A4516CCAB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474788" y="2606675"/>
                          <a:ext cx="723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B4BD72B-3D3B-4F86-865A-4B24719BE024}"/>
              </a:ext>
            </a:extLst>
          </p:cNvPr>
          <p:cNvGrpSpPr/>
          <p:nvPr/>
        </p:nvGrpSpPr>
        <p:grpSpPr>
          <a:xfrm>
            <a:off x="827584" y="3210729"/>
            <a:ext cx="2064467" cy="461665"/>
            <a:chOff x="827584" y="3210729"/>
            <a:chExt cx="2064467" cy="461665"/>
          </a:xfrm>
        </p:grpSpPr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5479CFA0-6638-47F9-82D7-5280AD7CD1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4" y="3210729"/>
              <a:ext cx="139110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从而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503FC3B9-B6D6-468C-B932-54D974B030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5671405"/>
                </p:ext>
              </p:extLst>
            </p:nvPr>
          </p:nvGraphicFramePr>
          <p:xfrm>
            <a:off x="1660151" y="3316794"/>
            <a:ext cx="1231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79" name="Equation" r:id="rId13" imgW="1231560" imgH="355320" progId="Equation.DSMT4">
                    <p:embed/>
                  </p:oleObj>
                </mc:Choice>
                <mc:Fallback>
                  <p:oleObj name="Equation" r:id="rId13" imgW="1231560" imgH="3553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D7A47F1D-1BDC-4CF2-96B8-DB28E97DDE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60151" y="3316794"/>
                          <a:ext cx="1231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052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42D15BF-9BFB-40BE-B923-04176602A862}"/>
              </a:ext>
            </a:extLst>
          </p:cNvPr>
          <p:cNvSpPr txBox="1">
            <a:spLocks noChangeArrowheads="1"/>
          </p:cNvSpPr>
          <p:nvPr/>
        </p:nvSpPr>
        <p:spPr>
          <a:xfrm>
            <a:off x="810522" y="339502"/>
            <a:ext cx="8136904" cy="3611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altLang="zh-CN" sz="2400" b="1" dirty="0">
                <a:solidFill>
                  <a:srgbClr val="2D04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的反函数为                 且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8010EDD-FE33-464F-AE74-DEA8160172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761393"/>
              </p:ext>
            </p:extLst>
          </p:nvPr>
        </p:nvGraphicFramePr>
        <p:xfrm>
          <a:off x="2178674" y="41265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8674" y="41265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62BE8FC-8730-403E-A7F4-4B59B35752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57058"/>
              </p:ext>
            </p:extLst>
          </p:nvPr>
        </p:nvGraphicFramePr>
        <p:xfrm>
          <a:off x="4410922" y="412650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9" name="Equation" r:id="rId5" imgW="1143000" imgH="342720" progId="Equation.DSMT4">
                  <p:embed/>
                </p:oleObj>
              </mc:Choice>
              <mc:Fallback>
                <p:oleObj name="Equation" r:id="rId5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0922" y="412650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C06D429-9230-406F-885D-9450F7A0AB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20062"/>
              </p:ext>
            </p:extLst>
          </p:nvPr>
        </p:nvGraphicFramePr>
        <p:xfrm>
          <a:off x="6069574" y="399950"/>
          <a:ext cx="2362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0" name="Equation" r:id="rId7" imgW="2361960" imgH="355320" progId="Equation.DSMT4">
                  <p:embed/>
                </p:oleObj>
              </mc:Choice>
              <mc:Fallback>
                <p:oleObj name="Equation" r:id="rId7" imgW="23619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69574" y="399950"/>
                        <a:ext cx="2362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5147CB7-4D7B-4ACF-B747-993234205B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343113"/>
              </p:ext>
            </p:extLst>
          </p:nvPr>
        </p:nvGraphicFramePr>
        <p:xfrm>
          <a:off x="162450" y="988714"/>
          <a:ext cx="1206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1" name="Equation" r:id="rId9" imgW="1206360" imgH="355320" progId="Equation.DSMT4">
                  <p:embed/>
                </p:oleObj>
              </mc:Choice>
              <mc:Fallback>
                <p:oleObj name="Equation" r:id="rId9" imgW="1206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2450" y="988714"/>
                        <a:ext cx="1206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E3226AD3-3D24-4A20-9996-B6284AA50F3B}"/>
              </a:ext>
            </a:extLst>
          </p:cNvPr>
          <p:cNvSpPr/>
          <p:nvPr/>
        </p:nvSpPr>
        <p:spPr>
          <a:xfrm>
            <a:off x="1374516" y="901012"/>
            <a:ext cx="5340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192FFBA-67CA-4DC0-BF30-A455E7EB5C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124192"/>
              </p:ext>
            </p:extLst>
          </p:nvPr>
        </p:nvGraphicFramePr>
        <p:xfrm>
          <a:off x="1890642" y="954044"/>
          <a:ext cx="73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2" name="Equation" r:id="rId11" imgW="736560" imgH="355320" progId="Equation.DSMT4">
                  <p:embed/>
                </p:oleObj>
              </mc:Choice>
              <mc:Fallback>
                <p:oleObj name="Equation" r:id="rId11" imgW="736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90642" y="954044"/>
                        <a:ext cx="736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6">
            <a:extLst>
              <a:ext uri="{FF2B5EF4-FFF2-40B4-BE49-F238E27FC236}">
                <a16:creationId xmlns:a16="http://schemas.microsoft.com/office/drawing/2014/main" id="{D614BD4A-7F71-4F77-849B-EEB08D74E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642" y="1498964"/>
            <a:ext cx="6093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39C8187-50B0-4E55-9B02-B5CD876D2B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64623"/>
              </p:ext>
            </p:extLst>
          </p:nvPr>
        </p:nvGraphicFramePr>
        <p:xfrm>
          <a:off x="1522282" y="1366669"/>
          <a:ext cx="1790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3" name="Equation" r:id="rId13" imgW="1790640" imgH="787320" progId="Equation.DSMT4">
                  <p:embed/>
                </p:oleObj>
              </mc:Choice>
              <mc:Fallback>
                <p:oleObj name="Equation" r:id="rId13" imgW="17906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22282" y="1366669"/>
                        <a:ext cx="1790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B85FC09-E3F1-4A32-9C03-67804F629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315417"/>
              </p:ext>
            </p:extLst>
          </p:nvPr>
        </p:nvGraphicFramePr>
        <p:xfrm>
          <a:off x="991090" y="2154069"/>
          <a:ext cx="2222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4" name="Equation" r:id="rId15" imgW="2222280" imgH="787320" progId="Equation.DSMT4">
                  <p:embed/>
                </p:oleObj>
              </mc:Choice>
              <mc:Fallback>
                <p:oleObj name="Equation" r:id="rId15" imgW="2222280" imgH="787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39C8187-50B0-4E55-9B02-B5CD876D2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91090" y="2154069"/>
                        <a:ext cx="2222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37ED1E1-71BD-4CE3-80B4-378DCD0444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741751"/>
              </p:ext>
            </p:extLst>
          </p:nvPr>
        </p:nvGraphicFramePr>
        <p:xfrm>
          <a:off x="3312982" y="2194890"/>
          <a:ext cx="1536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5" name="Equation" r:id="rId17" imgW="1536480" imgH="787320" progId="Equation.DSMT4">
                  <p:embed/>
                </p:oleObj>
              </mc:Choice>
              <mc:Fallback>
                <p:oleObj name="Equation" r:id="rId17" imgW="1536480" imgH="787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B85FC09-E3F1-4A32-9C03-67804F629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12982" y="2194890"/>
                        <a:ext cx="1536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3FB2AD7-B596-448A-8D67-93D15171F1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04173"/>
              </p:ext>
            </p:extLst>
          </p:nvPr>
        </p:nvGraphicFramePr>
        <p:xfrm>
          <a:off x="4949074" y="2211112"/>
          <a:ext cx="2019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6" name="Equation" r:id="rId19" imgW="2019240" imgH="787320" progId="Equation.DSMT4">
                  <p:embed/>
                </p:oleObj>
              </mc:Choice>
              <mc:Fallback>
                <p:oleObj name="Equation" r:id="rId19" imgW="2019240" imgH="787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537ED1E1-71BD-4CE3-80B4-378DCD0444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49074" y="2211112"/>
                        <a:ext cx="2019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C547F5F-DB78-4DC2-B956-78078E3B78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831987"/>
              </p:ext>
            </p:extLst>
          </p:nvPr>
        </p:nvGraphicFramePr>
        <p:xfrm>
          <a:off x="1781541" y="3019150"/>
          <a:ext cx="1282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7" name="Equation" r:id="rId21" imgW="1282680" imgH="787320" progId="Equation.DSMT4">
                  <p:embed/>
                </p:oleObj>
              </mc:Choice>
              <mc:Fallback>
                <p:oleObj name="Equation" r:id="rId21" imgW="12826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81541" y="3019150"/>
                        <a:ext cx="1282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03D161E-3BD8-46B8-B437-B4188D184F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166922"/>
              </p:ext>
            </p:extLst>
          </p:nvPr>
        </p:nvGraphicFramePr>
        <p:xfrm>
          <a:off x="3169016" y="3035025"/>
          <a:ext cx="825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8" name="Equation" r:id="rId23" imgW="825480" imgH="787320" progId="Equation.DSMT4">
                  <p:embed/>
                </p:oleObj>
              </mc:Choice>
              <mc:Fallback>
                <p:oleObj name="Equation" r:id="rId23" imgW="8254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69016" y="3035025"/>
                        <a:ext cx="825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FAE7D9A-FFC9-43EC-AA91-04B3F21DCE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066284"/>
              </p:ext>
            </p:extLst>
          </p:nvPr>
        </p:nvGraphicFramePr>
        <p:xfrm>
          <a:off x="4143741" y="3049312"/>
          <a:ext cx="1371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9" name="Equation" r:id="rId25" imgW="1371600" imgH="787320" progId="Equation.DSMT4">
                  <p:embed/>
                </p:oleObj>
              </mc:Choice>
              <mc:Fallback>
                <p:oleObj name="Equation" r:id="rId25" imgW="13716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43741" y="3049312"/>
                        <a:ext cx="1371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948A875-59CC-4BB1-9BDF-E7B39E5506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5770"/>
              </p:ext>
            </p:extLst>
          </p:nvPr>
        </p:nvGraphicFramePr>
        <p:xfrm>
          <a:off x="1014588" y="4083918"/>
          <a:ext cx="2743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20" name="Equation" r:id="rId27" imgW="2743200" imgH="787320" progId="Equation.DSMT4">
                  <p:embed/>
                </p:oleObj>
              </mc:Choice>
              <mc:Fallback>
                <p:oleObj name="Equation" r:id="rId27" imgW="27432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14588" y="4083918"/>
                        <a:ext cx="2743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445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44641BA-CD26-48C0-940C-26AD40747A3B}"/>
              </a:ext>
            </a:extLst>
          </p:cNvPr>
          <p:cNvSpPr txBox="1">
            <a:spLocks noChangeArrowheads="1"/>
          </p:cNvSpPr>
          <p:nvPr/>
        </p:nvSpPr>
        <p:spPr>
          <a:xfrm>
            <a:off x="450482" y="411510"/>
            <a:ext cx="8136904" cy="3611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altLang="zh-CN" sz="2400" b="1" dirty="0">
                <a:solidFill>
                  <a:srgbClr val="2D04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                                                    求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225B881-814C-4213-AE06-3963710A3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660806"/>
              </p:ext>
            </p:extLst>
          </p:nvPr>
        </p:nvGraphicFramePr>
        <p:xfrm>
          <a:off x="1331640" y="411510"/>
          <a:ext cx="4457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0" name="Equation" r:id="rId3" imgW="4457520" imgH="406080" progId="Equation.DSMT4">
                  <p:embed/>
                </p:oleObj>
              </mc:Choice>
              <mc:Fallback>
                <p:oleObj name="Equation" r:id="rId3" imgW="44575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411510"/>
                        <a:ext cx="4457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7A30276-165A-4F3A-8BE6-CC5B18A9B0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608002"/>
              </p:ext>
            </p:extLst>
          </p:nvPr>
        </p:nvGraphicFramePr>
        <p:xfrm>
          <a:off x="6228184" y="462310"/>
          <a:ext cx="80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1" name="Equation" r:id="rId5" imgW="799920" imgH="355320" progId="Equation.DSMT4">
                  <p:embed/>
                </p:oleObj>
              </mc:Choice>
              <mc:Fallback>
                <p:oleObj name="Equation" r:id="rId5" imgW="7999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28184" y="462310"/>
                        <a:ext cx="800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6">
            <a:extLst>
              <a:ext uri="{FF2B5EF4-FFF2-40B4-BE49-F238E27FC236}">
                <a16:creationId xmlns:a16="http://schemas.microsoft.com/office/drawing/2014/main" id="{3F7C70F5-DDE6-474F-9F71-A4982EA05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984" y="915566"/>
            <a:ext cx="6093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90ECD766-3296-4133-8D2A-4ADD7D718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314" y="915566"/>
            <a:ext cx="10633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A1555BA-1A46-4334-B995-74C64EA6D1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7165"/>
              </p:ext>
            </p:extLst>
          </p:nvPr>
        </p:nvGraphicFramePr>
        <p:xfrm>
          <a:off x="1530602" y="970831"/>
          <a:ext cx="351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2" name="Equation" r:id="rId7" imgW="3517560" imgH="406080" progId="Equation.DSMT4">
                  <p:embed/>
                </p:oleObj>
              </mc:Choice>
              <mc:Fallback>
                <p:oleObj name="Equation" r:id="rId7" imgW="3517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30602" y="970831"/>
                        <a:ext cx="3517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F26081E-D622-4FD0-8345-DCD8DFECC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888380"/>
              </p:ext>
            </p:extLst>
          </p:nvPr>
        </p:nvGraphicFramePr>
        <p:xfrm>
          <a:off x="5212510" y="970831"/>
          <a:ext cx="179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3" name="Equation" r:id="rId9" imgW="1790640" imgH="406080" progId="Equation.DSMT4">
                  <p:embed/>
                </p:oleObj>
              </mc:Choice>
              <mc:Fallback>
                <p:oleObj name="Equation" r:id="rId9" imgW="1790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12510" y="970831"/>
                        <a:ext cx="1790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2B698DC-3EC0-4679-99E8-F67C6D8E7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91855"/>
              </p:ext>
            </p:extLst>
          </p:nvPr>
        </p:nvGraphicFramePr>
        <p:xfrm>
          <a:off x="882530" y="1525806"/>
          <a:ext cx="454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4" name="Equation" r:id="rId11" imgW="4546440" imgH="406080" progId="Equation.DSMT4">
                  <p:embed/>
                </p:oleObj>
              </mc:Choice>
              <mc:Fallback>
                <p:oleObj name="Equation" r:id="rId11" imgW="4546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82530" y="1525806"/>
                        <a:ext cx="4546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575E452-2E6A-4567-9090-108A6E4AA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361992"/>
              </p:ext>
            </p:extLst>
          </p:nvPr>
        </p:nvGraphicFramePr>
        <p:xfrm>
          <a:off x="690269" y="2647380"/>
          <a:ext cx="622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5" name="Equation" r:id="rId13" imgW="6222960" imgH="419040" progId="Equation.DSMT4">
                  <p:embed/>
                </p:oleObj>
              </mc:Choice>
              <mc:Fallback>
                <p:oleObj name="Equation" r:id="rId13" imgW="6222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0269" y="2647380"/>
                        <a:ext cx="6223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96D2E86-D41D-43B8-9037-41FAC1E7AC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747562"/>
              </p:ext>
            </p:extLst>
          </p:nvPr>
        </p:nvGraphicFramePr>
        <p:xfrm>
          <a:off x="919584" y="2135859"/>
          <a:ext cx="5308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6" name="Equation" r:id="rId15" imgW="5308560" imgH="355320" progId="Equation.DSMT4">
                  <p:embed/>
                </p:oleObj>
              </mc:Choice>
              <mc:Fallback>
                <p:oleObj name="Equation" r:id="rId15" imgW="5308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19584" y="2135859"/>
                        <a:ext cx="5308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79E5283-1751-49E5-ABBE-5259EC8E5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748244"/>
              </p:ext>
            </p:extLst>
          </p:nvPr>
        </p:nvGraphicFramePr>
        <p:xfrm>
          <a:off x="773379" y="3207845"/>
          <a:ext cx="7086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" name="Equation" r:id="rId17" imgW="7086600" imgH="419040" progId="Equation.DSMT4">
                  <p:embed/>
                </p:oleObj>
              </mc:Choice>
              <mc:Fallback>
                <p:oleObj name="Equation" r:id="rId17" imgW="70866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73379" y="3207845"/>
                        <a:ext cx="7086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CC0A330-931A-4DE0-A103-174CC54EB8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453818"/>
              </p:ext>
            </p:extLst>
          </p:nvPr>
        </p:nvGraphicFramePr>
        <p:xfrm>
          <a:off x="6739925" y="3646214"/>
          <a:ext cx="1828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8" name="Equation" r:id="rId19" imgW="1828800" imgH="419040" progId="Equation.DSMT4">
                  <p:embed/>
                </p:oleObj>
              </mc:Choice>
              <mc:Fallback>
                <p:oleObj name="Equation" r:id="rId19" imgW="1828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739925" y="3646214"/>
                        <a:ext cx="18288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34E057F-C74A-4358-BC04-D777C225F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654600"/>
              </p:ext>
            </p:extLst>
          </p:nvPr>
        </p:nvGraphicFramePr>
        <p:xfrm>
          <a:off x="1551314" y="4168874"/>
          <a:ext cx="270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9" name="Equation" r:id="rId21" imgW="2705040" imgH="419040" progId="Equation.DSMT4">
                  <p:embed/>
                </p:oleObj>
              </mc:Choice>
              <mc:Fallback>
                <p:oleObj name="Equation" r:id="rId21" imgW="27050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51314" y="4168874"/>
                        <a:ext cx="2705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343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15517F7-0C26-4D5C-8183-C5DD291EAA59}"/>
              </a:ext>
            </a:extLst>
          </p:cNvPr>
          <p:cNvGrpSpPr/>
          <p:nvPr/>
        </p:nvGrpSpPr>
        <p:grpSpPr>
          <a:xfrm>
            <a:off x="810522" y="411510"/>
            <a:ext cx="4265534" cy="406400"/>
            <a:chOff x="810522" y="411510"/>
            <a:chExt cx="4265534" cy="4064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3D30FE0B-6368-4114-B044-DCD9461EC4E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10522" y="411510"/>
              <a:ext cx="4265534" cy="36118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9.</a:t>
              </a:r>
              <a:r>
                <a:rPr lang="en-US" altLang="zh-CN" sz="2400" b="1" dirty="0">
                  <a:solidFill>
                    <a:srgbClr val="2D04D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                          求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C87EF86A-E4EF-4DE0-9D79-6992031BAB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5261899"/>
                </p:ext>
              </p:extLst>
            </p:nvPr>
          </p:nvGraphicFramePr>
          <p:xfrm>
            <a:off x="1619672" y="411510"/>
            <a:ext cx="1866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2" name="Equation" r:id="rId3" imgW="1866600" imgH="406080" progId="Equation.DSMT4">
                    <p:embed/>
                  </p:oleObj>
                </mc:Choice>
                <mc:Fallback>
                  <p:oleObj name="Equation" r:id="rId3" imgW="18666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19672" y="411510"/>
                          <a:ext cx="18669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8CEA409-382A-4C51-B9CE-65A0FA7CBA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4188082"/>
                </p:ext>
              </p:extLst>
            </p:nvPr>
          </p:nvGraphicFramePr>
          <p:xfrm>
            <a:off x="3937349" y="411510"/>
            <a:ext cx="939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3" name="Equation" r:id="rId5" imgW="939600" imgH="406080" progId="Equation.DSMT4">
                    <p:embed/>
                  </p:oleObj>
                </mc:Choice>
                <mc:Fallback>
                  <p:oleObj name="Equation" r:id="rId5" imgW="9396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37349" y="411510"/>
                          <a:ext cx="9398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16">
            <a:extLst>
              <a:ext uri="{FF2B5EF4-FFF2-40B4-BE49-F238E27FC236}">
                <a16:creationId xmlns:a16="http://schemas.microsoft.com/office/drawing/2014/main" id="{21A800F5-2B51-4C91-92A9-0F935E559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522" y="949165"/>
            <a:ext cx="6093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FAAC6733-EC7C-460E-ADC0-3F006ECE9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5007" y="949165"/>
            <a:ext cx="6093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E8CAC48-4E67-471C-B759-4C1432D2D6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669345"/>
              </p:ext>
            </p:extLst>
          </p:nvPr>
        </p:nvGraphicFramePr>
        <p:xfrm>
          <a:off x="1943156" y="949165"/>
          <a:ext cx="208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4" name="Equation" r:id="rId7" imgW="2082600" imgH="393480" progId="Equation.DSMT4">
                  <p:embed/>
                </p:oleObj>
              </mc:Choice>
              <mc:Fallback>
                <p:oleObj name="Equation" r:id="rId7" imgW="2082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43156" y="949165"/>
                        <a:ext cx="2082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3E744E6-C355-4FFD-B673-8215CA813D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557994"/>
              </p:ext>
            </p:extLst>
          </p:nvPr>
        </p:nvGraphicFramePr>
        <p:xfrm>
          <a:off x="4407249" y="812162"/>
          <a:ext cx="4025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5" name="Equation" r:id="rId9" imgW="4025880" imgH="812520" progId="Equation.DSMT4">
                  <p:embed/>
                </p:oleObj>
              </mc:Choice>
              <mc:Fallback>
                <p:oleObj name="Equation" r:id="rId9" imgW="40258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07249" y="812162"/>
                        <a:ext cx="4025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2429C6B-254B-45F2-9BEB-8696D9870F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136125"/>
              </p:ext>
            </p:extLst>
          </p:nvPr>
        </p:nvGraphicFramePr>
        <p:xfrm>
          <a:off x="1304528" y="1752787"/>
          <a:ext cx="563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6" name="Equation" r:id="rId11" imgW="5638680" imgH="406080" progId="Equation.DSMT4">
                  <p:embed/>
                </p:oleObj>
              </mc:Choice>
              <mc:Fallback>
                <p:oleObj name="Equation" r:id="rId11" imgW="5638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04528" y="1752787"/>
                        <a:ext cx="5638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A2C3FC1-62CC-48A8-B03D-600437C176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165238"/>
              </p:ext>
            </p:extLst>
          </p:nvPr>
        </p:nvGraphicFramePr>
        <p:xfrm>
          <a:off x="755576" y="2424984"/>
          <a:ext cx="8064501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7" name="Equation" r:id="rId13" imgW="8064360" imgH="419040" progId="Equation.DSMT4">
                  <p:embed/>
                </p:oleObj>
              </mc:Choice>
              <mc:Fallback>
                <p:oleObj name="Equation" r:id="rId13" imgW="8064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5576" y="2424984"/>
                        <a:ext cx="8064501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23CA5B6-9247-4910-98EF-E46FCE90CB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585993"/>
              </p:ext>
            </p:extLst>
          </p:nvPr>
        </p:nvGraphicFramePr>
        <p:xfrm>
          <a:off x="284247" y="3277256"/>
          <a:ext cx="7734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8" name="Equation" r:id="rId15" imgW="7734240" imgH="419040" progId="Equation.DSMT4">
                  <p:embed/>
                </p:oleObj>
              </mc:Choice>
              <mc:Fallback>
                <p:oleObj name="Equation" r:id="rId15" imgW="77342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4247" y="3277256"/>
                        <a:ext cx="7734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071F180-C12E-461C-8008-16EE26772A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935939"/>
              </p:ext>
            </p:extLst>
          </p:nvPr>
        </p:nvGraphicFramePr>
        <p:xfrm>
          <a:off x="6943328" y="3696356"/>
          <a:ext cx="2044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9" name="Equation" r:id="rId17" imgW="2044440" imgH="419040" progId="Equation.DSMT4">
                  <p:embed/>
                </p:oleObj>
              </mc:Choice>
              <mc:Fallback>
                <p:oleObj name="Equation" r:id="rId17" imgW="2044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43328" y="3696356"/>
                        <a:ext cx="2044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3F9750D-8A53-4B71-A395-6A94498C34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244566"/>
              </p:ext>
            </p:extLst>
          </p:nvPr>
        </p:nvGraphicFramePr>
        <p:xfrm>
          <a:off x="904875" y="3962400"/>
          <a:ext cx="619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0" name="Equation" r:id="rId19" imgW="6197400" imgH="736560" progId="Equation.DSMT4">
                  <p:embed/>
                </p:oleObj>
              </mc:Choice>
              <mc:Fallback>
                <p:oleObj name="Equation" r:id="rId19" imgW="61974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04875" y="3962400"/>
                        <a:ext cx="6197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698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374D72-AB0F-4E72-8456-4F044DC5D405}"/>
              </a:ext>
            </a:extLst>
          </p:cNvPr>
          <p:cNvSpPr txBox="1">
            <a:spLocks noChangeArrowheads="1"/>
          </p:cNvSpPr>
          <p:nvPr/>
        </p:nvSpPr>
        <p:spPr>
          <a:xfrm>
            <a:off x="810522" y="411510"/>
            <a:ext cx="5705694" cy="3611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lang="en-US" altLang="zh-CN" sz="2400" b="1" dirty="0">
                <a:solidFill>
                  <a:srgbClr val="2D04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在                内二阶可导，令                                   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2BBC29F-0763-4265-89FF-1A94532D13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903933"/>
              </p:ext>
            </p:extLst>
          </p:nvPr>
        </p:nvGraphicFramePr>
        <p:xfrm>
          <a:off x="1763688" y="49070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0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49070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5E58BB2-460C-4434-99DF-778FCB7EA6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713440"/>
              </p:ext>
            </p:extLst>
          </p:nvPr>
        </p:nvGraphicFramePr>
        <p:xfrm>
          <a:off x="2774004" y="490703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1" name="Equation" r:id="rId5" imgW="1130040" imgH="342720" progId="Equation.DSMT4">
                  <p:embed/>
                </p:oleObj>
              </mc:Choice>
              <mc:Fallback>
                <p:oleObj name="Equation" r:id="rId5" imgW="1130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74004" y="490703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4B6A3E2-722C-4320-A47A-DB6E71CD7F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113900"/>
              </p:ext>
            </p:extLst>
          </p:nvPr>
        </p:nvGraphicFramePr>
        <p:xfrm>
          <a:off x="1691680" y="912796"/>
          <a:ext cx="5257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2" name="Equation" r:id="rId7" imgW="5257800" imgH="939600" progId="Equation.DSMT4">
                  <p:embed/>
                </p:oleObj>
              </mc:Choice>
              <mc:Fallback>
                <p:oleObj name="Equation" r:id="rId7" imgW="52578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91680" y="912796"/>
                        <a:ext cx="52578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F289585A-E896-4F14-892B-35AEFA12B7CE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2005069"/>
            <a:ext cx="8208912" cy="3611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求常数                的值，使         在                内二阶可导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F77565E-C40A-456E-BFE1-462FCE985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666879"/>
              </p:ext>
            </p:extLst>
          </p:nvPr>
        </p:nvGraphicFramePr>
        <p:xfrm>
          <a:off x="1745304" y="2075893"/>
          <a:ext cx="1028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3" name="Equation" r:id="rId9" imgW="1028520" imgH="330120" progId="Equation.DSMT4">
                  <p:embed/>
                </p:oleObj>
              </mc:Choice>
              <mc:Fallback>
                <p:oleObj name="Equation" r:id="rId9" imgW="10285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45304" y="2075893"/>
                        <a:ext cx="1028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714DC58-5072-4DFC-95AD-069A1361F1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540303"/>
              </p:ext>
            </p:extLst>
          </p:nvPr>
        </p:nvGraphicFramePr>
        <p:xfrm>
          <a:off x="4081016" y="2100318"/>
          <a:ext cx="63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4" name="Equation" r:id="rId11" imgW="634680" imgH="342720" progId="Equation.DSMT4">
                  <p:embed/>
                </p:oleObj>
              </mc:Choice>
              <mc:Fallback>
                <p:oleObj name="Equation" r:id="rId11" imgW="634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81016" y="2100318"/>
                        <a:ext cx="635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B96F17A-F8E6-4789-9D17-E840724082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972405"/>
              </p:ext>
            </p:extLst>
          </p:nvPr>
        </p:nvGraphicFramePr>
        <p:xfrm>
          <a:off x="5072794" y="2075893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5" name="Equation" r:id="rId13" imgW="1130040" imgH="342720" progId="Equation.DSMT4">
                  <p:embed/>
                </p:oleObj>
              </mc:Choice>
              <mc:Fallback>
                <p:oleObj name="Equation" r:id="rId13" imgW="113004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5E58BB2-460C-4434-99DF-778FCB7EA6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72794" y="2075893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6">
            <a:extLst>
              <a:ext uri="{FF2B5EF4-FFF2-40B4-BE49-F238E27FC236}">
                <a16:creationId xmlns:a16="http://schemas.microsoft.com/office/drawing/2014/main" id="{9C089E26-EF5F-4BB2-BC9B-F8400650A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904" y="2545581"/>
            <a:ext cx="6093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F619246-18D6-41FE-9214-07767D403467}"/>
              </a:ext>
            </a:extLst>
          </p:cNvPr>
          <p:cNvGrpSpPr/>
          <p:nvPr/>
        </p:nvGrpSpPr>
        <p:grpSpPr>
          <a:xfrm>
            <a:off x="1259632" y="2546419"/>
            <a:ext cx="3456384" cy="464319"/>
            <a:chOff x="1259632" y="2546419"/>
            <a:chExt cx="3456384" cy="464319"/>
          </a:xfrm>
        </p:grpSpPr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7DF5A86C-C083-4640-93A5-5D23FD280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632" y="2546419"/>
              <a:ext cx="345638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(1)   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          处连续；   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443912F8-1BB7-49AB-A442-5627284AD8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1071439"/>
                </p:ext>
              </p:extLst>
            </p:nvPr>
          </p:nvGraphicFramePr>
          <p:xfrm>
            <a:off x="1750988" y="2667838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6" name="Equation" r:id="rId15" imgW="634680" imgH="342720" progId="Equation.DSMT4">
                    <p:embed/>
                  </p:oleObj>
                </mc:Choice>
                <mc:Fallback>
                  <p:oleObj name="Equation" r:id="rId15" imgW="634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750988" y="2667838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E4CA8C1-FDBC-44F5-95A5-1447CC2B87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6994878"/>
                </p:ext>
              </p:extLst>
            </p:nvPr>
          </p:nvGraphicFramePr>
          <p:xfrm>
            <a:off x="2699792" y="2612082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7" name="Equation" r:id="rId17" imgW="736560" imgH="380880" progId="Equation.DSMT4">
                    <p:embed/>
                  </p:oleObj>
                </mc:Choice>
                <mc:Fallback>
                  <p:oleObj name="Equation" r:id="rId17" imgW="7365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699792" y="2612082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7DE6F85-0DF0-4873-A82D-69C4DB6C7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726029"/>
              </p:ext>
            </p:extLst>
          </p:nvPr>
        </p:nvGraphicFramePr>
        <p:xfrm>
          <a:off x="1645692" y="3129503"/>
          <a:ext cx="3581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8" name="Equation" r:id="rId19" imgW="3581280" imgH="419040" progId="Equation.DSMT4">
                  <p:embed/>
                </p:oleObj>
              </mc:Choice>
              <mc:Fallback>
                <p:oleObj name="Equation" r:id="rId19" imgW="35812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45692" y="3129503"/>
                        <a:ext cx="3581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B29C1B8-5F7E-4AC1-83E1-293BE45A0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345756"/>
              </p:ext>
            </p:extLst>
          </p:nvPr>
        </p:nvGraphicFramePr>
        <p:xfrm>
          <a:off x="2606143" y="3908405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9" name="Equation" r:id="rId21" imgW="1307880" imgH="380880" progId="Equation.DSMT4">
                  <p:embed/>
                </p:oleObj>
              </mc:Choice>
              <mc:Fallback>
                <p:oleObj name="Equation" r:id="rId21" imgW="1307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06143" y="3908405"/>
                        <a:ext cx="1308100" cy="381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57A89B16-1D6F-4CDE-B48C-9C18EC841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845536"/>
              </p:ext>
            </p:extLst>
          </p:nvPr>
        </p:nvGraphicFramePr>
        <p:xfrm>
          <a:off x="-55914720" y="4291754"/>
          <a:ext cx="283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0" name="Equation" r:id="rId23" imgW="2831760" imgH="380880" progId="Equation.DSMT4">
                  <p:embed/>
                </p:oleObj>
              </mc:Choice>
              <mc:Fallback>
                <p:oleObj name="Equation" r:id="rId23" imgW="2831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-55914720" y="4291754"/>
                        <a:ext cx="2832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803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F479CB07-CBD9-4493-A5A4-E4599375D511}"/>
              </a:ext>
            </a:extLst>
          </p:cNvPr>
          <p:cNvGrpSpPr/>
          <p:nvPr/>
        </p:nvGrpSpPr>
        <p:grpSpPr>
          <a:xfrm>
            <a:off x="1023240" y="513009"/>
            <a:ext cx="3456384" cy="461665"/>
            <a:chOff x="164998" y="555526"/>
            <a:chExt cx="3456384" cy="461665"/>
          </a:xfrm>
        </p:grpSpPr>
        <p:sp>
          <p:nvSpPr>
            <p:cNvPr id="2" name="Text Box 16">
              <a:extLst>
                <a:ext uri="{FF2B5EF4-FFF2-40B4-BE49-F238E27FC236}">
                  <a16:creationId xmlns:a16="http://schemas.microsoft.com/office/drawing/2014/main" id="{50AA2AD6-44A6-4CF0-B16D-2732950C1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998" y="555526"/>
              <a:ext cx="345638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(2)   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          处连续；   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3405ADA5-9E44-449F-8225-4E58205EC7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0331563"/>
                </p:ext>
              </p:extLst>
            </p:nvPr>
          </p:nvGraphicFramePr>
          <p:xfrm>
            <a:off x="626373" y="638170"/>
            <a:ext cx="711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0" name="Equation" r:id="rId3" imgW="711000" imgH="355320" progId="Equation.DSMT4">
                    <p:embed/>
                  </p:oleObj>
                </mc:Choice>
                <mc:Fallback>
                  <p:oleObj name="Equation" r:id="rId3" imgW="711000" imgH="3553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60E2D037-01CB-4791-888A-0696E4D7846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26373" y="638170"/>
                          <a:ext cx="711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4EDBCF01-ACBB-423E-9967-56FA36B416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2906310"/>
                </p:ext>
              </p:extLst>
            </p:nvPr>
          </p:nvGraphicFramePr>
          <p:xfrm>
            <a:off x="1590204" y="609546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1" name="Equation" r:id="rId5" imgW="736560" imgH="380880" progId="Equation.DSMT4">
                    <p:embed/>
                  </p:oleObj>
                </mc:Choice>
                <mc:Fallback>
                  <p:oleObj name="Equation" r:id="rId5" imgW="736560" imgH="38088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DAAC1AF2-DD79-457C-995F-098FA8839DB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90204" y="609546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37B25B3-3F52-4822-B6D4-E9B0B42C2DFB}"/>
              </a:ext>
            </a:extLst>
          </p:cNvPr>
          <p:cNvGrpSpPr/>
          <p:nvPr/>
        </p:nvGrpSpPr>
        <p:grpSpPr>
          <a:xfrm>
            <a:off x="1192049" y="1203493"/>
            <a:ext cx="3178160" cy="461665"/>
            <a:chOff x="967816" y="1235276"/>
            <a:chExt cx="3178160" cy="461665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037239A6-6F12-44DD-8483-6C11471890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7985319"/>
                </p:ext>
              </p:extLst>
            </p:nvPr>
          </p:nvGraphicFramePr>
          <p:xfrm>
            <a:off x="967816" y="1275608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2" name="Equation" r:id="rId7" imgW="736560" imgH="380880" progId="Equation.DSMT4">
                    <p:embed/>
                  </p:oleObj>
                </mc:Choice>
                <mc:Fallback>
                  <p:oleObj name="Equation" r:id="rId7" imgW="736560" imgH="38088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16328495-715C-4B2E-8D7E-018E3396B3B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67816" y="1275608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16">
              <a:extLst>
                <a:ext uri="{FF2B5EF4-FFF2-40B4-BE49-F238E27FC236}">
                  <a16:creationId xmlns:a16="http://schemas.microsoft.com/office/drawing/2014/main" id="{76B54AB0-DCBA-4EAD-9233-CDABEA53F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804" y="1235276"/>
              <a:ext cx="6102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时，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3D2B8A52-394A-4EC4-9036-60F8BADA76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848785"/>
                </p:ext>
              </p:extLst>
            </p:nvPr>
          </p:nvGraphicFramePr>
          <p:xfrm>
            <a:off x="2406076" y="1288309"/>
            <a:ext cx="1739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3" name="Equation" r:id="rId9" imgW="1739880" imgH="355320" progId="Equation.DSMT4">
                    <p:embed/>
                  </p:oleObj>
                </mc:Choice>
                <mc:Fallback>
                  <p:oleObj name="Equation" r:id="rId9" imgW="1739880" imgH="3553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9266D562-4A63-4E41-839D-7B2D655A99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06076" y="1288309"/>
                          <a:ext cx="1739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A8BA9EF-19C0-41D0-8620-F28B634EE192}"/>
              </a:ext>
            </a:extLst>
          </p:cNvPr>
          <p:cNvGrpSpPr/>
          <p:nvPr/>
        </p:nvGrpSpPr>
        <p:grpSpPr>
          <a:xfrm>
            <a:off x="1190291" y="1834369"/>
            <a:ext cx="1378616" cy="461665"/>
            <a:chOff x="1027460" y="1887713"/>
            <a:chExt cx="1378616" cy="461665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A04422B-E7E5-4F39-ADEC-94249F3CD2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9364314"/>
                </p:ext>
              </p:extLst>
            </p:nvPr>
          </p:nvGraphicFramePr>
          <p:xfrm>
            <a:off x="1027460" y="1968378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4" name="Equation" r:id="rId11" imgW="736560" imgH="380880" progId="Equation.DSMT4">
                    <p:embed/>
                  </p:oleObj>
                </mc:Choice>
                <mc:Fallback>
                  <p:oleObj name="Equation" r:id="rId11" imgW="736560" imgH="38088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A0CBEDBC-7978-41F4-A0E0-69F16F1E05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27460" y="1968378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16">
              <a:extLst>
                <a:ext uri="{FF2B5EF4-FFF2-40B4-BE49-F238E27FC236}">
                  <a16:creationId xmlns:a16="http://schemas.microsoft.com/office/drawing/2014/main" id="{FD8B7B22-2A87-47C6-B929-71197D789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804" y="1887713"/>
              <a:ext cx="6102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时，</a:t>
              </a:r>
            </a:p>
          </p:txBody>
        </p: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2C1DBC4-BBF3-4C02-822B-CD024C5281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787940"/>
              </p:ext>
            </p:extLst>
          </p:nvPr>
        </p:nvGraphicFramePr>
        <p:xfrm>
          <a:off x="2506667" y="1915034"/>
          <a:ext cx="2806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5" name="Equation" r:id="rId13" imgW="2806560" imgH="380880" progId="Equation.DSMT4">
                  <p:embed/>
                </p:oleObj>
              </mc:Choice>
              <mc:Fallback>
                <p:oleObj name="Equation" r:id="rId13" imgW="2806560" imgH="3808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ADC8922E-257B-4046-A52A-4ADBDFB876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06667" y="1915034"/>
                        <a:ext cx="2806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FD2758E-54C9-4409-A0AF-AB9197509B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12606"/>
              </p:ext>
            </p:extLst>
          </p:nvPr>
        </p:nvGraphicFramePr>
        <p:xfrm>
          <a:off x="1352866" y="2648083"/>
          <a:ext cx="3771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6" name="Equation" r:id="rId15" imgW="3771720" imgH="419040" progId="Equation.DSMT4">
                  <p:embed/>
                </p:oleObj>
              </mc:Choice>
              <mc:Fallback>
                <p:oleObj name="Equation" r:id="rId15" imgW="37717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52866" y="2648083"/>
                        <a:ext cx="3771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D033664-8298-4774-8956-D3CC5DB7D9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359900"/>
              </p:ext>
            </p:extLst>
          </p:nvPr>
        </p:nvGraphicFramePr>
        <p:xfrm>
          <a:off x="2553016" y="3709441"/>
          <a:ext cx="137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7" name="Equation" r:id="rId17" imgW="1371600" imgH="380880" progId="Equation.DSMT4">
                  <p:embed/>
                </p:oleObj>
              </mc:Choice>
              <mc:Fallback>
                <p:oleObj name="Equation" r:id="rId17" imgW="1371600" imgH="380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EB29C1B8-5F7E-4AC1-83E1-293BE45A0E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53016" y="3709441"/>
                        <a:ext cx="1371600" cy="381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88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B837B19-DD9D-429F-A1C2-B7923401564C}"/>
              </a:ext>
            </a:extLst>
          </p:cNvPr>
          <p:cNvGrpSpPr/>
          <p:nvPr/>
        </p:nvGrpSpPr>
        <p:grpSpPr>
          <a:xfrm>
            <a:off x="1403648" y="346806"/>
            <a:ext cx="4118970" cy="461665"/>
            <a:chOff x="2573727" y="479715"/>
            <a:chExt cx="4118970" cy="461665"/>
          </a:xfrm>
        </p:grpSpPr>
        <p:sp>
          <p:nvSpPr>
            <p:cNvPr id="2" name="Text Box 16">
              <a:extLst>
                <a:ext uri="{FF2B5EF4-FFF2-40B4-BE49-F238E27FC236}">
                  <a16:creationId xmlns:a16="http://schemas.microsoft.com/office/drawing/2014/main" id="{B12D6F32-2960-4890-92C0-6C001D733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3727" y="479715"/>
              <a:ext cx="41189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(3)   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          处二阶可导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E063A3DD-DC57-41DC-8C8C-9008C4BD87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3496908"/>
                </p:ext>
              </p:extLst>
            </p:nvPr>
          </p:nvGraphicFramePr>
          <p:xfrm>
            <a:off x="3048263" y="556911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3" name="Equation" r:id="rId3" imgW="634680" imgH="342720" progId="Equation.DSMT4">
                    <p:embed/>
                  </p:oleObj>
                </mc:Choice>
                <mc:Fallback>
                  <p:oleObj name="Equation" r:id="rId3" imgW="63468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92653BB6-99F6-49BC-8A3C-AB7E18F86AC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48263" y="556911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6F673A91-44FA-4880-A0B0-BFB47661B4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622980"/>
                </p:ext>
              </p:extLst>
            </p:nvPr>
          </p:nvGraphicFramePr>
          <p:xfrm>
            <a:off x="3943755" y="520047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4" name="Equation" r:id="rId5" imgW="736560" imgH="380880" progId="Equation.DSMT4">
                    <p:embed/>
                  </p:oleObj>
                </mc:Choice>
                <mc:Fallback>
                  <p:oleObj name="Equation" r:id="rId5" imgW="736560" imgH="38088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091365C3-A012-48F8-A734-47E8F4F0836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43755" y="520047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C7AABA7-F36B-412B-B1B6-AA6712F0A7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406422"/>
              </p:ext>
            </p:extLst>
          </p:nvPr>
        </p:nvGraphicFramePr>
        <p:xfrm>
          <a:off x="1547664" y="917623"/>
          <a:ext cx="3441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5" name="Equation" r:id="rId7" imgW="3441600" imgH="812520" progId="Equation.DSMT4">
                  <p:embed/>
                </p:oleObj>
              </mc:Choice>
              <mc:Fallback>
                <p:oleObj name="Equation" r:id="rId7" imgW="3441600" imgH="8125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27EF9813-A62B-4A0E-B3C4-A20BF3722B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664" y="917623"/>
                        <a:ext cx="3441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1DDAA84-F7C7-454F-90DD-546F7D7E4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461584"/>
              </p:ext>
            </p:extLst>
          </p:nvPr>
        </p:nvGraphicFramePr>
        <p:xfrm>
          <a:off x="5011203" y="916816"/>
          <a:ext cx="3708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6" name="Equation" r:id="rId9" imgW="3708360" imgH="812520" progId="Equation.DSMT4">
                  <p:embed/>
                </p:oleObj>
              </mc:Choice>
              <mc:Fallback>
                <p:oleObj name="Equation" r:id="rId9" imgW="3708360" imgH="8125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0D60ACD1-0652-4D1F-9F0B-B1A0B7BD06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1203" y="916816"/>
                        <a:ext cx="3708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A8AEFD7-EAAA-4608-A239-4EEA07CF43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59835"/>
              </p:ext>
            </p:extLst>
          </p:nvPr>
        </p:nvGraphicFramePr>
        <p:xfrm>
          <a:off x="1547664" y="2096288"/>
          <a:ext cx="3441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7" name="Equation" r:id="rId11" imgW="3441600" imgH="812520" progId="Equation.DSMT4">
                  <p:embed/>
                </p:oleObj>
              </mc:Choice>
              <mc:Fallback>
                <p:oleObj name="Equation" r:id="rId11" imgW="3441600" imgH="8125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B0AED4F3-491F-4A15-BC1C-6D7BCCDFC7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47664" y="2096288"/>
                        <a:ext cx="3441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F7F09E3-C0C3-453C-9E06-0A4B52ADF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53308"/>
              </p:ext>
            </p:extLst>
          </p:nvPr>
        </p:nvGraphicFramePr>
        <p:xfrm>
          <a:off x="5070252" y="2085724"/>
          <a:ext cx="3657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8" name="Equation" r:id="rId13" imgW="3657600" imgH="812520" progId="Equation.DSMT4">
                  <p:embed/>
                </p:oleObj>
              </mc:Choice>
              <mc:Fallback>
                <p:oleObj name="Equation" r:id="rId13" imgW="3657600" imgH="81252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D6BB4C4B-464B-4006-A952-3CE3D3945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70252" y="2085724"/>
                        <a:ext cx="3657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A9C5A38-0F1D-413E-831E-8AB830C176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987258"/>
              </p:ext>
            </p:extLst>
          </p:nvPr>
        </p:nvGraphicFramePr>
        <p:xfrm>
          <a:off x="1679352" y="3551087"/>
          <a:ext cx="3733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9" name="Equation" r:id="rId15" imgW="3733560" imgH="380880" progId="Equation.DSMT4">
                  <p:embed/>
                </p:oleObj>
              </mc:Choice>
              <mc:Fallback>
                <p:oleObj name="Equation" r:id="rId15" imgW="3733560" imgH="38088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E6CD4888-6486-43A0-B452-CB5D0C712A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79352" y="3551087"/>
                        <a:ext cx="3733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DADCC19-01C2-4851-90A0-C9975D625C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456912"/>
              </p:ext>
            </p:extLst>
          </p:nvPr>
        </p:nvGraphicFramePr>
        <p:xfrm>
          <a:off x="5070252" y="3017433"/>
          <a:ext cx="685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" name="Equation" r:id="rId17" imgW="685800" imgH="279360" progId="Equation.DSMT4">
                  <p:embed/>
                </p:oleObj>
              </mc:Choice>
              <mc:Fallback>
                <p:oleObj name="Equation" r:id="rId17" imgW="685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70252" y="3017433"/>
                        <a:ext cx="685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AD8EDD5-4FC5-452F-BA72-6EC9704D82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760774"/>
              </p:ext>
            </p:extLst>
          </p:nvPr>
        </p:nvGraphicFramePr>
        <p:xfrm>
          <a:off x="3510276" y="4186341"/>
          <a:ext cx="1612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1" name="Equation" r:id="rId19" imgW="1612800" imgH="723600" progId="Equation.DSMT4">
                  <p:embed/>
                </p:oleObj>
              </mc:Choice>
              <mc:Fallback>
                <p:oleObj name="Equation" r:id="rId19" imgW="16128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10276" y="4186341"/>
                        <a:ext cx="16129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525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BD8CF6-65FA-437D-9865-8A2AF838B948}"/>
              </a:ext>
            </a:extLst>
          </p:cNvPr>
          <p:cNvSpPr txBox="1">
            <a:spLocks noChangeArrowheads="1"/>
          </p:cNvSpPr>
          <p:nvPr/>
        </p:nvSpPr>
        <p:spPr>
          <a:xfrm>
            <a:off x="810522" y="411510"/>
            <a:ext cx="7721918" cy="3611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en-US" altLang="zh-CN" sz="2400" b="1" dirty="0">
                <a:solidFill>
                  <a:srgbClr val="2D04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    看作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 ， 看作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变换方程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1C66DC8-9C8A-4FA1-988D-31B7D15EEF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494446"/>
              </p:ext>
            </p:extLst>
          </p:nvPr>
        </p:nvGraphicFramePr>
        <p:xfrm>
          <a:off x="1691680" y="522595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4" name="Equation" r:id="rId3" imgW="215640" imgH="266400" progId="Equation.DSMT4">
                  <p:embed/>
                </p:oleObj>
              </mc:Choice>
              <mc:Fallback>
                <p:oleObj name="Equation" r:id="rId3" imgW="2156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522595"/>
                        <a:ext cx="215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C9E05BD-DE4E-41F9-975C-21347AF31C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262921"/>
              </p:ext>
            </p:extLst>
          </p:nvPr>
        </p:nvGraphicFramePr>
        <p:xfrm>
          <a:off x="3707904" y="577793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5" name="Equation" r:id="rId5" imgW="190440" imgH="203040" progId="Equation.DSMT4">
                  <p:embed/>
                </p:oleObj>
              </mc:Choice>
              <mc:Fallback>
                <p:oleObj name="Equation" r:id="rId5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7904" y="577793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D2DB2C6-8BC4-4D4F-A2EE-79CC209DEA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97099"/>
              </p:ext>
            </p:extLst>
          </p:nvPr>
        </p:nvGraphicFramePr>
        <p:xfrm>
          <a:off x="3079388" y="890481"/>
          <a:ext cx="2870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6" name="Equation" r:id="rId7" imgW="2869920" imgH="952200" progId="Equation.DSMT4">
                  <p:embed/>
                </p:oleObj>
              </mc:Choice>
              <mc:Fallback>
                <p:oleObj name="Equation" r:id="rId7" imgW="2869920" imgH="952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9388" y="890481"/>
                        <a:ext cx="28702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6">
            <a:extLst>
              <a:ext uri="{FF2B5EF4-FFF2-40B4-BE49-F238E27FC236}">
                <a16:creationId xmlns:a16="http://schemas.microsoft.com/office/drawing/2014/main" id="{F59015EE-A94D-457D-95C9-B25F9DAB8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028" y="2032848"/>
            <a:ext cx="6093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5CC1AA0D-B99D-40F2-AA1E-4A6A3CCB4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103" y="2049453"/>
            <a:ext cx="32930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由反函数求导法则得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37F26B5-F02B-49FC-BF4B-30621324A6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564091"/>
              </p:ext>
            </p:extLst>
          </p:nvPr>
        </p:nvGraphicFramePr>
        <p:xfrm>
          <a:off x="4514488" y="1911805"/>
          <a:ext cx="10795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7" name="Equation" r:id="rId9" imgW="1079280" imgH="1104840" progId="Equation.DSMT4">
                  <p:embed/>
                </p:oleObj>
              </mc:Choice>
              <mc:Fallback>
                <p:oleObj name="Equation" r:id="rId9" imgW="1079280" imgH="1104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14488" y="1911805"/>
                        <a:ext cx="10795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6">
            <a:extLst>
              <a:ext uri="{FF2B5EF4-FFF2-40B4-BE49-F238E27FC236}">
                <a16:creationId xmlns:a16="http://schemas.microsoft.com/office/drawing/2014/main" id="{44FACC65-490B-4BAB-B285-1778DC6F3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3988" y="2069265"/>
            <a:ext cx="6093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或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3E59879-9AB8-4236-A35A-D64C02E86B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573231"/>
              </p:ext>
            </p:extLst>
          </p:nvPr>
        </p:nvGraphicFramePr>
        <p:xfrm>
          <a:off x="6119861" y="1910313"/>
          <a:ext cx="11557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8" name="Equation" r:id="rId11" imgW="1155600" imgH="1168200" progId="Equation.DSMT4">
                  <p:embed/>
                </p:oleObj>
              </mc:Choice>
              <mc:Fallback>
                <p:oleObj name="Equation" r:id="rId11" imgW="1155600" imgH="1168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19861" y="1910313"/>
                        <a:ext cx="1155700" cy="1168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1EBCC37-5FC3-492A-B7B9-AE33EC2965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853602"/>
              </p:ext>
            </p:extLst>
          </p:nvPr>
        </p:nvGraphicFramePr>
        <p:xfrm>
          <a:off x="596070" y="3139556"/>
          <a:ext cx="53848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9" name="Equation" r:id="rId13" imgW="5384520" imgH="1625400" progId="Equation.DSMT4">
                  <p:embed/>
                </p:oleObj>
              </mc:Choice>
              <mc:Fallback>
                <p:oleObj name="Equation" r:id="rId13" imgW="5384520" imgH="1625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6070" y="3139556"/>
                        <a:ext cx="5384800" cy="162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E6B48DA-7189-4F96-82FA-87729B2D9F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253824"/>
              </p:ext>
            </p:extLst>
          </p:nvPr>
        </p:nvGraphicFramePr>
        <p:xfrm>
          <a:off x="6012160" y="3122192"/>
          <a:ext cx="18415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0" name="Equation" r:id="rId15" imgW="1841400" imgH="1752480" progId="Equation.DSMT4">
                  <p:embed/>
                </p:oleObj>
              </mc:Choice>
              <mc:Fallback>
                <p:oleObj name="Equation" r:id="rId15" imgW="1841400" imgH="1752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12160" y="3122192"/>
                        <a:ext cx="1841500" cy="175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99789CA8-274C-4640-9695-950BAC8DB9F6}"/>
              </a:ext>
            </a:extLst>
          </p:cNvPr>
          <p:cNvSpPr/>
          <p:nvPr/>
        </p:nvSpPr>
        <p:spPr>
          <a:xfrm>
            <a:off x="323528" y="3507854"/>
            <a:ext cx="864096" cy="93610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78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39A3854-9F9A-4302-A572-DFE44A90D1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592247"/>
              </p:ext>
            </p:extLst>
          </p:nvPr>
        </p:nvGraphicFramePr>
        <p:xfrm>
          <a:off x="930300" y="333896"/>
          <a:ext cx="18415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9" name="Equation" r:id="rId3" imgW="1841400" imgH="1752480" progId="Equation.DSMT4">
                  <p:embed/>
                </p:oleObj>
              </mc:Choice>
              <mc:Fallback>
                <p:oleObj name="Equation" r:id="rId3" imgW="1841400" imgH="1752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FE6B48DA-7189-4F96-82FA-87729B2D9F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0300" y="333896"/>
                        <a:ext cx="1841500" cy="175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FFDF125-64C0-4DB5-B075-54E326811E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407659"/>
              </p:ext>
            </p:extLst>
          </p:nvPr>
        </p:nvGraphicFramePr>
        <p:xfrm>
          <a:off x="2987824" y="333896"/>
          <a:ext cx="13970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0" name="Equation" r:id="rId5" imgW="1396800" imgH="1752480" progId="Equation.DSMT4">
                  <p:embed/>
                </p:oleObj>
              </mc:Choice>
              <mc:Fallback>
                <p:oleObj name="Equation" r:id="rId5" imgW="1396800" imgH="1752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87824" y="333896"/>
                        <a:ext cx="1397000" cy="1752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8438B7A-5608-4A8B-9594-361F17B81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35056"/>
              </p:ext>
            </p:extLst>
          </p:nvPr>
        </p:nvGraphicFramePr>
        <p:xfrm>
          <a:off x="765028" y="2863726"/>
          <a:ext cx="2044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1" name="Equation" r:id="rId7" imgW="2044440" imgH="888840" progId="Equation.DSMT4">
                  <p:embed/>
                </p:oleObj>
              </mc:Choice>
              <mc:Fallback>
                <p:oleObj name="Equation" r:id="rId7" imgW="204444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5028" y="2863726"/>
                        <a:ext cx="20447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8093A18-C4FE-42F3-B23F-540F2FAFBF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68176"/>
              </p:ext>
            </p:extLst>
          </p:nvPr>
        </p:nvGraphicFramePr>
        <p:xfrm>
          <a:off x="2866878" y="2355726"/>
          <a:ext cx="19558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2" name="Equation" r:id="rId9" imgW="1955520" imgH="1904760" progId="Equation.DSMT4">
                  <p:embed/>
                </p:oleObj>
              </mc:Choice>
              <mc:Fallback>
                <p:oleObj name="Equation" r:id="rId9" imgW="1955520" imgH="1904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66878" y="2355726"/>
                        <a:ext cx="1955800" cy="190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AACCAAF-BF6A-4576-AA9F-853B0D3238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671410"/>
              </p:ext>
            </p:extLst>
          </p:nvPr>
        </p:nvGraphicFramePr>
        <p:xfrm>
          <a:off x="4879828" y="2355726"/>
          <a:ext cx="24511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3" name="Equation" r:id="rId11" imgW="2450880" imgH="1904760" progId="Equation.DSMT4">
                  <p:embed/>
                </p:oleObj>
              </mc:Choice>
              <mc:Fallback>
                <p:oleObj name="Equation" r:id="rId11" imgW="2450880" imgH="1904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8093A18-C4FE-42F3-B23F-540F2FAFBF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79828" y="2355726"/>
                        <a:ext cx="2451100" cy="190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B8DDAA6D-7725-4DCA-A4BC-E0A01D258AB9}"/>
              </a:ext>
            </a:extLst>
          </p:cNvPr>
          <p:cNvSpPr/>
          <p:nvPr/>
        </p:nvSpPr>
        <p:spPr>
          <a:xfrm>
            <a:off x="765028" y="2863726"/>
            <a:ext cx="566612" cy="88900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56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C2CCA17-BB53-4552-9230-C0AC6E29E5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36609"/>
              </p:ext>
            </p:extLst>
          </p:nvPr>
        </p:nvGraphicFramePr>
        <p:xfrm>
          <a:off x="493390" y="348478"/>
          <a:ext cx="24511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4" name="Equation" r:id="rId3" imgW="2450880" imgH="1904760" progId="Equation.DSMT4">
                  <p:embed/>
                </p:oleObj>
              </mc:Choice>
              <mc:Fallback>
                <p:oleObj name="Equation" r:id="rId3" imgW="2450880" imgH="19047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AACCAAF-BF6A-4576-AA9F-853B0D3238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390" y="348478"/>
                        <a:ext cx="2451100" cy="190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4435B46-5607-4056-9E11-3296A93708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315031"/>
              </p:ext>
            </p:extLst>
          </p:nvPr>
        </p:nvGraphicFramePr>
        <p:xfrm>
          <a:off x="3203848" y="409753"/>
          <a:ext cx="48895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5" name="Equation" r:id="rId5" imgW="4889160" imgH="1854000" progId="Equation.DSMT4">
                  <p:embed/>
                </p:oleObj>
              </mc:Choice>
              <mc:Fallback>
                <p:oleObj name="Equation" r:id="rId5" imgW="4889160" imgH="18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3848" y="409753"/>
                        <a:ext cx="4889500" cy="185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6F203B8-8971-4377-A58B-38E440EC6E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943034"/>
              </p:ext>
            </p:extLst>
          </p:nvPr>
        </p:nvGraphicFramePr>
        <p:xfrm>
          <a:off x="3059832" y="2643758"/>
          <a:ext cx="28321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6" name="Equation" r:id="rId7" imgW="2831760" imgH="1866600" progId="Equation.DSMT4">
                  <p:embed/>
                </p:oleObj>
              </mc:Choice>
              <mc:Fallback>
                <p:oleObj name="Equation" r:id="rId7" imgW="2831760" imgH="1866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9832" y="2643758"/>
                        <a:ext cx="2832100" cy="1866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19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6">
            <a:extLst>
              <a:ext uri="{FF2B5EF4-FFF2-40B4-BE49-F238E27FC236}">
                <a16:creationId xmlns:a16="http://schemas.microsoft.com/office/drawing/2014/main" id="{E22BF552-6D88-4ADF-997B-8A204508E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55526"/>
            <a:ext cx="360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代入方程整理得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BF37E61-1F25-4088-92CC-81A04F4189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979944"/>
              </p:ext>
            </p:extLst>
          </p:nvPr>
        </p:nvGraphicFramePr>
        <p:xfrm>
          <a:off x="2394285" y="1491630"/>
          <a:ext cx="223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5" name="Equation" r:id="rId3" imgW="2234880" imgH="927000" progId="Equation.DSMT4">
                  <p:embed/>
                </p:oleObj>
              </mc:Choice>
              <mc:Fallback>
                <p:oleObj name="Equation" r:id="rId3" imgW="2234880" imgH="9270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D2DB2C6-8BC4-4D4F-A2EE-79CC209DE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94285" y="1491630"/>
                        <a:ext cx="22352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48447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402D053C-095F-440A-AA69-39E5F6C1E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14" y="329664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0DFEBF7-90AD-4857-BCCE-9477F506E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707654"/>
            <a:ext cx="3456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课本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2-3.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759DA1DF-A24C-4E39-B095-85FE7654E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987574"/>
            <a:ext cx="44644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练习册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第三节   高阶导数；</a:t>
            </a:r>
          </a:p>
        </p:txBody>
      </p:sp>
    </p:spTree>
    <p:extLst>
      <p:ext uri="{BB962C8B-B14F-4D97-AF65-F5344CB8AC3E}">
        <p14:creationId xmlns:p14="http://schemas.microsoft.com/office/powerpoint/2010/main" val="214999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32324"/>
            <a:ext cx="374441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B756A06D-6A23-4B15-AB06-BCDD6EB363EF}"/>
              </a:ext>
            </a:extLst>
          </p:cNvPr>
          <p:cNvSpPr txBox="1">
            <a:spLocks/>
          </p:cNvSpPr>
          <p:nvPr/>
        </p:nvSpPr>
        <p:spPr>
          <a:xfrm>
            <a:off x="4644008" y="2211710"/>
            <a:ext cx="3933258" cy="8563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solidFill>
                  <a:srgbClr val="002060"/>
                </a:solidFill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</p:spTree>
    <p:extLst>
      <p:ext uri="{BB962C8B-B14F-4D97-AF65-F5344CB8AC3E}">
        <p14:creationId xmlns:p14="http://schemas.microsoft.com/office/powerpoint/2010/main" val="46229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rgbClr val="2D04DA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6055</TotalTime>
  <Words>540</Words>
  <Application>Microsoft Office PowerPoint</Application>
  <PresentationFormat>全屏显示(16:9)</PresentationFormat>
  <Paragraphs>167</Paragraphs>
  <Slides>44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404</cp:revision>
  <dcterms:created xsi:type="dcterms:W3CDTF">2018-09-27T06:48:00Z</dcterms:created>
  <dcterms:modified xsi:type="dcterms:W3CDTF">2023-10-17T02:26:46Z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